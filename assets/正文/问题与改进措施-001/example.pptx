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5c5bdc3968c4b6c" /><Relationship Type="http://schemas.openxmlformats.org/officeDocument/2006/relationships/extended-properties" Target="/docProps/app.xml" Id="R74caa9ba1b3d45dd" /><Relationship Type="http://schemas.openxmlformats.org/officeDocument/2006/relationships/officeDocument" Target="/ppt/presentation.xml" Id="Rc27524599aff43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16d382d2b94ae0"/>
  </p:sldMasterIdLst>
  <p:notesMasterIdLst>
    <p:notesMasterId xmlns:r="http://schemas.openxmlformats.org/officeDocument/2006/relationships" r:id="Ra7269c9f874c4065"/>
  </p:notesMasterIdLst>
  <p:sldIdLst>
    <p:sldId xmlns:r="http://schemas.openxmlformats.org/officeDocument/2006/relationships" id="256" r:id="Rd3bcf120408e4f49"/>
    <p:sldId xmlns:r="http://schemas.openxmlformats.org/officeDocument/2006/relationships" id="257" r:id="R78aa793a7d7c42a3"/>
    <p:sldId xmlns:r="http://schemas.openxmlformats.org/officeDocument/2006/relationships" id="258" r:id="R6f201a3336054462"/>
    <p:sldId xmlns:r="http://schemas.openxmlformats.org/officeDocument/2006/relationships" id="259" r:id="R08dc352e374e4fd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498477c5e2f41e8" /><Relationship Type="http://schemas.openxmlformats.org/officeDocument/2006/relationships/slideMaster" Target="/ppt/slideMasters/slideMaster1.xml" Id="Rd916d382d2b94ae0" /><Relationship Type="http://schemas.openxmlformats.org/officeDocument/2006/relationships/notesMaster" Target="/ppt/notesMasters/notesMaster1.xml" Id="Ra7269c9f874c4065" /><Relationship Type="http://schemas.openxmlformats.org/officeDocument/2006/relationships/presProps" Target="/ppt/presProps.xml" Id="R4cf1b4a7dcc34d10" /><Relationship Type="http://schemas.openxmlformats.org/officeDocument/2006/relationships/tableStyles" Target="/ppt/tableStyles.xml" Id="R811a1d84c0aa491b" /><Relationship Type="http://schemas.openxmlformats.org/officeDocument/2006/relationships/slide" Target="/ppt/slides/slide1.xml" Id="Rd3bcf120408e4f49" /><Relationship Type="http://schemas.openxmlformats.org/officeDocument/2006/relationships/slide" Target="/ppt/slides/slide2.xml" Id="R78aa793a7d7c42a3" /><Relationship Type="http://schemas.openxmlformats.org/officeDocument/2006/relationships/slide" Target="/ppt/slides/slide3.xml" Id="R6f201a3336054462" /><Relationship Type="http://schemas.openxmlformats.org/officeDocument/2006/relationships/slide" Target="/ppt/slides/slide4.xml" Id="R08dc352e374e4f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81d82f681a4f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b378d7ab0241fd" /><Relationship Type="http://schemas.openxmlformats.org/officeDocument/2006/relationships/notesMaster" Target="/ppt/notesMasters/notesMaster1.xml" Id="R77b849b56f6740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6cc0b36fe043d6" /><Relationship Type="http://schemas.openxmlformats.org/officeDocument/2006/relationships/notesMaster" Target="/ppt/notesMasters/notesMaster1.xml" Id="R730cf90cb0a54a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bd1e9bf29b40ea" /><Relationship Type="http://schemas.openxmlformats.org/officeDocument/2006/relationships/notesMaster" Target="/ppt/notesMasters/notesMaster1.xml" Id="Red6af9105a4a42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89f137420c49f5" /><Relationship Type="http://schemas.openxmlformats.org/officeDocument/2006/relationships/notesMaster" Target="/ppt/notesMasters/notesMaster1.xml" Id="Rf59184fbb2f347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a61190b39849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9090d85613460c" /><Relationship Type="http://schemas.openxmlformats.org/officeDocument/2006/relationships/slideLayout" Target="/ppt/slideLayouts/slideLayout1.xml" Id="Rd0da9b5d10b24e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da9b5d10b24e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44bfda2af94c23" /><Relationship Type="http://schemas.openxmlformats.org/officeDocument/2006/relationships/notesSlide" Target="/ppt/notesSlides/notesSlide1.xml" Id="R8b95bbab8a734f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869b393d0434c" /><Relationship Type="http://schemas.openxmlformats.org/officeDocument/2006/relationships/notesSlide" Target="/ppt/notesSlides/notesSlide2.xml" Id="R58591a3d3a434eb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456bfc357646de" /><Relationship Type="http://schemas.openxmlformats.org/officeDocument/2006/relationships/notesSlide" Target="/ppt/notesSlides/notesSlide3.xml" Id="R4961d79654b748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4c2969d9d4b7e" /><Relationship Type="http://schemas.openxmlformats.org/officeDocument/2006/relationships/notesSlide" Target="/ppt/notesSlides/notesSlide4.xml" Id="R3f1886c23c0b4a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76AF39-6B1E-4EA4-9A7E-C25A9C52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问题与改进措施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89B8A-1CA4-4327-9496-01ADE4DC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问题—改进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62CBB-7BE7-4AF3-BB2F-DEF69737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476750" cy="457200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2A8CB-38B4-4797-B4D1-D1FD2D9E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28750"/>
            <a:ext cx="4476750" cy="457200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A89194-B801-401C-82AA-EE30959A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现状与缺口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B66060-4F87-45F4-BABD-D13981136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系统介入与结果</a:t>
            </a:r>
          </a:p>
        </p:txBody>
      </p:sp>
      <p:sp>
        <p:nvSpPr>
          <p:cNvPr id="7" name="PPAGENT_QA|parent=problem-item-0|domains=problem-items">
            <a:extLst xmlns:a="http://schemas.openxmlformats.org/drawingml/2006/main">
              <a:ext uri="{FF2B5EF4-FFF2-40B4-BE49-F238E27FC236}">
                <a16:creationId xmlns:a16="http://schemas.microsoft.com/office/drawing/2014/main" id="{968EC813-A0C8-4147-9381-2515F601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8" name="PPAGENT_QA|within=problem-item-0|role=title">
            <a:extLst xmlns:a="http://schemas.openxmlformats.org/drawingml/2006/main">
              <a:ext uri="{FF2B5EF4-FFF2-40B4-BE49-F238E27FC236}">
                <a16:creationId xmlns:a16="http://schemas.microsoft.com/office/drawing/2014/main" id="{C6CA9616-AD4C-4D1D-AB5B-D35B5488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622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结果不稳定</a:t>
            </a:r>
          </a:p>
        </p:txBody>
      </p:sp>
      <p:sp>
        <p:nvSpPr>
          <p:cNvPr id="9" name="PPAGENT_QA|within=problem-item-0|role=body">
            <a:extLst xmlns:a="http://schemas.openxmlformats.org/drawingml/2006/main">
              <a:ext uri="{FF2B5EF4-FFF2-40B4-BE49-F238E27FC236}">
                <a16:creationId xmlns:a16="http://schemas.microsoft.com/office/drawing/2014/main" id="{4EA45D61-F14B-4815-A4F9-0A1740D9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相同输入仍可能得到差异较大的页面</a:t>
            </a:r>
          </a:p>
        </p:txBody>
      </p:sp>
      <p:sp>
        <p:nvSpPr>
          <p:cNvPr id="10" name="PPAGENT_QA|parent=problem-item-1|domains=problem-items">
            <a:extLst xmlns:a="http://schemas.openxmlformats.org/drawingml/2006/main">
              <a:ext uri="{FF2B5EF4-FFF2-40B4-BE49-F238E27FC236}">
                <a16:creationId xmlns:a16="http://schemas.microsoft.com/office/drawing/2014/main" id="{8371F8AD-F343-45F7-BD12-5E140696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1" name="PPAGENT_QA|within=problem-item-1|role=title">
            <a:extLst xmlns:a="http://schemas.openxmlformats.org/drawingml/2006/main">
              <a:ext uri="{FF2B5EF4-FFF2-40B4-BE49-F238E27FC236}">
                <a16:creationId xmlns:a16="http://schemas.microsoft.com/office/drawing/2014/main" id="{31166185-4F7D-4B7C-B20F-289BBBF5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1480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经验难沉淀</a:t>
            </a:r>
          </a:p>
        </p:txBody>
      </p:sp>
      <p:sp>
        <p:nvSpPr>
          <p:cNvPr id="12" name="PPAGENT_QA|within=problem-item-1|role=body">
            <a:extLst xmlns:a="http://schemas.openxmlformats.org/drawingml/2006/main">
              <a:ext uri="{FF2B5EF4-FFF2-40B4-BE49-F238E27FC236}">
                <a16:creationId xmlns:a16="http://schemas.microsoft.com/office/drawing/2014/main" id="{C7C5A9BD-3999-4C52-A789-2B2D7A6C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每次任务都需要重新判断和修正</a:t>
            </a:r>
          </a:p>
        </p:txBody>
      </p:sp>
      <p:sp>
        <p:nvSpPr>
          <p:cNvPr id="13" name="PPAGENT_QA|parent=improvement-item-0|domains=improvement-items">
            <a:extLst xmlns:a="http://schemas.openxmlformats.org/drawingml/2006/main">
              <a:ext uri="{FF2B5EF4-FFF2-40B4-BE49-F238E27FC236}">
                <a16:creationId xmlns:a16="http://schemas.microsoft.com/office/drawing/2014/main" id="{5C1425E3-5B8E-4067-B907-36DC7F6F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4795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14" name="PPAGENT_QA|within=improvement-item-0|role=title">
            <a:extLst xmlns:a="http://schemas.openxmlformats.org/drawingml/2006/main">
              <a:ext uri="{FF2B5EF4-FFF2-40B4-BE49-F238E27FC236}">
                <a16:creationId xmlns:a16="http://schemas.microsoft.com/office/drawing/2014/main" id="{626A3BD1-C493-43F0-A49B-6F7B5F4A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622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固定能力边界</a:t>
            </a:r>
          </a:p>
        </p:txBody>
      </p:sp>
      <p:sp>
        <p:nvSpPr>
          <p:cNvPr id="15" name="PPAGENT_QA|within=improvement-item-0|role=body">
            <a:extLst xmlns:a="http://schemas.openxmlformats.org/drawingml/2006/main">
              <a:ext uri="{FF2B5EF4-FFF2-40B4-BE49-F238E27FC236}">
                <a16:creationId xmlns:a16="http://schemas.microsoft.com/office/drawing/2014/main" id="{2F8DB8DE-EF34-41AB-8F8E-42F7705E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4800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用已登记 Style Group 承担结构表达</a:t>
            </a:r>
          </a:p>
        </p:txBody>
      </p:sp>
      <p:sp>
        <p:nvSpPr>
          <p:cNvPr id="16" name="PPAGENT_QA|parent=improvement-item-1|domains=improvement-items">
            <a:extLst xmlns:a="http://schemas.openxmlformats.org/drawingml/2006/main">
              <a:ext uri="{FF2B5EF4-FFF2-40B4-BE49-F238E27FC236}">
                <a16:creationId xmlns:a16="http://schemas.microsoft.com/office/drawing/2014/main" id="{2F1A1930-FF8F-444F-A8D7-87533FB3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0050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17" name="PPAGENT_QA|within=improvement-item-1|role=title">
            <a:extLst xmlns:a="http://schemas.openxmlformats.org/drawingml/2006/main">
              <a:ext uri="{FF2B5EF4-FFF2-40B4-BE49-F238E27FC236}">
                <a16:creationId xmlns:a16="http://schemas.microsoft.com/office/drawing/2014/main" id="{1E4DA6E2-AF13-4134-B612-080E167B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统一参数接口</a:t>
            </a:r>
          </a:p>
        </p:txBody>
      </p:sp>
      <p:sp>
        <p:nvSpPr>
          <p:cNvPr id="18" name="PPAGENT_QA|within=improvement-item-1|role=body">
            <a:extLst xmlns:a="http://schemas.openxmlformats.org/drawingml/2006/main">
              <a:ext uri="{FF2B5EF4-FFF2-40B4-BE49-F238E27FC236}">
                <a16:creationId xmlns:a16="http://schemas.microsoft.com/office/drawing/2014/main" id="{768D8CA5-45AB-43C1-9439-6E7D78E9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0055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让 HTML 与 Builder 使用同一输入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3C5A7E-2020-4E10-9D06-DC62A93B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24200"/>
            <a:ext cx="1104900" cy="1104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</p:spTree>
    <p:extLst>
      <p:ext uri="{BB962C8B-B14F-4D97-AF65-F5344CB8AC3E}">
        <p14:creationId xmlns:p14="http://schemas.microsoft.com/office/powerpoint/2010/main" val="20793571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73AF54-3795-4259-9E20-86A34621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问题与改进措施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89ED26-4223-4007-B8A0-6014DFA6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问题—改进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AF1337-C1DD-4E2F-A08F-AAF6B568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476750" cy="457200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B98543-3784-43B2-9CAD-A88EA3FE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28750"/>
            <a:ext cx="4476750" cy="457200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EF357-E870-4032-9741-CCEB104E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现状与缺口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3DBA68-4AEC-4114-811D-F887AA55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系统介入与结果</a:t>
            </a:r>
          </a:p>
        </p:txBody>
      </p:sp>
      <p:sp>
        <p:nvSpPr>
          <p:cNvPr id="7" name="PPAGENT_QA|parent=problem-item-0|domains=problem-items">
            <a:extLst xmlns:a="http://schemas.openxmlformats.org/drawingml/2006/main">
              <a:ext uri="{FF2B5EF4-FFF2-40B4-BE49-F238E27FC236}">
                <a16:creationId xmlns:a16="http://schemas.microsoft.com/office/drawing/2014/main" id="{B33238A9-41CC-400E-9944-0916584E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8" name="PPAGENT_QA|within=problem-item-0|role=title">
            <a:extLst xmlns:a="http://schemas.openxmlformats.org/drawingml/2006/main">
              <a:ext uri="{FF2B5EF4-FFF2-40B4-BE49-F238E27FC236}">
                <a16:creationId xmlns:a16="http://schemas.microsoft.com/office/drawing/2014/main" id="{913A4FFA-82C6-4BAF-AD7B-891C9313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622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结果不稳定</a:t>
            </a:r>
          </a:p>
        </p:txBody>
      </p:sp>
      <p:sp>
        <p:nvSpPr>
          <p:cNvPr id="9" name="PPAGENT_QA|within=problem-item-0|role=body">
            <a:extLst xmlns:a="http://schemas.openxmlformats.org/drawingml/2006/main">
              <a:ext uri="{FF2B5EF4-FFF2-40B4-BE49-F238E27FC236}">
                <a16:creationId xmlns:a16="http://schemas.microsoft.com/office/drawing/2014/main" id="{9787ECBB-929A-4021-AF87-E0F21CE45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4800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相同输入仍可能得到差异较大的页面</a:t>
            </a:r>
          </a:p>
        </p:txBody>
      </p:sp>
      <p:sp>
        <p:nvSpPr>
          <p:cNvPr id="10" name="PPAGENT_QA|parent=problem-item-1|domains=problem-items">
            <a:extLst xmlns:a="http://schemas.openxmlformats.org/drawingml/2006/main">
              <a:ext uri="{FF2B5EF4-FFF2-40B4-BE49-F238E27FC236}">
                <a16:creationId xmlns:a16="http://schemas.microsoft.com/office/drawing/2014/main" id="{2D30BE9E-90A1-48B4-BED1-319906BF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1" name="PPAGENT_QA|within=problem-item-1|role=title">
            <a:extLst xmlns:a="http://schemas.openxmlformats.org/drawingml/2006/main">
              <a:ext uri="{FF2B5EF4-FFF2-40B4-BE49-F238E27FC236}">
                <a16:creationId xmlns:a16="http://schemas.microsoft.com/office/drawing/2014/main" id="{633D90A6-D9EA-46C7-B4DD-88FD41C1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1480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经验难沉淀</a:t>
            </a:r>
          </a:p>
        </p:txBody>
      </p:sp>
      <p:sp>
        <p:nvSpPr>
          <p:cNvPr id="12" name="PPAGENT_QA|within=problem-item-1|role=body">
            <a:extLst xmlns:a="http://schemas.openxmlformats.org/drawingml/2006/main">
              <a:ext uri="{FF2B5EF4-FFF2-40B4-BE49-F238E27FC236}">
                <a16:creationId xmlns:a16="http://schemas.microsoft.com/office/drawing/2014/main" id="{08B1F5EF-E809-44AD-B832-F1B8FC46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40055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每次任务都需要重新判断和修正</a:t>
            </a:r>
          </a:p>
        </p:txBody>
      </p:sp>
      <p:sp>
        <p:nvSpPr>
          <p:cNvPr id="13" name="PPAGENT_QA|parent=improvement-item-0|domains=improvement-items">
            <a:extLst xmlns:a="http://schemas.openxmlformats.org/drawingml/2006/main">
              <a:ext uri="{FF2B5EF4-FFF2-40B4-BE49-F238E27FC236}">
                <a16:creationId xmlns:a16="http://schemas.microsoft.com/office/drawing/2014/main" id="{A1A6DA46-B7C2-4C9C-9B91-6881DE75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431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14" name="PPAGENT_QA|within=improvement-item-0|role=title">
            <a:extLst xmlns:a="http://schemas.openxmlformats.org/drawingml/2006/main">
              <a:ext uri="{FF2B5EF4-FFF2-40B4-BE49-F238E27FC236}">
                <a16:creationId xmlns:a16="http://schemas.microsoft.com/office/drawing/2014/main" id="{9418CDCB-588B-4F40-A311-45EFDC15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574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固定能力边界</a:t>
            </a:r>
          </a:p>
        </p:txBody>
      </p:sp>
      <p:sp>
        <p:nvSpPr>
          <p:cNvPr id="15" name="PPAGENT_QA|within=improvement-item-0|role=body">
            <a:extLst xmlns:a="http://schemas.openxmlformats.org/drawingml/2006/main">
              <a:ext uri="{FF2B5EF4-FFF2-40B4-BE49-F238E27FC236}">
                <a16:creationId xmlns:a16="http://schemas.microsoft.com/office/drawing/2014/main" id="{093AB093-D2A8-4314-BED2-84D67505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432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用已登记 Style Group 承担结构表达</a:t>
            </a:r>
          </a:p>
        </p:txBody>
      </p:sp>
      <p:sp>
        <p:nvSpPr>
          <p:cNvPr id="16" name="PPAGENT_QA|parent=improvement-item-1|domains=improvement-items">
            <a:extLst xmlns:a="http://schemas.openxmlformats.org/drawingml/2006/main">
              <a:ext uri="{FF2B5EF4-FFF2-40B4-BE49-F238E27FC236}">
                <a16:creationId xmlns:a16="http://schemas.microsoft.com/office/drawing/2014/main" id="{EA6F57A7-2A09-430D-929B-6F8E0873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099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17" name="PPAGENT_QA|within=improvement-item-1|role=title">
            <a:extLst xmlns:a="http://schemas.openxmlformats.org/drawingml/2006/main">
              <a:ext uri="{FF2B5EF4-FFF2-40B4-BE49-F238E27FC236}">
                <a16:creationId xmlns:a16="http://schemas.microsoft.com/office/drawing/2014/main" id="{849D19D4-503D-4EFC-97AD-FC0EB1EB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242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统一参数接口</a:t>
            </a:r>
          </a:p>
        </p:txBody>
      </p:sp>
      <p:sp>
        <p:nvSpPr>
          <p:cNvPr id="18" name="PPAGENT_QA|within=improvement-item-1|role=body">
            <a:extLst xmlns:a="http://schemas.openxmlformats.org/drawingml/2006/main">
              <a:ext uri="{FF2B5EF4-FFF2-40B4-BE49-F238E27FC236}">
                <a16:creationId xmlns:a16="http://schemas.microsoft.com/office/drawing/2014/main" id="{2E472132-66C8-4FAC-A0FE-835CAAFED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8100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让 HTML 与 Builder 使用同一输入</a:t>
            </a:r>
          </a:p>
        </p:txBody>
      </p:sp>
      <p:sp>
        <p:nvSpPr>
          <p:cNvPr id="19" name="PPAGENT_QA|parent=improvement-item-2|domains=improvement-items">
            <a:extLst xmlns:a="http://schemas.openxmlformats.org/drawingml/2006/main">
              <a:ext uri="{FF2B5EF4-FFF2-40B4-BE49-F238E27FC236}">
                <a16:creationId xmlns:a16="http://schemas.microsoft.com/office/drawing/2014/main" id="{36D9D834-E8C6-468A-9318-AFDF245F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767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20" name="PPAGENT_QA|within=improvement-item-2|role=title">
            <a:extLst xmlns:a="http://schemas.openxmlformats.org/drawingml/2006/main">
              <a:ext uri="{FF2B5EF4-FFF2-40B4-BE49-F238E27FC236}">
                <a16:creationId xmlns:a16="http://schemas.microsoft.com/office/drawing/2014/main" id="{DA49989F-3F53-4CE2-A141-6F6A64AB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910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建立审查闭环</a:t>
            </a:r>
          </a:p>
        </p:txBody>
      </p:sp>
      <p:sp>
        <p:nvSpPr>
          <p:cNvPr id="21" name="PPAGENT_QA|within=improvement-item-2|role=body">
            <a:extLst xmlns:a="http://schemas.openxmlformats.org/drawingml/2006/main">
              <a:ext uri="{FF2B5EF4-FFF2-40B4-BE49-F238E27FC236}">
                <a16:creationId xmlns:a16="http://schemas.microsoft.com/office/drawing/2014/main" id="{7F3A209E-713F-4B58-A926-1CE43251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768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在入库前完成状态与视觉确认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7CBFF2-5BEC-49C8-A3A6-B2FB728C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24200"/>
            <a:ext cx="1104900" cy="1104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</p:spTree>
    <p:extLst>
      <p:ext uri="{BB962C8B-B14F-4D97-AF65-F5344CB8AC3E}">
        <p14:creationId xmlns:p14="http://schemas.microsoft.com/office/powerpoint/2010/main" val="21089833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B9D5B5-EDD2-42D1-9EFF-028E265A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问题与改进措施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2A739F-7CBA-4B2F-BC23-C5BEDB31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问题—改进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91C75-67AA-4949-9F7A-F34B13A8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476750" cy="457200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D2D963-39EA-4E04-AE19-239DDFCD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28750"/>
            <a:ext cx="4476750" cy="457200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6C299-A916-4684-901B-16BD0FDF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现状与缺口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38FA6-BFC5-47D0-9EFA-386628D7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系统介入与结果</a:t>
            </a:r>
          </a:p>
        </p:txBody>
      </p:sp>
      <p:sp>
        <p:nvSpPr>
          <p:cNvPr id="7" name="PPAGENT_QA|parent=problem-item-0|domains=problem-items">
            <a:extLst xmlns:a="http://schemas.openxmlformats.org/drawingml/2006/main">
              <a:ext uri="{FF2B5EF4-FFF2-40B4-BE49-F238E27FC236}">
                <a16:creationId xmlns:a16="http://schemas.microsoft.com/office/drawing/2014/main" id="{E5D6796F-44BE-4EDD-9A3F-DB04C7CC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8" name="PPAGENT_QA|within=problem-item-0|role=title">
            <a:extLst xmlns:a="http://schemas.openxmlformats.org/drawingml/2006/main">
              <a:ext uri="{FF2B5EF4-FFF2-40B4-BE49-F238E27FC236}">
                <a16:creationId xmlns:a16="http://schemas.microsoft.com/office/drawing/2014/main" id="{DC68C241-4D45-474A-8C09-E782DFF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74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结果不稳定</a:t>
            </a:r>
          </a:p>
        </p:txBody>
      </p:sp>
      <p:sp>
        <p:nvSpPr>
          <p:cNvPr id="9" name="PPAGENT_QA|within=problem-item-0|role=body">
            <a:extLst xmlns:a="http://schemas.openxmlformats.org/drawingml/2006/main">
              <a:ext uri="{FF2B5EF4-FFF2-40B4-BE49-F238E27FC236}">
                <a16:creationId xmlns:a16="http://schemas.microsoft.com/office/drawing/2014/main" id="{AE234E40-F153-4D5D-AE95-E2B0E6652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432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相同输入仍可能得到差异较大的页面</a:t>
            </a:r>
          </a:p>
        </p:txBody>
      </p:sp>
      <p:sp>
        <p:nvSpPr>
          <p:cNvPr id="10" name="PPAGENT_QA|parent=problem-item-1|domains=problem-items">
            <a:extLst xmlns:a="http://schemas.openxmlformats.org/drawingml/2006/main">
              <a:ext uri="{FF2B5EF4-FFF2-40B4-BE49-F238E27FC236}">
                <a16:creationId xmlns:a16="http://schemas.microsoft.com/office/drawing/2014/main" id="{1C5ACFEF-F431-463F-97AE-8D80FB3E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099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1" name="PPAGENT_QA|within=problem-item-1|role=title">
            <a:extLst xmlns:a="http://schemas.openxmlformats.org/drawingml/2006/main">
              <a:ext uri="{FF2B5EF4-FFF2-40B4-BE49-F238E27FC236}">
                <a16:creationId xmlns:a16="http://schemas.microsoft.com/office/drawing/2014/main" id="{2C275DF9-077A-47F4-A4E5-DCF0E5EC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242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经验难沉淀</a:t>
            </a:r>
          </a:p>
        </p:txBody>
      </p:sp>
      <p:sp>
        <p:nvSpPr>
          <p:cNvPr id="12" name="PPAGENT_QA|within=problem-item-1|role=body">
            <a:extLst xmlns:a="http://schemas.openxmlformats.org/drawingml/2006/main">
              <a:ext uri="{FF2B5EF4-FFF2-40B4-BE49-F238E27FC236}">
                <a16:creationId xmlns:a16="http://schemas.microsoft.com/office/drawing/2014/main" id="{C383E43F-4123-445A-B954-5E7E3361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100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每次任务都需要重新判断和修正</a:t>
            </a:r>
          </a:p>
        </p:txBody>
      </p:sp>
      <p:sp>
        <p:nvSpPr>
          <p:cNvPr id="13" name="PPAGENT_QA|parent=problem-item-2|domains=problem-items">
            <a:extLst xmlns:a="http://schemas.openxmlformats.org/drawingml/2006/main">
              <a:ext uri="{FF2B5EF4-FFF2-40B4-BE49-F238E27FC236}">
                <a16:creationId xmlns:a16="http://schemas.microsoft.com/office/drawing/2014/main" id="{B1B84E95-6020-44FE-BA06-90A20CCCF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767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4" name="PPAGENT_QA|within=problem-item-2|role=title">
            <a:extLst xmlns:a="http://schemas.openxmlformats.org/drawingml/2006/main">
              <a:ext uri="{FF2B5EF4-FFF2-40B4-BE49-F238E27FC236}">
                <a16:creationId xmlns:a16="http://schemas.microsoft.com/office/drawing/2014/main" id="{1E6AE4B6-E18F-4DC0-8D83-72674785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910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维护成本高</a:t>
            </a:r>
          </a:p>
        </p:txBody>
      </p:sp>
      <p:sp>
        <p:nvSpPr>
          <p:cNvPr id="15" name="PPAGENT_QA|within=problem-item-2|role=body">
            <a:extLst xmlns:a="http://schemas.openxmlformats.org/drawingml/2006/main">
              <a:ext uri="{FF2B5EF4-FFF2-40B4-BE49-F238E27FC236}">
                <a16:creationId xmlns:a16="http://schemas.microsoft.com/office/drawing/2014/main" id="{DE6313E0-24ED-47DC-9A5B-BE09BC01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768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多套实现造成重复修改与偏差</a:t>
            </a:r>
          </a:p>
        </p:txBody>
      </p:sp>
      <p:sp>
        <p:nvSpPr>
          <p:cNvPr id="16" name="PPAGENT_QA|parent=improvement-item-0|domains=improvement-items">
            <a:extLst xmlns:a="http://schemas.openxmlformats.org/drawingml/2006/main">
              <a:ext uri="{FF2B5EF4-FFF2-40B4-BE49-F238E27FC236}">
                <a16:creationId xmlns:a16="http://schemas.microsoft.com/office/drawing/2014/main" id="{0430B415-D1B4-43AA-AF07-9023706B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4795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17" name="PPAGENT_QA|within=improvement-item-0|role=title">
            <a:extLst xmlns:a="http://schemas.openxmlformats.org/drawingml/2006/main">
              <a:ext uri="{FF2B5EF4-FFF2-40B4-BE49-F238E27FC236}">
                <a16:creationId xmlns:a16="http://schemas.microsoft.com/office/drawing/2014/main" id="{ACCB4CE6-DA55-4636-827D-A22F1554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622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固定能力边界</a:t>
            </a:r>
          </a:p>
        </p:txBody>
      </p:sp>
      <p:sp>
        <p:nvSpPr>
          <p:cNvPr id="18" name="PPAGENT_QA|within=improvement-item-0|role=body">
            <a:extLst xmlns:a="http://schemas.openxmlformats.org/drawingml/2006/main">
              <a:ext uri="{FF2B5EF4-FFF2-40B4-BE49-F238E27FC236}">
                <a16:creationId xmlns:a16="http://schemas.microsoft.com/office/drawing/2014/main" id="{A8D65C0F-478A-47AA-A3EC-2715FA4B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4800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用已登记 Style Group 承担结构表达</a:t>
            </a:r>
          </a:p>
        </p:txBody>
      </p:sp>
      <p:sp>
        <p:nvSpPr>
          <p:cNvPr id="19" name="PPAGENT_QA|parent=improvement-item-1|domains=improvement-items">
            <a:extLst xmlns:a="http://schemas.openxmlformats.org/drawingml/2006/main">
              <a:ext uri="{FF2B5EF4-FFF2-40B4-BE49-F238E27FC236}">
                <a16:creationId xmlns:a16="http://schemas.microsoft.com/office/drawing/2014/main" id="{E4FEA8F0-E29E-4F5B-8386-79C9FAAB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000500"/>
            <a:ext cx="3714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20" name="PPAGENT_QA|within=improvement-item-1|role=title">
            <a:extLst xmlns:a="http://schemas.openxmlformats.org/drawingml/2006/main">
              <a:ext uri="{FF2B5EF4-FFF2-40B4-BE49-F238E27FC236}">
                <a16:creationId xmlns:a16="http://schemas.microsoft.com/office/drawing/2014/main" id="{4A0FAF51-F442-4F1E-B4C7-BDBC80DB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1480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统一参数接口</a:t>
            </a:r>
          </a:p>
        </p:txBody>
      </p:sp>
      <p:sp>
        <p:nvSpPr>
          <p:cNvPr id="21" name="PPAGENT_QA|within=improvement-item-1|role=body">
            <a:extLst xmlns:a="http://schemas.openxmlformats.org/drawingml/2006/main">
              <a:ext uri="{FF2B5EF4-FFF2-40B4-BE49-F238E27FC236}">
                <a16:creationId xmlns:a16="http://schemas.microsoft.com/office/drawing/2014/main" id="{41197812-57B9-40C5-93EE-E4BB9FBB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00550"/>
            <a:ext cx="3409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让 HTML 与 Builder 使用同一输入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ED6098-60A1-4C19-9E21-131BBEA9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24200"/>
            <a:ext cx="1104900" cy="1104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</p:spTree>
    <p:extLst>
      <p:ext uri="{BB962C8B-B14F-4D97-AF65-F5344CB8AC3E}">
        <p14:creationId xmlns:p14="http://schemas.microsoft.com/office/powerpoint/2010/main" val="19497748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EAC982-EB47-4EA3-B54C-B6C4F5A6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问题与改进措施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9310E5-83FC-45BB-B7A5-7A1A05A4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问题—改进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7BC47-4B63-4567-A08E-DF456F82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476750" cy="457200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7C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518CC9-3F2E-4A72-BFC1-FFB452C1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428750"/>
            <a:ext cx="4476750" cy="457200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D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7E17D-17C1-4B8A-B66C-99886B798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现状与缺口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803054-3D58-47AD-AFC7-3118E021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A8D8"/>
                </a:solidFill>
                <a:latin typeface="Microsoft YaHei"/>
                <a:ea typeface="Microsoft YaHei"/>
                <a:cs typeface="Microsoft YaHei"/>
              </a:rPr>
              <a:t>系统介入与结果</a:t>
            </a:r>
          </a:p>
        </p:txBody>
      </p:sp>
      <p:sp>
        <p:nvSpPr>
          <p:cNvPr id="7" name="PPAGENT_QA|parent=problem-item-0|domains=problem-items">
            <a:extLst xmlns:a="http://schemas.openxmlformats.org/drawingml/2006/main">
              <a:ext uri="{FF2B5EF4-FFF2-40B4-BE49-F238E27FC236}">
                <a16:creationId xmlns:a16="http://schemas.microsoft.com/office/drawing/2014/main" id="{BEFBC8DF-087D-45BB-A26B-2FF49007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8" name="PPAGENT_QA|within=problem-item-0|role=title">
            <a:extLst xmlns:a="http://schemas.openxmlformats.org/drawingml/2006/main">
              <a:ext uri="{FF2B5EF4-FFF2-40B4-BE49-F238E27FC236}">
                <a16:creationId xmlns:a16="http://schemas.microsoft.com/office/drawing/2014/main" id="{425942CC-90A1-46DE-B09B-2643012E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574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结果不稳定</a:t>
            </a:r>
          </a:p>
        </p:txBody>
      </p:sp>
      <p:sp>
        <p:nvSpPr>
          <p:cNvPr id="9" name="PPAGENT_QA|within=problem-item-0|role=body">
            <a:extLst xmlns:a="http://schemas.openxmlformats.org/drawingml/2006/main">
              <a:ext uri="{FF2B5EF4-FFF2-40B4-BE49-F238E27FC236}">
                <a16:creationId xmlns:a16="http://schemas.microsoft.com/office/drawing/2014/main" id="{78976D04-8581-4E12-BE04-8D56BDF2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432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相同输入仍可能得到差异较大的页面</a:t>
            </a:r>
          </a:p>
        </p:txBody>
      </p:sp>
      <p:sp>
        <p:nvSpPr>
          <p:cNvPr id="10" name="PPAGENT_QA|parent=problem-item-1|domains=problem-items">
            <a:extLst xmlns:a="http://schemas.openxmlformats.org/drawingml/2006/main">
              <a:ext uri="{FF2B5EF4-FFF2-40B4-BE49-F238E27FC236}">
                <a16:creationId xmlns:a16="http://schemas.microsoft.com/office/drawing/2014/main" id="{02C84EF0-A691-408E-A714-CB6C97A7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099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1" name="PPAGENT_QA|within=problem-item-1|role=title">
            <a:extLst xmlns:a="http://schemas.openxmlformats.org/drawingml/2006/main">
              <a:ext uri="{FF2B5EF4-FFF2-40B4-BE49-F238E27FC236}">
                <a16:creationId xmlns:a16="http://schemas.microsoft.com/office/drawing/2014/main" id="{69463D71-2F6B-43E7-B44F-59DA6E888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242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经验难沉淀</a:t>
            </a:r>
          </a:p>
        </p:txBody>
      </p:sp>
      <p:sp>
        <p:nvSpPr>
          <p:cNvPr id="12" name="PPAGENT_QA|within=problem-item-1|role=body">
            <a:extLst xmlns:a="http://schemas.openxmlformats.org/drawingml/2006/main">
              <a:ext uri="{FF2B5EF4-FFF2-40B4-BE49-F238E27FC236}">
                <a16:creationId xmlns:a16="http://schemas.microsoft.com/office/drawing/2014/main" id="{90EFA5FD-94B6-455E-A523-EA55BC00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100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每次任务都需要重新判断和修正</a:t>
            </a:r>
          </a:p>
        </p:txBody>
      </p:sp>
      <p:sp>
        <p:nvSpPr>
          <p:cNvPr id="13" name="PPAGENT_QA|parent=problem-item-2|domains=problem-items">
            <a:extLst xmlns:a="http://schemas.openxmlformats.org/drawingml/2006/main">
              <a:ext uri="{FF2B5EF4-FFF2-40B4-BE49-F238E27FC236}">
                <a16:creationId xmlns:a16="http://schemas.microsoft.com/office/drawing/2014/main" id="{1ED4A2BC-555F-4CEA-9E55-552AF0AC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767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1F7FB"/>
          </a:solidFill>
          <a:ln xmlns:a="http://schemas.openxmlformats.org/drawingml/2006/main" w="9525">
            <a:solidFill>
              <a:srgbClr val="C9D5E3"/>
            </a:solidFill>
            <a:prstDash val="solid"/>
          </a:ln>
        </p:spPr>
      </p:sp>
      <p:sp>
        <p:nvSpPr>
          <p:cNvPr id="14" name="PPAGENT_QA|within=problem-item-2|role=title">
            <a:extLst xmlns:a="http://schemas.openxmlformats.org/drawingml/2006/main">
              <a:ext uri="{FF2B5EF4-FFF2-40B4-BE49-F238E27FC236}">
                <a16:creationId xmlns:a16="http://schemas.microsoft.com/office/drawing/2014/main" id="{529C0A9A-4CA0-4423-B6C7-D1EFAB27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910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维护成本高</a:t>
            </a:r>
          </a:p>
        </p:txBody>
      </p:sp>
      <p:sp>
        <p:nvSpPr>
          <p:cNvPr id="15" name="PPAGENT_QA|within=problem-item-2|role=body">
            <a:extLst xmlns:a="http://schemas.openxmlformats.org/drawingml/2006/main">
              <a:ext uri="{FF2B5EF4-FFF2-40B4-BE49-F238E27FC236}">
                <a16:creationId xmlns:a16="http://schemas.microsoft.com/office/drawing/2014/main" id="{F12133B3-3133-4C3A-839A-03874415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768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多套实现造成重复修改与偏差</a:t>
            </a:r>
          </a:p>
        </p:txBody>
      </p:sp>
      <p:sp>
        <p:nvSpPr>
          <p:cNvPr id="16" name="PPAGENT_QA|parent=improvement-item-0|domains=improvement-items">
            <a:extLst xmlns:a="http://schemas.openxmlformats.org/drawingml/2006/main">
              <a:ext uri="{FF2B5EF4-FFF2-40B4-BE49-F238E27FC236}">
                <a16:creationId xmlns:a16="http://schemas.microsoft.com/office/drawing/2014/main" id="{EEB69E34-254A-4985-953A-4155D2A8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431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17" name="PPAGENT_QA|within=improvement-item-0|role=title">
            <a:extLst xmlns:a="http://schemas.openxmlformats.org/drawingml/2006/main">
              <a:ext uri="{FF2B5EF4-FFF2-40B4-BE49-F238E27FC236}">
                <a16:creationId xmlns:a16="http://schemas.microsoft.com/office/drawing/2014/main" id="{CAA1E591-802B-4CD5-828F-12D6C971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574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固定能力边界</a:t>
            </a:r>
          </a:p>
        </p:txBody>
      </p:sp>
      <p:sp>
        <p:nvSpPr>
          <p:cNvPr id="18" name="PPAGENT_QA|within=improvement-item-0|role=body">
            <a:extLst xmlns:a="http://schemas.openxmlformats.org/drawingml/2006/main">
              <a:ext uri="{FF2B5EF4-FFF2-40B4-BE49-F238E27FC236}">
                <a16:creationId xmlns:a16="http://schemas.microsoft.com/office/drawing/2014/main" id="{2A3C870A-79DB-47C8-8051-32398F94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7432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用已登记 Style Group 承担结构表达</a:t>
            </a:r>
          </a:p>
        </p:txBody>
      </p:sp>
      <p:sp>
        <p:nvSpPr>
          <p:cNvPr id="19" name="PPAGENT_QA|parent=improvement-item-1|domains=improvement-items">
            <a:extLst xmlns:a="http://schemas.openxmlformats.org/drawingml/2006/main">
              <a:ext uri="{FF2B5EF4-FFF2-40B4-BE49-F238E27FC236}">
                <a16:creationId xmlns:a16="http://schemas.microsoft.com/office/drawing/2014/main" id="{901F3D61-BF09-4093-A0B0-59C95801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099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20" name="PPAGENT_QA|within=improvement-item-1|role=title">
            <a:extLst xmlns:a="http://schemas.openxmlformats.org/drawingml/2006/main">
              <a:ext uri="{FF2B5EF4-FFF2-40B4-BE49-F238E27FC236}">
                <a16:creationId xmlns:a16="http://schemas.microsoft.com/office/drawing/2014/main" id="{72728502-701A-44A7-9A64-5D97A21E2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242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统一参数接口</a:t>
            </a:r>
          </a:p>
        </p:txBody>
      </p:sp>
      <p:sp>
        <p:nvSpPr>
          <p:cNvPr id="21" name="PPAGENT_QA|within=improvement-item-1|role=body">
            <a:extLst xmlns:a="http://schemas.openxmlformats.org/drawingml/2006/main">
              <a:ext uri="{FF2B5EF4-FFF2-40B4-BE49-F238E27FC236}">
                <a16:creationId xmlns:a16="http://schemas.microsoft.com/office/drawing/2014/main" id="{ACB33554-E6CC-49EC-8322-0B780C12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8100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让 HTML 与 Builder 使用同一输入</a:t>
            </a:r>
          </a:p>
        </p:txBody>
      </p:sp>
      <p:sp>
        <p:nvSpPr>
          <p:cNvPr id="22" name="PPAGENT_QA|parent=improvement-item-2|domains=improvement-items">
            <a:extLst xmlns:a="http://schemas.openxmlformats.org/drawingml/2006/main">
              <a:ext uri="{FF2B5EF4-FFF2-40B4-BE49-F238E27FC236}">
                <a16:creationId xmlns:a16="http://schemas.microsoft.com/office/drawing/2014/main" id="{EAEBE131-DC70-4377-AD45-8BB27A129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476750"/>
            <a:ext cx="3714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CFBFC"/>
          </a:solidFill>
          <a:ln xmlns:a="http://schemas.openxmlformats.org/drawingml/2006/main" w="9525">
            <a:solidFill>
              <a:srgbClr val="A8E7EA"/>
            </a:solidFill>
            <a:prstDash val="solid"/>
          </a:ln>
        </p:spPr>
      </p:sp>
      <p:sp>
        <p:nvSpPr>
          <p:cNvPr id="23" name="PPAGENT_QA|within=improvement-item-2|role=title">
            <a:extLst xmlns:a="http://schemas.openxmlformats.org/drawingml/2006/main">
              <a:ext uri="{FF2B5EF4-FFF2-40B4-BE49-F238E27FC236}">
                <a16:creationId xmlns:a16="http://schemas.microsoft.com/office/drawing/2014/main" id="{56014A8E-F59A-4132-B6F7-DA25F998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591050"/>
            <a:ext cx="3409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建立审查闭环</a:t>
            </a:r>
          </a:p>
        </p:txBody>
      </p:sp>
      <p:sp>
        <p:nvSpPr>
          <p:cNvPr id="24" name="PPAGENT_QA|within=improvement-item-2|role=body">
            <a:extLst xmlns:a="http://schemas.openxmlformats.org/drawingml/2006/main">
              <a:ext uri="{FF2B5EF4-FFF2-40B4-BE49-F238E27FC236}">
                <a16:creationId xmlns:a16="http://schemas.microsoft.com/office/drawing/2014/main" id="{80B6177D-A6D9-49A3-BF2B-AD847AAC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76800"/>
            <a:ext cx="3409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在入库前完成状态与视觉确认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58038-1A4C-4C86-8595-D47215E2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24200"/>
            <a:ext cx="1104900" cy="1104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</p:spTree>
    <p:extLst>
      <p:ext uri="{BB962C8B-B14F-4D97-AF65-F5344CB8AC3E}">
        <p14:creationId xmlns:p14="http://schemas.microsoft.com/office/powerpoint/2010/main" val="4845586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2026-08-15T13:33:18.2660000Z</dcterms:created>
  <dcterms:modified xsi:type="dcterms:W3CDTF">2026-08-15T13:33:18.2660000Z</dcterms:modified>
</coreProperties>
</file>