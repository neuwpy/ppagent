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75df7dc9a48e0" /><Relationship Type="http://schemas.openxmlformats.org/officeDocument/2006/relationships/extended-properties" Target="/docProps/app.xml" Id="R47a1a7e6dc494121" /><Relationship Type="http://schemas.openxmlformats.org/officeDocument/2006/relationships/officeDocument" Target="/ppt/presentation.xml" Id="R5b15e06235734f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915671ff2a4d0d"/>
  </p:sldMasterIdLst>
  <p:notesMasterIdLst>
    <p:notesMasterId xmlns:r="http://schemas.openxmlformats.org/officeDocument/2006/relationships" r:id="R792ff71ca8dd4e66"/>
  </p:notesMasterIdLst>
  <p:sldIdLst>
    <p:sldId xmlns:r="http://schemas.openxmlformats.org/officeDocument/2006/relationships" id="256" r:id="Ra3800c43ed954d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cf1b9ff46148d1" /><Relationship Type="http://schemas.openxmlformats.org/officeDocument/2006/relationships/slideMaster" Target="/ppt/slideMasters/slideMaster1.xml" Id="Rb6915671ff2a4d0d" /><Relationship Type="http://schemas.openxmlformats.org/officeDocument/2006/relationships/notesMaster" Target="/ppt/notesMasters/notesMaster1.xml" Id="R792ff71ca8dd4e66" /><Relationship Type="http://schemas.openxmlformats.org/officeDocument/2006/relationships/presProps" Target="/ppt/presProps.xml" Id="Rfa669e8fa3ec4a6c" /><Relationship Type="http://schemas.openxmlformats.org/officeDocument/2006/relationships/tableStyles" Target="/ppt/tableStyles.xml" Id="R38d3c4ed1c4547ea" /><Relationship Type="http://schemas.openxmlformats.org/officeDocument/2006/relationships/slide" Target="/ppt/slides/slide1.xml" Id="Ra3800c43ed95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438b115344f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49b4705f19443b" /><Relationship Type="http://schemas.openxmlformats.org/officeDocument/2006/relationships/notesMaster" Target="/ppt/notesMasters/notesMaster1.xml" Id="R705de5b5776a49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647808d234f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987054669493e" /><Relationship Type="http://schemas.openxmlformats.org/officeDocument/2006/relationships/slideLayout" Target="/ppt/slideLayouts/slideLayout1.xml" Id="R25316345f5f64b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316345f5f64b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bf01c891e4a69" /><Relationship Type="http://schemas.openxmlformats.org/officeDocument/2006/relationships/notesSlide" Target="/ppt/notesSlides/notesSlide1.xml" Id="Ra47f56d0d8144c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662CD-AF1D-4338-B339-48DB9070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让制作能力变成可复用的生产能力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0BD10-FA04-417F-A292-1D6FBEBB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问题—改进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1D5A6-8B7B-4CA6-962F-513E3FC9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476750" cy="45720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6672C-4A50-4FDC-8E2F-B2E92A7F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4476750" cy="45720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3EB8D-DC5E-45E3-B7BE-1C7FFFF9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现状与缺口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3A5F0-5F44-4D28-9700-FA3DACC9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系统介入与结果</a:t>
            </a:r>
          </a:p>
        </p:txBody>
      </p:sp>
      <p:sp>
        <p:nvSpPr>
          <p:cNvPr id="7" name="PPAGENT_QA|parent=problem-item-0|domains=problem-items">
            <a:extLst xmlns:a="http://schemas.openxmlformats.org/drawingml/2006/main">
              <a:ext uri="{FF2B5EF4-FFF2-40B4-BE49-F238E27FC236}">
                <a16:creationId xmlns:a16="http://schemas.microsoft.com/office/drawing/2014/main" id="{B8ADB154-0150-4110-A72A-AD8D623C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371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8" name="PPAGENT_QA|within=problem-item-0|role=title">
            <a:extLst xmlns:a="http://schemas.openxmlformats.org/drawingml/2006/main">
              <a:ext uri="{FF2B5EF4-FFF2-40B4-BE49-F238E27FC236}">
                <a16:creationId xmlns:a16="http://schemas.microsoft.com/office/drawing/2014/main" id="{3DD08794-626F-4B20-9773-921D11E4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已有内容</a:t>
            </a:r>
          </a:p>
        </p:txBody>
      </p:sp>
      <p:sp>
        <p:nvSpPr>
          <p:cNvPr id="9" name="PPAGENT_QA|within=problem-item-0|role=body">
            <a:extLst xmlns:a="http://schemas.openxmlformats.org/drawingml/2006/main">
              <a:ext uri="{FF2B5EF4-FFF2-40B4-BE49-F238E27FC236}">
                <a16:creationId xmlns:a16="http://schemas.microsoft.com/office/drawing/2014/main" id="{8FC99885-2662-4968-97CE-EAF3DB96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340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有专业知识，也有真实的汇报任务。</a:t>
            </a:r>
          </a:p>
        </p:txBody>
      </p:sp>
      <p:sp>
        <p:nvSpPr>
          <p:cNvPr id="10" name="PPAGENT_QA|parent=problem-item-1|domains=problem-items">
            <a:extLst xmlns:a="http://schemas.openxmlformats.org/drawingml/2006/main">
              <a:ext uri="{FF2B5EF4-FFF2-40B4-BE49-F238E27FC236}">
                <a16:creationId xmlns:a16="http://schemas.microsoft.com/office/drawing/2014/main" id="{6B1A441E-8373-47DF-A338-959C946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371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1" name="PPAGENT_QA|within=problem-item-1|role=title">
            <a:extLst xmlns:a="http://schemas.openxmlformats.org/drawingml/2006/main">
              <a:ext uri="{FF2B5EF4-FFF2-40B4-BE49-F238E27FC236}">
                <a16:creationId xmlns:a16="http://schemas.microsoft.com/office/drawing/2014/main" id="{86C79766-0971-4282-BC48-AAC2C73B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缺少制作能力</a:t>
            </a:r>
          </a:p>
        </p:txBody>
      </p:sp>
      <p:sp>
        <p:nvSpPr>
          <p:cNvPr id="12" name="PPAGENT_QA|within=problem-item-1|role=body">
            <a:extLst xmlns:a="http://schemas.openxmlformats.org/drawingml/2006/main">
              <a:ext uri="{FF2B5EF4-FFF2-40B4-BE49-F238E27FC236}">
                <a16:creationId xmlns:a16="http://schemas.microsoft.com/office/drawing/2014/main" id="{54CB99B6-C32B-4C66-9DB1-92A3DB12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340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不擅长拆页、选表达方式和视觉排版。</a:t>
            </a:r>
          </a:p>
        </p:txBody>
      </p:sp>
      <p:sp>
        <p:nvSpPr>
          <p:cNvPr id="13" name="PPAGENT_QA|parent=improvement-item-0|domains=improvement-items">
            <a:extLst xmlns:a="http://schemas.openxmlformats.org/drawingml/2006/main">
              <a:ext uri="{FF2B5EF4-FFF2-40B4-BE49-F238E27FC236}">
                <a16:creationId xmlns:a16="http://schemas.microsoft.com/office/drawing/2014/main" id="{04998040-BEE8-4267-99F2-B9E6CFE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47950"/>
            <a:ext cx="371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BFC"/>
          </a:solidFill>
          <a:ln xmlns:a="http://schemas.openxmlformats.org/drawingml/2006/main" w="9525">
            <a:solidFill>
              <a:srgbClr val="A8E7EA"/>
            </a:solidFill>
            <a:prstDash val="solid"/>
          </a:ln>
        </p:spPr>
      </p:sp>
      <p:sp>
        <p:nvSpPr>
          <p:cNvPr id="14" name="PPAGENT_QA|within=improvement-item-0|role=title">
            <a:extLst xmlns:a="http://schemas.openxmlformats.org/drawingml/2006/main">
              <a:ext uri="{FF2B5EF4-FFF2-40B4-BE49-F238E27FC236}">
                <a16:creationId xmlns:a16="http://schemas.microsoft.com/office/drawing/2014/main" id="{AA20A19E-4CEA-4EB6-8D63-EF722FA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622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把方法做成系统</a:t>
            </a:r>
          </a:p>
        </p:txBody>
      </p:sp>
      <p:sp>
        <p:nvSpPr>
          <p:cNvPr id="15" name="PPAGENT_QA|within=improvement-item-0|role=body">
            <a:extLst xmlns:a="http://schemas.openxmlformats.org/drawingml/2006/main">
              <a:ext uri="{FF2B5EF4-FFF2-40B4-BE49-F238E27FC236}">
                <a16:creationId xmlns:a16="http://schemas.microsoft.com/office/drawing/2014/main" id="{25B502CB-EB47-4B90-9459-FCE307EA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340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以较低成本获得接近专业标准的结果。</a:t>
            </a:r>
          </a:p>
        </p:txBody>
      </p:sp>
      <p:sp>
        <p:nvSpPr>
          <p:cNvPr id="16" name="PPAGENT_QA|parent=improvement-item-1|domains=improvement-items">
            <a:extLst xmlns:a="http://schemas.openxmlformats.org/drawingml/2006/main">
              <a:ext uri="{FF2B5EF4-FFF2-40B4-BE49-F238E27FC236}">
                <a16:creationId xmlns:a16="http://schemas.microsoft.com/office/drawing/2014/main" id="{0DAE2A6E-8652-40AB-8A39-6415853C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371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improvement-item-1|role=title">
            <a:extLst xmlns:a="http://schemas.openxmlformats.org/drawingml/2006/main">
              <a:ext uri="{FF2B5EF4-FFF2-40B4-BE49-F238E27FC236}">
                <a16:creationId xmlns:a16="http://schemas.microsoft.com/office/drawing/2014/main" id="{EF1C4BCE-3E5F-482A-A8F2-1AAC61E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148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形成生产能力</a:t>
            </a:r>
          </a:p>
        </p:txBody>
      </p:sp>
      <p:sp>
        <p:nvSpPr>
          <p:cNvPr id="18" name="PPAGENT_QA|within=improvement-item-1|role=body">
            <a:extLst xmlns:a="http://schemas.openxmlformats.org/drawingml/2006/main">
              <a:ext uri="{FF2B5EF4-FFF2-40B4-BE49-F238E27FC236}">
                <a16:creationId xmlns:a16="http://schemas.microsoft.com/office/drawing/2014/main" id="{4EC5A8AF-11B5-47B6-AF92-57180CD0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340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让少数人的经验被更多人使用。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075DD-6CAA-49BF-BEB2-0A32687F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1104900" cy="1104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</p:spTree>
    <p:extLst>
      <p:ext uri="{BB962C8B-B14F-4D97-AF65-F5344CB8AC3E}">
        <p14:creationId xmlns:p14="http://schemas.microsoft.com/office/powerpoint/2010/main" val="860145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2026-08-10T02:40:05.2230000Z</dcterms:created>
  <dcterms:modified xsi:type="dcterms:W3CDTF">2026-08-10T02:40:05.2230000Z</dcterms:modified>
</coreProperties>
</file>