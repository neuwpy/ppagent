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aeb5f03ea0413f" /><Relationship Type="http://schemas.openxmlformats.org/officeDocument/2006/relationships/extended-properties" Target="/docProps/app.xml" Id="R920ca4fcf27c46dc" /><Relationship Type="http://schemas.openxmlformats.org/officeDocument/2006/relationships/officeDocument" Target="/ppt/presentation.xml" Id="R6d87381c802a40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519a9968ae44a9"/>
  </p:sldMasterIdLst>
  <p:notesMasterIdLst>
    <p:notesMasterId xmlns:r="http://schemas.openxmlformats.org/officeDocument/2006/relationships" r:id="Ra9b2660c681544cb"/>
  </p:notesMasterIdLst>
  <p:sldIdLst>
    <p:sldId xmlns:r="http://schemas.openxmlformats.org/officeDocument/2006/relationships" id="256" r:id="Ra2145662f90d4b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6f6545bdd0424e" /><Relationship Type="http://schemas.openxmlformats.org/officeDocument/2006/relationships/slideMaster" Target="/ppt/slideMasters/slideMaster1.xml" Id="R47519a9968ae44a9" /><Relationship Type="http://schemas.openxmlformats.org/officeDocument/2006/relationships/notesMaster" Target="/ppt/notesMasters/notesMaster1.xml" Id="Ra9b2660c681544cb" /><Relationship Type="http://schemas.openxmlformats.org/officeDocument/2006/relationships/presProps" Target="/ppt/presProps.xml" Id="Rb78ed059cbfc4f8c" /><Relationship Type="http://schemas.openxmlformats.org/officeDocument/2006/relationships/tableStyles" Target="/ppt/tableStyles.xml" Id="Rc62495bcdffb42af" /><Relationship Type="http://schemas.openxmlformats.org/officeDocument/2006/relationships/slide" Target="/ppt/slides/slide1.xml" Id="Ra2145662f90d4b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fdcbd30fb148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028f4128be42c1" /><Relationship Type="http://schemas.openxmlformats.org/officeDocument/2006/relationships/notesMaster" Target="/ppt/notesMasters/notesMaster1.xml" Id="R000934cc8b7b42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887a20002e49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11811deb574a04" /><Relationship Type="http://schemas.openxmlformats.org/officeDocument/2006/relationships/slideLayout" Target="/ppt/slideLayouts/slideLayout1.xml" Id="R0388cd3c1dc440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88cd3c1dc440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25ebbcb454e64" /><Relationship Type="http://schemas.openxmlformats.org/officeDocument/2006/relationships/notesSlide" Target="/ppt/notesSlides/notesSlide1.xml" Id="R1985467d4fdd4c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0DD236-A713-4B92-98C3-D43FD8D4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让制作能力变成可复用的生产能力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8E88F-D0AD-4750-9E76-4AF212B3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问题—改进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9D2A5-C0E9-402C-A3A0-8418CCC8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F948E-72C5-4392-A75F-FF755D38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F7239-B154-4D84-AFF4-A21FA9C8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B34CF-EF99-4D32-A87F-BF7C39F0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890C9-A443-4BA6-B5BF-03C1EBDA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2C96B-7F2B-42C7-A6C2-9CA2CB39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已有内容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1A384-B2C6-475F-9AAF-7DB72165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有专业知识，也有真实的汇报任务。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25D4A-9944-4B68-8BAB-03D7AC85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DB2EA-A495-4954-88D4-7F941306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缺少制作能力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6DD6D-1261-439A-A915-5F45538D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不擅长拆页、选表达方式和视觉排版。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4DA3AC-2A48-429C-95B4-04290D8B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7D440C-5681-41FD-876C-97102212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把方法做成系统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F5039-BFA2-41C3-B53C-2EE3152D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以较低成本获得接近专业标准的结果。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66E39-9D06-45FE-9260-19D404F0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9525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D2AB6-04B3-4F14-92B1-05969F03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形成生产能力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62800-69DC-4003-8346-C3ED1B73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让少数人的经验被更多人使用。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DA663-CE0A-4494-BBB5-D15D0D3B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24200"/>
            <a:ext cx="1104900" cy="1104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</p:spTree>
    <p:extLst>
      <p:ext uri="{BB962C8B-B14F-4D97-AF65-F5344CB8AC3E}">
        <p14:creationId xmlns:p14="http://schemas.microsoft.com/office/powerpoint/2010/main" val="3063349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2026-08-10T01:03:11.7660000Z</dcterms:created>
  <dcterms:modified xsi:type="dcterms:W3CDTF">2026-08-10T01:03:11.7660000Z</dcterms:modified>
</coreProperties>
</file>