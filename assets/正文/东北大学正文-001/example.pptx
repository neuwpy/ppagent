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fc504dba5241aa" /><Relationship Type="http://schemas.openxmlformats.org/officeDocument/2006/relationships/extended-properties" Target="/docProps/app.xml" Id="R3b1d3b70ec0642f9" /><Relationship Type="http://schemas.openxmlformats.org/officeDocument/2006/relationships/officeDocument" Target="/ppt/presentation.xml" Id="R91b51d68369f41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4089562217b457e"/>
    <p:sldMasterId xmlns:r="http://schemas.openxmlformats.org/officeDocument/2006/relationships" id="2147483660" r:id="R6b2e8ce9292c4d06"/>
    <p:sldMasterId xmlns:r="http://schemas.openxmlformats.org/officeDocument/2006/relationships" id="2147483663" r:id="Rc070257b1bd34a06"/>
  </p:sldMasterIdLst>
  <p:notesMasterIdLst>
    <p:notesMasterId xmlns:r="http://schemas.openxmlformats.org/officeDocument/2006/relationships" r:id="R07bd7e1013004580"/>
  </p:notesMasterIdLst>
  <p:sldIdLst>
    <p:sldId xmlns:r="http://schemas.openxmlformats.org/officeDocument/2006/relationships" id="256" r:id="R5aae46d16cb34f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d094745f55d4d8f" /><Relationship Type="http://schemas.openxmlformats.org/officeDocument/2006/relationships/slideMaster" Target="/ppt/slideMasters/slideMaster1.xml" Id="Ra4089562217b457e" /><Relationship Type="http://schemas.openxmlformats.org/officeDocument/2006/relationships/slideMaster" Target="/ppt/slideMasters/slideMaster2.xml" Id="R6b2e8ce9292c4d06" /><Relationship Type="http://schemas.openxmlformats.org/officeDocument/2006/relationships/slideMaster" Target="/ppt/slideMasters/slideMaster3.xml" Id="Rc070257b1bd34a06" /><Relationship Type="http://schemas.openxmlformats.org/officeDocument/2006/relationships/notesMaster" Target="/ppt/notesMasters/notesMaster1.xml" Id="R07bd7e1013004580" /><Relationship Type="http://schemas.openxmlformats.org/officeDocument/2006/relationships/presProps" Target="/ppt/presProps.xml" Id="Rbfa43804814148b8" /><Relationship Type="http://schemas.openxmlformats.org/officeDocument/2006/relationships/viewProps" Target="/ppt/viewProps.xml" Id="R631547ae782e4af0" /><Relationship Type="http://schemas.openxmlformats.org/officeDocument/2006/relationships/tableStyles" Target="/ppt/tableStyles.xml" Id="R3565cfcf21144a93" /><Relationship Type="http://schemas.openxmlformats.org/officeDocument/2006/relationships/slide" Target="/ppt/slides/slide1.xml" Id="R5aae46d16cb34f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152e8ca4446844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bf8b1cf83441cd" /><Relationship Type="http://schemas.openxmlformats.org/officeDocument/2006/relationships/notesMaster" Target="/ppt/notesMasters/notesMaster1.xml" Id="R983254a8bbab49c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0e97ae7bb44466" /><Relationship Type="http://schemas.openxmlformats.org/officeDocument/2006/relationships/image" Target="/ppt/media/image.jpeg" Id="R05555d26a4514e4b" /><Relationship Type="http://schemas.openxmlformats.org/officeDocument/2006/relationships/image" Target="/ppt/media/image.png" Id="Re405c402d5184096" /><Relationship Type="http://schemas.openxmlformats.org/officeDocument/2006/relationships/image" Target="/ppt/media/image2.png" Id="R32f811050a2845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cb97abb7444bf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c7b48984e94be4" /><Relationship Type="http://schemas.openxmlformats.org/officeDocument/2006/relationships/image" Target="/ppt/media/image3.png" Id="R5329b9d26e9b487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6474b269c49ff" /><Relationship Type="http://schemas.openxmlformats.org/officeDocument/2006/relationships/image" Target="/ppt/media/image4.png" Id="R166a964f91bc4be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70dda8fcf34dc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716bf1ea6d4cd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12321fd97e464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08416f6fa14ce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91283703e54ae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056f8c216d4a3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88d53e4292400b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4f7632b14c413a" /><Relationship Type="http://schemas.openxmlformats.org/officeDocument/2006/relationships/image" Target="/ppt/media/image5.png" Id="Rb491324b54384f8f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c91474909e469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3ea00fd1479421d" /><Relationship Type="http://schemas.openxmlformats.org/officeDocument/2006/relationships/image" Target="/ppt/media/image5.png" Id="R4fab9f19c8a14a5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cc9ede0d1174c4f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55d26a4514e4b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5c402d5184096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f811050a2845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0C8C948F-9B06-49E1-BA27-F0A4EFA0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9b9d26e9b487e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742EF2E2-4B12-4AF6-AE00-B0314E62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E2EFA9A7-8ED3-46FB-BF61-84A3F1D2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3A8FFEE-6823-43DD-BF9F-50574324B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A81CA12-1972-43D4-87AD-A14A99362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6a964f91bc4be9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404B4907-F49C-468D-AB92-017D368D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2F3925C7-1B0D-4814-B20A-EA7829D8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C018608-247F-426B-A745-F56D9338C3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D444886-DB98-4E16-BCFB-0F6E88436C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B5DC467-BA51-41F0-9734-1DBB451E2A4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E2CE8D2B-B3C3-48C9-814D-94B804D0BAD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A8614C9D-23D8-4C0A-8F8B-B216133A137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8546F560-B328-4190-A290-48B025A5EDB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48A793B9-29D7-49A8-A15F-DF344EB00A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F66C26A-86D2-4B7E-A01A-CC788C8492D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AB19FF-1502-4054-A5D8-26CAFB1E9D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097D17E5-D7DD-4594-B8EB-59D80ACFAB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DC0B1B87-C9EC-407B-BD40-E8D82294B3D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625A785-8E39-4943-97A9-58055813E8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ADC182A5-9DD6-494C-A6AF-54CEB272FD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C35F60AC-F44E-4204-92E6-B3DCFBD03D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BC9CF4D-93DE-46A7-ADB2-31C0221561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8031ADC-B1E4-4A0D-A567-B3D026EAF8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911A01B-8F1A-411F-86E6-3C60840BA43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9E60D3B-6637-4EE6-A766-14A0E14B91C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28CFDC46-618C-4D8F-9E43-B89A11D950F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F9D8D1-A220-4FD9-9CC9-5343C376E1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8457F61-A451-49F0-83CE-90A0D1F3AB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F0ADA0F-1F1D-4921-834C-83D1650AC4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336846B-3081-4C02-9226-07F19B87279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BB20F94C-E558-4554-B33A-7E50284F28D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93C8C537-504D-4264-BD9F-E878758D24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05976D22-2FF0-49FE-BCCB-B4159C9931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7CE65050-18DE-4EE1-87B0-AFAC0207B1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4F48567-7FE9-477B-9F29-6CEB2B4D4E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AF6FEA44-7164-4442-8289-A9B3C75527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54D24B-88CF-4C23-B668-1EFB3367945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C642B2B4-F83B-4A2B-BEE2-B841EA13748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943BFB4-DAC5-45AD-98A1-54B5DEAD8E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4384DBA-A340-4D87-824E-32ED110AE17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C3FC1FC-8EAA-4FBB-AFAC-54AAE1227A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8978E95-39F0-4360-97FB-EC79B5DE82A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F842555-952B-4C8E-9293-3E169871E9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ECD8037-7944-496D-8DE2-45250704FFE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1324b54384f8f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5534B903-35B4-40D1-94AE-44A5F0CF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0DD4732-A52A-444B-BFE6-78232E88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C737DAB3-B94C-42EB-9445-EA18EC83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CB5E9207-E414-42E2-8837-8870774D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ab9f19c8a14a51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4D74A37-6D4E-4B76-A984-26185E7B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A348148-505F-442C-91EB-4DA4767A2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B8C3F62A-F3BB-48BC-AD8D-DA974D22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93DE9210-EBC0-4CAE-AECB-35D6873B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6dfe9f4a05406b" /><Relationship Type="http://schemas.openxmlformats.org/officeDocument/2006/relationships/slideLayout" Target="/ppt/slideLayouts/slideLayout1.xml" Id="R3c6dde8d064a4eb0" /><Relationship Type="http://schemas.openxmlformats.org/officeDocument/2006/relationships/slideLayout" Target="/ppt/slideLayouts/slideLayout2.xml" Id="R57ee268cdb9b48c9" /><Relationship Type="http://schemas.openxmlformats.org/officeDocument/2006/relationships/slideLayout" Target="/ppt/slideLayouts/slideLayout3.xml" Id="R26f63df4a0334c9f" /><Relationship Type="http://schemas.openxmlformats.org/officeDocument/2006/relationships/slideLayout" Target="/ppt/slideLayouts/slideLayout4.xml" Id="Rff6dd4964fae471e" /><Relationship Type="http://schemas.openxmlformats.org/officeDocument/2006/relationships/slideLayout" Target="/ppt/slideLayouts/slideLayout5.xml" Id="R9ec647d6d91a4830" /><Relationship Type="http://schemas.openxmlformats.org/officeDocument/2006/relationships/slideLayout" Target="/ppt/slideLayouts/slideLayout6.xml" Id="R396aec2e533e4779" /><Relationship Type="http://schemas.openxmlformats.org/officeDocument/2006/relationships/slideLayout" Target="/ppt/slideLayouts/slideLayout7.xml" Id="Re5127281f5164251" /><Relationship Type="http://schemas.openxmlformats.org/officeDocument/2006/relationships/slideLayout" Target="/ppt/slideLayouts/slideLayout8.xml" Id="R392e2c37bbcb4b6c" /><Relationship Type="http://schemas.openxmlformats.org/officeDocument/2006/relationships/slideLayout" Target="/ppt/slideLayouts/slideLayout9.xml" Id="R6742e0705cfa4bc7" /><Relationship Type="http://schemas.openxmlformats.org/officeDocument/2006/relationships/slideLayout" Target="/ppt/slideLayouts/slideLayout10.xml" Id="Re13316e7d0b74c37" /><Relationship Type="http://schemas.openxmlformats.org/officeDocument/2006/relationships/slideLayout" Target="/ppt/slideLayouts/slideLayout11.xml" Id="R48a0b52988bf4df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b0aab13b76b4e57" /><Relationship Type="http://schemas.openxmlformats.org/officeDocument/2006/relationships/slideLayout" Target="/ppt/slideLayouts/slideLayout12.xml" Id="R11ac080f19b34303" /><Relationship Type="http://schemas.openxmlformats.org/officeDocument/2006/relationships/slideLayout" Target="/ppt/slideLayouts/slideLayout13.xml" Id="R6ef3b27e178b47ba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ab8ab6fcc1b482b" /><Relationship Type="http://schemas.openxmlformats.org/officeDocument/2006/relationships/slideLayout" Target="/ppt/slideLayouts/slideLayout14.xml" Id="R35b1716e2e574a0a" /><Relationship Type="http://schemas.openxmlformats.org/officeDocument/2006/relationships/slideLayout" Target="/ppt/slideLayouts/slideLayout15.xml" Id="R646df63b3b4745b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0CCB8184-09A5-4C53-9122-F8177DEEF0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16DD9F1-3281-407F-84DB-9FEF83F3B82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7672204-B0D4-40A9-A4ED-5E162DD985C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9CE35DA-A0DD-4452-8109-AD5ACB34CD6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5F589FE-2821-4A6C-80D8-86B057C191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6dde8d064a4eb0"/>
    <p:sldLayoutId xmlns:r="http://schemas.openxmlformats.org/officeDocument/2006/relationships" id="2147483650" r:id="R57ee268cdb9b48c9"/>
    <p:sldLayoutId xmlns:r="http://schemas.openxmlformats.org/officeDocument/2006/relationships" id="2147483651" r:id="R26f63df4a0334c9f"/>
    <p:sldLayoutId xmlns:r="http://schemas.openxmlformats.org/officeDocument/2006/relationships" id="2147483652" r:id="Rff6dd4964fae471e"/>
    <p:sldLayoutId xmlns:r="http://schemas.openxmlformats.org/officeDocument/2006/relationships" id="2147483653" r:id="R9ec647d6d91a4830"/>
    <p:sldLayoutId xmlns:r="http://schemas.openxmlformats.org/officeDocument/2006/relationships" id="2147483654" r:id="R396aec2e533e4779"/>
    <p:sldLayoutId xmlns:r="http://schemas.openxmlformats.org/officeDocument/2006/relationships" id="2147483655" r:id="Re5127281f5164251"/>
    <p:sldLayoutId xmlns:r="http://schemas.openxmlformats.org/officeDocument/2006/relationships" id="2147483656" r:id="R392e2c37bbcb4b6c"/>
    <p:sldLayoutId xmlns:r="http://schemas.openxmlformats.org/officeDocument/2006/relationships" id="2147483657" r:id="R6742e0705cfa4bc7"/>
    <p:sldLayoutId xmlns:r="http://schemas.openxmlformats.org/officeDocument/2006/relationships" id="2147483658" r:id="Re13316e7d0b74c37"/>
    <p:sldLayoutId xmlns:r="http://schemas.openxmlformats.org/officeDocument/2006/relationships" id="2147483659" r:id="R48a0b52988bf4df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7777D31-6E3D-4304-94E8-BB8CAED089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F239714-A8D8-4421-9CFB-7DE581537BE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B809C78-0CF9-4687-9895-390B994103A6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4777ECC-8BE5-4361-B838-CFA7AAEBA91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FFDFC0E-76A7-4044-AC14-7C31692C4BB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1ac080f19b34303"/>
    <p:sldLayoutId xmlns:r="http://schemas.openxmlformats.org/officeDocument/2006/relationships" id="2147483662" r:id="R6ef3b27e178b47ba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3F485BA-D69E-46AA-BC7E-FBC54BFE3B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1ACDA85-9CEA-43E8-A56E-A3587E4FBC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078EC7B-DA4D-48BF-B216-F44C7AAE818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D388DDE-5EFB-463E-ADAD-0A93E8342DA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9B866D-57E8-4483-9498-7AACC151C5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5b1716e2e574a0a"/>
    <p:sldLayoutId xmlns:r="http://schemas.openxmlformats.org/officeDocument/2006/relationships" id="2147483665" r:id="R646df63b3b4745b4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0403b27e0b46a2" /><Relationship Type="http://schemas.openxmlformats.org/officeDocument/2006/relationships/image" Target="/ppt/media/image6.png" Id="R5fcc827061a04c23" /><Relationship Type="http://schemas.openxmlformats.org/officeDocument/2006/relationships/notesSlide" Target="/ppt/notesSlides/notesSlide1.xml" Id="R712f518ade8b49b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模板复现结论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87A38649-BEE4-496B-80CF-9728335C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c827061a04c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正文内容可以由代码写入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2026-08-08T05:47:40.0230000Z</dcterms:created>
  <dcterms:modified xsi:type="dcterms:W3CDTF">2026-08-08T05:47:40.0230000Z</dcterms:modified>
</coreProperties>
</file>