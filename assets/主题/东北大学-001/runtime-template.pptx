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05b8c33d3d4368" /><Relationship Type="http://schemas.openxmlformats.org/officeDocument/2006/relationships/extended-properties" Target="/docProps/app.xml" Id="R35ba57e134e04f70" /><Relationship Type="http://schemas.openxmlformats.org/officeDocument/2006/relationships/officeDocument" Target="/ppt/presentation.xml" Id="Rc29ecbb02aca42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389f62acb44879"/>
    <p:sldMasterId xmlns:r="http://schemas.openxmlformats.org/officeDocument/2006/relationships" id="2147483660" r:id="R696d84b332db4ea7"/>
    <p:sldMasterId xmlns:r="http://schemas.openxmlformats.org/officeDocument/2006/relationships" id="2147483663" r:id="R4a493436bdb04676"/>
  </p:sldMasterIdLst>
  <p:notesMasterIdLst>
    <p:notesMasterId xmlns:r="http://schemas.openxmlformats.org/officeDocument/2006/relationships" r:id="R340921f2ff284da6"/>
  </p:notesMasterIdLst>
  <p:sldIdLst>
    <p:sldId xmlns:r="http://schemas.openxmlformats.org/officeDocument/2006/relationships" id="256" r:id="R96747553c5604974"/>
    <p:sldId xmlns:r="http://schemas.openxmlformats.org/officeDocument/2006/relationships" id="257" r:id="Rfda6485563d64c36"/>
    <p:sldId xmlns:r="http://schemas.openxmlformats.org/officeDocument/2006/relationships" id="258" r:id="R05b7763caa6f49e5"/>
    <p:sldId xmlns:r="http://schemas.openxmlformats.org/officeDocument/2006/relationships" id="259" r:id="Rb42d55af5e40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fcdbeb578549da" /><Relationship Type="http://schemas.openxmlformats.org/officeDocument/2006/relationships/slideMaster" Target="/ppt/slideMasters/slideMaster1.xml" Id="R9d389f62acb44879" /><Relationship Type="http://schemas.openxmlformats.org/officeDocument/2006/relationships/slideMaster" Target="/ppt/slideMasters/slideMaster2.xml" Id="R696d84b332db4ea7" /><Relationship Type="http://schemas.openxmlformats.org/officeDocument/2006/relationships/slideMaster" Target="/ppt/slideMasters/slideMaster3.xml" Id="R4a493436bdb04676" /><Relationship Type="http://schemas.openxmlformats.org/officeDocument/2006/relationships/notesMaster" Target="/ppt/notesMasters/notesMaster1.xml" Id="R340921f2ff284da6" /><Relationship Type="http://schemas.openxmlformats.org/officeDocument/2006/relationships/presProps" Target="/ppt/presProps.xml" Id="Re9438ba0bcd94349" /><Relationship Type="http://schemas.openxmlformats.org/officeDocument/2006/relationships/viewProps" Target="/ppt/viewProps.xml" Id="R51119ead973247c3" /><Relationship Type="http://schemas.openxmlformats.org/officeDocument/2006/relationships/tableStyles" Target="/ppt/tableStyles.xml" Id="R060f19e389284b26" /><Relationship Type="http://schemas.openxmlformats.org/officeDocument/2006/relationships/slide" Target="/ppt/slides/slide1.xml" Id="R96747553c5604974" /><Relationship Type="http://schemas.openxmlformats.org/officeDocument/2006/relationships/slide" Target="/ppt/slides/slide2.xml" Id="Rfda6485563d64c36" /><Relationship Type="http://schemas.openxmlformats.org/officeDocument/2006/relationships/slide" Target="/ppt/slides/slide3.xml" Id="R05b7763caa6f49e5" /><Relationship Type="http://schemas.openxmlformats.org/officeDocument/2006/relationships/slide" Target="/ppt/slides/slide4.xml" Id="Rb42d55af5e40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161fc3ef454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a0c01408684ccc" /><Relationship Type="http://schemas.openxmlformats.org/officeDocument/2006/relationships/notesMaster" Target="/ppt/notesMasters/notesMaster1.xml" Id="R017b0409f1e743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07bae9c0254b05" /><Relationship Type="http://schemas.openxmlformats.org/officeDocument/2006/relationships/notesMaster" Target="/ppt/notesMasters/notesMaster1.xml" Id="Rf483984d105541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d431f563714061" /><Relationship Type="http://schemas.openxmlformats.org/officeDocument/2006/relationships/notesMaster" Target="/ppt/notesMasters/notesMaster1.xml" Id="Rc0a9dc61a67d47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3defb001db4b60" /><Relationship Type="http://schemas.openxmlformats.org/officeDocument/2006/relationships/notesMaster" Target="/ppt/notesMasters/notesMaster1.xml" Id="Rc2d7363ca35d4d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4d19454ae44ae" /><Relationship Type="http://schemas.openxmlformats.org/officeDocument/2006/relationships/image" Target="/ppt/media/image.jpeg" Id="Rdbdbf89d050345ce" /><Relationship Type="http://schemas.openxmlformats.org/officeDocument/2006/relationships/image" Target="/ppt/media/image.png" Id="R6a3b70d143164e49" /><Relationship Type="http://schemas.openxmlformats.org/officeDocument/2006/relationships/image" Target="/ppt/media/image2.png" Id="Rbaaa71700a1b4f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cca7df4744a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702bd144d4003" /><Relationship Type="http://schemas.openxmlformats.org/officeDocument/2006/relationships/image" Target="/ppt/media/image3.png" Id="Rc55d5858ac284f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c160a680d41c8" /><Relationship Type="http://schemas.openxmlformats.org/officeDocument/2006/relationships/image" Target="/ppt/media/image4.png" Id="Rd71d6811ecc447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eb3b33e4347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ff5a88d6a41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746e85cbe4e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83e6c16157452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1806b824147f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1c99d39da742f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51a51c10d4b8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60e4e8d330413a" /><Relationship Type="http://schemas.openxmlformats.org/officeDocument/2006/relationships/image" Target="/ppt/media/image5.png" Id="Racc08f630a0f427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baba5ebf18429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c37fa5750f04294" /><Relationship Type="http://schemas.openxmlformats.org/officeDocument/2006/relationships/image" Target="/ppt/media/image5.png" Id="Rf433f34d840143d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13f208722f14133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bf89d050345c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b70d143164e4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a71700a1b4f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d5858ac284f6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d6811ecc4475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08f630a0f427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3f34d840143d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de17dd55e64514" /><Relationship Type="http://schemas.openxmlformats.org/officeDocument/2006/relationships/slideLayout" Target="/ppt/slideLayouts/slideLayout1.xml" Id="R5673fce0bcc84d59" /><Relationship Type="http://schemas.openxmlformats.org/officeDocument/2006/relationships/slideLayout" Target="/ppt/slideLayouts/slideLayout2.xml" Id="R25f6b78b8c994b44" /><Relationship Type="http://schemas.openxmlformats.org/officeDocument/2006/relationships/slideLayout" Target="/ppt/slideLayouts/slideLayout3.xml" Id="R0859b59040b440b1" /><Relationship Type="http://schemas.openxmlformats.org/officeDocument/2006/relationships/slideLayout" Target="/ppt/slideLayouts/slideLayout4.xml" Id="R492e361c95fd4f2d" /><Relationship Type="http://schemas.openxmlformats.org/officeDocument/2006/relationships/slideLayout" Target="/ppt/slideLayouts/slideLayout5.xml" Id="R7868509bde79457c" /><Relationship Type="http://schemas.openxmlformats.org/officeDocument/2006/relationships/slideLayout" Target="/ppt/slideLayouts/slideLayout6.xml" Id="R0c475d281d3e4c9f" /><Relationship Type="http://schemas.openxmlformats.org/officeDocument/2006/relationships/slideLayout" Target="/ppt/slideLayouts/slideLayout7.xml" Id="Rd9e0c32dc6454dc0" /><Relationship Type="http://schemas.openxmlformats.org/officeDocument/2006/relationships/slideLayout" Target="/ppt/slideLayouts/slideLayout8.xml" Id="R5c78c61584764f76" /><Relationship Type="http://schemas.openxmlformats.org/officeDocument/2006/relationships/slideLayout" Target="/ppt/slideLayouts/slideLayout9.xml" Id="Ra514138615964bae" /><Relationship Type="http://schemas.openxmlformats.org/officeDocument/2006/relationships/slideLayout" Target="/ppt/slideLayouts/slideLayout10.xml" Id="Rf88c741fadf640e1" /><Relationship Type="http://schemas.openxmlformats.org/officeDocument/2006/relationships/slideLayout" Target="/ppt/slideLayouts/slideLayout11.xml" Id="Re207b07a02a3404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c90eba6a723497f" /><Relationship Type="http://schemas.openxmlformats.org/officeDocument/2006/relationships/slideLayout" Target="/ppt/slideLayouts/slideLayout12.xml" Id="Ra5cba9f6b6534829" /><Relationship Type="http://schemas.openxmlformats.org/officeDocument/2006/relationships/slideLayout" Target="/ppt/slideLayouts/slideLayout13.xml" Id="Ra972339f75784c4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d3f32fc08ee47ef" /><Relationship Type="http://schemas.openxmlformats.org/officeDocument/2006/relationships/slideLayout" Target="/ppt/slideLayouts/slideLayout14.xml" Id="Ra92ea85568f643cc" /><Relationship Type="http://schemas.openxmlformats.org/officeDocument/2006/relationships/slideLayout" Target="/ppt/slideLayouts/slideLayout15.xml" Id="R883ec74e2a3a42d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3fce0bcc84d59"/>
    <p:sldLayoutId xmlns:r="http://schemas.openxmlformats.org/officeDocument/2006/relationships" id="2147483650" r:id="R25f6b78b8c994b44"/>
    <p:sldLayoutId xmlns:r="http://schemas.openxmlformats.org/officeDocument/2006/relationships" id="2147483651" r:id="R0859b59040b440b1"/>
    <p:sldLayoutId xmlns:r="http://schemas.openxmlformats.org/officeDocument/2006/relationships" id="2147483652" r:id="R492e361c95fd4f2d"/>
    <p:sldLayoutId xmlns:r="http://schemas.openxmlformats.org/officeDocument/2006/relationships" id="2147483653" r:id="R7868509bde79457c"/>
    <p:sldLayoutId xmlns:r="http://schemas.openxmlformats.org/officeDocument/2006/relationships" id="2147483654" r:id="R0c475d281d3e4c9f"/>
    <p:sldLayoutId xmlns:r="http://schemas.openxmlformats.org/officeDocument/2006/relationships" id="2147483655" r:id="Rd9e0c32dc6454dc0"/>
    <p:sldLayoutId xmlns:r="http://schemas.openxmlformats.org/officeDocument/2006/relationships" id="2147483656" r:id="R5c78c61584764f76"/>
    <p:sldLayoutId xmlns:r="http://schemas.openxmlformats.org/officeDocument/2006/relationships" id="2147483657" r:id="Ra514138615964bae"/>
    <p:sldLayoutId xmlns:r="http://schemas.openxmlformats.org/officeDocument/2006/relationships" id="2147483658" r:id="Rf88c741fadf640e1"/>
    <p:sldLayoutId xmlns:r="http://schemas.openxmlformats.org/officeDocument/2006/relationships" id="2147483659" r:id="Re207b07a02a3404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5cba9f6b6534829"/>
    <p:sldLayoutId xmlns:r="http://schemas.openxmlformats.org/officeDocument/2006/relationships" id="2147483662" r:id="Ra972339f75784c4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a92ea85568f643cc"/>
    <p:sldLayoutId xmlns:r="http://schemas.openxmlformats.org/officeDocument/2006/relationships" id="2147483665" r:id="R883ec74e2a3a42d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f7482f3704826" /><Relationship Type="http://schemas.openxmlformats.org/officeDocument/2006/relationships/notesSlide" Target="/ppt/notesSlides/notesSlide1.xml" Id="Rfb727e4785c449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debb6326f5c4b0d" /><Relationship Type="http://schemas.openxmlformats.org/officeDocument/2006/relationships/notesSlide" Target="/ppt/notesSlides/notesSlide2.xml" Id="Rabbc2560cf844d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97edbf06d884941" /><Relationship Type="http://schemas.openxmlformats.org/officeDocument/2006/relationships/image" Target="/ppt/media/image6.png" Id="R801e27b8ed8d470d" /><Relationship Type="http://schemas.openxmlformats.org/officeDocument/2006/relationships/notesSlide" Target="/ppt/notesSlides/notesSlide3.xml" Id="Rfe49f83439dc45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2273f9639435e" /><Relationship Type="http://schemas.openxmlformats.org/officeDocument/2006/relationships/notesSlide" Target="/ppt/notesSlides/notesSlide4.xml" Id="Rb213f2ba1fd04d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e27b8ed8d47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2026-09-02T12:29:13.5320000Z</dcterms:created>
  <dcterms:modified xsi:type="dcterms:W3CDTF">2026-09-02T12:29:13.5320000Z</dcterms:modified>
</coreProperties>
</file>