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e6b3b62d144eb0" /><Relationship Type="http://schemas.openxmlformats.org/officeDocument/2006/relationships/extended-properties" Target="/docProps/app.xml" Id="R61b8d943338946fa" /><Relationship Type="http://schemas.openxmlformats.org/officeDocument/2006/relationships/officeDocument" Target="/ppt/presentation.xml" Id="R5ed418c1579a49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73ae33503e4b44"/>
  </p:sldMasterIdLst>
  <p:notesMasterIdLst>
    <p:notesMasterId xmlns:r="http://schemas.openxmlformats.org/officeDocument/2006/relationships" r:id="R5fe1abde27924aa6"/>
  </p:notesMasterIdLst>
  <p:sldIdLst>
    <p:sldId xmlns:r="http://schemas.openxmlformats.org/officeDocument/2006/relationships" id="256" r:id="R0a4a66a1c03d42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71a572ac8340e9" /><Relationship Type="http://schemas.openxmlformats.org/officeDocument/2006/relationships/slideMaster" Target="/ppt/slideMasters/slideMaster1.xml" Id="Rd273ae33503e4b44" /><Relationship Type="http://schemas.openxmlformats.org/officeDocument/2006/relationships/notesMaster" Target="/ppt/notesMasters/notesMaster1.xml" Id="R5fe1abde27924aa6" /><Relationship Type="http://schemas.openxmlformats.org/officeDocument/2006/relationships/presProps" Target="/ppt/presProps.xml" Id="Rdc4f5a6c2d2e4ecd" /><Relationship Type="http://schemas.openxmlformats.org/officeDocument/2006/relationships/tableStyles" Target="/ppt/tableStyles.xml" Id="Rb2bd1f5c4df14190" /><Relationship Type="http://schemas.openxmlformats.org/officeDocument/2006/relationships/slide" Target="/ppt/slides/slide1.xml" Id="R0a4a66a1c03d42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7e2092878d4c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95250" dir="5400000">
              <a:srgbClr val="2F5EA8">
                <a:alpha val="10000"/>
              </a:srgbClr>
            </a:outerShdw>
          </a:effectLst>
        </a:effectStyle>
        <a:effectStyle>
          <a:effectLst>
            <a:outerShdw blurRad="171450" dist="95250" dir="5400000">
              <a:srgbClr val="264975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c39b0c5cfe435f" /><Relationship Type="http://schemas.openxmlformats.org/officeDocument/2006/relationships/notesMaster" Target="/ppt/notesMasters/notesMaster1.xml" Id="R11121e69e5014f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0d502c45f7451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17dd4eefdc4f87" /><Relationship Type="http://schemas.openxmlformats.org/officeDocument/2006/relationships/slideLayout" Target="/ppt/slideLayouts/slideLayout1.xml" Id="Raa1705555f4747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1705555f4747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95250" dir="5400000">
              <a:srgbClr val="2F5EA8">
                <a:alpha val="10000"/>
              </a:srgbClr>
            </a:outerShdw>
          </a:effectLst>
        </a:effectStyle>
        <a:effectStyle>
          <a:effectLst>
            <a:outerShdw blurRad="171450" dist="95250" dir="5400000">
              <a:srgbClr val="264975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6ce0c4842c482b" /><Relationship Type="http://schemas.openxmlformats.org/officeDocument/2006/relationships/image" Target="/ppt/media/image.png" Id="R6d49b2f084d24f17" /><Relationship Type="http://schemas.openxmlformats.org/officeDocument/2006/relationships/image" Target="/ppt/media/image.svg" Id="Rc79d58ca875d4026" /><Relationship Type="http://schemas.openxmlformats.org/officeDocument/2006/relationships/image" Target="/ppt/media/image2.png" Id="R317c999ca421434b" /><Relationship Type="http://schemas.openxmlformats.org/officeDocument/2006/relationships/image" Target="/ppt/media/image2.svg" Id="R54bf72f654a24f74" /><Relationship Type="http://schemas.openxmlformats.org/officeDocument/2006/relationships/image" Target="/ppt/media/image3.png" Id="R6e3285cee2994399" /><Relationship Type="http://schemas.openxmlformats.org/officeDocument/2006/relationships/image" Target="/ppt/media/image3.svg" Id="Rc14e96fc665b4c40" /><Relationship Type="http://schemas.openxmlformats.org/officeDocument/2006/relationships/image" Target="/ppt/media/image4.png" Id="Re94c47e343844635" /><Relationship Type="http://schemas.openxmlformats.org/officeDocument/2006/relationships/image" Target="/ppt/media/image4.svg" Id="Rdf306b0f504f4648" /><Relationship Type="http://schemas.openxmlformats.org/officeDocument/2006/relationships/image" Target="/ppt/media/image5.png" Id="R248a3ae3d1c74582" /><Relationship Type="http://schemas.openxmlformats.org/officeDocument/2006/relationships/image" Target="/ppt/media/image5.svg" Id="Rd5f0f04f25a147c2" /><Relationship Type="http://schemas.openxmlformats.org/officeDocument/2006/relationships/image" Target="/ppt/media/image6.png" Id="Read9bc9641e64f14" /><Relationship Type="http://schemas.openxmlformats.org/officeDocument/2006/relationships/image" Target="/ppt/media/image6.svg" Id="R1c737e894bcb493d" /><Relationship Type="http://schemas.openxmlformats.org/officeDocument/2006/relationships/notesSlide" Target="/ppt/notesSlides/notesSlide1.xml" Id="R65cdf1f8ba65407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consensus-orbit-back-3">
            <a:extLst xmlns:a="http://schemas.openxmlformats.org/drawingml/2006/main">
              <a:ext uri="{FF2B5EF4-FFF2-40B4-BE49-F238E27FC236}">
                <a16:creationId xmlns:a16="http://schemas.microsoft.com/office/drawing/2014/main" id="{88783DB9-084B-4C74-8F7D-1C888F92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0250" y="2362200"/>
            <a:ext cx="8191500" cy="1428750"/>
          </a:xfrm>
          <a:custGeom xmlns:a="http://schemas.openxmlformats.org/drawingml/2006/main">
            <a:pathLst>
              <a:path w="8191500" h="1428750">
                <a:moveTo>
                  <a:pt x="0" y="1428750"/>
                </a:moveTo>
                <a:lnTo>
                  <a:pt x="3572" y="1390631"/>
                </a:lnTo>
                <a:lnTo>
                  <a:pt x="7153" y="1352502"/>
                </a:lnTo>
                <a:lnTo>
                  <a:pt x="14478" y="1315079"/>
                </a:lnTo>
                <a:lnTo>
                  <a:pt x="24889" y="1278236"/>
                </a:lnTo>
                <a:lnTo>
                  <a:pt x="35433" y="1241441"/>
                </a:lnTo>
                <a:lnTo>
                  <a:pt x="51816" y="1206827"/>
                </a:lnTo>
                <a:lnTo>
                  <a:pt x="68189" y="1172213"/>
                </a:lnTo>
                <a:lnTo>
                  <a:pt x="86325" y="1138599"/>
                </a:lnTo>
                <a:lnTo>
                  <a:pt x="107604" y="1106767"/>
                </a:lnTo>
                <a:lnTo>
                  <a:pt x="128883" y="1074934"/>
                </a:lnTo>
                <a:lnTo>
                  <a:pt x="152076" y="1044559"/>
                </a:lnTo>
                <a:lnTo>
                  <a:pt x="177194" y="1015660"/>
                </a:lnTo>
                <a:lnTo>
                  <a:pt x="202321" y="986761"/>
                </a:lnTo>
                <a:lnTo>
                  <a:pt x="228629" y="959015"/>
                </a:lnTo>
                <a:lnTo>
                  <a:pt x="256718" y="932993"/>
                </a:lnTo>
                <a:lnTo>
                  <a:pt x="284807" y="906980"/>
                </a:lnTo>
                <a:lnTo>
                  <a:pt x="312992" y="881063"/>
                </a:lnTo>
                <a:lnTo>
                  <a:pt x="343329" y="857707"/>
                </a:lnTo>
                <a:lnTo>
                  <a:pt x="373666" y="834342"/>
                </a:lnTo>
                <a:lnTo>
                  <a:pt x="404003" y="810978"/>
                </a:lnTo>
                <a:lnTo>
                  <a:pt x="435026" y="788584"/>
                </a:lnTo>
                <a:lnTo>
                  <a:pt x="467087" y="767658"/>
                </a:lnTo>
                <a:lnTo>
                  <a:pt x="499158" y="746731"/>
                </a:lnTo>
                <a:lnTo>
                  <a:pt x="531219" y="725805"/>
                </a:lnTo>
                <a:lnTo>
                  <a:pt x="563890" y="705869"/>
                </a:lnTo>
                <a:lnTo>
                  <a:pt x="597284" y="687134"/>
                </a:lnTo>
                <a:lnTo>
                  <a:pt x="630669" y="668388"/>
                </a:lnTo>
                <a:lnTo>
                  <a:pt x="664064" y="649653"/>
                </a:lnTo>
                <a:lnTo>
                  <a:pt x="697678" y="631336"/>
                </a:lnTo>
                <a:lnTo>
                  <a:pt x="732111" y="614591"/>
                </a:lnTo>
                <a:lnTo>
                  <a:pt x="766553" y="597846"/>
                </a:lnTo>
                <a:lnTo>
                  <a:pt x="800986" y="581101"/>
                </a:lnTo>
                <a:lnTo>
                  <a:pt x="835419" y="564356"/>
                </a:lnTo>
                <a:lnTo>
                  <a:pt x="870404" y="548811"/>
                </a:lnTo>
                <a:lnTo>
                  <a:pt x="905637" y="533829"/>
                </a:lnTo>
                <a:lnTo>
                  <a:pt x="940870" y="518846"/>
                </a:lnTo>
                <a:lnTo>
                  <a:pt x="976112" y="503863"/>
                </a:lnTo>
                <a:lnTo>
                  <a:pt x="1011345" y="488880"/>
                </a:lnTo>
                <a:lnTo>
                  <a:pt x="1047131" y="475269"/>
                </a:lnTo>
                <a:lnTo>
                  <a:pt x="1083012" y="461896"/>
                </a:lnTo>
                <a:lnTo>
                  <a:pt x="1118892" y="448523"/>
                </a:lnTo>
                <a:lnTo>
                  <a:pt x="1154763" y="435140"/>
                </a:lnTo>
                <a:lnTo>
                  <a:pt x="1190644" y="421767"/>
                </a:lnTo>
                <a:lnTo>
                  <a:pt x="1226915" y="409508"/>
                </a:lnTo>
                <a:lnTo>
                  <a:pt x="1263310" y="397612"/>
                </a:lnTo>
                <a:lnTo>
                  <a:pt x="1299705" y="385724"/>
                </a:lnTo>
                <a:lnTo>
                  <a:pt x="1336100" y="373837"/>
                </a:lnTo>
                <a:lnTo>
                  <a:pt x="1372505" y="361940"/>
                </a:lnTo>
                <a:lnTo>
                  <a:pt x="1409052" y="350568"/>
                </a:lnTo>
                <a:lnTo>
                  <a:pt x="1445866" y="340033"/>
                </a:lnTo>
                <a:lnTo>
                  <a:pt x="1482681" y="329508"/>
                </a:lnTo>
                <a:lnTo>
                  <a:pt x="1519495" y="318983"/>
                </a:lnTo>
                <a:lnTo>
                  <a:pt x="1556309" y="308448"/>
                </a:lnTo>
                <a:lnTo>
                  <a:pt x="1593132" y="297923"/>
                </a:lnTo>
                <a:lnTo>
                  <a:pt x="1630194" y="288322"/>
                </a:lnTo>
                <a:lnTo>
                  <a:pt x="1667332" y="279035"/>
                </a:lnTo>
                <a:lnTo>
                  <a:pt x="1704480" y="269738"/>
                </a:lnTo>
                <a:lnTo>
                  <a:pt x="1741627" y="260452"/>
                </a:lnTo>
                <a:lnTo>
                  <a:pt x="1778775" y="251155"/>
                </a:lnTo>
                <a:lnTo>
                  <a:pt x="1815922" y="241868"/>
                </a:lnTo>
                <a:lnTo>
                  <a:pt x="1853308" y="233620"/>
                </a:lnTo>
                <a:lnTo>
                  <a:pt x="1890732" y="225514"/>
                </a:lnTo>
                <a:lnTo>
                  <a:pt x="1928155" y="217399"/>
                </a:lnTo>
                <a:lnTo>
                  <a:pt x="1965579" y="209293"/>
                </a:lnTo>
                <a:lnTo>
                  <a:pt x="2002993" y="201178"/>
                </a:lnTo>
                <a:lnTo>
                  <a:pt x="2040417" y="193072"/>
                </a:lnTo>
                <a:lnTo>
                  <a:pt x="2078012" y="185833"/>
                </a:lnTo>
                <a:lnTo>
                  <a:pt x="2115655" y="178813"/>
                </a:lnTo>
                <a:lnTo>
                  <a:pt x="2153298" y="171783"/>
                </a:lnTo>
                <a:lnTo>
                  <a:pt x="2190941" y="164763"/>
                </a:lnTo>
                <a:lnTo>
                  <a:pt x="2228583" y="157744"/>
                </a:lnTo>
                <a:lnTo>
                  <a:pt x="2266217" y="150724"/>
                </a:lnTo>
                <a:lnTo>
                  <a:pt x="2303955" y="144247"/>
                </a:lnTo>
                <a:lnTo>
                  <a:pt x="2341778" y="138265"/>
                </a:lnTo>
                <a:lnTo>
                  <a:pt x="2379593" y="132293"/>
                </a:lnTo>
                <a:lnTo>
                  <a:pt x="2417416" y="126311"/>
                </a:lnTo>
                <a:lnTo>
                  <a:pt x="2455240" y="120339"/>
                </a:lnTo>
                <a:lnTo>
                  <a:pt x="2493064" y="114357"/>
                </a:lnTo>
                <a:lnTo>
                  <a:pt x="2530888" y="108452"/>
                </a:lnTo>
                <a:lnTo>
                  <a:pt x="2568854" y="103461"/>
                </a:lnTo>
                <a:lnTo>
                  <a:pt x="2606821" y="98469"/>
                </a:lnTo>
                <a:lnTo>
                  <a:pt x="2644778" y="93488"/>
                </a:lnTo>
                <a:lnTo>
                  <a:pt x="2682745" y="88497"/>
                </a:lnTo>
                <a:lnTo>
                  <a:pt x="2720711" y="83506"/>
                </a:lnTo>
                <a:lnTo>
                  <a:pt x="2758678" y="78515"/>
                </a:lnTo>
                <a:lnTo>
                  <a:pt x="2796692" y="73971"/>
                </a:lnTo>
                <a:lnTo>
                  <a:pt x="2834764" y="69942"/>
                </a:lnTo>
                <a:lnTo>
                  <a:pt x="2872845" y="65913"/>
                </a:lnTo>
                <a:lnTo>
                  <a:pt x="2910926" y="61884"/>
                </a:lnTo>
                <a:lnTo>
                  <a:pt x="2948997" y="57845"/>
                </a:lnTo>
                <a:lnTo>
                  <a:pt x="2987078" y="53816"/>
                </a:lnTo>
                <a:lnTo>
                  <a:pt x="3025159" y="49787"/>
                </a:lnTo>
                <a:lnTo>
                  <a:pt x="3063297" y="46425"/>
                </a:lnTo>
                <a:lnTo>
                  <a:pt x="3101464" y="43320"/>
                </a:lnTo>
                <a:lnTo>
                  <a:pt x="3139621" y="40215"/>
                </a:lnTo>
                <a:lnTo>
                  <a:pt x="3177788" y="37109"/>
                </a:lnTo>
                <a:lnTo>
                  <a:pt x="3215954" y="34004"/>
                </a:lnTo>
                <a:lnTo>
                  <a:pt x="3254121" y="30899"/>
                </a:lnTo>
                <a:lnTo>
                  <a:pt x="3292278" y="27794"/>
                </a:lnTo>
                <a:lnTo>
                  <a:pt x="3330502" y="25479"/>
                </a:lnTo>
                <a:lnTo>
                  <a:pt x="3368726" y="23279"/>
                </a:lnTo>
                <a:lnTo>
                  <a:pt x="3406950" y="21079"/>
                </a:lnTo>
                <a:lnTo>
                  <a:pt x="3445183" y="18879"/>
                </a:lnTo>
                <a:lnTo>
                  <a:pt x="3483407" y="16669"/>
                </a:lnTo>
                <a:lnTo>
                  <a:pt x="3521631" y="14468"/>
                </a:lnTo>
                <a:lnTo>
                  <a:pt x="3559864" y="12268"/>
                </a:lnTo>
                <a:lnTo>
                  <a:pt x="3598126" y="10925"/>
                </a:lnTo>
                <a:lnTo>
                  <a:pt x="3636397" y="9611"/>
                </a:lnTo>
                <a:lnTo>
                  <a:pt x="3674659" y="8296"/>
                </a:lnTo>
                <a:lnTo>
                  <a:pt x="3712931" y="6991"/>
                </a:lnTo>
                <a:lnTo>
                  <a:pt x="3751202" y="5677"/>
                </a:lnTo>
                <a:lnTo>
                  <a:pt x="3789464" y="4362"/>
                </a:lnTo>
                <a:lnTo>
                  <a:pt x="3827736" y="3058"/>
                </a:lnTo>
                <a:lnTo>
                  <a:pt x="3866026" y="2610"/>
                </a:lnTo>
                <a:lnTo>
                  <a:pt x="3904307" y="2181"/>
                </a:lnTo>
                <a:lnTo>
                  <a:pt x="3942598" y="1743"/>
                </a:lnTo>
                <a:lnTo>
                  <a:pt x="3980888" y="1305"/>
                </a:lnTo>
                <a:lnTo>
                  <a:pt x="4019179" y="867"/>
                </a:lnTo>
                <a:lnTo>
                  <a:pt x="4057460" y="438"/>
                </a:lnTo>
                <a:lnTo>
                  <a:pt x="4095750" y="0"/>
                </a:lnTo>
                <a:lnTo>
                  <a:pt x="4134041" y="438"/>
                </a:lnTo>
                <a:lnTo>
                  <a:pt x="4172321" y="867"/>
                </a:lnTo>
                <a:lnTo>
                  <a:pt x="4210612" y="1305"/>
                </a:lnTo>
                <a:lnTo>
                  <a:pt x="4248902" y="1743"/>
                </a:lnTo>
                <a:lnTo>
                  <a:pt x="4287193" y="2181"/>
                </a:lnTo>
                <a:lnTo>
                  <a:pt x="4325474" y="2610"/>
                </a:lnTo>
                <a:lnTo>
                  <a:pt x="4363764" y="3058"/>
                </a:lnTo>
                <a:lnTo>
                  <a:pt x="4402036" y="4362"/>
                </a:lnTo>
                <a:lnTo>
                  <a:pt x="4440298" y="5677"/>
                </a:lnTo>
                <a:lnTo>
                  <a:pt x="4478569" y="6991"/>
                </a:lnTo>
                <a:lnTo>
                  <a:pt x="4516831" y="8296"/>
                </a:lnTo>
                <a:lnTo>
                  <a:pt x="4555103" y="9611"/>
                </a:lnTo>
                <a:lnTo>
                  <a:pt x="4593374" y="10925"/>
                </a:lnTo>
                <a:lnTo>
                  <a:pt x="4631636" y="12268"/>
                </a:lnTo>
                <a:lnTo>
                  <a:pt x="4669860" y="14468"/>
                </a:lnTo>
                <a:lnTo>
                  <a:pt x="4708093" y="16669"/>
                </a:lnTo>
                <a:lnTo>
                  <a:pt x="4746317" y="18879"/>
                </a:lnTo>
                <a:lnTo>
                  <a:pt x="4784541" y="21079"/>
                </a:lnTo>
                <a:lnTo>
                  <a:pt x="4822774" y="23279"/>
                </a:lnTo>
                <a:lnTo>
                  <a:pt x="4860998" y="25479"/>
                </a:lnTo>
                <a:lnTo>
                  <a:pt x="4899222" y="27794"/>
                </a:lnTo>
                <a:lnTo>
                  <a:pt x="4937379" y="30899"/>
                </a:lnTo>
                <a:lnTo>
                  <a:pt x="4975546" y="34004"/>
                </a:lnTo>
                <a:lnTo>
                  <a:pt x="5013712" y="37109"/>
                </a:lnTo>
                <a:lnTo>
                  <a:pt x="5051879" y="40215"/>
                </a:lnTo>
                <a:lnTo>
                  <a:pt x="5090036" y="43320"/>
                </a:lnTo>
                <a:lnTo>
                  <a:pt x="5128203" y="46425"/>
                </a:lnTo>
                <a:lnTo>
                  <a:pt x="5166341" y="49787"/>
                </a:lnTo>
                <a:lnTo>
                  <a:pt x="5204422" y="53816"/>
                </a:lnTo>
                <a:lnTo>
                  <a:pt x="5242503" y="57845"/>
                </a:lnTo>
                <a:lnTo>
                  <a:pt x="5280574" y="61884"/>
                </a:lnTo>
                <a:lnTo>
                  <a:pt x="5318655" y="65913"/>
                </a:lnTo>
                <a:lnTo>
                  <a:pt x="5356736" y="69942"/>
                </a:lnTo>
                <a:lnTo>
                  <a:pt x="5394808" y="73971"/>
                </a:lnTo>
                <a:lnTo>
                  <a:pt x="5432822" y="78515"/>
                </a:lnTo>
                <a:lnTo>
                  <a:pt x="5470789" y="83506"/>
                </a:lnTo>
                <a:lnTo>
                  <a:pt x="5508755" y="88497"/>
                </a:lnTo>
                <a:lnTo>
                  <a:pt x="5546722" y="93488"/>
                </a:lnTo>
                <a:lnTo>
                  <a:pt x="5584679" y="98469"/>
                </a:lnTo>
                <a:lnTo>
                  <a:pt x="5622646" y="103461"/>
                </a:lnTo>
                <a:lnTo>
                  <a:pt x="5660612" y="108452"/>
                </a:lnTo>
                <a:lnTo>
                  <a:pt x="5698436" y="114357"/>
                </a:lnTo>
                <a:lnTo>
                  <a:pt x="5736260" y="120339"/>
                </a:lnTo>
                <a:lnTo>
                  <a:pt x="5774084" y="126311"/>
                </a:lnTo>
                <a:lnTo>
                  <a:pt x="5811907" y="132293"/>
                </a:lnTo>
                <a:lnTo>
                  <a:pt x="5849722" y="138265"/>
                </a:lnTo>
                <a:lnTo>
                  <a:pt x="5887545" y="144247"/>
                </a:lnTo>
                <a:lnTo>
                  <a:pt x="5925283" y="150724"/>
                </a:lnTo>
                <a:lnTo>
                  <a:pt x="5962917" y="157744"/>
                </a:lnTo>
                <a:lnTo>
                  <a:pt x="6000560" y="164763"/>
                </a:lnTo>
                <a:lnTo>
                  <a:pt x="6038202" y="171783"/>
                </a:lnTo>
                <a:lnTo>
                  <a:pt x="6075845" y="178813"/>
                </a:lnTo>
                <a:lnTo>
                  <a:pt x="6113488" y="185833"/>
                </a:lnTo>
                <a:lnTo>
                  <a:pt x="6151083" y="193072"/>
                </a:lnTo>
                <a:lnTo>
                  <a:pt x="6188507" y="201178"/>
                </a:lnTo>
                <a:lnTo>
                  <a:pt x="6225921" y="209293"/>
                </a:lnTo>
                <a:lnTo>
                  <a:pt x="6263345" y="217399"/>
                </a:lnTo>
                <a:lnTo>
                  <a:pt x="6300768" y="225514"/>
                </a:lnTo>
                <a:lnTo>
                  <a:pt x="6338192" y="233620"/>
                </a:lnTo>
                <a:lnTo>
                  <a:pt x="6375578" y="241868"/>
                </a:lnTo>
                <a:lnTo>
                  <a:pt x="6412725" y="251155"/>
                </a:lnTo>
                <a:lnTo>
                  <a:pt x="6449873" y="260452"/>
                </a:lnTo>
                <a:lnTo>
                  <a:pt x="6487020" y="269738"/>
                </a:lnTo>
                <a:lnTo>
                  <a:pt x="6524158" y="279035"/>
                </a:lnTo>
                <a:lnTo>
                  <a:pt x="6561306" y="288322"/>
                </a:lnTo>
                <a:lnTo>
                  <a:pt x="6598368" y="297923"/>
                </a:lnTo>
                <a:lnTo>
                  <a:pt x="6635182" y="308448"/>
                </a:lnTo>
                <a:lnTo>
                  <a:pt x="6672005" y="318983"/>
                </a:lnTo>
                <a:lnTo>
                  <a:pt x="6708819" y="329508"/>
                </a:lnTo>
                <a:lnTo>
                  <a:pt x="6745634" y="340033"/>
                </a:lnTo>
                <a:lnTo>
                  <a:pt x="6782448" y="350568"/>
                </a:lnTo>
                <a:lnTo>
                  <a:pt x="6818995" y="361940"/>
                </a:lnTo>
                <a:lnTo>
                  <a:pt x="6855400" y="373837"/>
                </a:lnTo>
                <a:lnTo>
                  <a:pt x="6891795" y="385724"/>
                </a:lnTo>
                <a:lnTo>
                  <a:pt x="6928190" y="397612"/>
                </a:lnTo>
                <a:lnTo>
                  <a:pt x="6964585" y="409508"/>
                </a:lnTo>
                <a:lnTo>
                  <a:pt x="7000856" y="421767"/>
                </a:lnTo>
                <a:lnTo>
                  <a:pt x="7036737" y="435140"/>
                </a:lnTo>
                <a:lnTo>
                  <a:pt x="7072608" y="448523"/>
                </a:lnTo>
                <a:lnTo>
                  <a:pt x="7108488" y="461896"/>
                </a:lnTo>
                <a:lnTo>
                  <a:pt x="7144369" y="475269"/>
                </a:lnTo>
                <a:lnTo>
                  <a:pt x="7180155" y="488880"/>
                </a:lnTo>
                <a:lnTo>
                  <a:pt x="7215388" y="503863"/>
                </a:lnTo>
                <a:lnTo>
                  <a:pt x="7250630" y="518846"/>
                </a:lnTo>
                <a:lnTo>
                  <a:pt x="7285863" y="533829"/>
                </a:lnTo>
                <a:lnTo>
                  <a:pt x="7321096" y="548811"/>
                </a:lnTo>
                <a:lnTo>
                  <a:pt x="7356081" y="564356"/>
                </a:lnTo>
                <a:lnTo>
                  <a:pt x="7390514" y="581101"/>
                </a:lnTo>
                <a:lnTo>
                  <a:pt x="7424947" y="597846"/>
                </a:lnTo>
                <a:lnTo>
                  <a:pt x="7459389" y="614591"/>
                </a:lnTo>
                <a:lnTo>
                  <a:pt x="7493822" y="631336"/>
                </a:lnTo>
                <a:lnTo>
                  <a:pt x="7527436" y="649653"/>
                </a:lnTo>
                <a:lnTo>
                  <a:pt x="7560831" y="668388"/>
                </a:lnTo>
                <a:lnTo>
                  <a:pt x="7594216" y="687124"/>
                </a:lnTo>
                <a:lnTo>
                  <a:pt x="7627610" y="705869"/>
                </a:lnTo>
                <a:lnTo>
                  <a:pt x="7660272" y="725805"/>
                </a:lnTo>
                <a:lnTo>
                  <a:pt x="7692342" y="746731"/>
                </a:lnTo>
                <a:lnTo>
                  <a:pt x="7724404" y="767658"/>
                </a:lnTo>
                <a:lnTo>
                  <a:pt x="7756474" y="788584"/>
                </a:lnTo>
                <a:lnTo>
                  <a:pt x="7787497" y="810978"/>
                </a:lnTo>
                <a:lnTo>
                  <a:pt x="7817834" y="834342"/>
                </a:lnTo>
                <a:lnTo>
                  <a:pt x="7848171" y="857707"/>
                </a:lnTo>
                <a:lnTo>
                  <a:pt x="7878509" y="881063"/>
                </a:lnTo>
                <a:lnTo>
                  <a:pt x="7906693" y="906980"/>
                </a:lnTo>
                <a:lnTo>
                  <a:pt x="7934782" y="932993"/>
                </a:lnTo>
                <a:lnTo>
                  <a:pt x="7962871" y="959015"/>
                </a:lnTo>
                <a:lnTo>
                  <a:pt x="7989179" y="986761"/>
                </a:lnTo>
                <a:lnTo>
                  <a:pt x="8014306" y="1015660"/>
                </a:lnTo>
                <a:lnTo>
                  <a:pt x="8039424" y="1044559"/>
                </a:lnTo>
                <a:lnTo>
                  <a:pt x="8062617" y="1074934"/>
                </a:lnTo>
                <a:lnTo>
                  <a:pt x="8083896" y="1106767"/>
                </a:lnTo>
                <a:lnTo>
                  <a:pt x="8105175" y="1138599"/>
                </a:lnTo>
                <a:lnTo>
                  <a:pt x="8123311" y="1172213"/>
                </a:lnTo>
                <a:lnTo>
                  <a:pt x="8139684" y="1206827"/>
                </a:lnTo>
                <a:lnTo>
                  <a:pt x="8156067" y="1241441"/>
                </a:lnTo>
                <a:lnTo>
                  <a:pt x="8166611" y="1278236"/>
                </a:lnTo>
                <a:lnTo>
                  <a:pt x="8177022" y="1315079"/>
                </a:lnTo>
                <a:lnTo>
                  <a:pt x="8184347" y="1352502"/>
                </a:lnTo>
                <a:lnTo>
                  <a:pt x="8187928" y="1390631"/>
                </a:lnTo>
                <a:lnTo>
                  <a:pt x="8191500" y="142875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D8E4F0"/>
            </a:solidFill>
            <a:prstDash val="dash"/>
          </a:ln>
        </p:spPr>
      </p:sp>
      <p:sp>
        <p:nvSpPr>
          <p:cNvPr id="2" name="consensus-orbit-front-3">
            <a:extLst xmlns:a="http://schemas.openxmlformats.org/drawingml/2006/main">
              <a:ext uri="{FF2B5EF4-FFF2-40B4-BE49-F238E27FC236}">
                <a16:creationId xmlns:a16="http://schemas.microsoft.com/office/drawing/2014/main" id="{17C8D396-EEE4-4BEE-9BFB-900834E17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0250" y="3790950"/>
            <a:ext cx="8191500" cy="1428750"/>
          </a:xfrm>
          <a:custGeom xmlns:a="http://schemas.openxmlformats.org/drawingml/2006/main">
            <a:pathLst>
              <a:path w="8191500" h="1428750">
                <a:moveTo>
                  <a:pt x="8191500" y="0"/>
                </a:moveTo>
                <a:lnTo>
                  <a:pt x="8187928" y="38119"/>
                </a:lnTo>
                <a:lnTo>
                  <a:pt x="8184347" y="76248"/>
                </a:lnTo>
                <a:lnTo>
                  <a:pt x="8177022" y="113671"/>
                </a:lnTo>
                <a:lnTo>
                  <a:pt x="8166611" y="150514"/>
                </a:lnTo>
                <a:lnTo>
                  <a:pt x="8156067" y="187309"/>
                </a:lnTo>
                <a:lnTo>
                  <a:pt x="8139684" y="221923"/>
                </a:lnTo>
                <a:lnTo>
                  <a:pt x="8123311" y="256537"/>
                </a:lnTo>
                <a:lnTo>
                  <a:pt x="8105175" y="290151"/>
                </a:lnTo>
                <a:lnTo>
                  <a:pt x="8083896" y="321983"/>
                </a:lnTo>
                <a:lnTo>
                  <a:pt x="8062617" y="353816"/>
                </a:lnTo>
                <a:lnTo>
                  <a:pt x="8039424" y="384191"/>
                </a:lnTo>
                <a:lnTo>
                  <a:pt x="8014306" y="413090"/>
                </a:lnTo>
                <a:lnTo>
                  <a:pt x="7989179" y="441989"/>
                </a:lnTo>
                <a:lnTo>
                  <a:pt x="7962871" y="469735"/>
                </a:lnTo>
                <a:lnTo>
                  <a:pt x="7934782" y="495757"/>
                </a:lnTo>
                <a:lnTo>
                  <a:pt x="7906693" y="521770"/>
                </a:lnTo>
                <a:lnTo>
                  <a:pt x="7878509" y="547688"/>
                </a:lnTo>
                <a:lnTo>
                  <a:pt x="7848171" y="571043"/>
                </a:lnTo>
                <a:lnTo>
                  <a:pt x="7817834" y="594408"/>
                </a:lnTo>
                <a:lnTo>
                  <a:pt x="7787497" y="617772"/>
                </a:lnTo>
                <a:lnTo>
                  <a:pt x="7756474" y="640166"/>
                </a:lnTo>
                <a:lnTo>
                  <a:pt x="7724413" y="661092"/>
                </a:lnTo>
                <a:lnTo>
                  <a:pt x="7692342" y="682019"/>
                </a:lnTo>
                <a:lnTo>
                  <a:pt x="7660281" y="702945"/>
                </a:lnTo>
                <a:lnTo>
                  <a:pt x="7627610" y="722881"/>
                </a:lnTo>
                <a:lnTo>
                  <a:pt x="7594216" y="741617"/>
                </a:lnTo>
                <a:lnTo>
                  <a:pt x="7560831" y="760362"/>
                </a:lnTo>
                <a:lnTo>
                  <a:pt x="7527436" y="779097"/>
                </a:lnTo>
                <a:lnTo>
                  <a:pt x="7493822" y="797414"/>
                </a:lnTo>
                <a:lnTo>
                  <a:pt x="7459389" y="814159"/>
                </a:lnTo>
                <a:lnTo>
                  <a:pt x="7424947" y="830904"/>
                </a:lnTo>
                <a:lnTo>
                  <a:pt x="7390514" y="847649"/>
                </a:lnTo>
                <a:lnTo>
                  <a:pt x="7356081" y="864394"/>
                </a:lnTo>
                <a:lnTo>
                  <a:pt x="7321096" y="879939"/>
                </a:lnTo>
                <a:lnTo>
                  <a:pt x="7285863" y="894921"/>
                </a:lnTo>
                <a:lnTo>
                  <a:pt x="7250630" y="909904"/>
                </a:lnTo>
                <a:lnTo>
                  <a:pt x="7215388" y="924887"/>
                </a:lnTo>
                <a:lnTo>
                  <a:pt x="7180155" y="939870"/>
                </a:lnTo>
                <a:lnTo>
                  <a:pt x="7144369" y="953481"/>
                </a:lnTo>
                <a:lnTo>
                  <a:pt x="7108488" y="966854"/>
                </a:lnTo>
                <a:lnTo>
                  <a:pt x="7072608" y="980227"/>
                </a:lnTo>
                <a:lnTo>
                  <a:pt x="7036737" y="993610"/>
                </a:lnTo>
                <a:lnTo>
                  <a:pt x="7000856" y="1006983"/>
                </a:lnTo>
                <a:lnTo>
                  <a:pt x="6964585" y="1019242"/>
                </a:lnTo>
                <a:lnTo>
                  <a:pt x="6928190" y="1031138"/>
                </a:lnTo>
                <a:lnTo>
                  <a:pt x="6891795" y="1043026"/>
                </a:lnTo>
                <a:lnTo>
                  <a:pt x="6855400" y="1054913"/>
                </a:lnTo>
                <a:lnTo>
                  <a:pt x="6818995" y="1066810"/>
                </a:lnTo>
                <a:lnTo>
                  <a:pt x="6782448" y="1078182"/>
                </a:lnTo>
                <a:lnTo>
                  <a:pt x="6745634" y="1088717"/>
                </a:lnTo>
                <a:lnTo>
                  <a:pt x="6708819" y="1099242"/>
                </a:lnTo>
                <a:lnTo>
                  <a:pt x="6672005" y="1109767"/>
                </a:lnTo>
                <a:lnTo>
                  <a:pt x="6635191" y="1120302"/>
                </a:lnTo>
                <a:lnTo>
                  <a:pt x="6598368" y="1130827"/>
                </a:lnTo>
                <a:lnTo>
                  <a:pt x="6561306" y="1140428"/>
                </a:lnTo>
                <a:lnTo>
                  <a:pt x="6524168" y="1149715"/>
                </a:lnTo>
                <a:lnTo>
                  <a:pt x="6487020" y="1159012"/>
                </a:lnTo>
                <a:lnTo>
                  <a:pt x="6449873" y="1168298"/>
                </a:lnTo>
                <a:lnTo>
                  <a:pt x="6412725" y="1177595"/>
                </a:lnTo>
                <a:lnTo>
                  <a:pt x="6375578" y="1186882"/>
                </a:lnTo>
                <a:lnTo>
                  <a:pt x="6338192" y="1195130"/>
                </a:lnTo>
                <a:lnTo>
                  <a:pt x="6300768" y="1203236"/>
                </a:lnTo>
                <a:lnTo>
                  <a:pt x="6263345" y="1211351"/>
                </a:lnTo>
                <a:lnTo>
                  <a:pt x="6225921" y="1219457"/>
                </a:lnTo>
                <a:lnTo>
                  <a:pt x="6188507" y="1227572"/>
                </a:lnTo>
                <a:lnTo>
                  <a:pt x="6151083" y="1235678"/>
                </a:lnTo>
                <a:lnTo>
                  <a:pt x="6113488" y="1242917"/>
                </a:lnTo>
                <a:lnTo>
                  <a:pt x="6075845" y="1249937"/>
                </a:lnTo>
                <a:lnTo>
                  <a:pt x="6038202" y="1256967"/>
                </a:lnTo>
                <a:lnTo>
                  <a:pt x="6000560" y="1263987"/>
                </a:lnTo>
                <a:lnTo>
                  <a:pt x="5962926" y="1271006"/>
                </a:lnTo>
                <a:lnTo>
                  <a:pt x="5925283" y="1278026"/>
                </a:lnTo>
                <a:lnTo>
                  <a:pt x="5887545" y="1284503"/>
                </a:lnTo>
                <a:lnTo>
                  <a:pt x="5849722" y="1290485"/>
                </a:lnTo>
                <a:lnTo>
                  <a:pt x="5811907" y="1296457"/>
                </a:lnTo>
                <a:lnTo>
                  <a:pt x="5774084" y="1302439"/>
                </a:lnTo>
                <a:lnTo>
                  <a:pt x="5736260" y="1308411"/>
                </a:lnTo>
                <a:lnTo>
                  <a:pt x="5698436" y="1314383"/>
                </a:lnTo>
                <a:lnTo>
                  <a:pt x="5660612" y="1320298"/>
                </a:lnTo>
                <a:lnTo>
                  <a:pt x="5622646" y="1325289"/>
                </a:lnTo>
                <a:lnTo>
                  <a:pt x="5584679" y="1330281"/>
                </a:lnTo>
                <a:lnTo>
                  <a:pt x="5546722" y="1335262"/>
                </a:lnTo>
                <a:lnTo>
                  <a:pt x="5508755" y="1340253"/>
                </a:lnTo>
                <a:lnTo>
                  <a:pt x="5470789" y="1345244"/>
                </a:lnTo>
                <a:lnTo>
                  <a:pt x="5432822" y="1350235"/>
                </a:lnTo>
                <a:lnTo>
                  <a:pt x="5394808" y="1354779"/>
                </a:lnTo>
                <a:lnTo>
                  <a:pt x="5356736" y="1358808"/>
                </a:lnTo>
                <a:lnTo>
                  <a:pt x="5318655" y="1362837"/>
                </a:lnTo>
                <a:lnTo>
                  <a:pt x="5280574" y="1366876"/>
                </a:lnTo>
                <a:lnTo>
                  <a:pt x="5242503" y="1370905"/>
                </a:lnTo>
                <a:lnTo>
                  <a:pt x="5204422" y="1374934"/>
                </a:lnTo>
                <a:lnTo>
                  <a:pt x="5166341" y="1378963"/>
                </a:lnTo>
                <a:lnTo>
                  <a:pt x="5128203" y="1382325"/>
                </a:lnTo>
                <a:lnTo>
                  <a:pt x="5090036" y="1385430"/>
                </a:lnTo>
                <a:lnTo>
                  <a:pt x="5051879" y="1388535"/>
                </a:lnTo>
                <a:lnTo>
                  <a:pt x="5013712" y="1391641"/>
                </a:lnTo>
                <a:lnTo>
                  <a:pt x="4975546" y="1394746"/>
                </a:lnTo>
                <a:lnTo>
                  <a:pt x="4937389" y="1397851"/>
                </a:lnTo>
                <a:lnTo>
                  <a:pt x="4899222" y="1400956"/>
                </a:lnTo>
                <a:lnTo>
                  <a:pt x="4860998" y="1403271"/>
                </a:lnTo>
                <a:lnTo>
                  <a:pt x="4822774" y="1405471"/>
                </a:lnTo>
                <a:lnTo>
                  <a:pt x="4784550" y="1407671"/>
                </a:lnTo>
                <a:lnTo>
                  <a:pt x="4746317" y="1409871"/>
                </a:lnTo>
                <a:lnTo>
                  <a:pt x="4708093" y="1412081"/>
                </a:lnTo>
                <a:lnTo>
                  <a:pt x="4669869" y="1414282"/>
                </a:lnTo>
                <a:lnTo>
                  <a:pt x="4631636" y="1416482"/>
                </a:lnTo>
                <a:lnTo>
                  <a:pt x="4593374" y="1417825"/>
                </a:lnTo>
                <a:lnTo>
                  <a:pt x="4555103" y="1419139"/>
                </a:lnTo>
                <a:lnTo>
                  <a:pt x="4516841" y="1420454"/>
                </a:lnTo>
                <a:lnTo>
                  <a:pt x="4478569" y="1421759"/>
                </a:lnTo>
                <a:lnTo>
                  <a:pt x="4440298" y="1423073"/>
                </a:lnTo>
                <a:lnTo>
                  <a:pt x="4402036" y="1424388"/>
                </a:lnTo>
                <a:lnTo>
                  <a:pt x="4363764" y="1425692"/>
                </a:lnTo>
                <a:lnTo>
                  <a:pt x="4325474" y="1426140"/>
                </a:lnTo>
                <a:lnTo>
                  <a:pt x="4287193" y="1426569"/>
                </a:lnTo>
                <a:lnTo>
                  <a:pt x="4248902" y="1427007"/>
                </a:lnTo>
                <a:lnTo>
                  <a:pt x="4210612" y="1427445"/>
                </a:lnTo>
                <a:lnTo>
                  <a:pt x="4172321" y="1427883"/>
                </a:lnTo>
                <a:lnTo>
                  <a:pt x="4134041" y="1428312"/>
                </a:lnTo>
                <a:lnTo>
                  <a:pt x="4095750" y="1428750"/>
                </a:lnTo>
                <a:lnTo>
                  <a:pt x="4057460" y="1428312"/>
                </a:lnTo>
                <a:lnTo>
                  <a:pt x="4019179" y="1427883"/>
                </a:lnTo>
                <a:lnTo>
                  <a:pt x="3980888" y="1427445"/>
                </a:lnTo>
                <a:lnTo>
                  <a:pt x="3942598" y="1427007"/>
                </a:lnTo>
                <a:lnTo>
                  <a:pt x="3904307" y="1426569"/>
                </a:lnTo>
                <a:lnTo>
                  <a:pt x="3866026" y="1426140"/>
                </a:lnTo>
                <a:lnTo>
                  <a:pt x="3827736" y="1425692"/>
                </a:lnTo>
                <a:lnTo>
                  <a:pt x="3789464" y="1424388"/>
                </a:lnTo>
                <a:lnTo>
                  <a:pt x="3751202" y="1423073"/>
                </a:lnTo>
                <a:lnTo>
                  <a:pt x="3712931" y="1421759"/>
                </a:lnTo>
                <a:lnTo>
                  <a:pt x="3674669" y="1420454"/>
                </a:lnTo>
                <a:lnTo>
                  <a:pt x="3636397" y="1419139"/>
                </a:lnTo>
                <a:lnTo>
                  <a:pt x="3598126" y="1417825"/>
                </a:lnTo>
                <a:lnTo>
                  <a:pt x="3559864" y="1416482"/>
                </a:lnTo>
                <a:lnTo>
                  <a:pt x="3521640" y="1414282"/>
                </a:lnTo>
                <a:lnTo>
                  <a:pt x="3483407" y="1412081"/>
                </a:lnTo>
                <a:lnTo>
                  <a:pt x="3445183" y="1409871"/>
                </a:lnTo>
                <a:lnTo>
                  <a:pt x="3406959" y="1407671"/>
                </a:lnTo>
                <a:lnTo>
                  <a:pt x="3368726" y="1405471"/>
                </a:lnTo>
                <a:lnTo>
                  <a:pt x="3330502" y="1403271"/>
                </a:lnTo>
                <a:lnTo>
                  <a:pt x="3292278" y="1400956"/>
                </a:lnTo>
                <a:lnTo>
                  <a:pt x="3254121" y="1397851"/>
                </a:lnTo>
                <a:lnTo>
                  <a:pt x="3215954" y="1394746"/>
                </a:lnTo>
                <a:lnTo>
                  <a:pt x="3177788" y="1391641"/>
                </a:lnTo>
                <a:lnTo>
                  <a:pt x="3139621" y="1388535"/>
                </a:lnTo>
                <a:lnTo>
                  <a:pt x="3101464" y="1385430"/>
                </a:lnTo>
                <a:lnTo>
                  <a:pt x="3063297" y="1382325"/>
                </a:lnTo>
                <a:lnTo>
                  <a:pt x="3025159" y="1378963"/>
                </a:lnTo>
                <a:lnTo>
                  <a:pt x="2987078" y="1374934"/>
                </a:lnTo>
                <a:lnTo>
                  <a:pt x="2948997" y="1370905"/>
                </a:lnTo>
                <a:lnTo>
                  <a:pt x="2910926" y="1366876"/>
                </a:lnTo>
                <a:lnTo>
                  <a:pt x="2872845" y="1362837"/>
                </a:lnTo>
                <a:lnTo>
                  <a:pt x="2834773" y="1358808"/>
                </a:lnTo>
                <a:lnTo>
                  <a:pt x="2796692" y="1354779"/>
                </a:lnTo>
                <a:lnTo>
                  <a:pt x="2758678" y="1350235"/>
                </a:lnTo>
                <a:lnTo>
                  <a:pt x="2720711" y="1345244"/>
                </a:lnTo>
                <a:lnTo>
                  <a:pt x="2682745" y="1340253"/>
                </a:lnTo>
                <a:lnTo>
                  <a:pt x="2644778" y="1335262"/>
                </a:lnTo>
                <a:lnTo>
                  <a:pt x="2606821" y="1330281"/>
                </a:lnTo>
                <a:lnTo>
                  <a:pt x="2568854" y="1325289"/>
                </a:lnTo>
                <a:lnTo>
                  <a:pt x="2530888" y="1320298"/>
                </a:lnTo>
                <a:lnTo>
                  <a:pt x="2493064" y="1314393"/>
                </a:lnTo>
                <a:lnTo>
                  <a:pt x="2455240" y="1308411"/>
                </a:lnTo>
                <a:lnTo>
                  <a:pt x="2417416" y="1302439"/>
                </a:lnTo>
                <a:lnTo>
                  <a:pt x="2379602" y="1296457"/>
                </a:lnTo>
                <a:lnTo>
                  <a:pt x="2341778" y="1290485"/>
                </a:lnTo>
                <a:lnTo>
                  <a:pt x="2303955" y="1284503"/>
                </a:lnTo>
                <a:lnTo>
                  <a:pt x="2266217" y="1278026"/>
                </a:lnTo>
                <a:lnTo>
                  <a:pt x="2228583" y="1271006"/>
                </a:lnTo>
                <a:lnTo>
                  <a:pt x="2190941" y="1263987"/>
                </a:lnTo>
                <a:lnTo>
                  <a:pt x="2153298" y="1256967"/>
                </a:lnTo>
                <a:lnTo>
                  <a:pt x="2115655" y="1249937"/>
                </a:lnTo>
                <a:lnTo>
                  <a:pt x="2078012" y="1242917"/>
                </a:lnTo>
                <a:lnTo>
                  <a:pt x="2040417" y="1235678"/>
                </a:lnTo>
                <a:lnTo>
                  <a:pt x="2002993" y="1227572"/>
                </a:lnTo>
                <a:lnTo>
                  <a:pt x="1965579" y="1219457"/>
                </a:lnTo>
                <a:lnTo>
                  <a:pt x="1928155" y="1211351"/>
                </a:lnTo>
                <a:lnTo>
                  <a:pt x="1890732" y="1203236"/>
                </a:lnTo>
                <a:lnTo>
                  <a:pt x="1853308" y="1195130"/>
                </a:lnTo>
                <a:lnTo>
                  <a:pt x="1815922" y="1186882"/>
                </a:lnTo>
                <a:lnTo>
                  <a:pt x="1778775" y="1177595"/>
                </a:lnTo>
                <a:lnTo>
                  <a:pt x="1741627" y="1168298"/>
                </a:lnTo>
                <a:lnTo>
                  <a:pt x="1704480" y="1159012"/>
                </a:lnTo>
                <a:lnTo>
                  <a:pt x="1667342" y="1149715"/>
                </a:lnTo>
                <a:lnTo>
                  <a:pt x="1630194" y="1140428"/>
                </a:lnTo>
                <a:lnTo>
                  <a:pt x="1593132" y="1130827"/>
                </a:lnTo>
                <a:lnTo>
                  <a:pt x="1556318" y="1120302"/>
                </a:lnTo>
                <a:lnTo>
                  <a:pt x="1519504" y="1109767"/>
                </a:lnTo>
                <a:lnTo>
                  <a:pt x="1482681" y="1099242"/>
                </a:lnTo>
                <a:lnTo>
                  <a:pt x="1445866" y="1088717"/>
                </a:lnTo>
                <a:lnTo>
                  <a:pt x="1409052" y="1078182"/>
                </a:lnTo>
                <a:lnTo>
                  <a:pt x="1372505" y="1066810"/>
                </a:lnTo>
                <a:lnTo>
                  <a:pt x="1336100" y="1054913"/>
                </a:lnTo>
                <a:lnTo>
                  <a:pt x="1299705" y="1043026"/>
                </a:lnTo>
                <a:lnTo>
                  <a:pt x="1263310" y="1031138"/>
                </a:lnTo>
                <a:lnTo>
                  <a:pt x="1226915" y="1019242"/>
                </a:lnTo>
                <a:lnTo>
                  <a:pt x="1190644" y="1006983"/>
                </a:lnTo>
                <a:lnTo>
                  <a:pt x="1154763" y="993610"/>
                </a:lnTo>
                <a:lnTo>
                  <a:pt x="1118892" y="980227"/>
                </a:lnTo>
                <a:lnTo>
                  <a:pt x="1083012" y="966854"/>
                </a:lnTo>
                <a:lnTo>
                  <a:pt x="1047131" y="953481"/>
                </a:lnTo>
                <a:lnTo>
                  <a:pt x="1011345" y="939870"/>
                </a:lnTo>
                <a:lnTo>
                  <a:pt x="976112" y="924887"/>
                </a:lnTo>
                <a:lnTo>
                  <a:pt x="940870" y="909904"/>
                </a:lnTo>
                <a:lnTo>
                  <a:pt x="905637" y="894921"/>
                </a:lnTo>
                <a:lnTo>
                  <a:pt x="870404" y="879939"/>
                </a:lnTo>
                <a:lnTo>
                  <a:pt x="835419" y="864394"/>
                </a:lnTo>
                <a:lnTo>
                  <a:pt x="800986" y="847649"/>
                </a:lnTo>
                <a:lnTo>
                  <a:pt x="766553" y="830904"/>
                </a:lnTo>
                <a:lnTo>
                  <a:pt x="732111" y="814159"/>
                </a:lnTo>
                <a:lnTo>
                  <a:pt x="697678" y="797414"/>
                </a:lnTo>
                <a:lnTo>
                  <a:pt x="664064" y="779097"/>
                </a:lnTo>
                <a:lnTo>
                  <a:pt x="630669" y="760362"/>
                </a:lnTo>
                <a:lnTo>
                  <a:pt x="597284" y="741617"/>
                </a:lnTo>
                <a:lnTo>
                  <a:pt x="563890" y="722881"/>
                </a:lnTo>
                <a:lnTo>
                  <a:pt x="531219" y="702945"/>
                </a:lnTo>
                <a:lnTo>
                  <a:pt x="499158" y="682019"/>
                </a:lnTo>
                <a:lnTo>
                  <a:pt x="467087" y="661092"/>
                </a:lnTo>
                <a:lnTo>
                  <a:pt x="435026" y="640166"/>
                </a:lnTo>
                <a:lnTo>
                  <a:pt x="404003" y="617772"/>
                </a:lnTo>
                <a:lnTo>
                  <a:pt x="373666" y="594408"/>
                </a:lnTo>
                <a:lnTo>
                  <a:pt x="343329" y="571043"/>
                </a:lnTo>
                <a:lnTo>
                  <a:pt x="312992" y="547688"/>
                </a:lnTo>
                <a:lnTo>
                  <a:pt x="284807" y="521770"/>
                </a:lnTo>
                <a:lnTo>
                  <a:pt x="256718" y="495757"/>
                </a:lnTo>
                <a:lnTo>
                  <a:pt x="228629" y="469735"/>
                </a:lnTo>
                <a:lnTo>
                  <a:pt x="202321" y="441989"/>
                </a:lnTo>
                <a:lnTo>
                  <a:pt x="177194" y="413090"/>
                </a:lnTo>
                <a:lnTo>
                  <a:pt x="152076" y="384191"/>
                </a:lnTo>
                <a:lnTo>
                  <a:pt x="128883" y="353816"/>
                </a:lnTo>
                <a:lnTo>
                  <a:pt x="107604" y="321983"/>
                </a:lnTo>
                <a:lnTo>
                  <a:pt x="86325" y="290151"/>
                </a:lnTo>
                <a:lnTo>
                  <a:pt x="68189" y="256537"/>
                </a:lnTo>
                <a:lnTo>
                  <a:pt x="51816" y="221923"/>
                </a:lnTo>
                <a:lnTo>
                  <a:pt x="35433" y="187309"/>
                </a:lnTo>
                <a:lnTo>
                  <a:pt x="24889" y="150514"/>
                </a:lnTo>
                <a:lnTo>
                  <a:pt x="14478" y="113671"/>
                </a:lnTo>
                <a:lnTo>
                  <a:pt x="7153" y="76248"/>
                </a:lnTo>
                <a:lnTo>
                  <a:pt x="3572" y="3811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9FB9D6"/>
            </a:solidFill>
            <a:prstDash val="dash"/>
          </a:ln>
        </p:spPr>
      </p:sp>
      <p:sp>
        <p:nvSpPr>
          <p:cNvPr id="3" name="consensus-field-base">
            <a:extLst xmlns:a="http://schemas.openxmlformats.org/drawingml/2006/main">
              <a:ext uri="{FF2B5EF4-FFF2-40B4-BE49-F238E27FC236}">
                <a16:creationId xmlns:a16="http://schemas.microsoft.com/office/drawing/2014/main" id="{1D9E34CE-6413-4094-8D7C-411DB3F8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76700" y="3152775"/>
            <a:ext cx="4095750" cy="1466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DE4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" name="consensus-field-outer">
            <a:extLst xmlns:a="http://schemas.openxmlformats.org/drawingml/2006/main">
              <a:ext uri="{FF2B5EF4-FFF2-40B4-BE49-F238E27FC236}">
                <a16:creationId xmlns:a16="http://schemas.microsoft.com/office/drawing/2014/main" id="{3FE6B941-223D-4230-859B-DBC451B62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48125" y="3057525"/>
            <a:ext cx="4095750" cy="14668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EEF5FC"/>
              </a:gs>
              <a:gs pos="68000">
                <a:srgbClr val="D7E5F5"/>
              </a:gs>
              <a:gs pos="100000">
                <a:srgbClr val="C6D9ED"/>
              </a:gs>
            </a:gsLst>
            <a:lin ang="10800000"/>
          </a:gradFill>
          <a:ln xmlns:a="http://schemas.openxmlformats.org/drawingml/2006/main" w="9525">
            <a:solidFill>
              <a:srgbClr val="B8CEE7"/>
            </a:solidFill>
            <a:prstDash val="solid"/>
          </a:ln>
        </p:spPr>
      </p:sp>
      <p:sp>
        <p:nvSpPr>
          <p:cNvPr id="5" name="consensus-field-inner">
            <a:extLst xmlns:a="http://schemas.openxmlformats.org/drawingml/2006/main">
              <a:ext uri="{FF2B5EF4-FFF2-40B4-BE49-F238E27FC236}">
                <a16:creationId xmlns:a16="http://schemas.microsoft.com/office/drawing/2014/main" id="{9C6293E6-E8E9-42A3-81C7-A26422DB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0" y="3190875"/>
            <a:ext cx="3810000" cy="12001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BFDFF"/>
              </a:gs>
              <a:gs pos="100000">
                <a:srgbClr val="EDF4FB"/>
              </a:gs>
            </a:gsLst>
            <a:lin ang="10800000"/>
          </a:gradFill>
          <a:ln xmlns:a="http://schemas.openxmlformats.org/drawingml/2006/main" w="9525">
            <a:solidFill>
              <a:srgbClr val="FFFFFF">
                <a:alpha val="96000"/>
              </a:srgbClr>
            </a:solidFill>
            <a:prstDash val="solid"/>
          </a:ln>
        </p:spPr>
      </p:sp>
      <p:sp>
        <p:nvSpPr>
          <p:cNvPr id="6" name="actor-base-0">
            <a:extLst xmlns:a="http://schemas.openxmlformats.org/drawingml/2006/main">
              <a:ext uri="{FF2B5EF4-FFF2-40B4-BE49-F238E27FC236}">
                <a16:creationId xmlns:a16="http://schemas.microsoft.com/office/drawing/2014/main" id="{D02070DF-9E75-4CA1-90D9-7A88C9E40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82863" y="2685602"/>
            <a:ext cx="1795758" cy="50794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979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7" name="actor-base-1">
            <a:extLst xmlns:a="http://schemas.openxmlformats.org/drawingml/2006/main">
              <a:ext uri="{FF2B5EF4-FFF2-40B4-BE49-F238E27FC236}">
                <a16:creationId xmlns:a16="http://schemas.microsoft.com/office/drawing/2014/main" id="{6740A514-B5F4-43B6-9605-25A63289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79706" y="3188198"/>
            <a:ext cx="1880149" cy="53191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4F83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8" name="actor-base-2">
            <a:extLst xmlns:a="http://schemas.openxmlformats.org/drawingml/2006/main">
              <a:ext uri="{FF2B5EF4-FFF2-40B4-BE49-F238E27FC236}">
                <a16:creationId xmlns:a16="http://schemas.microsoft.com/office/drawing/2014/main" id="{2B261D26-1A5E-4107-A9D3-3E1F1E84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82075" y="4984556"/>
            <a:ext cx="2181673" cy="6171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88D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9" name="actor-surface-0">
            <a:extLst xmlns:a="http://schemas.openxmlformats.org/drawingml/2006/main">
              <a:ext uri="{FF2B5EF4-FFF2-40B4-BE49-F238E27FC236}">
                <a16:creationId xmlns:a16="http://schemas.microsoft.com/office/drawing/2014/main" id="{9BEBBE07-0B35-4C80-BCD5-E5DD388D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54288" y="2580827"/>
            <a:ext cx="1795758" cy="507949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5D88C1"/>
              </a:gs>
              <a:gs pos="56000">
                <a:srgbClr val="3F6FAE"/>
              </a:gs>
              <a:gs pos="100000">
                <a:srgbClr val="315B96"/>
              </a:gs>
            </a:gsLst>
            <a:lin ang="10800000"/>
          </a:gradFill>
          <a:ln xmlns:a="http://schemas.openxmlformats.org/drawingml/2006/main" w="19050">
            <a:solidFill>
              <a:srgbClr val="FFFFFF">
                <a:alpha val="94000"/>
              </a:srgbClr>
            </a:solidFill>
            <a:prstDash val="solid"/>
          </a:ln>
        </p:spPr>
      </p:sp>
      <p:sp>
        <p:nvSpPr>
          <p:cNvPr id="10" name="actor-surface-1">
            <a:extLst xmlns:a="http://schemas.openxmlformats.org/drawingml/2006/main">
              <a:ext uri="{FF2B5EF4-FFF2-40B4-BE49-F238E27FC236}">
                <a16:creationId xmlns:a16="http://schemas.microsoft.com/office/drawing/2014/main" id="{27F4477C-71BC-4A90-BDD0-1802301F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51131" y="3083423"/>
            <a:ext cx="1880149" cy="531914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6891C7"/>
              </a:gs>
              <a:gs pos="56000">
                <a:srgbClr val="4B7AB7"/>
              </a:gs>
              <a:gs pos="100000">
                <a:srgbClr val="38649F"/>
              </a:gs>
            </a:gsLst>
            <a:lin ang="10800000"/>
          </a:gradFill>
          <a:ln xmlns:a="http://schemas.openxmlformats.org/drawingml/2006/main" w="19050">
            <a:solidFill>
              <a:srgbClr val="FFFFFF">
                <a:alpha val="94000"/>
              </a:srgbClr>
            </a:solidFill>
            <a:prstDash val="solid"/>
          </a:ln>
        </p:spPr>
      </p:sp>
      <p:sp>
        <p:nvSpPr>
          <p:cNvPr id="11" name="actor-surface-2">
            <a:extLst xmlns:a="http://schemas.openxmlformats.org/drawingml/2006/main">
              <a:ext uri="{FF2B5EF4-FFF2-40B4-BE49-F238E27FC236}">
                <a16:creationId xmlns:a16="http://schemas.microsoft.com/office/drawing/2014/main" id="{7C06DDAF-3B79-4280-9280-5574D1EF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53500" y="4879781"/>
            <a:ext cx="2181673" cy="617191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76A0D0"/>
              </a:gs>
              <a:gs pos="56000">
                <a:srgbClr val="5A86C0"/>
              </a:gs>
              <a:gs pos="100000">
                <a:srgbClr val="426DA8"/>
              </a:gs>
            </a:gsLst>
            <a:lin ang="10800000"/>
          </a:gradFill>
          <a:ln xmlns:a="http://schemas.openxmlformats.org/drawingml/2006/main" w="19050">
            <a:solidFill>
              <a:srgbClr val="FFFFFF">
                <a:alpha val="94000"/>
              </a:srgbClr>
            </a:solidFill>
            <a:prstDash val="solid"/>
          </a:ln>
        </p:spPr>
      </p:sp>
      <p:sp>
        <p:nvSpPr>
          <p:cNvPr id="12" name="actor-surface-ring-0">
            <a:extLst xmlns:a="http://schemas.openxmlformats.org/drawingml/2006/main">
              <a:ext uri="{FF2B5EF4-FFF2-40B4-BE49-F238E27FC236}">
                <a16:creationId xmlns:a16="http://schemas.microsoft.com/office/drawing/2014/main" id="{01543128-43FE-4D68-965A-B0067897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40013" y="2647502"/>
            <a:ext cx="1624308" cy="37459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38000"/>
              </a:srgbClr>
            </a:solidFill>
            <a:prstDash val="solid"/>
          </a:ln>
        </p:spPr>
      </p:sp>
      <p:sp>
        <p:nvSpPr>
          <p:cNvPr id="13" name="actor-surface-ring-1">
            <a:extLst xmlns:a="http://schemas.openxmlformats.org/drawingml/2006/main">
              <a:ext uri="{FF2B5EF4-FFF2-40B4-BE49-F238E27FC236}">
                <a16:creationId xmlns:a16="http://schemas.microsoft.com/office/drawing/2014/main" id="{8D0A95B2-AC22-42C4-A9D2-66130AD0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6856" y="3150098"/>
            <a:ext cx="1708699" cy="39856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38000"/>
              </a:srgbClr>
            </a:solidFill>
            <a:prstDash val="solid"/>
          </a:ln>
        </p:spPr>
      </p:sp>
      <p:sp>
        <p:nvSpPr>
          <p:cNvPr id="14" name="actor-surface-ring-2">
            <a:extLst xmlns:a="http://schemas.openxmlformats.org/drawingml/2006/main">
              <a:ext uri="{FF2B5EF4-FFF2-40B4-BE49-F238E27FC236}">
                <a16:creationId xmlns:a16="http://schemas.microsoft.com/office/drawing/2014/main" id="{D5F71AE4-44D6-4E7A-8438-2347F16B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39225" y="4946456"/>
            <a:ext cx="2010223" cy="48384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38000"/>
              </a:srgbClr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49b2f084d24f17">
            <a:extLst>
              <a:ext uri="{96DAC541-7B7A-43D3-8B79-37D633B846F1}">
                <asvg:svgBlip xmlns:asvg="http://schemas.microsoft.com/office/drawing/2016/SVG/main" r:embed="Rc79d58ca875d402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800350" y="2152650"/>
            <a:ext cx="542925" cy="542925"/>
          </a:xfrm>
          <a:prstGeom xmlns:a="http://schemas.openxmlformats.org/drawingml/2006/main" prst="rect">
            <a:avLst/>
          </a:prstGeom>
        </p:spPr>
      </p:pic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7c999ca421434b">
            <a:extLst>
              <a:ext uri="{96DAC541-7B7A-43D3-8B79-37D633B846F1}">
                <asvg:svgBlip xmlns:asvg="http://schemas.microsoft.com/office/drawing/2016/SVG/main" r:embed="R54bf72f654a24f7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725025" y="2638425"/>
            <a:ext cx="561975" cy="561975"/>
          </a:xfrm>
          <a:prstGeom xmlns:a="http://schemas.openxmlformats.org/drawingml/2006/main" prst="rect">
            <a:avLst/>
          </a:prstGeom>
        </p:spPr>
      </p:pic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3285cee2994399">
            <a:extLst>
              <a:ext uri="{96DAC541-7B7A-43D3-8B79-37D633B846F1}">
                <asvg:svgBlip xmlns:asvg="http://schemas.microsoft.com/office/drawing/2016/SVG/main" r:embed="Rc14e96fc665b4c4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953000" y="4362450"/>
            <a:ext cx="628650" cy="628650"/>
          </a:xfrm>
          <a:prstGeom xmlns:a="http://schemas.openxmlformats.org/drawingml/2006/main" prst="rect">
            <a:avLst/>
          </a:prstGeom>
        </p:spPr>
      </p:pic>
      <p:sp>
        <p:nvSpPr>
          <p:cNvPr id="18" name="actor-icon-foot-0">
            <a:extLst xmlns:a="http://schemas.openxmlformats.org/drawingml/2006/main">
              <a:ext uri="{FF2B5EF4-FFF2-40B4-BE49-F238E27FC236}">
                <a16:creationId xmlns:a16="http://schemas.microsoft.com/office/drawing/2014/main" id="{AB811AA4-E409-4D9D-932F-ECFE8458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75947" y="2723702"/>
            <a:ext cx="552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5491F">
              <a:alpha val="2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actor-icon-foot-1">
            <a:extLst xmlns:a="http://schemas.openxmlformats.org/drawingml/2006/main">
              <a:ext uri="{FF2B5EF4-FFF2-40B4-BE49-F238E27FC236}">
                <a16:creationId xmlns:a16="http://schemas.microsoft.com/office/drawing/2014/main" id="{8208D0CD-24C3-408A-897C-F22BEDF6D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5052" y="3226298"/>
            <a:ext cx="552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5491F">
              <a:alpha val="2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actor-icon-foot-2">
            <a:extLst xmlns:a="http://schemas.openxmlformats.org/drawingml/2006/main">
              <a:ext uri="{FF2B5EF4-FFF2-40B4-BE49-F238E27FC236}">
                <a16:creationId xmlns:a16="http://schemas.microsoft.com/office/drawing/2014/main" id="{EB7F7677-B564-467C-9A7E-7E9D65C1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68183" y="5022656"/>
            <a:ext cx="552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5491F">
              <a:alpha val="22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4c47e343844635">
            <a:extLst>
              <a:ext uri="{96DAC541-7B7A-43D3-8B79-37D633B846F1}">
                <asvg:svgBlip xmlns:asvg="http://schemas.microsoft.com/office/drawing/2016/SVG/main" r:embed="Rdf306b0f504f464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781300" y="2133600"/>
            <a:ext cx="542925" cy="542925"/>
          </a:xfrm>
          <a:prstGeom xmlns:a="http://schemas.openxmlformats.org/drawingml/2006/main" prst="rect">
            <a:avLst/>
          </a:prstGeom>
        </p:spPr>
      </p:pic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8a3ae3d1c74582">
            <a:extLst>
              <a:ext uri="{96DAC541-7B7A-43D3-8B79-37D633B846F1}">
                <asvg:svgBlip xmlns:asvg="http://schemas.microsoft.com/office/drawing/2016/SVG/main" r:embed="Rd5f0f04f25a147c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705975" y="2619375"/>
            <a:ext cx="561975" cy="561975"/>
          </a:xfrm>
          <a:prstGeom xmlns:a="http://schemas.openxmlformats.org/drawingml/2006/main" prst="rect">
            <a:avLst/>
          </a:prstGeom>
        </p:spPr>
      </p:pic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d9bc9641e64f14">
            <a:extLst>
              <a:ext uri="{96DAC541-7B7A-43D3-8B79-37D633B846F1}">
                <asvg:svgBlip xmlns:asvg="http://schemas.microsoft.com/office/drawing/2016/SVG/main" r:embed="R1c737e894bcb493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933950" y="4343400"/>
            <a:ext cx="628650" cy="628650"/>
          </a:xfrm>
          <a:prstGeom xmlns:a="http://schemas.openxmlformats.org/drawingml/2006/main" prst="rect">
            <a:avLst/>
          </a:prstGeom>
        </p:spPr>
      </p:pic>
      <p:sp>
        <p:nvSpPr>
          <p:cNvPr id="24" name="shared-consensus-title">
            <a:extLst xmlns:a="http://schemas.openxmlformats.org/drawingml/2006/main">
              <a:ext uri="{FF2B5EF4-FFF2-40B4-BE49-F238E27FC236}">
                <a16:creationId xmlns:a16="http://schemas.microsoft.com/office/drawing/2014/main" id="{91F1471B-987A-4950-A134-4B69B3339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3470824"/>
            <a:ext cx="3190875" cy="269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00" b="1" i="0">
                <a:solidFill>
                  <a:srgbClr val="274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74F7C"/>
                </a:solidFill>
                <a:latin typeface="Microsoft YaHei"/>
                <a:ea typeface="Microsoft YaHei"/>
                <a:cs typeface="Microsoft YaHei"/>
              </a:rPr>
              <a:t>共同要求</a:t>
            </a:r>
          </a:p>
        </p:txBody>
      </p:sp>
      <p:sp>
        <p:nvSpPr>
          <p:cNvPr id="25" name="shared-consensus-item-0-surface">
            <a:extLst xmlns:a="http://schemas.openxmlformats.org/drawingml/2006/main">
              <a:ext uri="{FF2B5EF4-FFF2-40B4-BE49-F238E27FC236}">
                <a16:creationId xmlns:a16="http://schemas.microsoft.com/office/drawing/2014/main" id="{5CB0AAC6-7986-443D-A509-4E0507F14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10113" y="3797646"/>
            <a:ext cx="876300" cy="313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1FB"/>
          </a:solidFill>
          <a:ln xmlns:a="http://schemas.openxmlformats.org/drawingml/2006/main" w="9525">
            <a:solidFill>
              <a:srgbClr val="C8D9EC"/>
            </a:solidFill>
            <a:prstDash val="solid"/>
          </a:ln>
        </p:spPr>
      </p:sp>
      <p:sp>
        <p:nvSpPr>
          <p:cNvPr id="26" name="shared-consensus-item-0-heading">
            <a:extLst xmlns:a="http://schemas.openxmlformats.org/drawingml/2006/main">
              <a:ext uri="{FF2B5EF4-FFF2-40B4-BE49-F238E27FC236}">
                <a16:creationId xmlns:a16="http://schemas.microsoft.com/office/drawing/2014/main" id="{44E12D0A-A810-40FD-B0BA-B8ECA898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76788" y="3854796"/>
            <a:ext cx="742950" cy="199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00" b="0" i="0">
                <a:solidFill>
                  <a:srgbClr val="4164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16489"/>
                </a:solidFill>
                <a:latin typeface="Microsoft YaHei"/>
                <a:ea typeface="Microsoft YaHei"/>
                <a:cs typeface="Microsoft YaHei"/>
              </a:rPr>
              <a:t>内容准确</a:t>
            </a:r>
          </a:p>
        </p:txBody>
      </p:sp>
      <p:sp>
        <p:nvSpPr>
          <p:cNvPr id="27" name="shared-consensus-item-1-surface">
            <a:extLst xmlns:a="http://schemas.openxmlformats.org/drawingml/2006/main">
              <a:ext uri="{FF2B5EF4-FFF2-40B4-BE49-F238E27FC236}">
                <a16:creationId xmlns:a16="http://schemas.microsoft.com/office/drawing/2014/main" id="{11F26365-F24C-4350-B98C-FD3E1FA7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53088" y="3797646"/>
            <a:ext cx="876300" cy="313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1FB"/>
          </a:solidFill>
          <a:ln xmlns:a="http://schemas.openxmlformats.org/drawingml/2006/main" w="9525">
            <a:solidFill>
              <a:srgbClr val="C8D9EC"/>
            </a:solidFill>
            <a:prstDash val="solid"/>
          </a:ln>
        </p:spPr>
      </p:sp>
      <p:sp>
        <p:nvSpPr>
          <p:cNvPr id="28" name="shared-consensus-item-1-heading">
            <a:extLst xmlns:a="http://schemas.openxmlformats.org/drawingml/2006/main">
              <a:ext uri="{FF2B5EF4-FFF2-40B4-BE49-F238E27FC236}">
                <a16:creationId xmlns:a16="http://schemas.microsoft.com/office/drawing/2014/main" id="{18D45516-AC0B-4AA6-8EA8-4679D46E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9763" y="3854796"/>
            <a:ext cx="742950" cy="199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00" b="0" i="0">
                <a:solidFill>
                  <a:srgbClr val="4164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16489"/>
                </a:solidFill>
                <a:latin typeface="Microsoft YaHei"/>
                <a:ea typeface="Microsoft YaHei"/>
                <a:cs typeface="Microsoft YaHei"/>
              </a:rPr>
              <a:t>结构清楚</a:t>
            </a:r>
          </a:p>
        </p:txBody>
      </p:sp>
      <p:sp>
        <p:nvSpPr>
          <p:cNvPr id="29" name="shared-consensus-item-2-surface">
            <a:extLst xmlns:a="http://schemas.openxmlformats.org/drawingml/2006/main">
              <a:ext uri="{FF2B5EF4-FFF2-40B4-BE49-F238E27FC236}">
                <a16:creationId xmlns:a16="http://schemas.microsoft.com/office/drawing/2014/main" id="{CD4F668A-170A-419E-88FA-1E7D0EF2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96063" y="3797646"/>
            <a:ext cx="876300" cy="313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1FB"/>
          </a:solidFill>
          <a:ln xmlns:a="http://schemas.openxmlformats.org/drawingml/2006/main" w="9525">
            <a:solidFill>
              <a:srgbClr val="C8D9EC"/>
            </a:solidFill>
            <a:prstDash val="solid"/>
          </a:ln>
        </p:spPr>
      </p:sp>
      <p:sp>
        <p:nvSpPr>
          <p:cNvPr id="30" name="shared-consensus-item-2-heading">
            <a:extLst xmlns:a="http://schemas.openxmlformats.org/drawingml/2006/main">
              <a:ext uri="{FF2B5EF4-FFF2-40B4-BE49-F238E27FC236}">
                <a16:creationId xmlns:a16="http://schemas.microsoft.com/office/drawing/2014/main" id="{79C50E85-C831-432E-B29C-32CA1D0D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2738" y="3854796"/>
            <a:ext cx="742950" cy="199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00" b="0" i="0">
                <a:solidFill>
                  <a:srgbClr val="4164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16489"/>
                </a:solidFill>
                <a:latin typeface="Microsoft YaHei"/>
                <a:ea typeface="Microsoft YaHei"/>
                <a:cs typeface="Microsoft YaHei"/>
              </a:rPr>
              <a:t>稳定可编</a:t>
            </a:r>
          </a:p>
        </p:txBody>
      </p:sp>
      <p:sp>
        <p:nvSpPr>
          <p:cNvPr id="31" name="set-content-title">
            <a:extLst xmlns:a="http://schemas.openxmlformats.org/drawingml/2006/main">
              <a:ext uri="{FF2B5EF4-FFF2-40B4-BE49-F238E27FC236}">
                <a16:creationId xmlns:a16="http://schemas.microsoft.com/office/drawing/2014/main" id="{D5218E12-9A56-4093-86F0-7F54BF46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3211116"/>
            <a:ext cx="1910058" cy="269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00" b="1" i="0">
                <a:solidFill>
                  <a:srgbClr val="274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74D78"/>
                </a:solidFill>
                <a:latin typeface="Microsoft YaHei"/>
                <a:ea typeface="Microsoft YaHei"/>
                <a:cs typeface="Microsoft YaHei"/>
              </a:rPr>
              <a:t>内容需求</a:t>
            </a:r>
          </a:p>
        </p:txBody>
      </p:sp>
      <p:sp>
        <p:nvSpPr>
          <p:cNvPr id="32" name="set-content-body">
            <a:extLst xmlns:a="http://schemas.openxmlformats.org/drawingml/2006/main">
              <a:ext uri="{FF2B5EF4-FFF2-40B4-BE49-F238E27FC236}">
                <a16:creationId xmlns:a16="http://schemas.microsoft.com/office/drawing/2014/main" id="{0FC929AF-6B83-4624-8CAE-C7F48043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3537947"/>
            <a:ext cx="1910058" cy="209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400" b="0" i="0">
                <a:solidFill>
                  <a:srgbClr val="6679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66798C"/>
                </a:solidFill>
                <a:latin typeface="Microsoft YaHei"/>
                <a:ea typeface="Microsoft YaHei"/>
                <a:cs typeface="Microsoft YaHei"/>
              </a:rPr>
              <a:t>事实准确 · 叙事清楚</a:t>
            </a:r>
          </a:p>
        </p:txBody>
      </p:sp>
      <p:sp>
        <p:nvSpPr>
          <p:cNvPr id="33" name="set-visual-title">
            <a:extLst xmlns:a="http://schemas.openxmlformats.org/drawingml/2006/main">
              <a:ext uri="{FF2B5EF4-FFF2-40B4-BE49-F238E27FC236}">
                <a16:creationId xmlns:a16="http://schemas.microsoft.com/office/drawing/2014/main" id="{4B7A76C8-B99A-4609-BC9A-FBB7658F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91600" y="3737524"/>
            <a:ext cx="1994449" cy="269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00" b="1" i="0">
                <a:solidFill>
                  <a:srgbClr val="274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74D78"/>
                </a:solidFill>
                <a:latin typeface="Microsoft YaHei"/>
                <a:ea typeface="Microsoft YaHei"/>
                <a:cs typeface="Microsoft YaHei"/>
              </a:rPr>
              <a:t>视觉能力</a:t>
            </a:r>
          </a:p>
        </p:txBody>
      </p:sp>
      <p:sp>
        <p:nvSpPr>
          <p:cNvPr id="34" name="set-visual-body">
            <a:extLst xmlns:a="http://schemas.openxmlformats.org/drawingml/2006/main">
              <a:ext uri="{FF2B5EF4-FFF2-40B4-BE49-F238E27FC236}">
                <a16:creationId xmlns:a16="http://schemas.microsoft.com/office/drawing/2014/main" id="{31973556-4B8B-43AD-A713-04F969B0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91600" y="4064346"/>
            <a:ext cx="1994449" cy="209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400" b="0" i="0">
                <a:solidFill>
                  <a:srgbClr val="6679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66798C"/>
                </a:solidFill>
                <a:latin typeface="Microsoft YaHei"/>
                <a:ea typeface="Microsoft YaHei"/>
                <a:cs typeface="Microsoft YaHei"/>
              </a:rPr>
              <a:t>结构可靠 · 容量适配</a:t>
            </a:r>
          </a:p>
        </p:txBody>
      </p:sp>
      <p:sp>
        <p:nvSpPr>
          <p:cNvPr id="35" name="set-delivery-title">
            <a:extLst xmlns:a="http://schemas.openxmlformats.org/drawingml/2006/main">
              <a:ext uri="{FF2B5EF4-FFF2-40B4-BE49-F238E27FC236}">
                <a16:creationId xmlns:a16="http://schemas.microsoft.com/office/drawing/2014/main" id="{9854F357-FA6F-4655-91F8-3D679BE55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05275" y="5619302"/>
            <a:ext cx="2286000" cy="269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00" b="1" i="0">
                <a:solidFill>
                  <a:srgbClr val="274D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74D78"/>
                </a:solidFill>
                <a:latin typeface="Microsoft YaHei"/>
                <a:ea typeface="Microsoft YaHei"/>
                <a:cs typeface="Microsoft YaHei"/>
              </a:rPr>
              <a:t>交付约束</a:t>
            </a:r>
          </a:p>
        </p:txBody>
      </p:sp>
      <p:sp>
        <p:nvSpPr>
          <p:cNvPr id="36" name="set-delivery-body">
            <a:extLst xmlns:a="http://schemas.openxmlformats.org/drawingml/2006/main">
              <a:ext uri="{FF2B5EF4-FFF2-40B4-BE49-F238E27FC236}">
                <a16:creationId xmlns:a16="http://schemas.microsoft.com/office/drawing/2014/main" id="{5683FA04-B261-4887-8A7A-397399826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05275" y="5946134"/>
            <a:ext cx="2286000" cy="209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400" b="0" i="0">
                <a:solidFill>
                  <a:srgbClr val="6679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66798C"/>
                </a:solidFill>
                <a:latin typeface="Microsoft YaHei"/>
                <a:ea typeface="Microsoft YaHei"/>
                <a:cs typeface="Microsoft YaHei"/>
              </a:rPr>
              <a:t>原生可编 · 稳定一致</a:t>
            </a:r>
          </a:p>
        </p:txBody>
      </p:sp>
    </p:spTree>
    <p:extLst>
      <p:ext uri="{BB962C8B-B14F-4D97-AF65-F5344CB8AC3E}">
        <p14:creationId xmlns:p14="http://schemas.microsoft.com/office/powerpoint/2010/main" val="11870894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95250" dir="5400000">
              <a:srgbClr val="2F5EA8">
                <a:alpha val="10000"/>
              </a:srgbClr>
            </a:outerShdw>
          </a:effectLst>
        </a:effectStyle>
        <a:effectStyle>
          <a:effectLst>
            <a:outerShdw blurRad="171450" dist="95250" dir="5400000">
              <a:srgbClr val="264975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2026-08-26T09:03:21.2500000Z</dcterms:created>
  <dcterms:modified xsi:type="dcterms:W3CDTF">2026-08-26T09:03:21.2500000Z</dcterms:modified>
</coreProperties>
</file>