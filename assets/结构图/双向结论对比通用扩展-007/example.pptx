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ca99074a524acf" /><Relationship Type="http://schemas.openxmlformats.org/officeDocument/2006/relationships/extended-properties" Target="/docProps/app.xml" Id="R9764dd704e014275" /><Relationship Type="http://schemas.openxmlformats.org/officeDocument/2006/relationships/officeDocument" Target="/ppt/presentation.xml" Id="Rf4d8894369b047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fa3e86d2cc463c"/>
  </p:sldMasterIdLst>
  <p:notesMasterIdLst>
    <p:notesMasterId xmlns:r="http://schemas.openxmlformats.org/officeDocument/2006/relationships" r:id="R40b35220304b450b"/>
  </p:notesMasterIdLst>
  <p:sldIdLst>
    <p:sldId xmlns:r="http://schemas.openxmlformats.org/officeDocument/2006/relationships" id="256" r:id="Rcc875d2171c849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5a2043237d4722" /><Relationship Type="http://schemas.openxmlformats.org/officeDocument/2006/relationships/slideMaster" Target="/ppt/slideMasters/slideMaster1.xml" Id="R7cfa3e86d2cc463c" /><Relationship Type="http://schemas.openxmlformats.org/officeDocument/2006/relationships/notesMaster" Target="/ppt/notesMasters/notesMaster1.xml" Id="R40b35220304b450b" /><Relationship Type="http://schemas.openxmlformats.org/officeDocument/2006/relationships/presProps" Target="/ppt/presProps.xml" Id="R7788c6127b0844ed" /><Relationship Type="http://schemas.openxmlformats.org/officeDocument/2006/relationships/tableStyles" Target="/ppt/tableStyles.xml" Id="R401e283ba17643b8" /><Relationship Type="http://schemas.openxmlformats.org/officeDocument/2006/relationships/slide" Target="/ppt/slides/slide1.xml" Id="Rcc875d2171c849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8f3d1628104d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885e2fe0a24fe0" /><Relationship Type="http://schemas.openxmlformats.org/officeDocument/2006/relationships/notesMaster" Target="/ppt/notesMasters/notesMaster1.xml" Id="R9817242ffd9845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a8c1255a6f4c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9c5642c86349c5" /><Relationship Type="http://schemas.openxmlformats.org/officeDocument/2006/relationships/slideLayout" Target="/ppt/slideLayouts/slideLayout1.xml" Id="Rf51e047e779748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1e047e779748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e7f01fc5994dad" /><Relationship Type="http://schemas.openxmlformats.org/officeDocument/2006/relationships/notesSlide" Target="/ppt/notesSlides/notesSlide1.xml" Id="Rda423b18e1de45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ummary-half-left">
            <a:extLst xmlns:a="http://schemas.openxmlformats.org/drawingml/2006/main">
              <a:ext uri="{FF2B5EF4-FFF2-40B4-BE49-F238E27FC236}">
                <a16:creationId xmlns:a16="http://schemas.microsoft.com/office/drawing/2014/main" id="{131A1367-6042-4A77-B0A9-83E0D4FF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767" y="2438400"/>
            <a:ext cx="5143233" cy="2971800"/>
          </a:xfrm>
          <a:custGeom xmlns:a="http://schemas.openxmlformats.org/drawingml/2006/main">
            <a:pathLst>
              <a:path w="5143233" h="2971800">
                <a:moveTo>
                  <a:pt x="1485633" y="0"/>
                </a:moveTo>
                <a:lnTo>
                  <a:pt x="1547946" y="0"/>
                </a:lnTo>
                <a:lnTo>
                  <a:pt x="1610258" y="0"/>
                </a:lnTo>
                <a:lnTo>
                  <a:pt x="1672561" y="0"/>
                </a:lnTo>
                <a:lnTo>
                  <a:pt x="1734874" y="0"/>
                </a:lnTo>
                <a:lnTo>
                  <a:pt x="1797187" y="0"/>
                </a:lnTo>
                <a:lnTo>
                  <a:pt x="1859499" y="0"/>
                </a:lnTo>
                <a:lnTo>
                  <a:pt x="1921802" y="0"/>
                </a:lnTo>
                <a:lnTo>
                  <a:pt x="1984115" y="0"/>
                </a:lnTo>
                <a:lnTo>
                  <a:pt x="2046427" y="0"/>
                </a:lnTo>
                <a:lnTo>
                  <a:pt x="2108740" y="0"/>
                </a:lnTo>
                <a:lnTo>
                  <a:pt x="2171043" y="0"/>
                </a:lnTo>
                <a:lnTo>
                  <a:pt x="2233355" y="0"/>
                </a:lnTo>
                <a:lnTo>
                  <a:pt x="2295668" y="0"/>
                </a:lnTo>
                <a:lnTo>
                  <a:pt x="2357980" y="0"/>
                </a:lnTo>
                <a:lnTo>
                  <a:pt x="2420283" y="0"/>
                </a:lnTo>
                <a:lnTo>
                  <a:pt x="2482596" y="0"/>
                </a:lnTo>
                <a:lnTo>
                  <a:pt x="2544909" y="0"/>
                </a:lnTo>
                <a:lnTo>
                  <a:pt x="2607221" y="0"/>
                </a:lnTo>
                <a:lnTo>
                  <a:pt x="2669534" y="0"/>
                </a:lnTo>
                <a:lnTo>
                  <a:pt x="2731837" y="0"/>
                </a:lnTo>
                <a:lnTo>
                  <a:pt x="2794149" y="0"/>
                </a:lnTo>
                <a:lnTo>
                  <a:pt x="2856462" y="0"/>
                </a:lnTo>
                <a:lnTo>
                  <a:pt x="2918774" y="0"/>
                </a:lnTo>
                <a:lnTo>
                  <a:pt x="2981077" y="0"/>
                </a:lnTo>
                <a:lnTo>
                  <a:pt x="3043390" y="0"/>
                </a:lnTo>
                <a:lnTo>
                  <a:pt x="3105702" y="0"/>
                </a:lnTo>
                <a:lnTo>
                  <a:pt x="3168015" y="0"/>
                </a:lnTo>
                <a:lnTo>
                  <a:pt x="3230318" y="0"/>
                </a:lnTo>
                <a:lnTo>
                  <a:pt x="3292631" y="0"/>
                </a:lnTo>
                <a:lnTo>
                  <a:pt x="3354943" y="0"/>
                </a:lnTo>
                <a:lnTo>
                  <a:pt x="3417256" y="0"/>
                </a:lnTo>
                <a:lnTo>
                  <a:pt x="3479559" y="0"/>
                </a:lnTo>
                <a:lnTo>
                  <a:pt x="3541871" y="0"/>
                </a:lnTo>
                <a:lnTo>
                  <a:pt x="3604184" y="0"/>
                </a:lnTo>
                <a:lnTo>
                  <a:pt x="3666496" y="0"/>
                </a:lnTo>
                <a:lnTo>
                  <a:pt x="3728799" y="0"/>
                </a:lnTo>
                <a:lnTo>
                  <a:pt x="3791112" y="0"/>
                </a:lnTo>
                <a:lnTo>
                  <a:pt x="3853424" y="0"/>
                </a:lnTo>
                <a:lnTo>
                  <a:pt x="3915737" y="0"/>
                </a:lnTo>
                <a:lnTo>
                  <a:pt x="3978040" y="0"/>
                </a:lnTo>
                <a:lnTo>
                  <a:pt x="4040353" y="0"/>
                </a:lnTo>
                <a:lnTo>
                  <a:pt x="4102665" y="0"/>
                </a:lnTo>
                <a:lnTo>
                  <a:pt x="4164978" y="0"/>
                </a:lnTo>
                <a:lnTo>
                  <a:pt x="4227281" y="0"/>
                </a:lnTo>
                <a:lnTo>
                  <a:pt x="4289593" y="0"/>
                </a:lnTo>
                <a:lnTo>
                  <a:pt x="4351906" y="0"/>
                </a:lnTo>
                <a:lnTo>
                  <a:pt x="4414218" y="0"/>
                </a:lnTo>
                <a:lnTo>
                  <a:pt x="4476521" y="0"/>
                </a:lnTo>
                <a:lnTo>
                  <a:pt x="4538834" y="0"/>
                </a:lnTo>
                <a:lnTo>
                  <a:pt x="4601147" y="0"/>
                </a:lnTo>
                <a:lnTo>
                  <a:pt x="4663459" y="0"/>
                </a:lnTo>
                <a:lnTo>
                  <a:pt x="4725772" y="0"/>
                </a:lnTo>
                <a:lnTo>
                  <a:pt x="4788075" y="0"/>
                </a:lnTo>
                <a:lnTo>
                  <a:pt x="4850387" y="0"/>
                </a:lnTo>
                <a:lnTo>
                  <a:pt x="4912700" y="0"/>
                </a:lnTo>
                <a:lnTo>
                  <a:pt x="4975012" y="0"/>
                </a:lnTo>
                <a:lnTo>
                  <a:pt x="5037315" y="0"/>
                </a:lnTo>
                <a:lnTo>
                  <a:pt x="5099628" y="0"/>
                </a:lnTo>
                <a:lnTo>
                  <a:pt x="5143233" y="18707"/>
                </a:lnTo>
                <a:lnTo>
                  <a:pt x="5143233" y="81010"/>
                </a:lnTo>
                <a:lnTo>
                  <a:pt x="5143233" y="143323"/>
                </a:lnTo>
                <a:lnTo>
                  <a:pt x="5143233" y="205635"/>
                </a:lnTo>
                <a:lnTo>
                  <a:pt x="5143233" y="267948"/>
                </a:lnTo>
                <a:lnTo>
                  <a:pt x="5143233" y="330251"/>
                </a:lnTo>
                <a:lnTo>
                  <a:pt x="5143233" y="392563"/>
                </a:lnTo>
                <a:lnTo>
                  <a:pt x="5143233" y="454876"/>
                </a:lnTo>
                <a:lnTo>
                  <a:pt x="5143233" y="517188"/>
                </a:lnTo>
                <a:lnTo>
                  <a:pt x="5143233" y="579491"/>
                </a:lnTo>
                <a:lnTo>
                  <a:pt x="5143233" y="641804"/>
                </a:lnTo>
                <a:lnTo>
                  <a:pt x="5143233" y="704117"/>
                </a:lnTo>
                <a:lnTo>
                  <a:pt x="5143233" y="766429"/>
                </a:lnTo>
                <a:lnTo>
                  <a:pt x="5143233" y="828742"/>
                </a:lnTo>
                <a:lnTo>
                  <a:pt x="5143233" y="891045"/>
                </a:lnTo>
                <a:lnTo>
                  <a:pt x="5143233" y="953357"/>
                </a:lnTo>
                <a:lnTo>
                  <a:pt x="5143233" y="1015670"/>
                </a:lnTo>
                <a:lnTo>
                  <a:pt x="5143233" y="1077982"/>
                </a:lnTo>
                <a:lnTo>
                  <a:pt x="5143233" y="1140285"/>
                </a:lnTo>
                <a:lnTo>
                  <a:pt x="5143233" y="1202598"/>
                </a:lnTo>
                <a:lnTo>
                  <a:pt x="5143233" y="1264910"/>
                </a:lnTo>
                <a:lnTo>
                  <a:pt x="5143233" y="1327223"/>
                </a:lnTo>
                <a:lnTo>
                  <a:pt x="5143233" y="1389526"/>
                </a:lnTo>
                <a:lnTo>
                  <a:pt x="5143233" y="1451839"/>
                </a:lnTo>
                <a:lnTo>
                  <a:pt x="5143233" y="1514151"/>
                </a:lnTo>
                <a:lnTo>
                  <a:pt x="5143233" y="1576464"/>
                </a:lnTo>
                <a:lnTo>
                  <a:pt x="5143233" y="1638767"/>
                </a:lnTo>
                <a:lnTo>
                  <a:pt x="5143233" y="1701079"/>
                </a:lnTo>
                <a:lnTo>
                  <a:pt x="5143233" y="1763392"/>
                </a:lnTo>
                <a:lnTo>
                  <a:pt x="5143233" y="1825704"/>
                </a:lnTo>
                <a:lnTo>
                  <a:pt x="5143233" y="1888007"/>
                </a:lnTo>
                <a:lnTo>
                  <a:pt x="5143233" y="1950320"/>
                </a:lnTo>
                <a:lnTo>
                  <a:pt x="5143233" y="2012633"/>
                </a:lnTo>
                <a:lnTo>
                  <a:pt x="5143233" y="2074945"/>
                </a:lnTo>
                <a:lnTo>
                  <a:pt x="5143233" y="2137248"/>
                </a:lnTo>
                <a:lnTo>
                  <a:pt x="5143233" y="2199561"/>
                </a:lnTo>
                <a:lnTo>
                  <a:pt x="5143233" y="2261873"/>
                </a:lnTo>
                <a:lnTo>
                  <a:pt x="5143233" y="2324186"/>
                </a:lnTo>
                <a:lnTo>
                  <a:pt x="5143233" y="2386489"/>
                </a:lnTo>
                <a:lnTo>
                  <a:pt x="5143233" y="2448801"/>
                </a:lnTo>
                <a:lnTo>
                  <a:pt x="5143233" y="2511114"/>
                </a:lnTo>
                <a:lnTo>
                  <a:pt x="5143233" y="2573426"/>
                </a:lnTo>
                <a:lnTo>
                  <a:pt x="5143233" y="2635729"/>
                </a:lnTo>
                <a:lnTo>
                  <a:pt x="5143233" y="2698042"/>
                </a:lnTo>
                <a:lnTo>
                  <a:pt x="5143233" y="2760355"/>
                </a:lnTo>
                <a:lnTo>
                  <a:pt x="5143233" y="2822667"/>
                </a:lnTo>
                <a:lnTo>
                  <a:pt x="5143233" y="2884980"/>
                </a:lnTo>
                <a:lnTo>
                  <a:pt x="5143233" y="2947283"/>
                </a:lnTo>
                <a:lnTo>
                  <a:pt x="5105438" y="2971800"/>
                </a:lnTo>
                <a:lnTo>
                  <a:pt x="5043126" y="2971800"/>
                </a:lnTo>
                <a:lnTo>
                  <a:pt x="4980823" y="2971800"/>
                </a:lnTo>
                <a:lnTo>
                  <a:pt x="4918510" y="2971800"/>
                </a:lnTo>
                <a:lnTo>
                  <a:pt x="4856197" y="2971800"/>
                </a:lnTo>
                <a:lnTo>
                  <a:pt x="4793885" y="2971800"/>
                </a:lnTo>
                <a:lnTo>
                  <a:pt x="4731582" y="2971800"/>
                </a:lnTo>
                <a:lnTo>
                  <a:pt x="4669269" y="2971800"/>
                </a:lnTo>
                <a:lnTo>
                  <a:pt x="4606957" y="2971800"/>
                </a:lnTo>
                <a:lnTo>
                  <a:pt x="4544644" y="2971800"/>
                </a:lnTo>
                <a:lnTo>
                  <a:pt x="4482341" y="2971800"/>
                </a:lnTo>
                <a:lnTo>
                  <a:pt x="4420029" y="2971800"/>
                </a:lnTo>
                <a:lnTo>
                  <a:pt x="4357716" y="2971800"/>
                </a:lnTo>
                <a:lnTo>
                  <a:pt x="4295404" y="2971800"/>
                </a:lnTo>
                <a:lnTo>
                  <a:pt x="4233101" y="2971800"/>
                </a:lnTo>
                <a:lnTo>
                  <a:pt x="4170788" y="2971800"/>
                </a:lnTo>
                <a:lnTo>
                  <a:pt x="4108475" y="2971800"/>
                </a:lnTo>
                <a:lnTo>
                  <a:pt x="4046163" y="2971800"/>
                </a:lnTo>
                <a:lnTo>
                  <a:pt x="3983850" y="2971800"/>
                </a:lnTo>
                <a:lnTo>
                  <a:pt x="3921547" y="2971800"/>
                </a:lnTo>
                <a:lnTo>
                  <a:pt x="3859235" y="2971800"/>
                </a:lnTo>
                <a:lnTo>
                  <a:pt x="3796922" y="2971800"/>
                </a:lnTo>
                <a:lnTo>
                  <a:pt x="3734610" y="2971800"/>
                </a:lnTo>
                <a:lnTo>
                  <a:pt x="3672307" y="2971800"/>
                </a:lnTo>
                <a:lnTo>
                  <a:pt x="3609994" y="2971800"/>
                </a:lnTo>
                <a:lnTo>
                  <a:pt x="3547682" y="2971800"/>
                </a:lnTo>
                <a:lnTo>
                  <a:pt x="3485369" y="2971800"/>
                </a:lnTo>
                <a:lnTo>
                  <a:pt x="3423066" y="2971800"/>
                </a:lnTo>
                <a:lnTo>
                  <a:pt x="3360753" y="2971800"/>
                </a:lnTo>
                <a:lnTo>
                  <a:pt x="3298441" y="2971800"/>
                </a:lnTo>
                <a:lnTo>
                  <a:pt x="3236128" y="2971800"/>
                </a:lnTo>
                <a:lnTo>
                  <a:pt x="3173825" y="2971800"/>
                </a:lnTo>
                <a:lnTo>
                  <a:pt x="3111513" y="2971800"/>
                </a:lnTo>
                <a:lnTo>
                  <a:pt x="3049200" y="2971800"/>
                </a:lnTo>
                <a:lnTo>
                  <a:pt x="2986888" y="2971800"/>
                </a:lnTo>
                <a:lnTo>
                  <a:pt x="2924585" y="2971800"/>
                </a:lnTo>
                <a:lnTo>
                  <a:pt x="2862272" y="2971800"/>
                </a:lnTo>
                <a:lnTo>
                  <a:pt x="2799959" y="2971800"/>
                </a:lnTo>
                <a:lnTo>
                  <a:pt x="2737647" y="2971800"/>
                </a:lnTo>
                <a:lnTo>
                  <a:pt x="2675344" y="2971800"/>
                </a:lnTo>
                <a:lnTo>
                  <a:pt x="2613031" y="2971800"/>
                </a:lnTo>
                <a:lnTo>
                  <a:pt x="2550719" y="2971800"/>
                </a:lnTo>
                <a:lnTo>
                  <a:pt x="2488406" y="2971800"/>
                </a:lnTo>
                <a:lnTo>
                  <a:pt x="2426103" y="2971800"/>
                </a:lnTo>
                <a:lnTo>
                  <a:pt x="2363791" y="2971800"/>
                </a:lnTo>
                <a:lnTo>
                  <a:pt x="2301478" y="2971800"/>
                </a:lnTo>
                <a:lnTo>
                  <a:pt x="2239166" y="2971800"/>
                </a:lnTo>
                <a:lnTo>
                  <a:pt x="2176863" y="2971800"/>
                </a:lnTo>
                <a:lnTo>
                  <a:pt x="2114550" y="2971800"/>
                </a:lnTo>
                <a:lnTo>
                  <a:pt x="2052237" y="2971800"/>
                </a:lnTo>
                <a:lnTo>
                  <a:pt x="1989925" y="2971800"/>
                </a:lnTo>
                <a:lnTo>
                  <a:pt x="1927612" y="2971800"/>
                </a:lnTo>
                <a:lnTo>
                  <a:pt x="1865309" y="2971800"/>
                </a:lnTo>
                <a:lnTo>
                  <a:pt x="1802997" y="2971800"/>
                </a:lnTo>
                <a:lnTo>
                  <a:pt x="1740684" y="2971800"/>
                </a:lnTo>
                <a:lnTo>
                  <a:pt x="1678372" y="2971800"/>
                </a:lnTo>
                <a:lnTo>
                  <a:pt x="1616069" y="2971800"/>
                </a:lnTo>
                <a:lnTo>
                  <a:pt x="1553756" y="2971800"/>
                </a:lnTo>
                <a:lnTo>
                  <a:pt x="1491444" y="2971800"/>
                </a:lnTo>
                <a:lnTo>
                  <a:pt x="1429150" y="2970743"/>
                </a:lnTo>
                <a:lnTo>
                  <a:pt x="1366952" y="2967104"/>
                </a:lnTo>
                <a:lnTo>
                  <a:pt x="1304954" y="2960865"/>
                </a:lnTo>
                <a:lnTo>
                  <a:pt x="1243279" y="2952036"/>
                </a:lnTo>
                <a:lnTo>
                  <a:pt x="1182033" y="2940606"/>
                </a:lnTo>
                <a:lnTo>
                  <a:pt x="1121321" y="2926594"/>
                </a:lnTo>
                <a:lnTo>
                  <a:pt x="1061256" y="2910040"/>
                </a:lnTo>
                <a:lnTo>
                  <a:pt x="1001944" y="2890942"/>
                </a:lnTo>
                <a:lnTo>
                  <a:pt x="943499" y="2869368"/>
                </a:lnTo>
                <a:lnTo>
                  <a:pt x="886016" y="2845346"/>
                </a:lnTo>
                <a:lnTo>
                  <a:pt x="829589" y="2818914"/>
                </a:lnTo>
                <a:lnTo>
                  <a:pt x="774325" y="2790139"/>
                </a:lnTo>
                <a:lnTo>
                  <a:pt x="720319" y="2759069"/>
                </a:lnTo>
                <a:lnTo>
                  <a:pt x="667664" y="2725769"/>
                </a:lnTo>
                <a:lnTo>
                  <a:pt x="616439" y="2690298"/>
                </a:lnTo>
                <a:lnTo>
                  <a:pt x="566738" y="2652722"/>
                </a:lnTo>
                <a:lnTo>
                  <a:pt x="518646" y="2613108"/>
                </a:lnTo>
                <a:lnTo>
                  <a:pt x="472240" y="2571531"/>
                </a:lnTo>
                <a:lnTo>
                  <a:pt x="427596" y="2528068"/>
                </a:lnTo>
                <a:lnTo>
                  <a:pt x="384810" y="2482787"/>
                </a:lnTo>
                <a:lnTo>
                  <a:pt x="343929" y="2435762"/>
                </a:lnTo>
                <a:lnTo>
                  <a:pt x="305048" y="2387079"/>
                </a:lnTo>
                <a:lnTo>
                  <a:pt x="268214" y="2336825"/>
                </a:lnTo>
                <a:lnTo>
                  <a:pt x="233524" y="2285076"/>
                </a:lnTo>
                <a:lnTo>
                  <a:pt x="201016" y="2231917"/>
                </a:lnTo>
                <a:lnTo>
                  <a:pt x="170764" y="2177444"/>
                </a:lnTo>
                <a:lnTo>
                  <a:pt x="142827" y="2121760"/>
                </a:lnTo>
                <a:lnTo>
                  <a:pt x="117262" y="2064934"/>
                </a:lnTo>
                <a:lnTo>
                  <a:pt x="94107" y="2007089"/>
                </a:lnTo>
                <a:lnTo>
                  <a:pt x="73428" y="1948320"/>
                </a:lnTo>
                <a:lnTo>
                  <a:pt x="55245" y="1888731"/>
                </a:lnTo>
                <a:lnTo>
                  <a:pt x="39595" y="1828419"/>
                </a:lnTo>
                <a:lnTo>
                  <a:pt x="26518" y="1767507"/>
                </a:lnTo>
                <a:lnTo>
                  <a:pt x="16021" y="1706089"/>
                </a:lnTo>
                <a:lnTo>
                  <a:pt x="8125" y="1644282"/>
                </a:lnTo>
                <a:lnTo>
                  <a:pt x="2819" y="1582207"/>
                </a:lnTo>
                <a:lnTo>
                  <a:pt x="124" y="1519961"/>
                </a:lnTo>
                <a:lnTo>
                  <a:pt x="0" y="1457658"/>
                </a:lnTo>
                <a:lnTo>
                  <a:pt x="2457" y="1395393"/>
                </a:lnTo>
                <a:lnTo>
                  <a:pt x="7515" y="1333300"/>
                </a:lnTo>
                <a:lnTo>
                  <a:pt x="15173" y="1271464"/>
                </a:lnTo>
                <a:lnTo>
                  <a:pt x="25432" y="1210008"/>
                </a:lnTo>
                <a:lnTo>
                  <a:pt x="38271" y="1149039"/>
                </a:lnTo>
                <a:lnTo>
                  <a:pt x="53673" y="1088669"/>
                </a:lnTo>
                <a:lnTo>
                  <a:pt x="71618" y="1029005"/>
                </a:lnTo>
                <a:lnTo>
                  <a:pt x="92078" y="970150"/>
                </a:lnTo>
                <a:lnTo>
                  <a:pt x="114995" y="912219"/>
                </a:lnTo>
                <a:lnTo>
                  <a:pt x="140341" y="855297"/>
                </a:lnTo>
                <a:lnTo>
                  <a:pt x="168059" y="799500"/>
                </a:lnTo>
                <a:lnTo>
                  <a:pt x="198101" y="744912"/>
                </a:lnTo>
                <a:lnTo>
                  <a:pt x="230400" y="691629"/>
                </a:lnTo>
                <a:lnTo>
                  <a:pt x="264890" y="639747"/>
                </a:lnTo>
                <a:lnTo>
                  <a:pt x="301523" y="589340"/>
                </a:lnTo>
                <a:lnTo>
                  <a:pt x="340214" y="540515"/>
                </a:lnTo>
                <a:lnTo>
                  <a:pt x="380914" y="493328"/>
                </a:lnTo>
                <a:lnTo>
                  <a:pt x="423529" y="447875"/>
                </a:lnTo>
                <a:lnTo>
                  <a:pt x="468001" y="404241"/>
                </a:lnTo>
                <a:lnTo>
                  <a:pt x="514245" y="362483"/>
                </a:lnTo>
                <a:lnTo>
                  <a:pt x="562185" y="322688"/>
                </a:lnTo>
                <a:lnTo>
                  <a:pt x="611734" y="284921"/>
                </a:lnTo>
                <a:lnTo>
                  <a:pt x="662816" y="249250"/>
                </a:lnTo>
                <a:lnTo>
                  <a:pt x="715347" y="215741"/>
                </a:lnTo>
                <a:lnTo>
                  <a:pt x="769239" y="184461"/>
                </a:lnTo>
                <a:lnTo>
                  <a:pt x="824379" y="155467"/>
                </a:lnTo>
                <a:lnTo>
                  <a:pt x="880701" y="128826"/>
                </a:lnTo>
                <a:lnTo>
                  <a:pt x="938098" y="104565"/>
                </a:lnTo>
                <a:lnTo>
                  <a:pt x="996458" y="82763"/>
                </a:lnTo>
                <a:lnTo>
                  <a:pt x="1055694" y="63437"/>
                </a:lnTo>
                <a:lnTo>
                  <a:pt x="1115692" y="46644"/>
                </a:lnTo>
                <a:lnTo>
                  <a:pt x="1176347" y="32395"/>
                </a:lnTo>
                <a:lnTo>
                  <a:pt x="1237545" y="20726"/>
                </a:lnTo>
                <a:lnTo>
                  <a:pt x="1299191" y="11649"/>
                </a:lnTo>
                <a:lnTo>
                  <a:pt x="1361161" y="5172"/>
                </a:lnTo>
                <a:lnTo>
                  <a:pt x="1423340" y="1286"/>
                </a:lnTo>
                <a:lnTo>
                  <a:pt x="1485633" y="0"/>
                </a:lnTo>
                <a:close/>
              </a:path>
            </a:pathLst>
          </a:custGeom>
          <a:solidFill xmlns:a="http://schemas.openxmlformats.org/drawingml/2006/main">
            <a:srgbClr val="EDF5F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summary-half-right">
            <a:extLst xmlns:a="http://schemas.openxmlformats.org/drawingml/2006/main">
              <a:ext uri="{FF2B5EF4-FFF2-40B4-BE49-F238E27FC236}">
                <a16:creationId xmlns:a16="http://schemas.microsoft.com/office/drawing/2014/main" id="{46224C36-AEFA-48E2-BA9D-1C9B58C7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2438400"/>
            <a:ext cx="5143233" cy="2971800"/>
          </a:xfrm>
          <a:custGeom xmlns:a="http://schemas.openxmlformats.org/drawingml/2006/main">
            <a:pathLst>
              <a:path w="5143233" h="2971800">
                <a:moveTo>
                  <a:pt x="3657600" y="0"/>
                </a:moveTo>
                <a:lnTo>
                  <a:pt x="3595287" y="0"/>
                </a:lnTo>
                <a:lnTo>
                  <a:pt x="3532984" y="0"/>
                </a:lnTo>
                <a:lnTo>
                  <a:pt x="3470672" y="0"/>
                </a:lnTo>
                <a:lnTo>
                  <a:pt x="3408359" y="0"/>
                </a:lnTo>
                <a:lnTo>
                  <a:pt x="3346047" y="0"/>
                </a:lnTo>
                <a:lnTo>
                  <a:pt x="3283734" y="0"/>
                </a:lnTo>
                <a:lnTo>
                  <a:pt x="3221431" y="0"/>
                </a:lnTo>
                <a:lnTo>
                  <a:pt x="3159119" y="0"/>
                </a:lnTo>
                <a:lnTo>
                  <a:pt x="3096806" y="0"/>
                </a:lnTo>
                <a:lnTo>
                  <a:pt x="3034494" y="0"/>
                </a:lnTo>
                <a:lnTo>
                  <a:pt x="2972191" y="0"/>
                </a:lnTo>
                <a:lnTo>
                  <a:pt x="2909878" y="0"/>
                </a:lnTo>
                <a:lnTo>
                  <a:pt x="2847565" y="0"/>
                </a:lnTo>
                <a:lnTo>
                  <a:pt x="2785253" y="0"/>
                </a:lnTo>
                <a:lnTo>
                  <a:pt x="2722950" y="0"/>
                </a:lnTo>
                <a:lnTo>
                  <a:pt x="2660637" y="0"/>
                </a:lnTo>
                <a:lnTo>
                  <a:pt x="2598325" y="0"/>
                </a:lnTo>
                <a:lnTo>
                  <a:pt x="2536012" y="0"/>
                </a:lnTo>
                <a:lnTo>
                  <a:pt x="2473709" y="0"/>
                </a:lnTo>
                <a:lnTo>
                  <a:pt x="2411397" y="0"/>
                </a:lnTo>
                <a:lnTo>
                  <a:pt x="2349084" y="0"/>
                </a:lnTo>
                <a:lnTo>
                  <a:pt x="2286772" y="0"/>
                </a:lnTo>
                <a:lnTo>
                  <a:pt x="2224469" y="0"/>
                </a:lnTo>
                <a:lnTo>
                  <a:pt x="2162156" y="0"/>
                </a:lnTo>
                <a:lnTo>
                  <a:pt x="2099843" y="0"/>
                </a:lnTo>
                <a:lnTo>
                  <a:pt x="2037531" y="0"/>
                </a:lnTo>
                <a:lnTo>
                  <a:pt x="1975218" y="0"/>
                </a:lnTo>
                <a:lnTo>
                  <a:pt x="1912915" y="0"/>
                </a:lnTo>
                <a:lnTo>
                  <a:pt x="1850603" y="0"/>
                </a:lnTo>
                <a:lnTo>
                  <a:pt x="1788290" y="0"/>
                </a:lnTo>
                <a:lnTo>
                  <a:pt x="1725978" y="0"/>
                </a:lnTo>
                <a:lnTo>
                  <a:pt x="1663675" y="0"/>
                </a:lnTo>
                <a:lnTo>
                  <a:pt x="1601362" y="0"/>
                </a:lnTo>
                <a:lnTo>
                  <a:pt x="1539050" y="0"/>
                </a:lnTo>
                <a:lnTo>
                  <a:pt x="1476737" y="0"/>
                </a:lnTo>
                <a:lnTo>
                  <a:pt x="1414434" y="0"/>
                </a:lnTo>
                <a:lnTo>
                  <a:pt x="1352121" y="0"/>
                </a:lnTo>
                <a:lnTo>
                  <a:pt x="1289809" y="0"/>
                </a:lnTo>
                <a:lnTo>
                  <a:pt x="1227496" y="0"/>
                </a:lnTo>
                <a:lnTo>
                  <a:pt x="1165193" y="0"/>
                </a:lnTo>
                <a:lnTo>
                  <a:pt x="1102881" y="0"/>
                </a:lnTo>
                <a:lnTo>
                  <a:pt x="1040568" y="0"/>
                </a:lnTo>
                <a:lnTo>
                  <a:pt x="978256" y="0"/>
                </a:lnTo>
                <a:lnTo>
                  <a:pt x="915953" y="0"/>
                </a:lnTo>
                <a:lnTo>
                  <a:pt x="853640" y="0"/>
                </a:lnTo>
                <a:lnTo>
                  <a:pt x="791327" y="0"/>
                </a:lnTo>
                <a:lnTo>
                  <a:pt x="729015" y="0"/>
                </a:lnTo>
                <a:lnTo>
                  <a:pt x="666712" y="0"/>
                </a:lnTo>
                <a:lnTo>
                  <a:pt x="604399" y="0"/>
                </a:lnTo>
                <a:lnTo>
                  <a:pt x="542087" y="0"/>
                </a:lnTo>
                <a:lnTo>
                  <a:pt x="479774" y="0"/>
                </a:lnTo>
                <a:lnTo>
                  <a:pt x="417462" y="0"/>
                </a:lnTo>
                <a:lnTo>
                  <a:pt x="355159" y="0"/>
                </a:lnTo>
                <a:lnTo>
                  <a:pt x="292846" y="0"/>
                </a:lnTo>
                <a:lnTo>
                  <a:pt x="230534" y="0"/>
                </a:lnTo>
                <a:lnTo>
                  <a:pt x="168221" y="0"/>
                </a:lnTo>
                <a:lnTo>
                  <a:pt x="105918" y="0"/>
                </a:lnTo>
                <a:lnTo>
                  <a:pt x="43605" y="0"/>
                </a:lnTo>
                <a:lnTo>
                  <a:pt x="0" y="18707"/>
                </a:lnTo>
                <a:lnTo>
                  <a:pt x="0" y="81020"/>
                </a:lnTo>
                <a:lnTo>
                  <a:pt x="0" y="143323"/>
                </a:lnTo>
                <a:lnTo>
                  <a:pt x="0" y="205635"/>
                </a:lnTo>
                <a:lnTo>
                  <a:pt x="0" y="267948"/>
                </a:lnTo>
                <a:lnTo>
                  <a:pt x="0" y="330260"/>
                </a:lnTo>
                <a:lnTo>
                  <a:pt x="0" y="392563"/>
                </a:lnTo>
                <a:lnTo>
                  <a:pt x="0" y="454876"/>
                </a:lnTo>
                <a:lnTo>
                  <a:pt x="0" y="517188"/>
                </a:lnTo>
                <a:lnTo>
                  <a:pt x="0" y="579501"/>
                </a:lnTo>
                <a:lnTo>
                  <a:pt x="0" y="641804"/>
                </a:lnTo>
                <a:lnTo>
                  <a:pt x="0" y="704117"/>
                </a:lnTo>
                <a:lnTo>
                  <a:pt x="0" y="766429"/>
                </a:lnTo>
                <a:lnTo>
                  <a:pt x="0" y="828742"/>
                </a:lnTo>
                <a:lnTo>
                  <a:pt x="0" y="891045"/>
                </a:lnTo>
                <a:lnTo>
                  <a:pt x="0" y="953357"/>
                </a:lnTo>
                <a:lnTo>
                  <a:pt x="0" y="1015670"/>
                </a:lnTo>
                <a:lnTo>
                  <a:pt x="0" y="1077982"/>
                </a:lnTo>
                <a:lnTo>
                  <a:pt x="0" y="1140295"/>
                </a:lnTo>
                <a:lnTo>
                  <a:pt x="0" y="1202598"/>
                </a:lnTo>
                <a:lnTo>
                  <a:pt x="0" y="1264910"/>
                </a:lnTo>
                <a:lnTo>
                  <a:pt x="0" y="1327223"/>
                </a:lnTo>
                <a:lnTo>
                  <a:pt x="0" y="1389536"/>
                </a:lnTo>
                <a:lnTo>
                  <a:pt x="0" y="1451839"/>
                </a:lnTo>
                <a:lnTo>
                  <a:pt x="0" y="1514151"/>
                </a:lnTo>
                <a:lnTo>
                  <a:pt x="0" y="1576464"/>
                </a:lnTo>
                <a:lnTo>
                  <a:pt x="0" y="1638776"/>
                </a:lnTo>
                <a:lnTo>
                  <a:pt x="0" y="1701079"/>
                </a:lnTo>
                <a:lnTo>
                  <a:pt x="0" y="1763392"/>
                </a:lnTo>
                <a:lnTo>
                  <a:pt x="0" y="1825704"/>
                </a:lnTo>
                <a:lnTo>
                  <a:pt x="0" y="1888017"/>
                </a:lnTo>
                <a:lnTo>
                  <a:pt x="0" y="1950320"/>
                </a:lnTo>
                <a:lnTo>
                  <a:pt x="0" y="2012633"/>
                </a:lnTo>
                <a:lnTo>
                  <a:pt x="0" y="2074945"/>
                </a:lnTo>
                <a:lnTo>
                  <a:pt x="0" y="2137258"/>
                </a:lnTo>
                <a:lnTo>
                  <a:pt x="0" y="2199561"/>
                </a:lnTo>
                <a:lnTo>
                  <a:pt x="0" y="2261873"/>
                </a:lnTo>
                <a:lnTo>
                  <a:pt x="0" y="2324186"/>
                </a:lnTo>
                <a:lnTo>
                  <a:pt x="0" y="2386498"/>
                </a:lnTo>
                <a:lnTo>
                  <a:pt x="0" y="2448801"/>
                </a:lnTo>
                <a:lnTo>
                  <a:pt x="0" y="2511114"/>
                </a:lnTo>
                <a:lnTo>
                  <a:pt x="0" y="2573426"/>
                </a:lnTo>
                <a:lnTo>
                  <a:pt x="0" y="2635739"/>
                </a:lnTo>
                <a:lnTo>
                  <a:pt x="0" y="2698052"/>
                </a:lnTo>
                <a:lnTo>
                  <a:pt x="0" y="2760355"/>
                </a:lnTo>
                <a:lnTo>
                  <a:pt x="0" y="2822667"/>
                </a:lnTo>
                <a:lnTo>
                  <a:pt x="0" y="2884980"/>
                </a:lnTo>
                <a:lnTo>
                  <a:pt x="0" y="2947292"/>
                </a:lnTo>
                <a:lnTo>
                  <a:pt x="37795" y="2971800"/>
                </a:lnTo>
                <a:lnTo>
                  <a:pt x="100108" y="2971800"/>
                </a:lnTo>
                <a:lnTo>
                  <a:pt x="162420" y="2971800"/>
                </a:lnTo>
                <a:lnTo>
                  <a:pt x="224733" y="2971800"/>
                </a:lnTo>
                <a:lnTo>
                  <a:pt x="287036" y="2971800"/>
                </a:lnTo>
                <a:lnTo>
                  <a:pt x="349348" y="2971800"/>
                </a:lnTo>
                <a:lnTo>
                  <a:pt x="411661" y="2971800"/>
                </a:lnTo>
                <a:lnTo>
                  <a:pt x="473974" y="2971800"/>
                </a:lnTo>
                <a:lnTo>
                  <a:pt x="536277" y="2971800"/>
                </a:lnTo>
                <a:lnTo>
                  <a:pt x="598589" y="2971800"/>
                </a:lnTo>
                <a:lnTo>
                  <a:pt x="660902" y="2971800"/>
                </a:lnTo>
                <a:lnTo>
                  <a:pt x="723214" y="2971800"/>
                </a:lnTo>
                <a:lnTo>
                  <a:pt x="785517" y="2971800"/>
                </a:lnTo>
                <a:lnTo>
                  <a:pt x="847830" y="2971800"/>
                </a:lnTo>
                <a:lnTo>
                  <a:pt x="910142" y="2971800"/>
                </a:lnTo>
                <a:lnTo>
                  <a:pt x="972455" y="2971800"/>
                </a:lnTo>
                <a:lnTo>
                  <a:pt x="1034758" y="2971800"/>
                </a:lnTo>
                <a:lnTo>
                  <a:pt x="1097070" y="2971800"/>
                </a:lnTo>
                <a:lnTo>
                  <a:pt x="1159383" y="2971800"/>
                </a:lnTo>
                <a:lnTo>
                  <a:pt x="1221696" y="2971800"/>
                </a:lnTo>
                <a:lnTo>
                  <a:pt x="1283999" y="2971800"/>
                </a:lnTo>
                <a:lnTo>
                  <a:pt x="1346311" y="2971800"/>
                </a:lnTo>
                <a:lnTo>
                  <a:pt x="1408624" y="2971800"/>
                </a:lnTo>
                <a:lnTo>
                  <a:pt x="1470936" y="2971800"/>
                </a:lnTo>
                <a:lnTo>
                  <a:pt x="1533249" y="2971800"/>
                </a:lnTo>
                <a:lnTo>
                  <a:pt x="1595552" y="2971800"/>
                </a:lnTo>
                <a:lnTo>
                  <a:pt x="1657864" y="2971800"/>
                </a:lnTo>
                <a:lnTo>
                  <a:pt x="1720177" y="2971800"/>
                </a:lnTo>
                <a:lnTo>
                  <a:pt x="1782489" y="2971800"/>
                </a:lnTo>
                <a:lnTo>
                  <a:pt x="1844792" y="2971800"/>
                </a:lnTo>
                <a:lnTo>
                  <a:pt x="1907105" y="2971800"/>
                </a:lnTo>
                <a:lnTo>
                  <a:pt x="1969418" y="2971800"/>
                </a:lnTo>
                <a:lnTo>
                  <a:pt x="2031730" y="2971800"/>
                </a:lnTo>
                <a:lnTo>
                  <a:pt x="2094033" y="2971800"/>
                </a:lnTo>
                <a:lnTo>
                  <a:pt x="2156346" y="2971800"/>
                </a:lnTo>
                <a:lnTo>
                  <a:pt x="2218658" y="2971800"/>
                </a:lnTo>
                <a:lnTo>
                  <a:pt x="2280971" y="2971800"/>
                </a:lnTo>
                <a:lnTo>
                  <a:pt x="2343274" y="2971800"/>
                </a:lnTo>
                <a:lnTo>
                  <a:pt x="2405586" y="2971800"/>
                </a:lnTo>
                <a:lnTo>
                  <a:pt x="2467899" y="2971800"/>
                </a:lnTo>
                <a:lnTo>
                  <a:pt x="2530211" y="2971800"/>
                </a:lnTo>
                <a:lnTo>
                  <a:pt x="2592515" y="2971800"/>
                </a:lnTo>
                <a:lnTo>
                  <a:pt x="2654827" y="2971800"/>
                </a:lnTo>
                <a:lnTo>
                  <a:pt x="2717140" y="2971800"/>
                </a:lnTo>
                <a:lnTo>
                  <a:pt x="2779452" y="2971800"/>
                </a:lnTo>
                <a:lnTo>
                  <a:pt x="2841755" y="2971800"/>
                </a:lnTo>
                <a:lnTo>
                  <a:pt x="2904068" y="2971800"/>
                </a:lnTo>
                <a:lnTo>
                  <a:pt x="2966380" y="2971800"/>
                </a:lnTo>
                <a:lnTo>
                  <a:pt x="3028693" y="2971800"/>
                </a:lnTo>
                <a:lnTo>
                  <a:pt x="3091005" y="2971800"/>
                </a:lnTo>
                <a:lnTo>
                  <a:pt x="3153308" y="2971800"/>
                </a:lnTo>
                <a:lnTo>
                  <a:pt x="3215621" y="2971800"/>
                </a:lnTo>
                <a:lnTo>
                  <a:pt x="3277934" y="2971800"/>
                </a:lnTo>
                <a:lnTo>
                  <a:pt x="3340246" y="2971800"/>
                </a:lnTo>
                <a:lnTo>
                  <a:pt x="3402549" y="2971800"/>
                </a:lnTo>
                <a:lnTo>
                  <a:pt x="3464862" y="2971800"/>
                </a:lnTo>
                <a:lnTo>
                  <a:pt x="3527174" y="2971800"/>
                </a:lnTo>
                <a:lnTo>
                  <a:pt x="3589487" y="2971800"/>
                </a:lnTo>
                <a:lnTo>
                  <a:pt x="3651790" y="2971800"/>
                </a:lnTo>
                <a:lnTo>
                  <a:pt x="3714093" y="2970733"/>
                </a:lnTo>
                <a:lnTo>
                  <a:pt x="3776291" y="2967095"/>
                </a:lnTo>
                <a:lnTo>
                  <a:pt x="3838280" y="2960865"/>
                </a:lnTo>
                <a:lnTo>
                  <a:pt x="3899954" y="2952026"/>
                </a:lnTo>
                <a:lnTo>
                  <a:pt x="3961209" y="2940596"/>
                </a:lnTo>
                <a:lnTo>
                  <a:pt x="4021912" y="2926594"/>
                </a:lnTo>
                <a:lnTo>
                  <a:pt x="4081977" y="2910030"/>
                </a:lnTo>
                <a:lnTo>
                  <a:pt x="4141289" y="2890942"/>
                </a:lnTo>
                <a:lnTo>
                  <a:pt x="4199734" y="2869359"/>
                </a:lnTo>
                <a:lnTo>
                  <a:pt x="4257227" y="2845337"/>
                </a:lnTo>
                <a:lnTo>
                  <a:pt x="4313644" y="2818905"/>
                </a:lnTo>
                <a:lnTo>
                  <a:pt x="4368908" y="2790130"/>
                </a:lnTo>
                <a:lnTo>
                  <a:pt x="4422915" y="2759069"/>
                </a:lnTo>
                <a:lnTo>
                  <a:pt x="4475569" y="2725760"/>
                </a:lnTo>
                <a:lnTo>
                  <a:pt x="4526794" y="2690289"/>
                </a:lnTo>
                <a:lnTo>
                  <a:pt x="4576496" y="2652713"/>
                </a:lnTo>
                <a:lnTo>
                  <a:pt x="4624588" y="2613108"/>
                </a:lnTo>
                <a:lnTo>
                  <a:pt x="4670993" y="2571531"/>
                </a:lnTo>
                <a:lnTo>
                  <a:pt x="4715637" y="2528059"/>
                </a:lnTo>
                <a:lnTo>
                  <a:pt x="4758433" y="2482777"/>
                </a:lnTo>
                <a:lnTo>
                  <a:pt x="4799305" y="2435762"/>
                </a:lnTo>
                <a:lnTo>
                  <a:pt x="4838186" y="2387079"/>
                </a:lnTo>
                <a:lnTo>
                  <a:pt x="4875019" y="2336816"/>
                </a:lnTo>
                <a:lnTo>
                  <a:pt x="4909718" y="2285067"/>
                </a:lnTo>
                <a:lnTo>
                  <a:pt x="4942218" y="2231917"/>
                </a:lnTo>
                <a:lnTo>
                  <a:pt x="4972469" y="2177444"/>
                </a:lnTo>
                <a:lnTo>
                  <a:pt x="5000406" y="2121751"/>
                </a:lnTo>
                <a:lnTo>
                  <a:pt x="5025971" y="2064934"/>
                </a:lnTo>
                <a:lnTo>
                  <a:pt x="5049117" y="2007089"/>
                </a:lnTo>
                <a:lnTo>
                  <a:pt x="5069805" y="1948320"/>
                </a:lnTo>
                <a:lnTo>
                  <a:pt x="5087988" y="1888722"/>
                </a:lnTo>
                <a:lnTo>
                  <a:pt x="5103638" y="1828419"/>
                </a:lnTo>
                <a:lnTo>
                  <a:pt x="5116716" y="1767497"/>
                </a:lnTo>
                <a:lnTo>
                  <a:pt x="5127203" y="1706080"/>
                </a:lnTo>
                <a:lnTo>
                  <a:pt x="5135108" y="1644282"/>
                </a:lnTo>
                <a:lnTo>
                  <a:pt x="5140404" y="1582207"/>
                </a:lnTo>
                <a:lnTo>
                  <a:pt x="5143109" y="1519952"/>
                </a:lnTo>
                <a:lnTo>
                  <a:pt x="5143233" y="1457649"/>
                </a:lnTo>
                <a:lnTo>
                  <a:pt x="5140766" y="1395393"/>
                </a:lnTo>
                <a:lnTo>
                  <a:pt x="5135718" y="1333290"/>
                </a:lnTo>
                <a:lnTo>
                  <a:pt x="5128050" y="1271464"/>
                </a:lnTo>
                <a:lnTo>
                  <a:pt x="5117802" y="1210008"/>
                </a:lnTo>
                <a:lnTo>
                  <a:pt x="5104962" y="1149039"/>
                </a:lnTo>
                <a:lnTo>
                  <a:pt x="5089560" y="1088669"/>
                </a:lnTo>
                <a:lnTo>
                  <a:pt x="5071605" y="1029005"/>
                </a:lnTo>
                <a:lnTo>
                  <a:pt x="5051155" y="970150"/>
                </a:lnTo>
                <a:lnTo>
                  <a:pt x="5028228" y="912219"/>
                </a:lnTo>
                <a:lnTo>
                  <a:pt x="5002882" y="855297"/>
                </a:lnTo>
                <a:lnTo>
                  <a:pt x="4975165" y="799500"/>
                </a:lnTo>
                <a:lnTo>
                  <a:pt x="4945132" y="744912"/>
                </a:lnTo>
                <a:lnTo>
                  <a:pt x="4912833" y="691629"/>
                </a:lnTo>
                <a:lnTo>
                  <a:pt x="4878343" y="639747"/>
                </a:lnTo>
                <a:lnTo>
                  <a:pt x="4841710" y="589340"/>
                </a:lnTo>
                <a:lnTo>
                  <a:pt x="4803019" y="540506"/>
                </a:lnTo>
                <a:lnTo>
                  <a:pt x="4762319" y="493328"/>
                </a:lnTo>
                <a:lnTo>
                  <a:pt x="4719704" y="447885"/>
                </a:lnTo>
                <a:lnTo>
                  <a:pt x="4675232" y="404241"/>
                </a:lnTo>
                <a:lnTo>
                  <a:pt x="4628988" y="362483"/>
                </a:lnTo>
                <a:lnTo>
                  <a:pt x="4581049" y="322688"/>
                </a:lnTo>
                <a:lnTo>
                  <a:pt x="4531500" y="284921"/>
                </a:lnTo>
                <a:lnTo>
                  <a:pt x="4480417" y="249250"/>
                </a:lnTo>
                <a:lnTo>
                  <a:pt x="4427887" y="215741"/>
                </a:lnTo>
                <a:lnTo>
                  <a:pt x="4373994" y="184461"/>
                </a:lnTo>
                <a:lnTo>
                  <a:pt x="4318845" y="155477"/>
                </a:lnTo>
                <a:lnTo>
                  <a:pt x="4262533" y="128826"/>
                </a:lnTo>
                <a:lnTo>
                  <a:pt x="4205135" y="104575"/>
                </a:lnTo>
                <a:lnTo>
                  <a:pt x="4146775" y="82763"/>
                </a:lnTo>
                <a:lnTo>
                  <a:pt x="4087539" y="63446"/>
                </a:lnTo>
                <a:lnTo>
                  <a:pt x="4027541" y="46644"/>
                </a:lnTo>
                <a:lnTo>
                  <a:pt x="3966886" y="32395"/>
                </a:lnTo>
                <a:lnTo>
                  <a:pt x="3905688" y="20726"/>
                </a:lnTo>
                <a:lnTo>
                  <a:pt x="3844042" y="11649"/>
                </a:lnTo>
                <a:lnTo>
                  <a:pt x="3782073" y="5172"/>
                </a:lnTo>
                <a:lnTo>
                  <a:pt x="3719894" y="1295"/>
                </a:lnTo>
                <a:lnTo>
                  <a:pt x="3657600" y="0"/>
                </a:lnTo>
                <a:close/>
              </a:path>
            </a:pathLst>
          </a:custGeom>
          <a:solidFill xmlns:a="http://schemas.openxmlformats.org/drawingml/2006/main">
            <a:srgbClr val="F3F7F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" name="summary-outline">
            <a:extLst xmlns:a="http://schemas.openxmlformats.org/drawingml/2006/main">
              <a:ext uri="{FF2B5EF4-FFF2-40B4-BE49-F238E27FC236}">
                <a16:creationId xmlns:a16="http://schemas.microsoft.com/office/drawing/2014/main" id="{69B62657-1AD8-49FC-858E-40F86028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2438400"/>
            <a:ext cx="10287000" cy="2971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CDDFEB"/>
            </a:solidFill>
            <a:prstDash val="solid"/>
          </a:ln>
        </p:spPr>
      </p:sp>
      <p:sp>
        <p:nvSpPr>
          <p:cNvPr id="4" name="summary-divider">
            <a:extLst xmlns:a="http://schemas.openxmlformats.org/drawingml/2006/main">
              <a:ext uri="{FF2B5EF4-FFF2-40B4-BE49-F238E27FC236}">
                <a16:creationId xmlns:a16="http://schemas.microsoft.com/office/drawing/2014/main" id="{4D17FD77-D949-4E6C-B668-7B3DBDFB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2647950"/>
            <a:ext cx="9525" cy="2552700"/>
          </a:xfrm>
          <a:custGeom xmlns:a="http://schemas.openxmlformats.org/drawingml/2006/main">
            <a:pathLst>
              <a:path w="9525" h="2552700">
                <a:moveTo>
                  <a:pt x="0" y="0"/>
                </a:moveTo>
                <a:lnTo>
                  <a:pt x="0" y="19050"/>
                </a:lnTo>
                <a:lnTo>
                  <a:pt x="0" y="38100"/>
                </a:lnTo>
                <a:lnTo>
                  <a:pt x="0" y="57150"/>
                </a:lnTo>
                <a:lnTo>
                  <a:pt x="0" y="76200"/>
                </a:lnTo>
                <a:lnTo>
                  <a:pt x="0" y="95250"/>
                </a:lnTo>
                <a:lnTo>
                  <a:pt x="0" y="114300"/>
                </a:lnTo>
                <a:lnTo>
                  <a:pt x="0" y="133350"/>
                </a:lnTo>
                <a:lnTo>
                  <a:pt x="0" y="152400"/>
                </a:lnTo>
                <a:lnTo>
                  <a:pt x="0" y="171450"/>
                </a:lnTo>
                <a:lnTo>
                  <a:pt x="0" y="190500"/>
                </a:lnTo>
                <a:lnTo>
                  <a:pt x="0" y="209550"/>
                </a:lnTo>
                <a:lnTo>
                  <a:pt x="0" y="228600"/>
                </a:lnTo>
                <a:lnTo>
                  <a:pt x="0" y="247650"/>
                </a:lnTo>
                <a:lnTo>
                  <a:pt x="0" y="266700"/>
                </a:lnTo>
                <a:lnTo>
                  <a:pt x="0" y="285750"/>
                </a:lnTo>
                <a:lnTo>
                  <a:pt x="0" y="304800"/>
                </a:lnTo>
                <a:lnTo>
                  <a:pt x="0" y="323850"/>
                </a:lnTo>
                <a:lnTo>
                  <a:pt x="0" y="342900"/>
                </a:lnTo>
                <a:lnTo>
                  <a:pt x="0" y="361950"/>
                </a:lnTo>
                <a:lnTo>
                  <a:pt x="0" y="381000"/>
                </a:lnTo>
                <a:lnTo>
                  <a:pt x="0" y="400050"/>
                </a:lnTo>
                <a:lnTo>
                  <a:pt x="0" y="419100"/>
                </a:lnTo>
                <a:lnTo>
                  <a:pt x="0" y="438150"/>
                </a:lnTo>
                <a:lnTo>
                  <a:pt x="0" y="457200"/>
                </a:lnTo>
                <a:lnTo>
                  <a:pt x="0" y="476250"/>
                </a:lnTo>
                <a:lnTo>
                  <a:pt x="0" y="495300"/>
                </a:lnTo>
                <a:lnTo>
                  <a:pt x="0" y="514350"/>
                </a:lnTo>
                <a:lnTo>
                  <a:pt x="0" y="533400"/>
                </a:lnTo>
                <a:lnTo>
                  <a:pt x="0" y="552450"/>
                </a:lnTo>
                <a:lnTo>
                  <a:pt x="0" y="571500"/>
                </a:lnTo>
                <a:lnTo>
                  <a:pt x="0" y="590550"/>
                </a:lnTo>
                <a:lnTo>
                  <a:pt x="0" y="609600"/>
                </a:lnTo>
                <a:lnTo>
                  <a:pt x="0" y="628650"/>
                </a:lnTo>
                <a:lnTo>
                  <a:pt x="0" y="647700"/>
                </a:lnTo>
                <a:lnTo>
                  <a:pt x="0" y="666750"/>
                </a:lnTo>
                <a:lnTo>
                  <a:pt x="0" y="685800"/>
                </a:lnTo>
                <a:lnTo>
                  <a:pt x="0" y="704850"/>
                </a:lnTo>
                <a:lnTo>
                  <a:pt x="0" y="723900"/>
                </a:lnTo>
                <a:lnTo>
                  <a:pt x="0" y="742950"/>
                </a:lnTo>
                <a:lnTo>
                  <a:pt x="0" y="762000"/>
                </a:lnTo>
                <a:lnTo>
                  <a:pt x="0" y="781050"/>
                </a:lnTo>
                <a:lnTo>
                  <a:pt x="0" y="800100"/>
                </a:lnTo>
                <a:lnTo>
                  <a:pt x="0" y="819150"/>
                </a:lnTo>
                <a:lnTo>
                  <a:pt x="0" y="838200"/>
                </a:lnTo>
                <a:lnTo>
                  <a:pt x="0" y="857250"/>
                </a:lnTo>
                <a:lnTo>
                  <a:pt x="0" y="876300"/>
                </a:lnTo>
                <a:lnTo>
                  <a:pt x="0" y="895350"/>
                </a:lnTo>
                <a:lnTo>
                  <a:pt x="0" y="914400"/>
                </a:lnTo>
                <a:lnTo>
                  <a:pt x="0" y="933450"/>
                </a:lnTo>
                <a:lnTo>
                  <a:pt x="0" y="952500"/>
                </a:lnTo>
                <a:lnTo>
                  <a:pt x="0" y="971550"/>
                </a:lnTo>
                <a:lnTo>
                  <a:pt x="0" y="990600"/>
                </a:lnTo>
                <a:lnTo>
                  <a:pt x="0" y="1009650"/>
                </a:lnTo>
                <a:lnTo>
                  <a:pt x="0" y="1028700"/>
                </a:lnTo>
                <a:lnTo>
                  <a:pt x="0" y="1047750"/>
                </a:lnTo>
                <a:lnTo>
                  <a:pt x="0" y="1066800"/>
                </a:lnTo>
                <a:lnTo>
                  <a:pt x="0" y="1085850"/>
                </a:lnTo>
                <a:lnTo>
                  <a:pt x="0" y="1104900"/>
                </a:lnTo>
                <a:lnTo>
                  <a:pt x="0" y="1123950"/>
                </a:lnTo>
                <a:lnTo>
                  <a:pt x="0" y="1143000"/>
                </a:lnTo>
                <a:lnTo>
                  <a:pt x="0" y="1162050"/>
                </a:lnTo>
                <a:lnTo>
                  <a:pt x="0" y="1181100"/>
                </a:lnTo>
                <a:lnTo>
                  <a:pt x="0" y="1200150"/>
                </a:lnTo>
                <a:lnTo>
                  <a:pt x="0" y="1219200"/>
                </a:lnTo>
                <a:lnTo>
                  <a:pt x="0" y="1238250"/>
                </a:lnTo>
                <a:lnTo>
                  <a:pt x="0" y="1257300"/>
                </a:lnTo>
                <a:lnTo>
                  <a:pt x="0" y="1276350"/>
                </a:lnTo>
                <a:lnTo>
                  <a:pt x="0" y="1295400"/>
                </a:lnTo>
                <a:lnTo>
                  <a:pt x="0" y="1314450"/>
                </a:lnTo>
                <a:lnTo>
                  <a:pt x="0" y="1333500"/>
                </a:lnTo>
                <a:lnTo>
                  <a:pt x="0" y="1352550"/>
                </a:lnTo>
                <a:lnTo>
                  <a:pt x="0" y="1371600"/>
                </a:lnTo>
                <a:lnTo>
                  <a:pt x="0" y="1390650"/>
                </a:lnTo>
                <a:lnTo>
                  <a:pt x="0" y="1409700"/>
                </a:lnTo>
                <a:lnTo>
                  <a:pt x="0" y="1428750"/>
                </a:lnTo>
                <a:lnTo>
                  <a:pt x="0" y="1447800"/>
                </a:lnTo>
                <a:lnTo>
                  <a:pt x="0" y="1466850"/>
                </a:lnTo>
                <a:lnTo>
                  <a:pt x="0" y="1485900"/>
                </a:lnTo>
                <a:lnTo>
                  <a:pt x="0" y="1504950"/>
                </a:lnTo>
                <a:lnTo>
                  <a:pt x="0" y="1524000"/>
                </a:lnTo>
                <a:lnTo>
                  <a:pt x="0" y="1543050"/>
                </a:lnTo>
                <a:lnTo>
                  <a:pt x="0" y="1562100"/>
                </a:lnTo>
                <a:lnTo>
                  <a:pt x="0" y="1581150"/>
                </a:lnTo>
                <a:lnTo>
                  <a:pt x="0" y="1600200"/>
                </a:lnTo>
                <a:lnTo>
                  <a:pt x="0" y="1619250"/>
                </a:lnTo>
                <a:lnTo>
                  <a:pt x="0" y="1638300"/>
                </a:lnTo>
                <a:lnTo>
                  <a:pt x="0" y="1657350"/>
                </a:lnTo>
                <a:lnTo>
                  <a:pt x="0" y="1676400"/>
                </a:lnTo>
                <a:lnTo>
                  <a:pt x="0" y="1695450"/>
                </a:lnTo>
                <a:lnTo>
                  <a:pt x="0" y="1714500"/>
                </a:lnTo>
                <a:lnTo>
                  <a:pt x="0" y="1733550"/>
                </a:lnTo>
                <a:lnTo>
                  <a:pt x="0" y="1752600"/>
                </a:lnTo>
                <a:lnTo>
                  <a:pt x="0" y="1771650"/>
                </a:lnTo>
                <a:lnTo>
                  <a:pt x="0" y="1790700"/>
                </a:lnTo>
                <a:lnTo>
                  <a:pt x="0" y="1809750"/>
                </a:lnTo>
                <a:lnTo>
                  <a:pt x="0" y="1828800"/>
                </a:lnTo>
                <a:lnTo>
                  <a:pt x="0" y="1847850"/>
                </a:lnTo>
                <a:lnTo>
                  <a:pt x="0" y="1866900"/>
                </a:lnTo>
                <a:lnTo>
                  <a:pt x="0" y="1885950"/>
                </a:lnTo>
                <a:lnTo>
                  <a:pt x="0" y="1905000"/>
                </a:lnTo>
                <a:lnTo>
                  <a:pt x="0" y="1924050"/>
                </a:lnTo>
                <a:lnTo>
                  <a:pt x="0" y="1943100"/>
                </a:lnTo>
                <a:lnTo>
                  <a:pt x="0" y="1962150"/>
                </a:lnTo>
                <a:lnTo>
                  <a:pt x="0" y="1981200"/>
                </a:lnTo>
                <a:lnTo>
                  <a:pt x="0" y="2000250"/>
                </a:lnTo>
                <a:lnTo>
                  <a:pt x="0" y="2019300"/>
                </a:lnTo>
                <a:lnTo>
                  <a:pt x="0" y="2038350"/>
                </a:lnTo>
                <a:lnTo>
                  <a:pt x="0" y="2057400"/>
                </a:lnTo>
                <a:lnTo>
                  <a:pt x="0" y="2076450"/>
                </a:lnTo>
                <a:lnTo>
                  <a:pt x="0" y="2095500"/>
                </a:lnTo>
                <a:lnTo>
                  <a:pt x="0" y="2114550"/>
                </a:lnTo>
                <a:lnTo>
                  <a:pt x="0" y="2133600"/>
                </a:lnTo>
                <a:lnTo>
                  <a:pt x="0" y="2152650"/>
                </a:lnTo>
                <a:lnTo>
                  <a:pt x="0" y="2171700"/>
                </a:lnTo>
                <a:lnTo>
                  <a:pt x="0" y="2190750"/>
                </a:lnTo>
                <a:lnTo>
                  <a:pt x="0" y="2209800"/>
                </a:lnTo>
                <a:lnTo>
                  <a:pt x="0" y="2228850"/>
                </a:lnTo>
                <a:lnTo>
                  <a:pt x="0" y="2247900"/>
                </a:lnTo>
                <a:lnTo>
                  <a:pt x="0" y="2266950"/>
                </a:lnTo>
                <a:lnTo>
                  <a:pt x="0" y="2286000"/>
                </a:lnTo>
                <a:lnTo>
                  <a:pt x="0" y="2305050"/>
                </a:lnTo>
                <a:lnTo>
                  <a:pt x="0" y="2324100"/>
                </a:lnTo>
                <a:lnTo>
                  <a:pt x="0" y="2343150"/>
                </a:lnTo>
                <a:lnTo>
                  <a:pt x="0" y="2362200"/>
                </a:lnTo>
                <a:lnTo>
                  <a:pt x="0" y="2381250"/>
                </a:lnTo>
                <a:lnTo>
                  <a:pt x="0" y="2400300"/>
                </a:lnTo>
                <a:lnTo>
                  <a:pt x="0" y="2419350"/>
                </a:lnTo>
                <a:lnTo>
                  <a:pt x="0" y="2438400"/>
                </a:lnTo>
                <a:lnTo>
                  <a:pt x="0" y="2457450"/>
                </a:lnTo>
                <a:lnTo>
                  <a:pt x="0" y="2476500"/>
                </a:lnTo>
                <a:lnTo>
                  <a:pt x="0" y="2495550"/>
                </a:lnTo>
                <a:lnTo>
                  <a:pt x="0" y="2514600"/>
                </a:lnTo>
                <a:lnTo>
                  <a:pt x="0" y="2533650"/>
                </a:lnTo>
                <a:lnTo>
                  <a:pt x="0" y="25527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7CEDE"/>
            </a:solidFill>
            <a:prstDash val="solid"/>
          </a:ln>
        </p:spPr>
      </p:sp>
      <p:sp>
        <p:nvSpPr>
          <p:cNvPr id="5" name="summary-hinge-halo">
            <a:extLst xmlns:a="http://schemas.openxmlformats.org/drawingml/2006/main">
              <a:ext uri="{FF2B5EF4-FFF2-40B4-BE49-F238E27FC236}">
                <a16:creationId xmlns:a16="http://schemas.microsoft.com/office/drawing/2014/main" id="{5F8D76B8-F810-49B9-9BEA-62B18CA2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9250" y="325755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DDFEB"/>
            </a:solidFill>
            <a:prstDash val="solid"/>
          </a:ln>
        </p:spPr>
      </p:sp>
      <p:sp>
        <p:nvSpPr>
          <p:cNvPr id="6" name="summary-hinge-core">
            <a:extLst xmlns:a="http://schemas.openxmlformats.org/drawingml/2006/main">
              <a:ext uri="{FF2B5EF4-FFF2-40B4-BE49-F238E27FC236}">
                <a16:creationId xmlns:a16="http://schemas.microsoft.com/office/drawing/2014/main" id="{709A7A92-10CB-4C21-91EA-5CE1C247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8800" y="34671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FA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summary-title-0">
            <a:extLst xmlns:a="http://schemas.openxmlformats.org/drawingml/2006/main">
              <a:ext uri="{FF2B5EF4-FFF2-40B4-BE49-F238E27FC236}">
                <a16:creationId xmlns:a16="http://schemas.microsoft.com/office/drawing/2014/main" id="{82DED702-6E30-4A2F-8520-553D73B9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05100" y="3481683"/>
            <a:ext cx="1371600" cy="274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和平年代底片</a:t>
            </a:r>
          </a:p>
        </p:txBody>
      </p:sp>
      <p:sp>
        <p:nvSpPr>
          <p:cNvPr id="8" name="summary-body-0">
            <a:extLst xmlns:a="http://schemas.openxmlformats.org/drawingml/2006/main">
              <a:ext uri="{FF2B5EF4-FFF2-40B4-BE49-F238E27FC236}">
                <a16:creationId xmlns:a16="http://schemas.microsoft.com/office/drawing/2014/main" id="{5F30EE22-3100-4DCD-B4BE-93EDB3BC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7350" y="3851224"/>
            <a:ext cx="3467100" cy="515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记录生活的美好与温馨，留存平凡日常中的</a:t>
            </a:r>
          </a:p>
          <a:p xmlns:a="http://schemas.openxmlformats.org/drawingml/2006/main">
            <a:pPr algn="ctr">
              <a:lnSpc>
                <a:spcPct val="14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真实瞬间</a:t>
            </a:r>
          </a:p>
        </p:txBody>
      </p:sp>
      <p:sp>
        <p:nvSpPr>
          <p:cNvPr id="9" name="summary-title-1">
            <a:extLst xmlns:a="http://schemas.openxmlformats.org/drawingml/2006/main">
              <a:ext uri="{FF2B5EF4-FFF2-40B4-BE49-F238E27FC236}">
                <a16:creationId xmlns:a16="http://schemas.microsoft.com/office/drawing/2014/main" id="{B4BDFB2D-F3A9-42E6-9DE6-4F2A952E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3481683"/>
            <a:ext cx="1371600" cy="274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战争年代底片</a:t>
            </a:r>
          </a:p>
        </p:txBody>
      </p:sp>
      <p:sp>
        <p:nvSpPr>
          <p:cNvPr id="10" name="summary-body-1">
            <a:extLst xmlns:a="http://schemas.openxmlformats.org/drawingml/2006/main">
              <a:ext uri="{FF2B5EF4-FFF2-40B4-BE49-F238E27FC236}">
                <a16:creationId xmlns:a16="http://schemas.microsoft.com/office/drawing/2014/main" id="{E2D01681-8F02-4DF6-88AE-8C0C5FA3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3851224"/>
            <a:ext cx="3467100" cy="515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记录罪证并守护真相，成为对抗谎言的重要</a:t>
            </a:r>
          </a:p>
          <a:p xmlns:a="http://schemas.openxmlformats.org/drawingml/2006/main">
            <a:pPr algn="ctr">
              <a:lnSpc>
                <a:spcPct val="14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见证</a:t>
            </a:r>
          </a:p>
        </p:txBody>
      </p:sp>
      <p:sp>
        <p:nvSpPr>
          <p:cNvPr id="11" name="summary-hinge-label">
            <a:extLst xmlns:a="http://schemas.openxmlformats.org/drawingml/2006/main">
              <a:ext uri="{FF2B5EF4-FFF2-40B4-BE49-F238E27FC236}">
                <a16:creationId xmlns:a16="http://schemas.microsoft.com/office/drawing/2014/main" id="{145B56D7-8BD3-4AF0-880C-63E42691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8800" y="3695700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</p:spTree>
    <p:extLst>
      <p:ext uri="{BB962C8B-B14F-4D97-AF65-F5344CB8AC3E}">
        <p14:creationId xmlns:p14="http://schemas.microsoft.com/office/powerpoint/2010/main" val="5184017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2026-08-28T02:07:27.7210000Z</dcterms:created>
  <dcterms:modified xsi:type="dcterms:W3CDTF">2026-08-28T02:07:27.7210000Z</dcterms:modified>
</coreProperties>
</file>