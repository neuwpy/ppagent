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d3b18dd3eaf48bd" /><Relationship Type="http://schemas.openxmlformats.org/officeDocument/2006/relationships/extended-properties" Target="/docProps/app.xml" Id="R182c90dbf0054741" /><Relationship Type="http://schemas.openxmlformats.org/officeDocument/2006/relationships/officeDocument" Target="/ppt/presentation.xml" Id="R616b4dffb6c94bf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45c53bfe2c14031"/>
  </p:sldMasterIdLst>
  <p:notesMasterIdLst>
    <p:notesMasterId xmlns:r="http://schemas.openxmlformats.org/officeDocument/2006/relationships" r:id="R7a8681880d5c4844"/>
  </p:notesMasterIdLst>
  <p:sldIdLst>
    <p:sldId xmlns:r="http://schemas.openxmlformats.org/officeDocument/2006/relationships" id="256" r:id="R4ae0ae82fd60457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78bb538bd884d4e" /><Relationship Type="http://schemas.openxmlformats.org/officeDocument/2006/relationships/slideMaster" Target="/ppt/slideMasters/slideMaster1.xml" Id="Rb45c53bfe2c14031" /><Relationship Type="http://schemas.openxmlformats.org/officeDocument/2006/relationships/notesMaster" Target="/ppt/notesMasters/notesMaster1.xml" Id="R7a8681880d5c4844" /><Relationship Type="http://schemas.openxmlformats.org/officeDocument/2006/relationships/presProps" Target="/ppt/presProps.xml" Id="R05e7a3fbe07d4530" /><Relationship Type="http://schemas.openxmlformats.org/officeDocument/2006/relationships/tableStyles" Target="/ppt/tableStyles.xml" Id="Rc26bf8999ac445af" /><Relationship Type="http://schemas.openxmlformats.org/officeDocument/2006/relationships/slide" Target="/ppt/slides/slide1.xml" Id="R4ae0ae82fd60457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af226c853ca42a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4aefb90a2f1493e" /><Relationship Type="http://schemas.openxmlformats.org/officeDocument/2006/relationships/notesMaster" Target="/ppt/notesMasters/notesMaster1.xml" Id="R78f55fc7702b411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57475094f3453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9342764e7f64d7c" /><Relationship Type="http://schemas.openxmlformats.org/officeDocument/2006/relationships/slideLayout" Target="/ppt/slideLayouts/slideLayout1.xml" Id="R0488d39353f9491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488d39353f9491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b87a42b1ee47a3" /><Relationship Type="http://schemas.openxmlformats.org/officeDocument/2006/relationships/notesSlide" Target="/ppt/notesSlides/notesSlide1.xml" Id="R352de2a9480b460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C8013A-147E-453D-BDC3-C490824C4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顺序流程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2E7FAD-B391-43E8-A66D-908FDA757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顺序流程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CE8886-5C3C-422E-B23B-D2C4898A8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2476500" cy="2571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A04C89-7D35-4F1A-8E65-D3B2118AD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190750"/>
            <a:ext cx="2476500" cy="2571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568A6B-890B-48B3-960D-27A0E92B1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190750"/>
            <a:ext cx="2476500" cy="2571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696C71-06AC-4960-BFEA-1479E163D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190750"/>
            <a:ext cx="2476500" cy="2571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cxnSp>
        <p:nvCxnSpPr>
          <p:cNvPr id="28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219450" y="34766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77C8"/>
            </a:solidFill>
            <a:prstDash val="solid"/>
            <a:tailEnd type="triangle" w="med" len="med"/>
          </a:ln>
        </p:spPr>
      </p:cxnSp>
      <p:cxnSp>
        <p:nvCxnSpPr>
          <p:cNvPr id="29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5962650" y="34766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77C8"/>
            </a:solidFill>
            <a:prstDash val="solid"/>
            <a:tailEnd type="triangle" w="med" len="med"/>
          </a:ln>
        </p:spPr>
      </p:cxnSp>
      <p:cxnSp>
        <p:nvCxnSpPr>
          <p:cNvPr id="30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8705850" y="34766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77C8"/>
            </a:solidFill>
            <a:prstDash val="solid"/>
            <a:tailEnd type="triangle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3F8828-787D-4AF1-AA29-15C9FE5D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57764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A785C8-C051-49BD-8D23-346548609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05150"/>
            <a:ext cx="2057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需求确认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4A079A-9C84-4FD6-AB51-1EE6C50FF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52850"/>
            <a:ext cx="2057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rPr>
              <a:t>明确目标、范围与输入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81B48C-B6AD-4279-806D-2E79F6A15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381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57764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1FB11A-86A0-434A-BF38-BA17406F0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105150"/>
            <a:ext cx="2057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方案设计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1226B6-15A6-482F-84E3-3CDF0E9C7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752850"/>
            <a:ext cx="2057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rPr>
              <a:t>形成结构和执行方案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D1B7AB-D688-4C4C-8AEF-1B44C30CB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381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57764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3A3354-EDB7-49BE-89AC-D6432BFB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05150"/>
            <a:ext cx="2057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实施验证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1A4D97-AF4B-4010-9021-EEEACBB0C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752850"/>
            <a:ext cx="2057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rPr>
              <a:t>完成执行并检查结果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F3AE69-B782-485A-A1BF-481040AF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381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57764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5696E5-BE0B-482F-9128-B6BFDE78B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105150"/>
            <a:ext cx="2057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复盘改进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C629C2-05AD-4096-BC96-154E021C5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752850"/>
            <a:ext cx="2057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EAF6FF"/>
                </a:solidFill>
                <a:latin typeface="Microsoft YaHei"/>
                <a:ea typeface="Microsoft YaHei"/>
                <a:cs typeface="Microsoft YaHei"/>
              </a:rPr>
              <a:t>总结问题并持续优化</a:t>
            </a:r>
          </a:p>
        </p:txBody>
      </p:sp>
    </p:spTree>
    <p:extLst>
      <p:ext uri="{BB962C8B-B14F-4D97-AF65-F5344CB8AC3E}">
        <p14:creationId xmlns:p14="http://schemas.microsoft.com/office/powerpoint/2010/main" val="16140192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2026-08-08T07:34:32.9220000Z</dcterms:created>
  <dcterms:modified xsi:type="dcterms:W3CDTF">2026-08-08T07:34:32.9230000Z</dcterms:modified>
</coreProperties>
</file>