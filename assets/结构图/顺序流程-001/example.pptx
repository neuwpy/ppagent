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95ce133a9f46e6" /><Relationship Type="http://schemas.openxmlformats.org/officeDocument/2006/relationships/extended-properties" Target="/docProps/app.xml" Id="R3e7c4c08f77d4f37" /><Relationship Type="http://schemas.openxmlformats.org/officeDocument/2006/relationships/officeDocument" Target="/ppt/presentation.xml" Id="Re4c6041622fd4d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195fe58ceb4819"/>
  </p:sldMasterIdLst>
  <p:notesMasterIdLst>
    <p:notesMasterId xmlns:r="http://schemas.openxmlformats.org/officeDocument/2006/relationships" r:id="R5927a62b908c46c3"/>
  </p:notesMasterIdLst>
  <p:sldIdLst>
    <p:sldId xmlns:r="http://schemas.openxmlformats.org/officeDocument/2006/relationships" id="256" r:id="Rf02c2282fb1a4b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7209358d224145" /><Relationship Type="http://schemas.openxmlformats.org/officeDocument/2006/relationships/slideMaster" Target="/ppt/slideMasters/slideMaster1.xml" Id="R78195fe58ceb4819" /><Relationship Type="http://schemas.openxmlformats.org/officeDocument/2006/relationships/notesMaster" Target="/ppt/notesMasters/notesMaster1.xml" Id="R5927a62b908c46c3" /><Relationship Type="http://schemas.openxmlformats.org/officeDocument/2006/relationships/presProps" Target="/ppt/presProps.xml" Id="Rf134a7e57c3c4b86" /><Relationship Type="http://schemas.openxmlformats.org/officeDocument/2006/relationships/tableStyles" Target="/ppt/tableStyles.xml" Id="R5913d9b745e34921" /><Relationship Type="http://schemas.openxmlformats.org/officeDocument/2006/relationships/slide" Target="/ppt/slides/slide1.xml" Id="Rf02c2282fb1a4b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8c4b5e42994d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c08234aebe4435" /><Relationship Type="http://schemas.openxmlformats.org/officeDocument/2006/relationships/notesMaster" Target="/ppt/notesMasters/notesMaster1.xml" Id="R295b7111c9054d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efc6c2ded47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e2fa6b871a4c9d" /><Relationship Type="http://schemas.openxmlformats.org/officeDocument/2006/relationships/slideLayout" Target="/ppt/slideLayouts/slideLayout1.xml" Id="R303b1f6ae8da4d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3b1f6ae8da4d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6f1e298224da0" /><Relationship Type="http://schemas.openxmlformats.org/officeDocument/2006/relationships/notesSlide" Target="/ppt/notesSlides/notesSlide1.xml" Id="R98b165f3f86b46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59DB0F-0A2E-4AF4-9B66-13241CCB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D313D-5974-44E8-9F2A-BA67A819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3" name="PPAGENT_QA|parent=sequential-step-0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D01C4B88-D267-4B4A-B7EA-58E6D225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parent=sequential-step-1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E5ADBB9B-B6FB-4322-AA10-2CC674B2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sequential-step-2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65F1334A-2EBC-4CBC-978E-FCAE87E1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PPAGENT_QA|parent=sequential-step-3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CF6461C7-9C8E-4446-8404-6541D112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2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194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2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626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058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23AEDE-A9A8-4461-BFC0-4967E830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PPAGENT_QA|within=sequential-step-0|role=title">
            <a:extLst xmlns:a="http://schemas.openxmlformats.org/drawingml/2006/main">
              <a:ext uri="{FF2B5EF4-FFF2-40B4-BE49-F238E27FC236}">
                <a16:creationId xmlns:a16="http://schemas.microsoft.com/office/drawing/2014/main" id="{506D057F-7BAA-44ED-92BA-49B9C53C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需求确认</a:t>
            </a:r>
          </a:p>
        </p:txBody>
      </p:sp>
      <p:sp>
        <p:nvSpPr>
          <p:cNvPr id="12" name="PPAGENT_QA|within=sequential-step-0|role=body">
            <a:extLst xmlns:a="http://schemas.openxmlformats.org/drawingml/2006/main">
              <a:ext uri="{FF2B5EF4-FFF2-40B4-BE49-F238E27FC236}">
                <a16:creationId xmlns:a16="http://schemas.microsoft.com/office/drawing/2014/main" id="{603191C5-909B-46A1-9909-2D803257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明确目标、范围与输入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44BBEE-862C-4091-86A0-2ED15D7D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PPAGENT_QA|within=sequential-step-1|role=title">
            <a:extLst xmlns:a="http://schemas.openxmlformats.org/drawingml/2006/main">
              <a:ext uri="{FF2B5EF4-FFF2-40B4-BE49-F238E27FC236}">
                <a16:creationId xmlns:a16="http://schemas.microsoft.com/office/drawing/2014/main" id="{1D37EF8F-2841-4E23-84D9-BA11B9CC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5" name="PPAGENT_QA|within=sequential-step-1|role=body">
            <a:extLst xmlns:a="http://schemas.openxmlformats.org/drawingml/2006/main">
              <a:ext uri="{FF2B5EF4-FFF2-40B4-BE49-F238E27FC236}">
                <a16:creationId xmlns:a16="http://schemas.microsoft.com/office/drawing/2014/main" id="{8D91A8A4-75E2-4ED8-83E4-63A816A1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形成结构和执行方案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3513FF-0DF3-4AC1-9601-B263E53D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PPAGENT_QA|within=sequential-step-2|role=title">
            <a:extLst xmlns:a="http://schemas.openxmlformats.org/drawingml/2006/main">
              <a:ext uri="{FF2B5EF4-FFF2-40B4-BE49-F238E27FC236}">
                <a16:creationId xmlns:a16="http://schemas.microsoft.com/office/drawing/2014/main" id="{97564F43-3A57-472F-A4E2-9E2DEF7A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实施验证</a:t>
            </a:r>
          </a:p>
        </p:txBody>
      </p:sp>
      <p:sp>
        <p:nvSpPr>
          <p:cNvPr id="18" name="PPAGENT_QA|within=sequential-step-2|role=body">
            <a:extLst xmlns:a="http://schemas.openxmlformats.org/drawingml/2006/main">
              <a:ext uri="{FF2B5EF4-FFF2-40B4-BE49-F238E27FC236}">
                <a16:creationId xmlns:a16="http://schemas.microsoft.com/office/drawing/2014/main" id="{95AC3E6C-F54D-4D87-A30B-F9E0FBEB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完成执行并检查结果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74999-E959-4258-85A3-FC13FBB2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PPAGENT_QA|within=sequential-step-3|role=title">
            <a:extLst xmlns:a="http://schemas.openxmlformats.org/drawingml/2006/main">
              <a:ext uri="{FF2B5EF4-FFF2-40B4-BE49-F238E27FC236}">
                <a16:creationId xmlns:a16="http://schemas.microsoft.com/office/drawing/2014/main" id="{80923ECD-7F88-4DCE-A42C-527F569F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复盘改进</a:t>
            </a:r>
          </a:p>
        </p:txBody>
      </p:sp>
      <p:sp>
        <p:nvSpPr>
          <p:cNvPr id="21" name="PPAGENT_QA|within=sequential-step-3|role=body">
            <a:extLst xmlns:a="http://schemas.openxmlformats.org/drawingml/2006/main">
              <a:ext uri="{FF2B5EF4-FFF2-40B4-BE49-F238E27FC236}">
                <a16:creationId xmlns:a16="http://schemas.microsoft.com/office/drawing/2014/main" id="{C85D1FC0-EFB6-4BFA-9767-3E72C3F7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总结问题并持续优化</a:t>
            </a:r>
          </a:p>
        </p:txBody>
      </p:sp>
    </p:spTree>
    <p:extLst>
      <p:ext uri="{BB962C8B-B14F-4D97-AF65-F5344CB8AC3E}">
        <p14:creationId xmlns:p14="http://schemas.microsoft.com/office/powerpoint/2010/main" val="17178923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2026-08-10T02:38:11.4690000Z</dcterms:created>
  <dcterms:modified xsi:type="dcterms:W3CDTF">2026-08-10T02:38:11.4690000Z</dcterms:modified>
</coreProperties>
</file>