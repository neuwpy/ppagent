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ade3da80d348c1" /><Relationship Type="http://schemas.openxmlformats.org/officeDocument/2006/relationships/extended-properties" Target="/docProps/app.xml" Id="R3f1962d61d904b04" /><Relationship Type="http://schemas.openxmlformats.org/officeDocument/2006/relationships/officeDocument" Target="/ppt/presentation.xml" Id="Reff403f9a8cf48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c33dc77d8a4f65"/>
  </p:sldMasterIdLst>
  <p:notesMasterIdLst>
    <p:notesMasterId xmlns:r="http://schemas.openxmlformats.org/officeDocument/2006/relationships" r:id="R0446d5812a9444c1"/>
  </p:notesMasterIdLst>
  <p:sldIdLst>
    <p:sldId xmlns:r="http://schemas.openxmlformats.org/officeDocument/2006/relationships" id="256" r:id="R49e3a7e9ac5b4633"/>
    <p:sldId xmlns:r="http://schemas.openxmlformats.org/officeDocument/2006/relationships" id="257" r:id="R1bef1510a1164da6"/>
    <p:sldId xmlns:r="http://schemas.openxmlformats.org/officeDocument/2006/relationships" id="258" r:id="Rca47af96f1334507"/>
    <p:sldId xmlns:r="http://schemas.openxmlformats.org/officeDocument/2006/relationships" id="259" r:id="R285ca65b4dbe48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7044c1667e4c01" /><Relationship Type="http://schemas.openxmlformats.org/officeDocument/2006/relationships/slideMaster" Target="/ppt/slideMasters/slideMaster1.xml" Id="R5cc33dc77d8a4f65" /><Relationship Type="http://schemas.openxmlformats.org/officeDocument/2006/relationships/notesMaster" Target="/ppt/notesMasters/notesMaster1.xml" Id="R0446d5812a9444c1" /><Relationship Type="http://schemas.openxmlformats.org/officeDocument/2006/relationships/presProps" Target="/ppt/presProps.xml" Id="Rf642376037274f93" /><Relationship Type="http://schemas.openxmlformats.org/officeDocument/2006/relationships/tableStyles" Target="/ppt/tableStyles.xml" Id="Rce9a58c283ca41e1" /><Relationship Type="http://schemas.openxmlformats.org/officeDocument/2006/relationships/slide" Target="/ppt/slides/slide1.xml" Id="R49e3a7e9ac5b4633" /><Relationship Type="http://schemas.openxmlformats.org/officeDocument/2006/relationships/slide" Target="/ppt/slides/slide2.xml" Id="R1bef1510a1164da6" /><Relationship Type="http://schemas.openxmlformats.org/officeDocument/2006/relationships/slide" Target="/ppt/slides/slide3.xml" Id="Rca47af96f1334507" /><Relationship Type="http://schemas.openxmlformats.org/officeDocument/2006/relationships/slide" Target="/ppt/slides/slide4.xml" Id="R285ca65b4dbe48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059c57615c48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6a7f28b03745eb" /><Relationship Type="http://schemas.openxmlformats.org/officeDocument/2006/relationships/notesMaster" Target="/ppt/notesMasters/notesMaster1.xml" Id="R825aca4d693946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5930815c374241" /><Relationship Type="http://schemas.openxmlformats.org/officeDocument/2006/relationships/notesMaster" Target="/ppt/notesMasters/notesMaster1.xml" Id="Rc31588118f5341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6e7e7277e44a8c" /><Relationship Type="http://schemas.openxmlformats.org/officeDocument/2006/relationships/notesMaster" Target="/ppt/notesMasters/notesMaster1.xml" Id="R086b6578169945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917504da2c4203" /><Relationship Type="http://schemas.openxmlformats.org/officeDocument/2006/relationships/notesMaster" Target="/ppt/notesMasters/notesMaster1.xml" Id="R065a7eb7ce0541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944cba074b45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cd37a11d6b4f98" /><Relationship Type="http://schemas.openxmlformats.org/officeDocument/2006/relationships/slideLayout" Target="/ppt/slideLayouts/slideLayout1.xml" Id="R693926675f1241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3926675f1241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4fb26184b4f0b" /><Relationship Type="http://schemas.openxmlformats.org/officeDocument/2006/relationships/notesSlide" Target="/ppt/notesSlides/notesSlide1.xml" Id="Re88ae869cdab4f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6dcf57ee841ea" /><Relationship Type="http://schemas.openxmlformats.org/officeDocument/2006/relationships/notesSlide" Target="/ppt/notesSlides/notesSlide2.xml" Id="Ref0991f7262f41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f22c47ddb4f6d" /><Relationship Type="http://schemas.openxmlformats.org/officeDocument/2006/relationships/notesSlide" Target="/ppt/notesSlides/notesSlide3.xml" Id="R545fbf01347544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fcdc1ef7d416a" /><Relationship Type="http://schemas.openxmlformats.org/officeDocument/2006/relationships/notesSlide" Target="/ppt/notesSlides/notesSlide4.xml" Id="R4bef03c36be446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044B4A-0461-491C-9A70-145291B1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从问题到交付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5BB4C-A850-4FE9-B45D-FC6CAFA7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3" name="PPAGENT_QA|parent=sequential-step-0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5C50A24E-9CF8-4076-8A46-0A03D04C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3909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parent=sequential-step-1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13B93A4A-89E9-49DD-991A-CFC68F81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90750"/>
            <a:ext cx="33909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sequential-step-2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4766DFAC-0467-497B-8548-5FA97FAB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33909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22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41338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914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FEB0A-9C17-46BD-9863-42C20ECB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PPAGENT_QA|within=sequential-step-0|role=title">
            <a:extLst xmlns:a="http://schemas.openxmlformats.org/drawingml/2006/main">
              <a:ext uri="{FF2B5EF4-FFF2-40B4-BE49-F238E27FC236}">
                <a16:creationId xmlns:a16="http://schemas.microsoft.com/office/drawing/2014/main" id="{D28864B6-7774-4683-A3F2-D18AF0D7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需求澄清</a:t>
            </a:r>
          </a:p>
        </p:txBody>
      </p:sp>
      <p:sp>
        <p:nvSpPr>
          <p:cNvPr id="10" name="PPAGENT_QA|within=sequential-step-0|role=body">
            <a:extLst xmlns:a="http://schemas.openxmlformats.org/drawingml/2006/main">
              <a:ext uri="{FF2B5EF4-FFF2-40B4-BE49-F238E27FC236}">
                <a16:creationId xmlns:a16="http://schemas.microsoft.com/office/drawing/2014/main" id="{F6D527B9-3EED-497B-B6A4-77EC6987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2971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明确目标、边界与输入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669BA-6ED1-469F-AF29-60A74DBB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PPAGENT_QA|within=sequential-step-1|role=title">
            <a:extLst xmlns:a="http://schemas.openxmlformats.org/drawingml/2006/main">
              <a:ext uri="{FF2B5EF4-FFF2-40B4-BE49-F238E27FC236}">
                <a16:creationId xmlns:a16="http://schemas.microsoft.com/office/drawing/2014/main" id="{701FAA2D-77BF-4906-9C35-D0379392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051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资料整理</a:t>
            </a:r>
          </a:p>
        </p:txBody>
      </p:sp>
      <p:sp>
        <p:nvSpPr>
          <p:cNvPr id="13" name="PPAGENT_QA|within=sequential-step-1|role=body">
            <a:extLst xmlns:a="http://schemas.openxmlformats.org/drawingml/2006/main">
              <a:ext uri="{FF2B5EF4-FFF2-40B4-BE49-F238E27FC236}">
                <a16:creationId xmlns:a16="http://schemas.microsoft.com/office/drawing/2014/main" id="{757CCCAE-D26E-4E98-9801-F01EC62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52850"/>
            <a:ext cx="2971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形成统一可靠的信息底座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00763-ADF5-46DC-AF19-162D0B0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PPAGENT_QA|within=sequential-step-2|role=title">
            <a:extLst xmlns:a="http://schemas.openxmlformats.org/drawingml/2006/main">
              <a:ext uri="{FF2B5EF4-FFF2-40B4-BE49-F238E27FC236}">
                <a16:creationId xmlns:a16="http://schemas.microsoft.com/office/drawing/2014/main" id="{3D0223CB-7C74-44C5-8A56-F7CF8694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6" name="PPAGENT_QA|within=sequential-step-2|role=body">
            <a:extLst xmlns:a="http://schemas.openxmlformats.org/drawingml/2006/main">
              <a:ext uri="{FF2B5EF4-FFF2-40B4-BE49-F238E27FC236}">
                <a16:creationId xmlns:a16="http://schemas.microsoft.com/office/drawing/2014/main" id="{28B87C74-1259-4D57-A4B7-9C625A33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52850"/>
            <a:ext cx="2971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建立结构和执行规则</a:t>
            </a:r>
          </a:p>
        </p:txBody>
      </p:sp>
    </p:spTree>
    <p:extLst>
      <p:ext uri="{BB962C8B-B14F-4D97-AF65-F5344CB8AC3E}">
        <p14:creationId xmlns:p14="http://schemas.microsoft.com/office/powerpoint/2010/main" val="2508326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919EB0-96B5-446E-9EDB-47141858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从问题到交付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9E4D6-DC02-43C2-8BAF-71537A75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3" name="PPAGENT_QA|parent=sequential-step-0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E9FC15AD-8B07-4F2D-9380-DB80E8C4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parent=sequential-step-1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4280CEB2-93FD-4A25-93AA-9AD69BBE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sequential-step-2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9342E6F2-1AE1-49F5-9696-DFF2F3D4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PPAGENT_QA|parent=sequential-step-3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7E68C68F-1DCA-4847-9E1B-B13EDF79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2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194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2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626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058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AA4C3-4620-4CC6-871A-3FB0BF35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PPAGENT_QA|within=sequential-step-0|role=title">
            <a:extLst xmlns:a="http://schemas.openxmlformats.org/drawingml/2006/main">
              <a:ext uri="{FF2B5EF4-FFF2-40B4-BE49-F238E27FC236}">
                <a16:creationId xmlns:a16="http://schemas.microsoft.com/office/drawing/2014/main" id="{F766931D-D5E0-40AA-A860-D8385CF3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需求澄清</a:t>
            </a:r>
          </a:p>
        </p:txBody>
      </p:sp>
      <p:sp>
        <p:nvSpPr>
          <p:cNvPr id="12" name="PPAGENT_QA|within=sequential-step-0|role=body">
            <a:extLst xmlns:a="http://schemas.openxmlformats.org/drawingml/2006/main">
              <a:ext uri="{FF2B5EF4-FFF2-40B4-BE49-F238E27FC236}">
                <a16:creationId xmlns:a16="http://schemas.microsoft.com/office/drawing/2014/main" id="{60BB9494-4855-4610-8516-B1B22F96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明确目标、边界与输入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F3F83-8D09-4099-8FBC-9716388F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PPAGENT_QA|within=sequential-step-1|role=title">
            <a:extLst xmlns:a="http://schemas.openxmlformats.org/drawingml/2006/main">
              <a:ext uri="{FF2B5EF4-FFF2-40B4-BE49-F238E27FC236}">
                <a16:creationId xmlns:a16="http://schemas.microsoft.com/office/drawing/2014/main" id="{3AF78B42-338E-4997-97A5-83E144BA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资料整理</a:t>
            </a:r>
          </a:p>
        </p:txBody>
      </p:sp>
      <p:sp>
        <p:nvSpPr>
          <p:cNvPr id="15" name="PPAGENT_QA|within=sequential-step-1|role=body">
            <a:extLst xmlns:a="http://schemas.openxmlformats.org/drawingml/2006/main">
              <a:ext uri="{FF2B5EF4-FFF2-40B4-BE49-F238E27FC236}">
                <a16:creationId xmlns:a16="http://schemas.microsoft.com/office/drawing/2014/main" id="{66BC5E6F-A258-4AF0-89E0-5447EE05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形成统一可靠的信息底座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B0A0F4-FC1D-4483-ABD7-54686B3A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PPAGENT_QA|within=sequential-step-2|role=title">
            <a:extLst xmlns:a="http://schemas.openxmlformats.org/drawingml/2006/main">
              <a:ext uri="{FF2B5EF4-FFF2-40B4-BE49-F238E27FC236}">
                <a16:creationId xmlns:a16="http://schemas.microsoft.com/office/drawing/2014/main" id="{487C0924-0171-4775-B049-799613E0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8" name="PPAGENT_QA|within=sequential-step-2|role=body">
            <a:extLst xmlns:a="http://schemas.openxmlformats.org/drawingml/2006/main">
              <a:ext uri="{FF2B5EF4-FFF2-40B4-BE49-F238E27FC236}">
                <a16:creationId xmlns:a16="http://schemas.microsoft.com/office/drawing/2014/main" id="{D169D08F-FB5D-4BEC-AA63-DD50D439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建立结构和执行规则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0D0C5E-B804-4D2B-A287-890B38B3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PPAGENT_QA|within=sequential-step-3|role=title">
            <a:extLst xmlns:a="http://schemas.openxmlformats.org/drawingml/2006/main">
              <a:ext uri="{FF2B5EF4-FFF2-40B4-BE49-F238E27FC236}">
                <a16:creationId xmlns:a16="http://schemas.microsoft.com/office/drawing/2014/main" id="{7410F8A4-CD57-4719-A79D-9F0DAB2C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实施生成</a:t>
            </a:r>
          </a:p>
        </p:txBody>
      </p:sp>
      <p:sp>
        <p:nvSpPr>
          <p:cNvPr id="21" name="PPAGENT_QA|within=sequential-step-3|role=body">
            <a:extLst xmlns:a="http://schemas.openxmlformats.org/drawingml/2006/main">
              <a:ext uri="{FF2B5EF4-FFF2-40B4-BE49-F238E27FC236}">
                <a16:creationId xmlns:a16="http://schemas.microsoft.com/office/drawing/2014/main" id="{02DD3B2A-916D-4283-B881-1C2F15D3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按规则完成确定性输出</a:t>
            </a:r>
          </a:p>
        </p:txBody>
      </p:sp>
    </p:spTree>
    <p:extLst>
      <p:ext uri="{BB962C8B-B14F-4D97-AF65-F5344CB8AC3E}">
        <p14:creationId xmlns:p14="http://schemas.microsoft.com/office/powerpoint/2010/main" val="3891594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9C72D4-2570-4CC0-837C-F20F00C4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从问题到交付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40FC1-5BCE-4714-9833-2D8467C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3" name="PPAGENT_QA|parent=sequential-step-0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C7A137A3-EFCB-49CB-B2BD-507384B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927860" cy="2571750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parent=sequential-step-1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64C95853-45AB-487D-A3C1-86C02F87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190750"/>
            <a:ext cx="1927860" cy="2571750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sequential-step-2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C72A4E10-EB93-44D2-BB18-169C93D7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2190750"/>
            <a:ext cx="1927860" cy="2571750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PPAGENT_QA|parent=sequential-step-3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D876DD01-2AA9-4B20-A1C4-48DA01C8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30" y="2190750"/>
            <a:ext cx="1927860" cy="2571750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parent=sequential-step-4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3B77EB73-2134-4096-8879-D377B45D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1190" y="2190750"/>
            <a:ext cx="1927860" cy="2571750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34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67081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3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6537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3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5993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3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25449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23D5A4-73DA-4A90-8B00-83EC8BA6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PPAGENT_QA|within=sequential-step-0|role=title">
            <a:extLst xmlns:a="http://schemas.openxmlformats.org/drawingml/2006/main">
              <a:ext uri="{FF2B5EF4-FFF2-40B4-BE49-F238E27FC236}">
                <a16:creationId xmlns:a16="http://schemas.microsoft.com/office/drawing/2014/main" id="{B983223A-0DDD-4812-8620-F3C3B114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50876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需求澄清</a:t>
            </a:r>
          </a:p>
        </p:txBody>
      </p:sp>
      <p:sp>
        <p:nvSpPr>
          <p:cNvPr id="14" name="PPAGENT_QA|within=sequential-step-0|role=body">
            <a:extLst xmlns:a="http://schemas.openxmlformats.org/drawingml/2006/main">
              <a:ext uri="{FF2B5EF4-FFF2-40B4-BE49-F238E27FC236}">
                <a16:creationId xmlns:a16="http://schemas.microsoft.com/office/drawing/2014/main" id="{5215D230-9B4B-4ECE-A354-F94D4180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150876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明确目标、边界与输入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FAC7C-D78D-4203-8FCF-0C3F1537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PPAGENT_QA|within=sequential-step-1|role=title">
            <a:extLst xmlns:a="http://schemas.openxmlformats.org/drawingml/2006/main">
              <a:ext uri="{FF2B5EF4-FFF2-40B4-BE49-F238E27FC236}">
                <a16:creationId xmlns:a16="http://schemas.microsoft.com/office/drawing/2014/main" id="{251803D3-A110-43AD-A908-3BCD2638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105150"/>
            <a:ext cx="150876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资料整理</a:t>
            </a:r>
          </a:p>
        </p:txBody>
      </p:sp>
      <p:sp>
        <p:nvSpPr>
          <p:cNvPr id="17" name="PPAGENT_QA|within=sequential-step-1|role=body">
            <a:extLst xmlns:a="http://schemas.openxmlformats.org/drawingml/2006/main">
              <a:ext uri="{FF2B5EF4-FFF2-40B4-BE49-F238E27FC236}">
                <a16:creationId xmlns:a16="http://schemas.microsoft.com/office/drawing/2014/main" id="{3BDBDFE6-21CE-4090-A08F-24E33F22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752850"/>
            <a:ext cx="150876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形成统一可靠的信息底座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3B0AD1-98F2-4394-82A9-1B65FC9C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PPAGENT_QA|within=sequential-step-2|role=title">
            <a:extLst xmlns:a="http://schemas.openxmlformats.org/drawingml/2006/main">
              <a:ext uri="{FF2B5EF4-FFF2-40B4-BE49-F238E27FC236}">
                <a16:creationId xmlns:a16="http://schemas.microsoft.com/office/drawing/2014/main" id="{BE1BBA0D-5C76-4327-8BF0-C0CB94A0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3105150"/>
            <a:ext cx="150876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20" name="PPAGENT_QA|within=sequential-step-2|role=body">
            <a:extLst xmlns:a="http://schemas.openxmlformats.org/drawingml/2006/main">
              <a:ext uri="{FF2B5EF4-FFF2-40B4-BE49-F238E27FC236}">
                <a16:creationId xmlns:a16="http://schemas.microsoft.com/office/drawing/2014/main" id="{C06A756C-58CA-4790-881F-19F22F2F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3752850"/>
            <a:ext cx="150876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建立结构和执行规则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81D3BD-2480-4FA9-B218-519F3C70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PPAGENT_QA|within=sequential-step-3|role=title">
            <a:extLst xmlns:a="http://schemas.openxmlformats.org/drawingml/2006/main">
              <a:ext uri="{FF2B5EF4-FFF2-40B4-BE49-F238E27FC236}">
                <a16:creationId xmlns:a16="http://schemas.microsoft.com/office/drawing/2014/main" id="{EF5624C4-3E75-42A8-901C-CD8CDBA9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6180" y="3105150"/>
            <a:ext cx="150876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实施生成</a:t>
            </a:r>
          </a:p>
        </p:txBody>
      </p:sp>
      <p:sp>
        <p:nvSpPr>
          <p:cNvPr id="23" name="PPAGENT_QA|within=sequential-step-3|role=body">
            <a:extLst xmlns:a="http://schemas.openxmlformats.org/drawingml/2006/main">
              <a:ext uri="{FF2B5EF4-FFF2-40B4-BE49-F238E27FC236}">
                <a16:creationId xmlns:a16="http://schemas.microsoft.com/office/drawing/2014/main" id="{55074AEF-F95D-4506-831A-361D3B76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6180" y="3752850"/>
            <a:ext cx="150876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按规则完成确定性输出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1B6049-8A55-4BB0-9C89-AB119DB1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5" name="PPAGENT_QA|within=sequential-step-4|role=title">
            <a:extLst xmlns:a="http://schemas.openxmlformats.org/drawingml/2006/main">
              <a:ext uri="{FF2B5EF4-FFF2-40B4-BE49-F238E27FC236}">
                <a16:creationId xmlns:a16="http://schemas.microsoft.com/office/drawing/2014/main" id="{0BB82E1B-0801-4A48-870F-95B56DEC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3105150"/>
            <a:ext cx="150876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质量验证</a:t>
            </a:r>
          </a:p>
        </p:txBody>
      </p:sp>
      <p:sp>
        <p:nvSpPr>
          <p:cNvPr id="26" name="PPAGENT_QA|within=sequential-step-4|role=body">
            <a:extLst xmlns:a="http://schemas.openxmlformats.org/drawingml/2006/main">
              <a:ext uri="{FF2B5EF4-FFF2-40B4-BE49-F238E27FC236}">
                <a16:creationId xmlns:a16="http://schemas.microsoft.com/office/drawing/2014/main" id="{D3390D81-7095-40BD-9564-B151ED8D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3752850"/>
            <a:ext cx="150876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检查关键约束和画面结果</a:t>
            </a:r>
          </a:p>
        </p:txBody>
      </p:sp>
    </p:spTree>
    <p:extLst>
      <p:ext uri="{BB962C8B-B14F-4D97-AF65-F5344CB8AC3E}">
        <p14:creationId xmlns:p14="http://schemas.microsoft.com/office/powerpoint/2010/main" val="15615594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8B1C4B-9923-48CE-9052-93E1D9CF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从问题到交付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A3921-DA37-4C1F-9FAA-B5F96078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3" name="PPAGENT_QA|parent=sequential-step-0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37923980-B134-47A2-8845-85341987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562100" cy="25717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PPAGENT_QA|parent=sequential-step-1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1FB737D7-11E8-4D46-84A3-0486E7B8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90750"/>
            <a:ext cx="1562100" cy="25717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sequential-step-2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E340FE66-632B-4B62-82D0-4BBEE408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90750"/>
            <a:ext cx="1562100" cy="25717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PPAGENT_QA|parent=sequential-step-3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1224EC98-FC49-4AFA-B094-AB7489F6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1562100" cy="25717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parent=sequential-step-4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3F5C5118-0C11-44F4-9F66-A9D48C09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62100" cy="25717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parent=sequential-step-5|domains=sequential-steps">
            <a:extLst xmlns:a="http://schemas.openxmlformats.org/drawingml/2006/main">
              <a:ext uri="{FF2B5EF4-FFF2-40B4-BE49-F238E27FC236}">
                <a16:creationId xmlns:a16="http://schemas.microsoft.com/office/drawing/2014/main" id="{5C62864F-2665-43C4-8D82-2274FE4B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190750"/>
            <a:ext cx="1562100" cy="25717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4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050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4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1338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42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9626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7914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4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6202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02ED60-06F3-4470-9909-67EDF8AB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5" name="PPAGENT_QA|within=sequential-step-0|role=title">
            <a:extLst xmlns:a="http://schemas.openxmlformats.org/drawingml/2006/main">
              <a:ext uri="{FF2B5EF4-FFF2-40B4-BE49-F238E27FC236}">
                <a16:creationId xmlns:a16="http://schemas.microsoft.com/office/drawing/2014/main" id="{51869F81-EFAE-404E-A660-6B5CFD51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需求澄清</a:t>
            </a:r>
          </a:p>
        </p:txBody>
      </p:sp>
      <p:sp>
        <p:nvSpPr>
          <p:cNvPr id="16" name="PPAGENT_QA|within=sequential-step-0|role=body">
            <a:extLst xmlns:a="http://schemas.openxmlformats.org/drawingml/2006/main">
              <a:ext uri="{FF2B5EF4-FFF2-40B4-BE49-F238E27FC236}">
                <a16:creationId xmlns:a16="http://schemas.microsoft.com/office/drawing/2014/main" id="{14A47057-2774-4418-A25F-08CC3851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明确目标、边界与输入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C72A6-90F0-41A1-BDF9-A87DCD2A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PPAGENT_QA|within=sequential-step-1|role=title">
            <a:extLst xmlns:a="http://schemas.openxmlformats.org/drawingml/2006/main">
              <a:ext uri="{FF2B5EF4-FFF2-40B4-BE49-F238E27FC236}">
                <a16:creationId xmlns:a16="http://schemas.microsoft.com/office/drawing/2014/main" id="{9E469BD9-7D34-40EB-B7AC-9C78B833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051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资料整理</a:t>
            </a:r>
          </a:p>
        </p:txBody>
      </p:sp>
      <p:sp>
        <p:nvSpPr>
          <p:cNvPr id="19" name="PPAGENT_QA|within=sequential-step-1|role=body">
            <a:extLst xmlns:a="http://schemas.openxmlformats.org/drawingml/2006/main">
              <a:ext uri="{FF2B5EF4-FFF2-40B4-BE49-F238E27FC236}">
                <a16:creationId xmlns:a16="http://schemas.microsoft.com/office/drawing/2014/main" id="{BF4C7803-CEAE-44C4-9F98-F0CDD072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形成统一可靠的信息底座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090147-CB5F-47C8-AF37-C4F9F002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1" name="PPAGENT_QA|within=sequential-step-2|role=title">
            <a:extLst xmlns:a="http://schemas.openxmlformats.org/drawingml/2006/main">
              <a:ext uri="{FF2B5EF4-FFF2-40B4-BE49-F238E27FC236}">
                <a16:creationId xmlns:a16="http://schemas.microsoft.com/office/drawing/2014/main" id="{3A563D51-E8F4-4F57-87BC-13E50877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051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22" name="PPAGENT_QA|within=sequential-step-2|role=body">
            <a:extLst xmlns:a="http://schemas.openxmlformats.org/drawingml/2006/main">
              <a:ext uri="{FF2B5EF4-FFF2-40B4-BE49-F238E27FC236}">
                <a16:creationId xmlns:a16="http://schemas.microsoft.com/office/drawing/2014/main" id="{ECCA600A-D7F0-49BC-8155-6B918D0F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建立结构和执行规则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A68507-1159-4E03-9A7B-9EB9216B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PPAGENT_QA|within=sequential-step-3|role=title">
            <a:extLst xmlns:a="http://schemas.openxmlformats.org/drawingml/2006/main">
              <a:ext uri="{FF2B5EF4-FFF2-40B4-BE49-F238E27FC236}">
                <a16:creationId xmlns:a16="http://schemas.microsoft.com/office/drawing/2014/main" id="{DC1832F1-FB36-4661-9F81-94DEB644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实施生成</a:t>
            </a:r>
          </a:p>
        </p:txBody>
      </p:sp>
      <p:sp>
        <p:nvSpPr>
          <p:cNvPr id="25" name="PPAGENT_QA|within=sequential-step-3|role=body">
            <a:extLst xmlns:a="http://schemas.openxmlformats.org/drawingml/2006/main">
              <a:ext uri="{FF2B5EF4-FFF2-40B4-BE49-F238E27FC236}">
                <a16:creationId xmlns:a16="http://schemas.microsoft.com/office/drawing/2014/main" id="{0AE8A66C-FC6F-44C9-95CF-651223AE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按规则完成确定性输出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AECB55-6928-4088-A70A-9AD59F4E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7" name="PPAGENT_QA|within=sequential-step-4|role=title">
            <a:extLst xmlns:a="http://schemas.openxmlformats.org/drawingml/2006/main">
              <a:ext uri="{FF2B5EF4-FFF2-40B4-BE49-F238E27FC236}">
                <a16:creationId xmlns:a16="http://schemas.microsoft.com/office/drawing/2014/main" id="{B88FD1B3-927C-453C-96FF-2BA22119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051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质量验证</a:t>
            </a:r>
          </a:p>
        </p:txBody>
      </p:sp>
      <p:sp>
        <p:nvSpPr>
          <p:cNvPr id="28" name="PPAGENT_QA|within=sequential-step-4|role=body">
            <a:extLst xmlns:a="http://schemas.openxmlformats.org/drawingml/2006/main">
              <a:ext uri="{FF2B5EF4-FFF2-40B4-BE49-F238E27FC236}">
                <a16:creationId xmlns:a16="http://schemas.microsoft.com/office/drawing/2014/main" id="{00A31226-47E9-4366-A44E-F2CBF754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检查关键约束和画面结果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5ABD9E-5B99-4CEA-A294-1C7E96FA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0" name="PPAGENT_QA|within=sequential-step-5|role=title">
            <a:extLst xmlns:a="http://schemas.openxmlformats.org/drawingml/2006/main">
              <a:ext uri="{FF2B5EF4-FFF2-40B4-BE49-F238E27FC236}">
                <a16:creationId xmlns:a16="http://schemas.microsoft.com/office/drawing/2014/main" id="{7CC88CDB-CFFF-492C-823D-E5ADEF13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105150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交付复盘</a:t>
            </a:r>
          </a:p>
        </p:txBody>
      </p:sp>
      <p:sp>
        <p:nvSpPr>
          <p:cNvPr id="31" name="PPAGENT_QA|within=sequential-step-5|role=body">
            <a:extLst xmlns:a="http://schemas.openxmlformats.org/drawingml/2006/main">
              <a:ext uri="{FF2B5EF4-FFF2-40B4-BE49-F238E27FC236}">
                <a16:creationId xmlns:a16="http://schemas.microsoft.com/office/drawing/2014/main" id="{B40D419B-F570-412D-A6FA-A7A2C1B2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记录问题并持续改进</a:t>
            </a:r>
          </a:p>
        </p:txBody>
      </p:sp>
    </p:spTree>
    <p:extLst>
      <p:ext uri="{BB962C8B-B14F-4D97-AF65-F5344CB8AC3E}">
        <p14:creationId xmlns:p14="http://schemas.microsoft.com/office/powerpoint/2010/main" val="19026960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2026-08-15T13:33:25.3860000Z</dcterms:created>
  <dcterms:modified xsi:type="dcterms:W3CDTF">2026-08-15T13:33:25.3860000Z</dcterms:modified>
</coreProperties>
</file>