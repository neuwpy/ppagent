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b188d69a244cc" /><Relationship Type="http://schemas.openxmlformats.org/officeDocument/2006/relationships/extended-properties" Target="/docProps/app.xml" Id="R3047b05c2edc4b9a" /><Relationship Type="http://schemas.openxmlformats.org/officeDocument/2006/relationships/officeDocument" Target="/ppt/presentation.xml" Id="Rf45dd10275764f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994105d09414f"/>
  </p:sldMasterIdLst>
  <p:notesMasterIdLst>
    <p:notesMasterId xmlns:r="http://schemas.openxmlformats.org/officeDocument/2006/relationships" r:id="R8c034bf062244268"/>
  </p:notesMasterIdLst>
  <p:sldIdLst>
    <p:sldId xmlns:r="http://schemas.openxmlformats.org/officeDocument/2006/relationships" id="256" r:id="Rfadabe20c5074d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1f8f6e0d6498e" /><Relationship Type="http://schemas.openxmlformats.org/officeDocument/2006/relationships/slideMaster" Target="/ppt/slideMasters/slideMaster1.xml" Id="R6ab994105d09414f" /><Relationship Type="http://schemas.openxmlformats.org/officeDocument/2006/relationships/notesMaster" Target="/ppt/notesMasters/notesMaster1.xml" Id="R8c034bf062244268" /><Relationship Type="http://schemas.openxmlformats.org/officeDocument/2006/relationships/presProps" Target="/ppt/presProps.xml" Id="Rce3a4acfaac44fc3" /><Relationship Type="http://schemas.openxmlformats.org/officeDocument/2006/relationships/tableStyles" Target="/ppt/tableStyles.xml" Id="R65da3c2bdd4d451b" /><Relationship Type="http://schemas.openxmlformats.org/officeDocument/2006/relationships/slide" Target="/ppt/slides/slide1.xml" Id="Rfadabe20c507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6a079fe023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52134f1c1443d" /><Relationship Type="http://schemas.openxmlformats.org/officeDocument/2006/relationships/notesMaster" Target="/ppt/notesMasters/notesMaster1.xml" Id="Rbcdf7da557bf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e000e36b49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25d2abe2d4043" /><Relationship Type="http://schemas.openxmlformats.org/officeDocument/2006/relationships/slideLayout" Target="/ppt/slideLayouts/slideLayout1.xml" Id="R324f3bdec77e46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f3bdec77e46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2487dd6c24c4d" /><Relationship Type="http://schemas.openxmlformats.org/officeDocument/2006/relationships/notesSlide" Target="/ppt/notesSlides/notesSlide1.xml" Id="Rfa8c17a161dc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EC8EE5F9-BC50-4BBE-917F-C50EF4A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3123238"/>
            <a:ext cx="8638184" cy="322412"/>
          </a:xfrm>
          <a:custGeom xmlns:a="http://schemas.openxmlformats.org/drawingml/2006/main">
            <a:pathLst>
              <a:path w="8638184" h="322412">
                <a:moveTo>
                  <a:pt x="0" y="58112"/>
                </a:moveTo>
                <a:lnTo>
                  <a:pt x="49987" y="20012"/>
                </a:lnTo>
                <a:lnTo>
                  <a:pt x="123720" y="20012"/>
                </a:lnTo>
                <a:lnTo>
                  <a:pt x="197444" y="20012"/>
                </a:lnTo>
                <a:lnTo>
                  <a:pt x="271177" y="20012"/>
                </a:lnTo>
                <a:lnTo>
                  <a:pt x="344910" y="20012"/>
                </a:lnTo>
                <a:lnTo>
                  <a:pt x="418643" y="20012"/>
                </a:lnTo>
                <a:lnTo>
                  <a:pt x="492366" y="20012"/>
                </a:lnTo>
                <a:lnTo>
                  <a:pt x="566099" y="20012"/>
                </a:lnTo>
                <a:lnTo>
                  <a:pt x="639832" y="20012"/>
                </a:lnTo>
                <a:lnTo>
                  <a:pt x="713565" y="20012"/>
                </a:lnTo>
                <a:lnTo>
                  <a:pt x="787289" y="20012"/>
                </a:lnTo>
                <a:lnTo>
                  <a:pt x="861022" y="20012"/>
                </a:lnTo>
                <a:lnTo>
                  <a:pt x="934755" y="20012"/>
                </a:lnTo>
                <a:lnTo>
                  <a:pt x="1008488" y="20012"/>
                </a:lnTo>
                <a:lnTo>
                  <a:pt x="1082211" y="20012"/>
                </a:lnTo>
                <a:lnTo>
                  <a:pt x="1155944" y="20012"/>
                </a:lnTo>
                <a:lnTo>
                  <a:pt x="1229678" y="20012"/>
                </a:lnTo>
                <a:lnTo>
                  <a:pt x="1303401" y="20012"/>
                </a:lnTo>
                <a:lnTo>
                  <a:pt x="1377134" y="20012"/>
                </a:lnTo>
                <a:lnTo>
                  <a:pt x="1450867" y="20012"/>
                </a:lnTo>
                <a:lnTo>
                  <a:pt x="1524600" y="20012"/>
                </a:lnTo>
                <a:lnTo>
                  <a:pt x="1598324" y="20012"/>
                </a:lnTo>
                <a:lnTo>
                  <a:pt x="1672057" y="20012"/>
                </a:lnTo>
                <a:lnTo>
                  <a:pt x="1745790" y="20012"/>
                </a:lnTo>
                <a:lnTo>
                  <a:pt x="1819523" y="20012"/>
                </a:lnTo>
                <a:lnTo>
                  <a:pt x="1893246" y="20012"/>
                </a:lnTo>
                <a:lnTo>
                  <a:pt x="1966979" y="20012"/>
                </a:lnTo>
                <a:lnTo>
                  <a:pt x="2040712" y="20012"/>
                </a:lnTo>
                <a:lnTo>
                  <a:pt x="2114445" y="20012"/>
                </a:lnTo>
                <a:lnTo>
                  <a:pt x="2188169" y="20012"/>
                </a:lnTo>
                <a:lnTo>
                  <a:pt x="2261902" y="20012"/>
                </a:lnTo>
                <a:lnTo>
                  <a:pt x="2335635" y="20012"/>
                </a:lnTo>
                <a:lnTo>
                  <a:pt x="2409368" y="20012"/>
                </a:lnTo>
                <a:lnTo>
                  <a:pt x="2483091" y="20012"/>
                </a:lnTo>
                <a:lnTo>
                  <a:pt x="2556824" y="20012"/>
                </a:lnTo>
                <a:lnTo>
                  <a:pt x="2630557" y="20012"/>
                </a:lnTo>
                <a:lnTo>
                  <a:pt x="2704290" y="20012"/>
                </a:lnTo>
                <a:lnTo>
                  <a:pt x="2778014" y="20012"/>
                </a:lnTo>
                <a:lnTo>
                  <a:pt x="2851747" y="20012"/>
                </a:lnTo>
                <a:lnTo>
                  <a:pt x="2925480" y="20012"/>
                </a:lnTo>
                <a:lnTo>
                  <a:pt x="2999213" y="20012"/>
                </a:lnTo>
                <a:lnTo>
                  <a:pt x="3072936" y="20012"/>
                </a:lnTo>
                <a:lnTo>
                  <a:pt x="3146669" y="20012"/>
                </a:lnTo>
                <a:lnTo>
                  <a:pt x="3220403" y="20012"/>
                </a:lnTo>
                <a:lnTo>
                  <a:pt x="3294136" y="20012"/>
                </a:lnTo>
                <a:lnTo>
                  <a:pt x="3367859" y="20012"/>
                </a:lnTo>
                <a:lnTo>
                  <a:pt x="3441592" y="20012"/>
                </a:lnTo>
                <a:lnTo>
                  <a:pt x="3515325" y="20012"/>
                </a:lnTo>
                <a:lnTo>
                  <a:pt x="3589058" y="20012"/>
                </a:lnTo>
                <a:lnTo>
                  <a:pt x="3662782" y="20012"/>
                </a:lnTo>
                <a:lnTo>
                  <a:pt x="3736515" y="20012"/>
                </a:lnTo>
                <a:lnTo>
                  <a:pt x="3810248" y="20012"/>
                </a:lnTo>
                <a:lnTo>
                  <a:pt x="3883981" y="20012"/>
                </a:lnTo>
                <a:lnTo>
                  <a:pt x="3957704" y="20012"/>
                </a:lnTo>
                <a:lnTo>
                  <a:pt x="4031437" y="20012"/>
                </a:lnTo>
                <a:lnTo>
                  <a:pt x="4105170" y="20012"/>
                </a:lnTo>
                <a:lnTo>
                  <a:pt x="4178894" y="20012"/>
                </a:lnTo>
                <a:lnTo>
                  <a:pt x="4252627" y="20012"/>
                </a:lnTo>
                <a:lnTo>
                  <a:pt x="4326360" y="20012"/>
                </a:lnTo>
                <a:lnTo>
                  <a:pt x="4400093" y="20012"/>
                </a:lnTo>
                <a:lnTo>
                  <a:pt x="4473816" y="20012"/>
                </a:lnTo>
                <a:lnTo>
                  <a:pt x="4547549" y="20012"/>
                </a:lnTo>
                <a:lnTo>
                  <a:pt x="4621282" y="20012"/>
                </a:lnTo>
                <a:lnTo>
                  <a:pt x="4695015" y="20012"/>
                </a:lnTo>
                <a:lnTo>
                  <a:pt x="4768739" y="20012"/>
                </a:lnTo>
                <a:lnTo>
                  <a:pt x="4842472" y="20012"/>
                </a:lnTo>
                <a:lnTo>
                  <a:pt x="4916205" y="20012"/>
                </a:lnTo>
                <a:lnTo>
                  <a:pt x="4989938" y="20012"/>
                </a:lnTo>
                <a:lnTo>
                  <a:pt x="5063661" y="20012"/>
                </a:lnTo>
                <a:lnTo>
                  <a:pt x="5137394" y="20012"/>
                </a:lnTo>
                <a:lnTo>
                  <a:pt x="5211128" y="20012"/>
                </a:lnTo>
                <a:lnTo>
                  <a:pt x="5284861" y="20012"/>
                </a:lnTo>
                <a:lnTo>
                  <a:pt x="5358584" y="20012"/>
                </a:lnTo>
                <a:lnTo>
                  <a:pt x="5432317" y="20012"/>
                </a:lnTo>
                <a:lnTo>
                  <a:pt x="5506050" y="20012"/>
                </a:lnTo>
                <a:lnTo>
                  <a:pt x="5579783" y="20012"/>
                </a:lnTo>
                <a:lnTo>
                  <a:pt x="5653507" y="20012"/>
                </a:lnTo>
                <a:lnTo>
                  <a:pt x="5727240" y="20012"/>
                </a:lnTo>
                <a:lnTo>
                  <a:pt x="5800973" y="20012"/>
                </a:lnTo>
                <a:lnTo>
                  <a:pt x="5874706" y="20012"/>
                </a:lnTo>
                <a:lnTo>
                  <a:pt x="5948429" y="20012"/>
                </a:lnTo>
                <a:lnTo>
                  <a:pt x="6022162" y="20012"/>
                </a:lnTo>
                <a:lnTo>
                  <a:pt x="6095895" y="20012"/>
                </a:lnTo>
                <a:lnTo>
                  <a:pt x="6169628" y="20012"/>
                </a:lnTo>
                <a:lnTo>
                  <a:pt x="6243352" y="20012"/>
                </a:lnTo>
                <a:lnTo>
                  <a:pt x="6317085" y="20012"/>
                </a:lnTo>
                <a:lnTo>
                  <a:pt x="6390818" y="20012"/>
                </a:lnTo>
                <a:lnTo>
                  <a:pt x="6464551" y="20012"/>
                </a:lnTo>
                <a:lnTo>
                  <a:pt x="6538274" y="20012"/>
                </a:lnTo>
                <a:lnTo>
                  <a:pt x="6612007" y="20012"/>
                </a:lnTo>
                <a:lnTo>
                  <a:pt x="6685740" y="20012"/>
                </a:lnTo>
                <a:lnTo>
                  <a:pt x="6759473" y="20012"/>
                </a:lnTo>
                <a:lnTo>
                  <a:pt x="6833197" y="20012"/>
                </a:lnTo>
                <a:lnTo>
                  <a:pt x="6906930" y="20012"/>
                </a:lnTo>
                <a:lnTo>
                  <a:pt x="6980663" y="20012"/>
                </a:lnTo>
                <a:lnTo>
                  <a:pt x="7054396" y="20012"/>
                </a:lnTo>
                <a:lnTo>
                  <a:pt x="7128119" y="20012"/>
                </a:lnTo>
                <a:lnTo>
                  <a:pt x="7201853" y="20012"/>
                </a:lnTo>
                <a:lnTo>
                  <a:pt x="7275586" y="20012"/>
                </a:lnTo>
                <a:lnTo>
                  <a:pt x="7349309" y="20012"/>
                </a:lnTo>
                <a:lnTo>
                  <a:pt x="7423042" y="20012"/>
                </a:lnTo>
                <a:lnTo>
                  <a:pt x="7496775" y="20012"/>
                </a:lnTo>
                <a:lnTo>
                  <a:pt x="7570508" y="20012"/>
                </a:lnTo>
                <a:lnTo>
                  <a:pt x="7644232" y="20012"/>
                </a:lnTo>
                <a:lnTo>
                  <a:pt x="7717965" y="20012"/>
                </a:lnTo>
                <a:lnTo>
                  <a:pt x="7791698" y="20012"/>
                </a:lnTo>
                <a:lnTo>
                  <a:pt x="7865431" y="20012"/>
                </a:lnTo>
                <a:lnTo>
                  <a:pt x="7939154" y="20012"/>
                </a:lnTo>
                <a:lnTo>
                  <a:pt x="8012887" y="20012"/>
                </a:lnTo>
                <a:lnTo>
                  <a:pt x="8086620" y="20012"/>
                </a:lnTo>
                <a:lnTo>
                  <a:pt x="8160353" y="20012"/>
                </a:lnTo>
                <a:lnTo>
                  <a:pt x="8220075" y="6010"/>
                </a:lnTo>
                <a:lnTo>
                  <a:pt x="8266300" y="0"/>
                </a:lnTo>
                <a:lnTo>
                  <a:pt x="8334956" y="26870"/>
                </a:lnTo>
                <a:lnTo>
                  <a:pt x="8403622" y="53731"/>
                </a:lnTo>
                <a:lnTo>
                  <a:pt x="8472278" y="80601"/>
                </a:lnTo>
                <a:lnTo>
                  <a:pt x="8540944" y="107471"/>
                </a:lnTo>
                <a:lnTo>
                  <a:pt x="8609600" y="134341"/>
                </a:lnTo>
                <a:lnTo>
                  <a:pt x="8638184" y="161201"/>
                </a:lnTo>
                <a:lnTo>
                  <a:pt x="8569528" y="188071"/>
                </a:lnTo>
                <a:lnTo>
                  <a:pt x="8500862" y="214941"/>
                </a:lnTo>
                <a:lnTo>
                  <a:pt x="8432206" y="241802"/>
                </a:lnTo>
                <a:lnTo>
                  <a:pt x="8363541" y="268672"/>
                </a:lnTo>
                <a:lnTo>
                  <a:pt x="8294884" y="295542"/>
                </a:lnTo>
                <a:lnTo>
                  <a:pt x="8226219" y="322412"/>
                </a:lnTo>
                <a:lnTo>
                  <a:pt x="8191043" y="286712"/>
                </a:lnTo>
                <a:lnTo>
                  <a:pt x="8117310" y="286712"/>
                </a:lnTo>
                <a:lnTo>
                  <a:pt x="8043577" y="286712"/>
                </a:lnTo>
                <a:lnTo>
                  <a:pt x="7969853" y="286712"/>
                </a:lnTo>
                <a:lnTo>
                  <a:pt x="7896120" y="286712"/>
                </a:lnTo>
                <a:lnTo>
                  <a:pt x="7822387" y="286712"/>
                </a:lnTo>
                <a:lnTo>
                  <a:pt x="7748654" y="286712"/>
                </a:lnTo>
                <a:lnTo>
                  <a:pt x="7674931" y="286712"/>
                </a:lnTo>
                <a:lnTo>
                  <a:pt x="7601198" y="286712"/>
                </a:lnTo>
                <a:lnTo>
                  <a:pt x="7527465" y="286712"/>
                </a:lnTo>
                <a:lnTo>
                  <a:pt x="7453732" y="286712"/>
                </a:lnTo>
                <a:lnTo>
                  <a:pt x="7380008" y="286712"/>
                </a:lnTo>
                <a:lnTo>
                  <a:pt x="7306275" y="286712"/>
                </a:lnTo>
                <a:lnTo>
                  <a:pt x="7232542" y="286712"/>
                </a:lnTo>
                <a:lnTo>
                  <a:pt x="7158819" y="286712"/>
                </a:lnTo>
                <a:lnTo>
                  <a:pt x="7085086" y="286712"/>
                </a:lnTo>
                <a:lnTo>
                  <a:pt x="7011353" y="286712"/>
                </a:lnTo>
                <a:lnTo>
                  <a:pt x="6937619" y="286712"/>
                </a:lnTo>
                <a:lnTo>
                  <a:pt x="6863896" y="286712"/>
                </a:lnTo>
                <a:lnTo>
                  <a:pt x="6790163" y="286712"/>
                </a:lnTo>
                <a:lnTo>
                  <a:pt x="6716430" y="286712"/>
                </a:lnTo>
                <a:lnTo>
                  <a:pt x="6642697" y="286712"/>
                </a:lnTo>
                <a:lnTo>
                  <a:pt x="6568973" y="286712"/>
                </a:lnTo>
                <a:lnTo>
                  <a:pt x="6495240" y="286712"/>
                </a:lnTo>
                <a:lnTo>
                  <a:pt x="6421507" y="286712"/>
                </a:lnTo>
                <a:lnTo>
                  <a:pt x="6347774" y="286712"/>
                </a:lnTo>
                <a:lnTo>
                  <a:pt x="6274051" y="286712"/>
                </a:lnTo>
                <a:lnTo>
                  <a:pt x="6200318" y="286712"/>
                </a:lnTo>
                <a:lnTo>
                  <a:pt x="6126585" y="286712"/>
                </a:lnTo>
                <a:lnTo>
                  <a:pt x="6052852" y="286712"/>
                </a:lnTo>
                <a:lnTo>
                  <a:pt x="5979128" y="286712"/>
                </a:lnTo>
                <a:lnTo>
                  <a:pt x="5905395" y="286712"/>
                </a:lnTo>
                <a:lnTo>
                  <a:pt x="5831662" y="286712"/>
                </a:lnTo>
                <a:lnTo>
                  <a:pt x="5757929" y="286712"/>
                </a:lnTo>
                <a:lnTo>
                  <a:pt x="5684206" y="286712"/>
                </a:lnTo>
                <a:lnTo>
                  <a:pt x="5610473" y="286712"/>
                </a:lnTo>
                <a:lnTo>
                  <a:pt x="5536740" y="286712"/>
                </a:lnTo>
                <a:lnTo>
                  <a:pt x="5463007" y="286712"/>
                </a:lnTo>
                <a:lnTo>
                  <a:pt x="5389283" y="286712"/>
                </a:lnTo>
                <a:lnTo>
                  <a:pt x="5315550" y="286712"/>
                </a:lnTo>
                <a:lnTo>
                  <a:pt x="5241817" y="286712"/>
                </a:lnTo>
                <a:lnTo>
                  <a:pt x="5168084" y="286712"/>
                </a:lnTo>
                <a:lnTo>
                  <a:pt x="5094361" y="286712"/>
                </a:lnTo>
                <a:lnTo>
                  <a:pt x="5020628" y="286712"/>
                </a:lnTo>
                <a:lnTo>
                  <a:pt x="4946894" y="286712"/>
                </a:lnTo>
                <a:lnTo>
                  <a:pt x="4873161" y="286712"/>
                </a:lnTo>
                <a:lnTo>
                  <a:pt x="4799438" y="286712"/>
                </a:lnTo>
                <a:lnTo>
                  <a:pt x="4725705" y="286712"/>
                </a:lnTo>
                <a:lnTo>
                  <a:pt x="4651972" y="286712"/>
                </a:lnTo>
                <a:lnTo>
                  <a:pt x="4578239" y="286712"/>
                </a:lnTo>
                <a:lnTo>
                  <a:pt x="4504515" y="286712"/>
                </a:lnTo>
                <a:lnTo>
                  <a:pt x="4430782" y="286712"/>
                </a:lnTo>
                <a:lnTo>
                  <a:pt x="4357049" y="286712"/>
                </a:lnTo>
                <a:lnTo>
                  <a:pt x="4283326" y="286712"/>
                </a:lnTo>
                <a:lnTo>
                  <a:pt x="4209593" y="286712"/>
                </a:lnTo>
                <a:lnTo>
                  <a:pt x="4135860" y="286712"/>
                </a:lnTo>
                <a:lnTo>
                  <a:pt x="4062127" y="286712"/>
                </a:lnTo>
                <a:lnTo>
                  <a:pt x="3988394" y="286712"/>
                </a:lnTo>
                <a:lnTo>
                  <a:pt x="3914670" y="286712"/>
                </a:lnTo>
                <a:lnTo>
                  <a:pt x="3840937" y="286712"/>
                </a:lnTo>
                <a:lnTo>
                  <a:pt x="3767204" y="286712"/>
                </a:lnTo>
                <a:lnTo>
                  <a:pt x="3693471" y="286712"/>
                </a:lnTo>
                <a:lnTo>
                  <a:pt x="3619748" y="286712"/>
                </a:lnTo>
                <a:lnTo>
                  <a:pt x="3546015" y="286712"/>
                </a:lnTo>
                <a:lnTo>
                  <a:pt x="3472282" y="286712"/>
                </a:lnTo>
                <a:lnTo>
                  <a:pt x="3398558" y="286712"/>
                </a:lnTo>
                <a:lnTo>
                  <a:pt x="3324825" y="286712"/>
                </a:lnTo>
                <a:lnTo>
                  <a:pt x="3251092" y="286712"/>
                </a:lnTo>
                <a:lnTo>
                  <a:pt x="3177359" y="286712"/>
                </a:lnTo>
                <a:lnTo>
                  <a:pt x="3103636" y="286712"/>
                </a:lnTo>
                <a:lnTo>
                  <a:pt x="3029903" y="286712"/>
                </a:lnTo>
                <a:lnTo>
                  <a:pt x="2956169" y="286712"/>
                </a:lnTo>
                <a:lnTo>
                  <a:pt x="2882436" y="286712"/>
                </a:lnTo>
                <a:lnTo>
                  <a:pt x="2808713" y="286712"/>
                </a:lnTo>
                <a:lnTo>
                  <a:pt x="2734980" y="286712"/>
                </a:lnTo>
                <a:lnTo>
                  <a:pt x="2661247" y="286712"/>
                </a:lnTo>
                <a:lnTo>
                  <a:pt x="2587514" y="286712"/>
                </a:lnTo>
                <a:lnTo>
                  <a:pt x="2513790" y="286712"/>
                </a:lnTo>
                <a:lnTo>
                  <a:pt x="2440057" y="286712"/>
                </a:lnTo>
                <a:lnTo>
                  <a:pt x="2366324" y="286712"/>
                </a:lnTo>
                <a:lnTo>
                  <a:pt x="2292591" y="286712"/>
                </a:lnTo>
                <a:lnTo>
                  <a:pt x="2218868" y="286712"/>
                </a:lnTo>
                <a:lnTo>
                  <a:pt x="2145135" y="286712"/>
                </a:lnTo>
                <a:lnTo>
                  <a:pt x="2071402" y="286712"/>
                </a:lnTo>
                <a:lnTo>
                  <a:pt x="1997669" y="286712"/>
                </a:lnTo>
                <a:lnTo>
                  <a:pt x="1923945" y="286712"/>
                </a:lnTo>
                <a:lnTo>
                  <a:pt x="1850212" y="286712"/>
                </a:lnTo>
                <a:lnTo>
                  <a:pt x="1776479" y="286712"/>
                </a:lnTo>
                <a:lnTo>
                  <a:pt x="1702746" y="286712"/>
                </a:lnTo>
                <a:lnTo>
                  <a:pt x="1629023" y="286712"/>
                </a:lnTo>
                <a:lnTo>
                  <a:pt x="1555290" y="286712"/>
                </a:lnTo>
                <a:lnTo>
                  <a:pt x="1481557" y="286712"/>
                </a:lnTo>
                <a:lnTo>
                  <a:pt x="1407824" y="286712"/>
                </a:lnTo>
                <a:lnTo>
                  <a:pt x="1334100" y="286712"/>
                </a:lnTo>
                <a:lnTo>
                  <a:pt x="1260367" y="286712"/>
                </a:lnTo>
                <a:lnTo>
                  <a:pt x="1186634" y="286712"/>
                </a:lnTo>
                <a:lnTo>
                  <a:pt x="1112901" y="286712"/>
                </a:lnTo>
                <a:lnTo>
                  <a:pt x="1039178" y="286712"/>
                </a:lnTo>
                <a:lnTo>
                  <a:pt x="965444" y="286712"/>
                </a:lnTo>
                <a:lnTo>
                  <a:pt x="891711" y="286712"/>
                </a:lnTo>
                <a:lnTo>
                  <a:pt x="817978" y="286712"/>
                </a:lnTo>
                <a:lnTo>
                  <a:pt x="744255" y="286712"/>
                </a:lnTo>
                <a:lnTo>
                  <a:pt x="670522" y="286712"/>
                </a:lnTo>
                <a:lnTo>
                  <a:pt x="596789" y="286712"/>
                </a:lnTo>
                <a:lnTo>
                  <a:pt x="523065" y="286712"/>
                </a:lnTo>
                <a:lnTo>
                  <a:pt x="449332" y="286712"/>
                </a:lnTo>
                <a:lnTo>
                  <a:pt x="375599" y="286712"/>
                </a:lnTo>
                <a:lnTo>
                  <a:pt x="301866" y="286712"/>
                </a:lnTo>
                <a:lnTo>
                  <a:pt x="228143" y="286712"/>
                </a:lnTo>
                <a:lnTo>
                  <a:pt x="154410" y="286712"/>
                </a:lnTo>
                <a:lnTo>
                  <a:pt x="80677" y="286712"/>
                </a:lnTo>
                <a:lnTo>
                  <a:pt x="9363" y="277025"/>
                </a:lnTo>
                <a:lnTo>
                  <a:pt x="0" y="205569"/>
                </a:lnTo>
                <a:lnTo>
                  <a:pt x="0" y="131845"/>
                </a:lnTo>
                <a:lnTo>
                  <a:pt x="0" y="58112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EB3AB5CA-F70B-4044-B11D-4756631A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267075"/>
            <a:ext cx="80486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00E005FB-3BAD-4D30-8EEE-70E2C2F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22098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需求识别</a:t>
            </a:r>
          </a:p>
        </p:txBody>
      </p:sp>
      <p:sp>
        <p:nvSpPr>
          <p:cNvPr id="4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E6BE1EBE-47D6-4009-823C-A5AB3EA2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0713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F6FA7C88-9246-43D7-880F-1640D0F0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8DE516BE-46F9-4C4C-A604-9A869527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5013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AC8D8DBE-F953-4E89-94B2-DD80BB03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5525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1ADC3ABF-DD4E-4E92-8C5A-82D16D6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4010025"/>
            <a:ext cx="22002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9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FACF757E-1E21-411B-B463-B3B7B6B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92430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0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B2C6A87B-46EB-47BC-AC62-CCD2A6C1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3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9C560ABF-675A-4F86-844C-C6DB9196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2195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明确对象、目标与真实约束</a:t>
            </a:r>
          </a:p>
        </p:txBody>
      </p:sp>
      <p:sp>
        <p:nvSpPr>
          <p:cNvPr id="12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0BA61345-D5C5-4300-AE69-D9DE7869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2098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问题分析</a:t>
            </a:r>
          </a:p>
        </p:txBody>
      </p:sp>
      <p:sp>
        <p:nvSpPr>
          <p:cNvPr id="13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3116AF7A-64B0-42CA-AF60-568022F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4838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14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271539E7-6034-4CA4-BFA4-780F67D6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38528B89-FB92-441C-BB02-5E8ABED9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138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DB27564B-BEC6-48EF-B9DC-EA24FDB7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1A4C24BF-F63B-48AD-B765-F9013E5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4010025"/>
            <a:ext cx="22002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8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ADFAFD41-2BD1-4B26-AF1C-7E4D13B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392430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9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DF7ADB8B-99C3-4770-B7C9-92845C1B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5338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74E45434-97EB-44A2-A3B4-6FDCFE7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2195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梳理信息并确认关键矛盾</a:t>
            </a:r>
          </a:p>
        </p:txBody>
      </p:sp>
      <p:sp>
        <p:nvSpPr>
          <p:cNvPr id="21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DA2CE934-D004-4E81-AC9C-3858A0E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2098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2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4F2D71A1-1B8F-4FC7-8BD8-AAC82CF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8963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5C60A49D-3E0D-45BE-A7BF-2CA2162C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5192F71D-68F2-4C82-AD30-63FCA69E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3263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F595822A-4485-455F-B8A1-0B33FC9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03B5B9DF-FBD8-4B0E-AEE3-3E6E291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10025"/>
            <a:ext cx="22002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7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7B5B187-28CC-4623-854D-A2DE4745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92430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8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0FC14E7-0789-4612-A5CB-0675182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463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B599B144-60A5-43C2-A89F-D66BE69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195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形成可执行的解决路径</a:t>
            </a:r>
          </a:p>
        </p:txBody>
      </p:sp>
      <p:sp>
        <p:nvSpPr>
          <p:cNvPr id="30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313DCA72-D61A-474F-AC95-3ED936DF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2098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组织实施</a:t>
            </a:r>
          </a:p>
        </p:txBody>
      </p:sp>
      <p:sp>
        <p:nvSpPr>
          <p:cNvPr id="31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1DFADC86-9483-4A46-BE4C-CBAA679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3088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2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74547799-AEB9-427B-8F00-D5835EC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8B8D186C-B4A0-4558-AA8B-A688BEA0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388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6605FD16-B2DF-4579-9EF2-3D8B3905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199E1D63-7224-4731-88AC-C487AEE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4010025"/>
            <a:ext cx="22002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6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7B6A2655-A535-4EB7-A9AD-54228C84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392430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7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7A4CB5C9-CEE7-4B52-B4D0-98B7606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3588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719CADCA-10DE-4E42-AB6F-C22AC79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421957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分配任务并推进计划落地</a:t>
            </a:r>
          </a:p>
        </p:txBody>
      </p:sp>
    </p:spTree>
    <p:extLst>
      <p:ext uri="{BB962C8B-B14F-4D97-AF65-F5344CB8AC3E}">
        <p14:creationId xmlns:p14="http://schemas.microsoft.com/office/powerpoint/2010/main" val="667989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2026-08-17T12:48:41.8930000Z</dcterms:created>
  <dcterms:modified xsi:type="dcterms:W3CDTF">2026-08-17T12:48:41.8930000Z</dcterms:modified>
</coreProperties>
</file>