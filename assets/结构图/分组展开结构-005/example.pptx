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b17f8134584321" /><Relationship Type="http://schemas.openxmlformats.org/officeDocument/2006/relationships/extended-properties" Target="/docProps/app.xml" Id="R34a70d2d3f8a4636" /><Relationship Type="http://schemas.openxmlformats.org/officeDocument/2006/relationships/officeDocument" Target="/ppt/presentation.xml" Id="R0197bcf88a704e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596215339944df"/>
  </p:sldMasterIdLst>
  <p:notesMasterIdLst>
    <p:notesMasterId xmlns:r="http://schemas.openxmlformats.org/officeDocument/2006/relationships" r:id="Rced3c3d7b63f4f08"/>
  </p:notesMasterIdLst>
  <p:sldIdLst>
    <p:sldId xmlns:r="http://schemas.openxmlformats.org/officeDocument/2006/relationships" id="256" r:id="Rfd98d57bae4b48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32643f2eeb4068" /><Relationship Type="http://schemas.openxmlformats.org/officeDocument/2006/relationships/slideMaster" Target="/ppt/slideMasters/slideMaster1.xml" Id="R60596215339944df" /><Relationship Type="http://schemas.openxmlformats.org/officeDocument/2006/relationships/notesMaster" Target="/ppt/notesMasters/notesMaster1.xml" Id="Rced3c3d7b63f4f08" /><Relationship Type="http://schemas.openxmlformats.org/officeDocument/2006/relationships/presProps" Target="/ppt/presProps.xml" Id="R9bb0954982be4b06" /><Relationship Type="http://schemas.openxmlformats.org/officeDocument/2006/relationships/tableStyles" Target="/ppt/tableStyles.xml" Id="Re394333ce7724176" /><Relationship Type="http://schemas.openxmlformats.org/officeDocument/2006/relationships/slide" Target="/ppt/slides/slide1.xml" Id="Rfd98d57bae4b48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ebfdbe028847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42875" dist="66675" dir="5400000">
              <a:srgbClr val="284F6C">
                <a:alpha val="11000"/>
              </a:srgbClr>
            </a:outerShdw>
          </a:effectLst>
        </a:effectStyle>
        <a:effectStyle>
          <a:effectLst>
            <a:outerShdw blurRad="104775" dist="38100" dir="5400000">
              <a:srgbClr val="2B4C68">
                <a:alpha val="5000"/>
              </a:srgbClr>
            </a:outerShdw>
          </a:effectLst>
        </a:effectStyle>
        <a:effectStyle>
          <a:effectLst>
            <a:outerShdw blurRad="114300" dist="47625" dir="5400000">
              <a:srgbClr val="2B4C68">
                <a:alpha val="9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d8a12254fb462c" /><Relationship Type="http://schemas.openxmlformats.org/officeDocument/2006/relationships/notesMaster" Target="/ppt/notesMasters/notesMaster1.xml" Id="R41a0e2c101a84d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7ad191392045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5550fd912d467d" /><Relationship Type="http://schemas.openxmlformats.org/officeDocument/2006/relationships/slideLayout" Target="/ppt/slideLayouts/slideLayout1.xml" Id="R078fdefe1aa34d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8fdefe1aa34d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42875" dist="66675" dir="5400000">
              <a:srgbClr val="284F6C">
                <a:alpha val="11000"/>
              </a:srgbClr>
            </a:outerShdw>
          </a:effectLst>
        </a:effectStyle>
        <a:effectStyle>
          <a:effectLst>
            <a:outerShdw blurRad="104775" dist="38100" dir="5400000">
              <a:srgbClr val="2B4C68">
                <a:alpha val="5000"/>
              </a:srgbClr>
            </a:outerShdw>
          </a:effectLst>
        </a:effectStyle>
        <a:effectStyle>
          <a:effectLst>
            <a:outerShdw blurRad="114300" dist="47625" dir="5400000">
              <a:srgbClr val="2B4C68">
                <a:alpha val="9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0d82e60ea4f6f" /><Relationship Type="http://schemas.openxmlformats.org/officeDocument/2006/relationships/notesSlide" Target="/ppt/notesSlides/notesSlide1.xml" Id="R9dfc63356f2d42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rouped-branch-1">
            <a:extLst xmlns:a="http://schemas.openxmlformats.org/drawingml/2006/main">
              <a:ext uri="{FF2B5EF4-FFF2-40B4-BE49-F238E27FC236}">
                <a16:creationId xmlns:a16="http://schemas.microsoft.com/office/drawing/2014/main" id="{35FFBA37-9863-4116-998E-39F8D061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2466975"/>
            <a:ext cx="1295400" cy="1457325"/>
          </a:xfrm>
          <a:custGeom xmlns:a="http://schemas.openxmlformats.org/drawingml/2006/main">
            <a:pathLst>
              <a:path w="1295400" h="1457325">
                <a:moveTo>
                  <a:pt x="0" y="1457325"/>
                </a:moveTo>
                <a:lnTo>
                  <a:pt x="18955" y="1456649"/>
                </a:lnTo>
                <a:lnTo>
                  <a:pt x="37814" y="1454610"/>
                </a:lnTo>
                <a:lnTo>
                  <a:pt x="56464" y="1451172"/>
                </a:lnTo>
                <a:lnTo>
                  <a:pt x="74809" y="1446352"/>
                </a:lnTo>
                <a:lnTo>
                  <a:pt x="92745" y="1440190"/>
                </a:lnTo>
                <a:lnTo>
                  <a:pt x="110204" y="1432760"/>
                </a:lnTo>
                <a:lnTo>
                  <a:pt x="127102" y="1424159"/>
                </a:lnTo>
                <a:lnTo>
                  <a:pt x="143418" y="1414482"/>
                </a:lnTo>
                <a:lnTo>
                  <a:pt x="159134" y="1403852"/>
                </a:lnTo>
                <a:lnTo>
                  <a:pt x="174231" y="1392374"/>
                </a:lnTo>
                <a:lnTo>
                  <a:pt x="188738" y="1380153"/>
                </a:lnTo>
                <a:lnTo>
                  <a:pt x="202682" y="1367285"/>
                </a:lnTo>
                <a:lnTo>
                  <a:pt x="216065" y="1353845"/>
                </a:lnTo>
                <a:lnTo>
                  <a:pt x="228952" y="1339920"/>
                </a:lnTo>
                <a:lnTo>
                  <a:pt x="241344" y="1325556"/>
                </a:lnTo>
                <a:lnTo>
                  <a:pt x="253298" y="1310831"/>
                </a:lnTo>
                <a:lnTo>
                  <a:pt x="264833" y="1295771"/>
                </a:lnTo>
                <a:lnTo>
                  <a:pt x="275996" y="1280427"/>
                </a:lnTo>
                <a:lnTo>
                  <a:pt x="286798" y="1264834"/>
                </a:lnTo>
                <a:lnTo>
                  <a:pt x="297275" y="1249013"/>
                </a:lnTo>
                <a:lnTo>
                  <a:pt x="307457" y="1233011"/>
                </a:lnTo>
                <a:lnTo>
                  <a:pt x="317363" y="1216828"/>
                </a:lnTo>
                <a:lnTo>
                  <a:pt x="327012" y="1200493"/>
                </a:lnTo>
                <a:lnTo>
                  <a:pt x="336442" y="1184034"/>
                </a:lnTo>
                <a:lnTo>
                  <a:pt x="345653" y="1167441"/>
                </a:lnTo>
                <a:lnTo>
                  <a:pt x="354663" y="1150753"/>
                </a:lnTo>
                <a:lnTo>
                  <a:pt x="363503" y="1133970"/>
                </a:lnTo>
                <a:lnTo>
                  <a:pt x="372180" y="1117092"/>
                </a:lnTo>
                <a:lnTo>
                  <a:pt x="380705" y="1100147"/>
                </a:lnTo>
                <a:lnTo>
                  <a:pt x="389106" y="1083135"/>
                </a:lnTo>
                <a:lnTo>
                  <a:pt x="397373" y="1066067"/>
                </a:lnTo>
                <a:lnTo>
                  <a:pt x="405536" y="1048941"/>
                </a:lnTo>
                <a:lnTo>
                  <a:pt x="413595" y="1031767"/>
                </a:lnTo>
                <a:lnTo>
                  <a:pt x="421577" y="1014546"/>
                </a:lnTo>
                <a:lnTo>
                  <a:pt x="429473" y="997296"/>
                </a:lnTo>
                <a:lnTo>
                  <a:pt x="437302" y="980018"/>
                </a:lnTo>
                <a:lnTo>
                  <a:pt x="445065" y="962711"/>
                </a:lnTo>
                <a:lnTo>
                  <a:pt x="452780" y="945375"/>
                </a:lnTo>
                <a:lnTo>
                  <a:pt x="460448" y="928030"/>
                </a:lnTo>
                <a:lnTo>
                  <a:pt x="468087" y="910657"/>
                </a:lnTo>
                <a:lnTo>
                  <a:pt x="475688" y="893283"/>
                </a:lnTo>
                <a:lnTo>
                  <a:pt x="483279" y="875890"/>
                </a:lnTo>
                <a:lnTo>
                  <a:pt x="490852" y="858498"/>
                </a:lnTo>
                <a:lnTo>
                  <a:pt x="498424" y="841105"/>
                </a:lnTo>
                <a:lnTo>
                  <a:pt x="505997" y="823703"/>
                </a:lnTo>
                <a:lnTo>
                  <a:pt x="513569" y="806310"/>
                </a:lnTo>
                <a:lnTo>
                  <a:pt x="521160" y="788927"/>
                </a:lnTo>
                <a:lnTo>
                  <a:pt x="528771" y="771544"/>
                </a:lnTo>
                <a:lnTo>
                  <a:pt x="536400" y="754180"/>
                </a:lnTo>
                <a:lnTo>
                  <a:pt x="544068" y="736825"/>
                </a:lnTo>
                <a:lnTo>
                  <a:pt x="551774" y="719490"/>
                </a:lnTo>
                <a:lnTo>
                  <a:pt x="559527" y="702173"/>
                </a:lnTo>
                <a:lnTo>
                  <a:pt x="567328" y="684876"/>
                </a:lnTo>
                <a:lnTo>
                  <a:pt x="575186" y="667617"/>
                </a:lnTo>
                <a:lnTo>
                  <a:pt x="583121" y="650377"/>
                </a:lnTo>
                <a:lnTo>
                  <a:pt x="591112" y="633174"/>
                </a:lnTo>
                <a:lnTo>
                  <a:pt x="599189" y="616010"/>
                </a:lnTo>
                <a:lnTo>
                  <a:pt x="607343" y="598875"/>
                </a:lnTo>
                <a:lnTo>
                  <a:pt x="615591" y="581797"/>
                </a:lnTo>
                <a:lnTo>
                  <a:pt x="623935" y="564756"/>
                </a:lnTo>
                <a:lnTo>
                  <a:pt x="632393" y="547773"/>
                </a:lnTo>
                <a:lnTo>
                  <a:pt x="640947" y="530838"/>
                </a:lnTo>
                <a:lnTo>
                  <a:pt x="649624" y="513969"/>
                </a:lnTo>
                <a:lnTo>
                  <a:pt x="658435" y="497167"/>
                </a:lnTo>
                <a:lnTo>
                  <a:pt x="667369" y="480431"/>
                </a:lnTo>
                <a:lnTo>
                  <a:pt x="676446" y="463772"/>
                </a:lnTo>
                <a:lnTo>
                  <a:pt x="685667" y="447199"/>
                </a:lnTo>
                <a:lnTo>
                  <a:pt x="695049" y="430701"/>
                </a:lnTo>
                <a:lnTo>
                  <a:pt x="704602" y="414309"/>
                </a:lnTo>
                <a:lnTo>
                  <a:pt x="714318" y="398021"/>
                </a:lnTo>
                <a:lnTo>
                  <a:pt x="724224" y="381838"/>
                </a:lnTo>
                <a:lnTo>
                  <a:pt x="734320" y="365779"/>
                </a:lnTo>
                <a:lnTo>
                  <a:pt x="744617" y="349844"/>
                </a:lnTo>
                <a:lnTo>
                  <a:pt x="755123" y="334042"/>
                </a:lnTo>
                <a:lnTo>
                  <a:pt x="765839" y="318392"/>
                </a:lnTo>
                <a:lnTo>
                  <a:pt x="776792" y="302905"/>
                </a:lnTo>
                <a:lnTo>
                  <a:pt x="787984" y="287579"/>
                </a:lnTo>
                <a:lnTo>
                  <a:pt x="799424" y="272444"/>
                </a:lnTo>
                <a:lnTo>
                  <a:pt x="811120" y="257508"/>
                </a:lnTo>
                <a:lnTo>
                  <a:pt x="823084" y="242783"/>
                </a:lnTo>
                <a:lnTo>
                  <a:pt x="835314" y="228286"/>
                </a:lnTo>
                <a:lnTo>
                  <a:pt x="847849" y="214046"/>
                </a:lnTo>
                <a:lnTo>
                  <a:pt x="860669" y="200063"/>
                </a:lnTo>
                <a:lnTo>
                  <a:pt x="873795" y="186357"/>
                </a:lnTo>
                <a:lnTo>
                  <a:pt x="887225" y="172964"/>
                </a:lnTo>
                <a:lnTo>
                  <a:pt x="900979" y="159906"/>
                </a:lnTo>
                <a:lnTo>
                  <a:pt x="915057" y="147190"/>
                </a:lnTo>
                <a:lnTo>
                  <a:pt x="929469" y="134845"/>
                </a:lnTo>
                <a:lnTo>
                  <a:pt x="944213" y="122911"/>
                </a:lnTo>
                <a:lnTo>
                  <a:pt x="959282" y="111385"/>
                </a:lnTo>
                <a:lnTo>
                  <a:pt x="974693" y="100317"/>
                </a:lnTo>
                <a:lnTo>
                  <a:pt x="990429" y="89735"/>
                </a:lnTo>
                <a:lnTo>
                  <a:pt x="1006497" y="79639"/>
                </a:lnTo>
                <a:lnTo>
                  <a:pt x="1022880" y="70075"/>
                </a:lnTo>
                <a:lnTo>
                  <a:pt x="1039578" y="61065"/>
                </a:lnTo>
                <a:lnTo>
                  <a:pt x="1056561" y="52616"/>
                </a:lnTo>
                <a:lnTo>
                  <a:pt x="1073829" y="44768"/>
                </a:lnTo>
                <a:lnTo>
                  <a:pt x="1091365" y="37529"/>
                </a:lnTo>
                <a:lnTo>
                  <a:pt x="1109148" y="30918"/>
                </a:lnTo>
                <a:lnTo>
                  <a:pt x="1127150" y="24946"/>
                </a:lnTo>
                <a:lnTo>
                  <a:pt x="1145362" y="19612"/>
                </a:lnTo>
                <a:lnTo>
                  <a:pt x="1163745" y="14926"/>
                </a:lnTo>
                <a:lnTo>
                  <a:pt x="1182281" y="10897"/>
                </a:lnTo>
                <a:lnTo>
                  <a:pt x="1200941" y="7506"/>
                </a:lnTo>
                <a:lnTo>
                  <a:pt x="1219714" y="4772"/>
                </a:lnTo>
                <a:lnTo>
                  <a:pt x="1238574" y="2657"/>
                </a:lnTo>
                <a:lnTo>
                  <a:pt x="1257481" y="1172"/>
                </a:lnTo>
                <a:lnTo>
                  <a:pt x="1276436" y="295"/>
                </a:lnTo>
                <a:lnTo>
                  <a:pt x="1295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4D80A7"/>
            </a:solidFill>
            <a:prstDash val="solid"/>
          </a:ln>
        </p:spPr>
      </p:sp>
      <p:sp>
        <p:nvSpPr>
          <p:cNvPr id="2" name="grouped-branch-2">
            <a:extLst xmlns:a="http://schemas.openxmlformats.org/drawingml/2006/main">
              <a:ext uri="{FF2B5EF4-FFF2-40B4-BE49-F238E27FC236}">
                <a16:creationId xmlns:a16="http://schemas.microsoft.com/office/drawing/2014/main" id="{71E9B96E-DBE9-4DED-8420-6A9B292C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3924300"/>
            <a:ext cx="1295400" cy="9525"/>
          </a:xfrm>
          <a:custGeom xmlns:a="http://schemas.openxmlformats.org/drawingml/2006/main">
            <a:pathLst>
              <a:path w="1295400" h="9525">
                <a:moveTo>
                  <a:pt x="0" y="0"/>
                </a:moveTo>
                <a:lnTo>
                  <a:pt x="19050" y="0"/>
                </a:lnTo>
                <a:lnTo>
                  <a:pt x="38100" y="0"/>
                </a:lnTo>
                <a:lnTo>
                  <a:pt x="57150" y="0"/>
                </a:lnTo>
                <a:lnTo>
                  <a:pt x="76200" y="0"/>
                </a:lnTo>
                <a:lnTo>
                  <a:pt x="95250" y="0"/>
                </a:lnTo>
                <a:lnTo>
                  <a:pt x="114300" y="0"/>
                </a:lnTo>
                <a:lnTo>
                  <a:pt x="133350" y="0"/>
                </a:lnTo>
                <a:lnTo>
                  <a:pt x="152400" y="0"/>
                </a:lnTo>
                <a:lnTo>
                  <a:pt x="171450" y="0"/>
                </a:lnTo>
                <a:lnTo>
                  <a:pt x="190500" y="0"/>
                </a:lnTo>
                <a:lnTo>
                  <a:pt x="209550" y="0"/>
                </a:lnTo>
                <a:lnTo>
                  <a:pt x="228600" y="0"/>
                </a:lnTo>
                <a:lnTo>
                  <a:pt x="247650" y="0"/>
                </a:lnTo>
                <a:lnTo>
                  <a:pt x="266700" y="0"/>
                </a:lnTo>
                <a:lnTo>
                  <a:pt x="285750" y="0"/>
                </a:lnTo>
                <a:lnTo>
                  <a:pt x="304800" y="0"/>
                </a:lnTo>
                <a:lnTo>
                  <a:pt x="323850" y="0"/>
                </a:lnTo>
                <a:lnTo>
                  <a:pt x="342900" y="0"/>
                </a:lnTo>
                <a:lnTo>
                  <a:pt x="361950" y="0"/>
                </a:lnTo>
                <a:lnTo>
                  <a:pt x="381000" y="0"/>
                </a:lnTo>
                <a:lnTo>
                  <a:pt x="400050" y="0"/>
                </a:lnTo>
                <a:lnTo>
                  <a:pt x="419100" y="0"/>
                </a:lnTo>
                <a:lnTo>
                  <a:pt x="438150" y="0"/>
                </a:lnTo>
                <a:lnTo>
                  <a:pt x="457200" y="0"/>
                </a:lnTo>
                <a:lnTo>
                  <a:pt x="476250" y="0"/>
                </a:lnTo>
                <a:lnTo>
                  <a:pt x="495300" y="0"/>
                </a:lnTo>
                <a:lnTo>
                  <a:pt x="514350" y="0"/>
                </a:lnTo>
                <a:lnTo>
                  <a:pt x="533400" y="0"/>
                </a:lnTo>
                <a:lnTo>
                  <a:pt x="552450" y="0"/>
                </a:lnTo>
                <a:lnTo>
                  <a:pt x="571500" y="0"/>
                </a:lnTo>
                <a:lnTo>
                  <a:pt x="590550" y="0"/>
                </a:lnTo>
                <a:lnTo>
                  <a:pt x="609600" y="0"/>
                </a:lnTo>
                <a:lnTo>
                  <a:pt x="628650" y="0"/>
                </a:lnTo>
                <a:lnTo>
                  <a:pt x="647700" y="0"/>
                </a:lnTo>
                <a:lnTo>
                  <a:pt x="666750" y="0"/>
                </a:lnTo>
                <a:lnTo>
                  <a:pt x="685800" y="0"/>
                </a:lnTo>
                <a:lnTo>
                  <a:pt x="704850" y="0"/>
                </a:lnTo>
                <a:lnTo>
                  <a:pt x="723900" y="0"/>
                </a:lnTo>
                <a:lnTo>
                  <a:pt x="742950" y="0"/>
                </a:lnTo>
                <a:lnTo>
                  <a:pt x="762000" y="0"/>
                </a:lnTo>
                <a:lnTo>
                  <a:pt x="781050" y="0"/>
                </a:lnTo>
                <a:lnTo>
                  <a:pt x="800100" y="0"/>
                </a:lnTo>
                <a:lnTo>
                  <a:pt x="819150" y="0"/>
                </a:lnTo>
                <a:lnTo>
                  <a:pt x="838200" y="0"/>
                </a:lnTo>
                <a:lnTo>
                  <a:pt x="857250" y="0"/>
                </a:lnTo>
                <a:lnTo>
                  <a:pt x="876300" y="0"/>
                </a:lnTo>
                <a:lnTo>
                  <a:pt x="895350" y="0"/>
                </a:lnTo>
                <a:lnTo>
                  <a:pt x="914400" y="0"/>
                </a:lnTo>
                <a:lnTo>
                  <a:pt x="933450" y="0"/>
                </a:lnTo>
                <a:lnTo>
                  <a:pt x="952500" y="0"/>
                </a:lnTo>
                <a:lnTo>
                  <a:pt x="971550" y="0"/>
                </a:lnTo>
                <a:lnTo>
                  <a:pt x="990600" y="0"/>
                </a:lnTo>
                <a:lnTo>
                  <a:pt x="1009650" y="0"/>
                </a:lnTo>
                <a:lnTo>
                  <a:pt x="1028700" y="0"/>
                </a:lnTo>
                <a:lnTo>
                  <a:pt x="1047750" y="0"/>
                </a:lnTo>
                <a:lnTo>
                  <a:pt x="1066800" y="0"/>
                </a:lnTo>
                <a:lnTo>
                  <a:pt x="1085850" y="0"/>
                </a:lnTo>
                <a:lnTo>
                  <a:pt x="1104900" y="0"/>
                </a:lnTo>
                <a:lnTo>
                  <a:pt x="1123950" y="0"/>
                </a:lnTo>
                <a:lnTo>
                  <a:pt x="1143000" y="0"/>
                </a:lnTo>
                <a:lnTo>
                  <a:pt x="1162050" y="0"/>
                </a:lnTo>
                <a:lnTo>
                  <a:pt x="1181100" y="0"/>
                </a:lnTo>
                <a:lnTo>
                  <a:pt x="1200150" y="0"/>
                </a:lnTo>
                <a:lnTo>
                  <a:pt x="1219200" y="0"/>
                </a:lnTo>
                <a:lnTo>
                  <a:pt x="1238250" y="0"/>
                </a:lnTo>
                <a:lnTo>
                  <a:pt x="1257300" y="0"/>
                </a:lnTo>
                <a:lnTo>
                  <a:pt x="1276350" y="0"/>
                </a:lnTo>
                <a:lnTo>
                  <a:pt x="1295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699ABB"/>
            </a:solidFill>
            <a:prstDash val="solid"/>
          </a:ln>
        </p:spPr>
      </p:sp>
      <p:sp>
        <p:nvSpPr>
          <p:cNvPr id="3" name="grouped-branch-3">
            <a:extLst xmlns:a="http://schemas.openxmlformats.org/drawingml/2006/main">
              <a:ext uri="{FF2B5EF4-FFF2-40B4-BE49-F238E27FC236}">
                <a16:creationId xmlns:a16="http://schemas.microsoft.com/office/drawing/2014/main" id="{AA1505AF-D5C2-486B-B6ED-31EEE662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3924300"/>
            <a:ext cx="1295400" cy="1457325"/>
          </a:xfrm>
          <a:custGeom xmlns:a="http://schemas.openxmlformats.org/drawingml/2006/main">
            <a:pathLst>
              <a:path w="1295400" h="1457325">
                <a:moveTo>
                  <a:pt x="0" y="0"/>
                </a:moveTo>
                <a:lnTo>
                  <a:pt x="18926" y="448"/>
                </a:lnTo>
                <a:lnTo>
                  <a:pt x="37814" y="1810"/>
                </a:lnTo>
                <a:lnTo>
                  <a:pt x="56607" y="4105"/>
                </a:lnTo>
                <a:lnTo>
                  <a:pt x="75267" y="7353"/>
                </a:lnTo>
                <a:lnTo>
                  <a:pt x="93726" y="11563"/>
                </a:lnTo>
                <a:lnTo>
                  <a:pt x="111947" y="16716"/>
                </a:lnTo>
                <a:lnTo>
                  <a:pt x="129873" y="22803"/>
                </a:lnTo>
                <a:lnTo>
                  <a:pt x="147476" y="29794"/>
                </a:lnTo>
                <a:lnTo>
                  <a:pt x="164697" y="37662"/>
                </a:lnTo>
                <a:lnTo>
                  <a:pt x="181527" y="46339"/>
                </a:lnTo>
                <a:lnTo>
                  <a:pt x="197930" y="55797"/>
                </a:lnTo>
                <a:lnTo>
                  <a:pt x="213903" y="65970"/>
                </a:lnTo>
                <a:lnTo>
                  <a:pt x="229419" y="76819"/>
                </a:lnTo>
                <a:lnTo>
                  <a:pt x="244497" y="88278"/>
                </a:lnTo>
                <a:lnTo>
                  <a:pt x="259137" y="100289"/>
                </a:lnTo>
                <a:lnTo>
                  <a:pt x="273329" y="112814"/>
                </a:lnTo>
                <a:lnTo>
                  <a:pt x="287112" y="125806"/>
                </a:lnTo>
                <a:lnTo>
                  <a:pt x="300476" y="139227"/>
                </a:lnTo>
                <a:lnTo>
                  <a:pt x="313449" y="153019"/>
                </a:lnTo>
                <a:lnTo>
                  <a:pt x="326050" y="167154"/>
                </a:lnTo>
                <a:lnTo>
                  <a:pt x="338280" y="181604"/>
                </a:lnTo>
                <a:lnTo>
                  <a:pt x="350177" y="196339"/>
                </a:lnTo>
                <a:lnTo>
                  <a:pt x="361750" y="211331"/>
                </a:lnTo>
                <a:lnTo>
                  <a:pt x="373018" y="226552"/>
                </a:lnTo>
                <a:lnTo>
                  <a:pt x="384000" y="241983"/>
                </a:lnTo>
                <a:lnTo>
                  <a:pt x="394706" y="257604"/>
                </a:lnTo>
                <a:lnTo>
                  <a:pt x="405155" y="273396"/>
                </a:lnTo>
                <a:lnTo>
                  <a:pt x="415366" y="289341"/>
                </a:lnTo>
                <a:lnTo>
                  <a:pt x="425358" y="305429"/>
                </a:lnTo>
                <a:lnTo>
                  <a:pt x="435121" y="321650"/>
                </a:lnTo>
                <a:lnTo>
                  <a:pt x="444703" y="337985"/>
                </a:lnTo>
                <a:lnTo>
                  <a:pt x="454095" y="354425"/>
                </a:lnTo>
                <a:lnTo>
                  <a:pt x="463315" y="370970"/>
                </a:lnTo>
                <a:lnTo>
                  <a:pt x="472373" y="387601"/>
                </a:lnTo>
                <a:lnTo>
                  <a:pt x="481279" y="404308"/>
                </a:lnTo>
                <a:lnTo>
                  <a:pt x="490052" y="421091"/>
                </a:lnTo>
                <a:lnTo>
                  <a:pt x="498691" y="437940"/>
                </a:lnTo>
                <a:lnTo>
                  <a:pt x="507216" y="454857"/>
                </a:lnTo>
                <a:lnTo>
                  <a:pt x="515626" y="471821"/>
                </a:lnTo>
                <a:lnTo>
                  <a:pt x="523932" y="488842"/>
                </a:lnTo>
                <a:lnTo>
                  <a:pt x="532152" y="505901"/>
                </a:lnTo>
                <a:lnTo>
                  <a:pt x="540287" y="522999"/>
                </a:lnTo>
                <a:lnTo>
                  <a:pt x="548345" y="540144"/>
                </a:lnTo>
                <a:lnTo>
                  <a:pt x="556327" y="557308"/>
                </a:lnTo>
                <a:lnTo>
                  <a:pt x="564261" y="574510"/>
                </a:lnTo>
                <a:lnTo>
                  <a:pt x="572129" y="591731"/>
                </a:lnTo>
                <a:lnTo>
                  <a:pt x="579958" y="608971"/>
                </a:lnTo>
                <a:lnTo>
                  <a:pt x="587750" y="626240"/>
                </a:lnTo>
                <a:lnTo>
                  <a:pt x="595503" y="643509"/>
                </a:lnTo>
                <a:lnTo>
                  <a:pt x="603228" y="660797"/>
                </a:lnTo>
                <a:lnTo>
                  <a:pt x="610934" y="678104"/>
                </a:lnTo>
                <a:lnTo>
                  <a:pt x="618630" y="695401"/>
                </a:lnTo>
                <a:lnTo>
                  <a:pt x="626326" y="712708"/>
                </a:lnTo>
                <a:lnTo>
                  <a:pt x="634013" y="730015"/>
                </a:lnTo>
                <a:lnTo>
                  <a:pt x="641718" y="747312"/>
                </a:lnTo>
                <a:lnTo>
                  <a:pt x="649415" y="764610"/>
                </a:lnTo>
                <a:lnTo>
                  <a:pt x="657149" y="781898"/>
                </a:lnTo>
                <a:lnTo>
                  <a:pt x="664902" y="799176"/>
                </a:lnTo>
                <a:lnTo>
                  <a:pt x="672684" y="816435"/>
                </a:lnTo>
                <a:lnTo>
                  <a:pt x="680514" y="833685"/>
                </a:lnTo>
                <a:lnTo>
                  <a:pt x="688391" y="850906"/>
                </a:lnTo>
                <a:lnTo>
                  <a:pt x="696316" y="868109"/>
                </a:lnTo>
                <a:lnTo>
                  <a:pt x="704288" y="885282"/>
                </a:lnTo>
                <a:lnTo>
                  <a:pt x="712346" y="902418"/>
                </a:lnTo>
                <a:lnTo>
                  <a:pt x="720471" y="919524"/>
                </a:lnTo>
                <a:lnTo>
                  <a:pt x="728672" y="936593"/>
                </a:lnTo>
                <a:lnTo>
                  <a:pt x="736968" y="953614"/>
                </a:lnTo>
                <a:lnTo>
                  <a:pt x="745360" y="970588"/>
                </a:lnTo>
                <a:lnTo>
                  <a:pt x="753856" y="987514"/>
                </a:lnTo>
                <a:lnTo>
                  <a:pt x="762467" y="1004383"/>
                </a:lnTo>
                <a:lnTo>
                  <a:pt x="771201" y="1021185"/>
                </a:lnTo>
                <a:lnTo>
                  <a:pt x="780069" y="1037911"/>
                </a:lnTo>
                <a:lnTo>
                  <a:pt x="789080" y="1054570"/>
                </a:lnTo>
                <a:lnTo>
                  <a:pt x="798233" y="1071153"/>
                </a:lnTo>
                <a:lnTo>
                  <a:pt x="807549" y="1087631"/>
                </a:lnTo>
                <a:lnTo>
                  <a:pt x="817045" y="1104024"/>
                </a:lnTo>
                <a:lnTo>
                  <a:pt x="826713" y="1120302"/>
                </a:lnTo>
                <a:lnTo>
                  <a:pt x="836590" y="1136466"/>
                </a:lnTo>
                <a:lnTo>
                  <a:pt x="846668" y="1152496"/>
                </a:lnTo>
                <a:lnTo>
                  <a:pt x="856964" y="1168384"/>
                </a:lnTo>
                <a:lnTo>
                  <a:pt x="867489" y="1184129"/>
                </a:lnTo>
                <a:lnTo>
                  <a:pt x="878262" y="1199702"/>
                </a:lnTo>
                <a:lnTo>
                  <a:pt x="889302" y="1215085"/>
                </a:lnTo>
                <a:lnTo>
                  <a:pt x="900617" y="1230278"/>
                </a:lnTo>
                <a:lnTo>
                  <a:pt x="912209" y="1245241"/>
                </a:lnTo>
                <a:lnTo>
                  <a:pt x="924116" y="1259967"/>
                </a:lnTo>
                <a:lnTo>
                  <a:pt x="936346" y="1274426"/>
                </a:lnTo>
                <a:lnTo>
                  <a:pt x="948909" y="1288599"/>
                </a:lnTo>
                <a:lnTo>
                  <a:pt x="961815" y="1302458"/>
                </a:lnTo>
                <a:lnTo>
                  <a:pt x="975093" y="1315964"/>
                </a:lnTo>
                <a:lnTo>
                  <a:pt x="988743" y="1329090"/>
                </a:lnTo>
                <a:lnTo>
                  <a:pt x="1002773" y="1341796"/>
                </a:lnTo>
                <a:lnTo>
                  <a:pt x="1017213" y="1354045"/>
                </a:lnTo>
                <a:lnTo>
                  <a:pt x="1032053" y="1365809"/>
                </a:lnTo>
                <a:lnTo>
                  <a:pt x="1047302" y="1377029"/>
                </a:lnTo>
                <a:lnTo>
                  <a:pt x="1062971" y="1387669"/>
                </a:lnTo>
                <a:lnTo>
                  <a:pt x="1079040" y="1397689"/>
                </a:lnTo>
                <a:lnTo>
                  <a:pt x="1095499" y="1407043"/>
                </a:lnTo>
                <a:lnTo>
                  <a:pt x="1112349" y="1415682"/>
                </a:lnTo>
                <a:lnTo>
                  <a:pt x="1129560" y="1423578"/>
                </a:lnTo>
                <a:lnTo>
                  <a:pt x="1147115" y="1430684"/>
                </a:lnTo>
                <a:lnTo>
                  <a:pt x="1164974" y="1436980"/>
                </a:lnTo>
                <a:lnTo>
                  <a:pt x="1183110" y="1442437"/>
                </a:lnTo>
                <a:lnTo>
                  <a:pt x="1201474" y="1447038"/>
                </a:lnTo>
                <a:lnTo>
                  <a:pt x="1220029" y="1450791"/>
                </a:lnTo>
                <a:lnTo>
                  <a:pt x="1238745" y="1453677"/>
                </a:lnTo>
                <a:lnTo>
                  <a:pt x="1257576" y="1455725"/>
                </a:lnTo>
                <a:lnTo>
                  <a:pt x="1276464" y="1456925"/>
                </a:lnTo>
                <a:lnTo>
                  <a:pt x="1295400" y="1457325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8BB2CA"/>
            </a:solidFill>
            <a:prstDash val="solid"/>
          </a:ln>
        </p:spPr>
      </p:sp>
      <p:sp>
        <p:nvSpPr>
          <p:cNvPr id="4" name="grouped-root">
            <a:extLst xmlns:a="http://schemas.openxmlformats.org/drawingml/2006/main">
              <a:ext uri="{FF2B5EF4-FFF2-40B4-BE49-F238E27FC236}">
                <a16:creationId xmlns:a16="http://schemas.microsoft.com/office/drawing/2014/main" id="{7A28BE1D-316E-4D2B-8617-809921D9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3419475"/>
            <a:ext cx="1847850" cy="1009650"/>
          </a:xfrm>
          <a:prstGeom xmlns:a="http://schemas.openxmlformats.org/drawingml/2006/main" prst="roundRect">
            <a:avLst>
              <a:gd name="adj" fmla="val 21698"/>
            </a:avLst>
          </a:prstGeom>
          <a:solidFill xmlns:a="http://schemas.openxmlformats.org/drawingml/2006/main">
            <a:srgbClr val="28577D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grouped-root-title">
            <a:extLst xmlns:a="http://schemas.openxmlformats.org/drawingml/2006/main">
              <a:ext uri="{FF2B5EF4-FFF2-40B4-BE49-F238E27FC236}">
                <a16:creationId xmlns:a16="http://schemas.microsoft.com/office/drawing/2014/main" id="{63E47641-0D88-47B8-9DF7-883E7BF3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3703739"/>
            <a:ext cx="1562100" cy="479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建立可靠的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工作型 PPT</a:t>
            </a:r>
          </a:p>
        </p:txBody>
      </p:sp>
      <p:sp>
        <p:nvSpPr>
          <p:cNvPr id="6" name="grouped-point-surface-1">
            <a:extLst xmlns:a="http://schemas.openxmlformats.org/drawingml/2006/main">
              <a:ext uri="{FF2B5EF4-FFF2-40B4-BE49-F238E27FC236}">
                <a16:creationId xmlns:a16="http://schemas.microsoft.com/office/drawing/2014/main" id="{A6803C44-A3BA-4CF1-A42B-4D5A11D6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5425" y="1866900"/>
            <a:ext cx="62007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DFE6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7" name="grouped-point-rule-1">
            <a:extLst xmlns:a="http://schemas.openxmlformats.org/drawingml/2006/main">
              <a:ext uri="{FF2B5EF4-FFF2-40B4-BE49-F238E27FC236}">
                <a16:creationId xmlns:a16="http://schemas.microsoft.com/office/drawing/2014/main" id="{74F0E63A-7E35-4ADD-B30C-D01066BF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600" y="2028825"/>
            <a:ext cx="47625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80A7">
              <a:alpha val="8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ouped-point-1-0">
            <a:extLst xmlns:a="http://schemas.openxmlformats.org/drawingml/2006/main">
              <a:ext uri="{FF2B5EF4-FFF2-40B4-BE49-F238E27FC236}">
                <a16:creationId xmlns:a16="http://schemas.microsoft.com/office/drawing/2014/main" id="{43684350-DC47-4F80-9810-C8FD83BC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1675" y="2179739"/>
            <a:ext cx="2619375" cy="253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00" b="0" i="0">
                <a:solidFill>
                  <a:srgbClr val="51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16777"/>
                </a:solidFill>
                <a:latin typeface="Microsoft YaHei"/>
                <a:ea typeface="Microsoft YaHei"/>
                <a:cs typeface="Microsoft YaHei"/>
              </a:rPr>
              <a:t>• 识别核心主题</a:t>
            </a:r>
          </a:p>
        </p:txBody>
      </p:sp>
      <p:sp>
        <p:nvSpPr>
          <p:cNvPr id="9" name="grouped-point-1-1">
            <a:extLst xmlns:a="http://schemas.openxmlformats.org/drawingml/2006/main">
              <a:ext uri="{FF2B5EF4-FFF2-40B4-BE49-F238E27FC236}">
                <a16:creationId xmlns:a16="http://schemas.microsoft.com/office/drawing/2014/main" id="{E3EEBA1F-BBBB-435C-B5CE-66E59F67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2179739"/>
            <a:ext cx="2619375" cy="253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00" b="0" i="0">
                <a:solidFill>
                  <a:srgbClr val="51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16777"/>
                </a:solidFill>
                <a:latin typeface="Microsoft YaHei"/>
                <a:ea typeface="Microsoft YaHei"/>
                <a:cs typeface="Microsoft YaHei"/>
              </a:rPr>
              <a:t>• 保留事实边界</a:t>
            </a:r>
          </a:p>
        </p:txBody>
      </p:sp>
      <p:sp>
        <p:nvSpPr>
          <p:cNvPr id="10" name="grouped-point-1-2">
            <a:extLst xmlns:a="http://schemas.openxmlformats.org/drawingml/2006/main">
              <a:ext uri="{FF2B5EF4-FFF2-40B4-BE49-F238E27FC236}">
                <a16:creationId xmlns:a16="http://schemas.microsoft.com/office/drawing/2014/main" id="{49CF5168-548E-4E51-9551-655913D1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1675" y="2500313"/>
            <a:ext cx="2619375" cy="253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00" b="0" i="0">
                <a:solidFill>
                  <a:srgbClr val="51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16777"/>
                </a:solidFill>
                <a:latin typeface="Microsoft YaHei"/>
                <a:ea typeface="Microsoft YaHei"/>
                <a:cs typeface="Microsoft YaHei"/>
              </a:rPr>
              <a:t>• 提取组内分点</a:t>
            </a:r>
          </a:p>
        </p:txBody>
      </p:sp>
      <p:sp>
        <p:nvSpPr>
          <p:cNvPr id="11" name="grouped-point-surface-2">
            <a:extLst xmlns:a="http://schemas.openxmlformats.org/drawingml/2006/main">
              <a:ext uri="{FF2B5EF4-FFF2-40B4-BE49-F238E27FC236}">
                <a16:creationId xmlns:a16="http://schemas.microsoft.com/office/drawing/2014/main" id="{EA6C3972-46DF-47C9-97C9-D0C12ABB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5425" y="3324225"/>
            <a:ext cx="62007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DFE6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2" name="grouped-point-rule-2">
            <a:extLst xmlns:a="http://schemas.openxmlformats.org/drawingml/2006/main">
              <a:ext uri="{FF2B5EF4-FFF2-40B4-BE49-F238E27FC236}">
                <a16:creationId xmlns:a16="http://schemas.microsoft.com/office/drawing/2014/main" id="{8CFA5C03-3E45-4E3D-8AED-0ADDB188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600" y="3486150"/>
            <a:ext cx="47625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9ABB">
              <a:alpha val="8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ouped-point-2-0">
            <a:extLst xmlns:a="http://schemas.openxmlformats.org/drawingml/2006/main">
              <a:ext uri="{FF2B5EF4-FFF2-40B4-BE49-F238E27FC236}">
                <a16:creationId xmlns:a16="http://schemas.microsoft.com/office/drawing/2014/main" id="{135243BB-01CE-4C0C-B041-4551C76E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1675" y="3797351"/>
            <a:ext cx="2619375" cy="253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00" b="0" i="0">
                <a:solidFill>
                  <a:srgbClr val="51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16777"/>
                </a:solidFill>
                <a:latin typeface="Microsoft YaHei"/>
                <a:ea typeface="Microsoft YaHei"/>
                <a:cs typeface="Microsoft YaHei"/>
              </a:rPr>
              <a:t>• 形成页面主线</a:t>
            </a:r>
          </a:p>
        </p:txBody>
      </p:sp>
      <p:sp>
        <p:nvSpPr>
          <p:cNvPr id="14" name="grouped-point-2-1">
            <a:extLst xmlns:a="http://schemas.openxmlformats.org/drawingml/2006/main">
              <a:ext uri="{FF2B5EF4-FFF2-40B4-BE49-F238E27FC236}">
                <a16:creationId xmlns:a16="http://schemas.microsoft.com/office/drawing/2014/main" id="{1968FDF8-49B4-4AB4-AFC0-1B8EE840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3797351"/>
            <a:ext cx="2619375" cy="253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00" b="0" i="0">
                <a:solidFill>
                  <a:srgbClr val="51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16777"/>
                </a:solidFill>
                <a:latin typeface="Microsoft YaHei"/>
                <a:ea typeface="Microsoft YaHei"/>
                <a:cs typeface="Microsoft YaHei"/>
              </a:rPr>
              <a:t>• 控制信息密度</a:t>
            </a:r>
          </a:p>
        </p:txBody>
      </p:sp>
      <p:sp>
        <p:nvSpPr>
          <p:cNvPr id="15" name="grouped-point-surface-3">
            <a:extLst xmlns:a="http://schemas.openxmlformats.org/drawingml/2006/main">
              <a:ext uri="{FF2B5EF4-FFF2-40B4-BE49-F238E27FC236}">
                <a16:creationId xmlns:a16="http://schemas.microsoft.com/office/drawing/2014/main" id="{D63DC99D-26D8-4B8A-8310-9A9E2144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5425" y="4781550"/>
            <a:ext cx="62007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DFE6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6" name="grouped-point-rule-3">
            <a:extLst xmlns:a="http://schemas.openxmlformats.org/drawingml/2006/main">
              <a:ext uri="{FF2B5EF4-FFF2-40B4-BE49-F238E27FC236}">
                <a16:creationId xmlns:a16="http://schemas.microsoft.com/office/drawing/2014/main" id="{B45631CB-7D5E-42B7-A07F-4F0F678A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600" y="4943475"/>
            <a:ext cx="47625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2CA">
              <a:alpha val="8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ouped-point-3-0">
            <a:extLst xmlns:a="http://schemas.openxmlformats.org/drawingml/2006/main">
              <a:ext uri="{FF2B5EF4-FFF2-40B4-BE49-F238E27FC236}">
                <a16:creationId xmlns:a16="http://schemas.microsoft.com/office/drawing/2014/main" id="{6BB4B775-A3CF-4414-816A-29DC5789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1675" y="5094389"/>
            <a:ext cx="2619375" cy="253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00" b="0" i="0">
                <a:solidFill>
                  <a:srgbClr val="51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16777"/>
                </a:solidFill>
                <a:latin typeface="Microsoft YaHei"/>
                <a:ea typeface="Microsoft YaHei"/>
                <a:cs typeface="Microsoft YaHei"/>
              </a:rPr>
              <a:t>• 选择合法结构</a:t>
            </a:r>
          </a:p>
        </p:txBody>
      </p:sp>
      <p:sp>
        <p:nvSpPr>
          <p:cNvPr id="18" name="grouped-point-3-1">
            <a:extLst xmlns:a="http://schemas.openxmlformats.org/drawingml/2006/main">
              <a:ext uri="{FF2B5EF4-FFF2-40B4-BE49-F238E27FC236}">
                <a16:creationId xmlns:a16="http://schemas.microsoft.com/office/drawing/2014/main" id="{7D6B0876-315E-4B56-B9BC-BE4681C9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5094389"/>
            <a:ext cx="2619375" cy="253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00" b="0" i="0">
                <a:solidFill>
                  <a:srgbClr val="51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16777"/>
                </a:solidFill>
                <a:latin typeface="Microsoft YaHei"/>
                <a:ea typeface="Microsoft YaHei"/>
                <a:cs typeface="Microsoft YaHei"/>
              </a:rPr>
              <a:t>• 匹配数量状态</a:t>
            </a:r>
          </a:p>
        </p:txBody>
      </p:sp>
      <p:sp>
        <p:nvSpPr>
          <p:cNvPr id="19" name="grouped-point-3-2">
            <a:extLst xmlns:a="http://schemas.openxmlformats.org/drawingml/2006/main">
              <a:ext uri="{FF2B5EF4-FFF2-40B4-BE49-F238E27FC236}">
                <a16:creationId xmlns:a16="http://schemas.microsoft.com/office/drawing/2014/main" id="{6CFF79A5-2FDA-4C8C-BEDC-62179631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1675" y="5414963"/>
            <a:ext cx="2619375" cy="253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00" b="0" i="0">
                <a:solidFill>
                  <a:srgbClr val="51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16777"/>
                </a:solidFill>
                <a:latin typeface="Microsoft YaHei"/>
                <a:ea typeface="Microsoft YaHei"/>
                <a:cs typeface="Microsoft YaHei"/>
              </a:rPr>
              <a:t>• 遵守容量契约</a:t>
            </a:r>
          </a:p>
        </p:txBody>
      </p:sp>
      <p:sp>
        <p:nvSpPr>
          <p:cNvPr id="20" name="grouped-title-1">
            <a:extLst xmlns:a="http://schemas.openxmlformats.org/drawingml/2006/main">
              <a:ext uri="{FF2B5EF4-FFF2-40B4-BE49-F238E27FC236}">
                <a16:creationId xmlns:a16="http://schemas.microsoft.com/office/drawing/2014/main" id="{9D1FDB7A-D8C0-4E11-BDD9-F3E6F3A1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38525" y="2124075"/>
            <a:ext cx="2095500" cy="685800"/>
          </a:xfrm>
          <a:prstGeom xmlns:a="http://schemas.openxmlformats.org/drawingml/2006/main" prst="roundRect">
            <a:avLst>
              <a:gd name="adj" fmla="val 18056"/>
            </a:avLst>
          </a:prstGeom>
          <a:solidFill xmlns:a="http://schemas.openxmlformats.org/drawingml/2006/main">
            <a:srgbClr val="28557A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21" name="grouped-title-1-text">
            <a:extLst xmlns:a="http://schemas.openxmlformats.org/drawingml/2006/main">
              <a:ext uri="{FF2B5EF4-FFF2-40B4-BE49-F238E27FC236}">
                <a16:creationId xmlns:a16="http://schemas.microsoft.com/office/drawing/2014/main" id="{AECA1043-8D49-45E3-9B79-89113A3F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2332139"/>
            <a:ext cx="156210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内容理解</a:t>
            </a:r>
          </a:p>
        </p:txBody>
      </p:sp>
      <p:sp>
        <p:nvSpPr>
          <p:cNvPr id="22" name="grouped-title-2">
            <a:extLst xmlns:a="http://schemas.openxmlformats.org/drawingml/2006/main">
              <a:ext uri="{FF2B5EF4-FFF2-40B4-BE49-F238E27FC236}">
                <a16:creationId xmlns:a16="http://schemas.microsoft.com/office/drawing/2014/main" id="{3CAA5E49-E778-4E93-95E7-990B1683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38525" y="3581400"/>
            <a:ext cx="2095500" cy="685800"/>
          </a:xfrm>
          <a:prstGeom xmlns:a="http://schemas.openxmlformats.org/drawingml/2006/main" prst="roundRect">
            <a:avLst>
              <a:gd name="adj" fmla="val 18056"/>
            </a:avLst>
          </a:prstGeom>
          <a:solidFill xmlns:a="http://schemas.openxmlformats.org/drawingml/2006/main">
            <a:srgbClr val="35688F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23" name="grouped-title-2-text">
            <a:extLst xmlns:a="http://schemas.openxmlformats.org/drawingml/2006/main">
              <a:ext uri="{FF2B5EF4-FFF2-40B4-BE49-F238E27FC236}">
                <a16:creationId xmlns:a16="http://schemas.microsoft.com/office/drawing/2014/main" id="{EACFD79F-7635-44F8-9E84-F2D362D6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789464"/>
            <a:ext cx="156210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叙事编排</a:t>
            </a:r>
          </a:p>
        </p:txBody>
      </p:sp>
      <p:sp>
        <p:nvSpPr>
          <p:cNvPr id="24" name="grouped-title-3">
            <a:extLst xmlns:a="http://schemas.openxmlformats.org/drawingml/2006/main">
              <a:ext uri="{FF2B5EF4-FFF2-40B4-BE49-F238E27FC236}">
                <a16:creationId xmlns:a16="http://schemas.microsoft.com/office/drawing/2014/main" id="{10C880C4-01AC-4527-893A-1A747D8D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38525" y="5038725"/>
            <a:ext cx="2095500" cy="685800"/>
          </a:xfrm>
          <a:prstGeom xmlns:a="http://schemas.openxmlformats.org/drawingml/2006/main" prst="roundRect">
            <a:avLst>
              <a:gd name="adj" fmla="val 18056"/>
            </a:avLst>
          </a:prstGeom>
          <a:solidFill xmlns:a="http://schemas.openxmlformats.org/drawingml/2006/main">
            <a:srgbClr val="4D80A7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25" name="grouped-title-3-text">
            <a:extLst xmlns:a="http://schemas.openxmlformats.org/drawingml/2006/main">
              <a:ext uri="{FF2B5EF4-FFF2-40B4-BE49-F238E27FC236}">
                <a16:creationId xmlns:a16="http://schemas.microsoft.com/office/drawing/2014/main" id="{21A59F9A-EA57-4E08-974E-F7732A7E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5246789"/>
            <a:ext cx="156210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视觉表达</a:t>
            </a:r>
          </a:p>
        </p:txBody>
      </p:sp>
    </p:spTree>
    <p:extLst>
      <p:ext uri="{BB962C8B-B14F-4D97-AF65-F5344CB8AC3E}">
        <p14:creationId xmlns:p14="http://schemas.microsoft.com/office/powerpoint/2010/main" val="16162188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42875" dist="66675" dir="5400000">
              <a:srgbClr val="284F6C">
                <a:alpha val="11000"/>
              </a:srgbClr>
            </a:outerShdw>
          </a:effectLst>
        </a:effectStyle>
        <a:effectStyle>
          <a:effectLst>
            <a:outerShdw blurRad="104775" dist="38100" dir="5400000">
              <a:srgbClr val="2B4C68">
                <a:alpha val="5000"/>
              </a:srgbClr>
            </a:outerShdw>
          </a:effectLst>
        </a:effectStyle>
        <a:effectStyle>
          <a:effectLst>
            <a:outerShdw blurRad="114300" dist="47625" dir="5400000">
              <a:srgbClr val="2B4C68">
                <a:alpha val="9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2026-08-26T11:46:40.8980000Z</dcterms:created>
  <dcterms:modified xsi:type="dcterms:W3CDTF">2026-08-26T11:46:40.8980000Z</dcterms:modified>
</coreProperties>
</file>