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97b21df7e41bb" /><Relationship Type="http://schemas.openxmlformats.org/officeDocument/2006/relationships/extended-properties" Target="/docProps/app.xml" Id="R900ec2e253a44b62" /><Relationship Type="http://schemas.openxmlformats.org/officeDocument/2006/relationships/officeDocument" Target="/ppt/presentation.xml" Id="Rb650b524c81e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d36f0d54ab40c9"/>
  </p:sldMasterIdLst>
  <p:notesMasterIdLst>
    <p:notesMasterId xmlns:r="http://schemas.openxmlformats.org/officeDocument/2006/relationships" r:id="R30c03db1c12a4894"/>
  </p:notesMasterIdLst>
  <p:sldIdLst>
    <p:sldId xmlns:r="http://schemas.openxmlformats.org/officeDocument/2006/relationships" id="256" r:id="R480750eb8169443f"/>
    <p:sldId xmlns:r="http://schemas.openxmlformats.org/officeDocument/2006/relationships" id="257" r:id="R81557a9fa8704145"/>
    <p:sldId xmlns:r="http://schemas.openxmlformats.org/officeDocument/2006/relationships" id="258" r:id="R735e6ab760794d65"/>
    <p:sldId xmlns:r="http://schemas.openxmlformats.org/officeDocument/2006/relationships" id="259" r:id="Rfde1b1c500d74b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2375c813794709" /><Relationship Type="http://schemas.openxmlformats.org/officeDocument/2006/relationships/slideMaster" Target="/ppt/slideMasters/slideMaster1.xml" Id="R8ad36f0d54ab40c9" /><Relationship Type="http://schemas.openxmlformats.org/officeDocument/2006/relationships/notesMaster" Target="/ppt/notesMasters/notesMaster1.xml" Id="R30c03db1c12a4894" /><Relationship Type="http://schemas.openxmlformats.org/officeDocument/2006/relationships/presProps" Target="/ppt/presProps.xml" Id="Rc221aec9f4ab4d5b" /><Relationship Type="http://schemas.openxmlformats.org/officeDocument/2006/relationships/tableStyles" Target="/ppt/tableStyles.xml" Id="R69d27650288f4e5a" /><Relationship Type="http://schemas.openxmlformats.org/officeDocument/2006/relationships/slide" Target="/ppt/slides/slide1.xml" Id="R480750eb8169443f" /><Relationship Type="http://schemas.openxmlformats.org/officeDocument/2006/relationships/slide" Target="/ppt/slides/slide2.xml" Id="R81557a9fa8704145" /><Relationship Type="http://schemas.openxmlformats.org/officeDocument/2006/relationships/slide" Target="/ppt/slides/slide3.xml" Id="R735e6ab760794d65" /><Relationship Type="http://schemas.openxmlformats.org/officeDocument/2006/relationships/slide" Target="/ppt/slides/slide4.xml" Id="Rfde1b1c500d74b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12e4205361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b35e71b9f4455b" /><Relationship Type="http://schemas.openxmlformats.org/officeDocument/2006/relationships/notesMaster" Target="/ppt/notesMasters/notesMaster1.xml" Id="R524da270233d47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a46a0d2ff04315" /><Relationship Type="http://schemas.openxmlformats.org/officeDocument/2006/relationships/notesMaster" Target="/ppt/notesMasters/notesMaster1.xml" Id="R5a590db0e71c4a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819f61f1284fec" /><Relationship Type="http://schemas.openxmlformats.org/officeDocument/2006/relationships/notesMaster" Target="/ppt/notesMasters/notesMaster1.xml" Id="R90b179eed8954f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8bbfd119004651" /><Relationship Type="http://schemas.openxmlformats.org/officeDocument/2006/relationships/notesMaster" Target="/ppt/notesMasters/notesMaster1.xml" Id="R92d160ac514d4c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8e26840da43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2f07de591f403b" /><Relationship Type="http://schemas.openxmlformats.org/officeDocument/2006/relationships/slideLayout" Target="/ppt/slideLayouts/slideLayout1.xml" Id="Rf09421c65fc643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9421c65fc643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6fd49ecb94f71" /><Relationship Type="http://schemas.openxmlformats.org/officeDocument/2006/relationships/notesSlide" Target="/ppt/notesSlides/notesSlide1.xml" Id="R1d64af8f8c4840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0935fd5bf46aa" /><Relationship Type="http://schemas.openxmlformats.org/officeDocument/2006/relationships/notesSlide" Target="/ppt/notesSlides/notesSlide2.xml" Id="Rd95bb1cd48d740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48c55c9a047bc" /><Relationship Type="http://schemas.openxmlformats.org/officeDocument/2006/relationships/notesSlide" Target="/ppt/notesSlides/notesSlide3.xml" Id="Rbab6434d4ba64d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80642afb64264" /><Relationship Type="http://schemas.openxmlformats.org/officeDocument/2006/relationships/notesSlide" Target="/ppt/notesSlides/notesSlide4.xml" Id="R0ec8fa241cb644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merge-lane-1">
            <a:extLst xmlns:a="http://schemas.openxmlformats.org/drawingml/2006/main">
              <a:ext uri="{FF2B5EF4-FFF2-40B4-BE49-F238E27FC236}">
                <a16:creationId xmlns:a16="http://schemas.microsoft.com/office/drawing/2014/main" id="{7994247C-BC25-4428-A529-8FF0B1C3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2247900"/>
            <a:ext cx="5181600" cy="1676400"/>
          </a:xfrm>
          <a:custGeom xmlns:a="http://schemas.openxmlformats.org/drawingml/2006/main">
            <a:pathLst>
              <a:path w="5181600" h="1676400">
                <a:moveTo>
                  <a:pt x="0" y="0"/>
                </a:moveTo>
                <a:lnTo>
                  <a:pt x="22927" y="105"/>
                </a:lnTo>
                <a:lnTo>
                  <a:pt x="45853" y="391"/>
                </a:lnTo>
                <a:lnTo>
                  <a:pt x="68771" y="876"/>
                </a:lnTo>
                <a:lnTo>
                  <a:pt x="91688" y="1553"/>
                </a:lnTo>
                <a:lnTo>
                  <a:pt x="114595" y="2429"/>
                </a:lnTo>
                <a:lnTo>
                  <a:pt x="137503" y="3496"/>
                </a:lnTo>
                <a:lnTo>
                  <a:pt x="160391" y="4743"/>
                </a:lnTo>
                <a:lnTo>
                  <a:pt x="183271" y="6182"/>
                </a:lnTo>
                <a:lnTo>
                  <a:pt x="206140" y="7820"/>
                </a:lnTo>
                <a:lnTo>
                  <a:pt x="229000" y="9630"/>
                </a:lnTo>
                <a:lnTo>
                  <a:pt x="251841" y="11630"/>
                </a:lnTo>
                <a:lnTo>
                  <a:pt x="274663" y="13811"/>
                </a:lnTo>
                <a:lnTo>
                  <a:pt x="297466" y="16183"/>
                </a:lnTo>
                <a:lnTo>
                  <a:pt x="320250" y="18726"/>
                </a:lnTo>
                <a:lnTo>
                  <a:pt x="343014" y="21450"/>
                </a:lnTo>
                <a:lnTo>
                  <a:pt x="365750" y="24346"/>
                </a:lnTo>
                <a:lnTo>
                  <a:pt x="388477" y="27422"/>
                </a:lnTo>
                <a:lnTo>
                  <a:pt x="411166" y="30671"/>
                </a:lnTo>
                <a:lnTo>
                  <a:pt x="433835" y="34090"/>
                </a:lnTo>
                <a:lnTo>
                  <a:pt x="456486" y="37681"/>
                </a:lnTo>
                <a:lnTo>
                  <a:pt x="479098" y="41434"/>
                </a:lnTo>
                <a:lnTo>
                  <a:pt x="501691" y="45358"/>
                </a:lnTo>
                <a:lnTo>
                  <a:pt x="524246" y="49444"/>
                </a:lnTo>
                <a:lnTo>
                  <a:pt x="546783" y="53692"/>
                </a:lnTo>
                <a:lnTo>
                  <a:pt x="569281" y="58103"/>
                </a:lnTo>
                <a:lnTo>
                  <a:pt x="591741" y="62665"/>
                </a:lnTo>
                <a:lnTo>
                  <a:pt x="614182" y="67380"/>
                </a:lnTo>
                <a:lnTo>
                  <a:pt x="636584" y="72257"/>
                </a:lnTo>
                <a:lnTo>
                  <a:pt x="658949" y="77276"/>
                </a:lnTo>
                <a:lnTo>
                  <a:pt x="681285" y="82448"/>
                </a:lnTo>
                <a:lnTo>
                  <a:pt x="703593" y="87763"/>
                </a:lnTo>
                <a:lnTo>
                  <a:pt x="725853" y="93231"/>
                </a:lnTo>
                <a:lnTo>
                  <a:pt x="748084" y="98831"/>
                </a:lnTo>
                <a:lnTo>
                  <a:pt x="770287" y="104575"/>
                </a:lnTo>
                <a:lnTo>
                  <a:pt x="792442" y="110452"/>
                </a:lnTo>
                <a:lnTo>
                  <a:pt x="814568" y="116462"/>
                </a:lnTo>
                <a:lnTo>
                  <a:pt x="836657" y="122615"/>
                </a:lnTo>
                <a:lnTo>
                  <a:pt x="858707" y="128883"/>
                </a:lnTo>
                <a:lnTo>
                  <a:pt x="880720" y="135293"/>
                </a:lnTo>
                <a:lnTo>
                  <a:pt x="902694" y="141827"/>
                </a:lnTo>
                <a:lnTo>
                  <a:pt x="924639" y="148476"/>
                </a:lnTo>
                <a:lnTo>
                  <a:pt x="946537" y="155258"/>
                </a:lnTo>
                <a:lnTo>
                  <a:pt x="968407" y="162144"/>
                </a:lnTo>
                <a:lnTo>
                  <a:pt x="990229" y="169154"/>
                </a:lnTo>
                <a:lnTo>
                  <a:pt x="1012022" y="176279"/>
                </a:lnTo>
                <a:lnTo>
                  <a:pt x="1033777" y="183518"/>
                </a:lnTo>
                <a:lnTo>
                  <a:pt x="1055494" y="190871"/>
                </a:lnTo>
                <a:lnTo>
                  <a:pt x="1077182" y="198320"/>
                </a:lnTo>
                <a:lnTo>
                  <a:pt x="1098823" y="205883"/>
                </a:lnTo>
                <a:lnTo>
                  <a:pt x="1120426" y="213551"/>
                </a:lnTo>
                <a:lnTo>
                  <a:pt x="1142000" y="221313"/>
                </a:lnTo>
                <a:lnTo>
                  <a:pt x="1163536" y="229172"/>
                </a:lnTo>
                <a:lnTo>
                  <a:pt x="1185034" y="237134"/>
                </a:lnTo>
                <a:lnTo>
                  <a:pt x="1206503" y="245183"/>
                </a:lnTo>
                <a:lnTo>
                  <a:pt x="1227934" y="253327"/>
                </a:lnTo>
                <a:lnTo>
                  <a:pt x="1249337" y="261566"/>
                </a:lnTo>
                <a:lnTo>
                  <a:pt x="1270692" y="269891"/>
                </a:lnTo>
                <a:lnTo>
                  <a:pt x="1292019" y="278301"/>
                </a:lnTo>
                <a:lnTo>
                  <a:pt x="1313317" y="286798"/>
                </a:lnTo>
                <a:lnTo>
                  <a:pt x="1334576" y="295370"/>
                </a:lnTo>
                <a:lnTo>
                  <a:pt x="1355808" y="304028"/>
                </a:lnTo>
                <a:lnTo>
                  <a:pt x="1377010" y="312763"/>
                </a:lnTo>
                <a:lnTo>
                  <a:pt x="1398175" y="321564"/>
                </a:lnTo>
                <a:lnTo>
                  <a:pt x="1419311" y="330451"/>
                </a:lnTo>
                <a:lnTo>
                  <a:pt x="1440418" y="339404"/>
                </a:lnTo>
                <a:lnTo>
                  <a:pt x="1461487" y="348434"/>
                </a:lnTo>
                <a:lnTo>
                  <a:pt x="1482538" y="357530"/>
                </a:lnTo>
                <a:lnTo>
                  <a:pt x="1503550" y="366684"/>
                </a:lnTo>
                <a:lnTo>
                  <a:pt x="1524543" y="375914"/>
                </a:lnTo>
                <a:lnTo>
                  <a:pt x="1545507" y="385201"/>
                </a:lnTo>
                <a:lnTo>
                  <a:pt x="1566443" y="394545"/>
                </a:lnTo>
                <a:lnTo>
                  <a:pt x="1587351" y="403946"/>
                </a:lnTo>
                <a:lnTo>
                  <a:pt x="1608230" y="413414"/>
                </a:lnTo>
                <a:lnTo>
                  <a:pt x="1629089" y="422929"/>
                </a:lnTo>
                <a:lnTo>
                  <a:pt x="1649921" y="432502"/>
                </a:lnTo>
                <a:lnTo>
                  <a:pt x="1670733" y="442122"/>
                </a:lnTo>
                <a:lnTo>
                  <a:pt x="1691516" y="451799"/>
                </a:lnTo>
                <a:lnTo>
                  <a:pt x="1712281" y="461524"/>
                </a:lnTo>
                <a:lnTo>
                  <a:pt x="1733017" y="471287"/>
                </a:lnTo>
                <a:lnTo>
                  <a:pt x="1753743" y="481098"/>
                </a:lnTo>
                <a:lnTo>
                  <a:pt x="1774441" y="490957"/>
                </a:lnTo>
                <a:lnTo>
                  <a:pt x="1795120" y="500853"/>
                </a:lnTo>
                <a:lnTo>
                  <a:pt x="1815779" y="510797"/>
                </a:lnTo>
                <a:lnTo>
                  <a:pt x="1836420" y="520770"/>
                </a:lnTo>
                <a:lnTo>
                  <a:pt x="1857051" y="530781"/>
                </a:lnTo>
                <a:lnTo>
                  <a:pt x="1877654" y="540830"/>
                </a:lnTo>
                <a:lnTo>
                  <a:pt x="1898247" y="550916"/>
                </a:lnTo>
                <a:lnTo>
                  <a:pt x="1918821" y="561042"/>
                </a:lnTo>
                <a:lnTo>
                  <a:pt x="1939376" y="571176"/>
                </a:lnTo>
                <a:lnTo>
                  <a:pt x="1959921" y="581349"/>
                </a:lnTo>
                <a:lnTo>
                  <a:pt x="1980457" y="591550"/>
                </a:lnTo>
                <a:lnTo>
                  <a:pt x="2000974" y="601780"/>
                </a:lnTo>
                <a:lnTo>
                  <a:pt x="2021481" y="612029"/>
                </a:lnTo>
                <a:lnTo>
                  <a:pt x="2041979" y="622297"/>
                </a:lnTo>
                <a:lnTo>
                  <a:pt x="2062467" y="632603"/>
                </a:lnTo>
                <a:lnTo>
                  <a:pt x="2082946" y="642909"/>
                </a:lnTo>
                <a:lnTo>
                  <a:pt x="2103406" y="653253"/>
                </a:lnTo>
                <a:lnTo>
                  <a:pt x="2123865" y="663597"/>
                </a:lnTo>
                <a:lnTo>
                  <a:pt x="2144306" y="673970"/>
                </a:lnTo>
                <a:lnTo>
                  <a:pt x="2164756" y="684352"/>
                </a:lnTo>
                <a:lnTo>
                  <a:pt x="2185178" y="694754"/>
                </a:lnTo>
                <a:lnTo>
                  <a:pt x="2205609" y="705164"/>
                </a:lnTo>
                <a:lnTo>
                  <a:pt x="2226040" y="715566"/>
                </a:lnTo>
                <a:lnTo>
                  <a:pt x="2246462" y="725996"/>
                </a:lnTo>
                <a:lnTo>
                  <a:pt x="2266874" y="736425"/>
                </a:lnTo>
                <a:lnTo>
                  <a:pt x="2287286" y="746865"/>
                </a:lnTo>
                <a:lnTo>
                  <a:pt x="2307698" y="757304"/>
                </a:lnTo>
                <a:lnTo>
                  <a:pt x="2328110" y="767744"/>
                </a:lnTo>
                <a:lnTo>
                  <a:pt x="2348522" y="778193"/>
                </a:lnTo>
                <a:lnTo>
                  <a:pt x="2368925" y="788632"/>
                </a:lnTo>
                <a:lnTo>
                  <a:pt x="2389337" y="799081"/>
                </a:lnTo>
                <a:lnTo>
                  <a:pt x="2409749" y="809520"/>
                </a:lnTo>
                <a:lnTo>
                  <a:pt x="2430161" y="819969"/>
                </a:lnTo>
                <a:lnTo>
                  <a:pt x="2450563" y="830409"/>
                </a:lnTo>
                <a:lnTo>
                  <a:pt x="2470976" y="840848"/>
                </a:lnTo>
                <a:lnTo>
                  <a:pt x="2491407" y="851259"/>
                </a:lnTo>
                <a:lnTo>
                  <a:pt x="2511828" y="861679"/>
                </a:lnTo>
                <a:lnTo>
                  <a:pt x="2532250" y="872090"/>
                </a:lnTo>
                <a:lnTo>
                  <a:pt x="2552690" y="882491"/>
                </a:lnTo>
                <a:lnTo>
                  <a:pt x="2573131" y="892874"/>
                </a:lnTo>
                <a:lnTo>
                  <a:pt x="2593572" y="903237"/>
                </a:lnTo>
                <a:lnTo>
                  <a:pt x="2614031" y="913600"/>
                </a:lnTo>
                <a:lnTo>
                  <a:pt x="2634501" y="923935"/>
                </a:lnTo>
                <a:lnTo>
                  <a:pt x="2654970" y="934250"/>
                </a:lnTo>
                <a:lnTo>
                  <a:pt x="2675449" y="944547"/>
                </a:lnTo>
                <a:lnTo>
                  <a:pt x="2695937" y="954834"/>
                </a:lnTo>
                <a:lnTo>
                  <a:pt x="2716444" y="965092"/>
                </a:lnTo>
                <a:lnTo>
                  <a:pt x="2736961" y="975331"/>
                </a:lnTo>
                <a:lnTo>
                  <a:pt x="2757488" y="985533"/>
                </a:lnTo>
                <a:lnTo>
                  <a:pt x="2778023" y="995734"/>
                </a:lnTo>
                <a:lnTo>
                  <a:pt x="2798578" y="1005888"/>
                </a:lnTo>
                <a:lnTo>
                  <a:pt x="2819143" y="1016022"/>
                </a:lnTo>
                <a:lnTo>
                  <a:pt x="2839726" y="1026119"/>
                </a:lnTo>
                <a:lnTo>
                  <a:pt x="2860319" y="1036206"/>
                </a:lnTo>
                <a:lnTo>
                  <a:pt x="2880932" y="1046245"/>
                </a:lnTo>
                <a:lnTo>
                  <a:pt x="2901553" y="1056256"/>
                </a:lnTo>
                <a:lnTo>
                  <a:pt x="2922203" y="1066229"/>
                </a:lnTo>
                <a:lnTo>
                  <a:pt x="2942863" y="1076163"/>
                </a:lnTo>
                <a:lnTo>
                  <a:pt x="2963542" y="1086069"/>
                </a:lnTo>
                <a:lnTo>
                  <a:pt x="2984230" y="1095937"/>
                </a:lnTo>
                <a:lnTo>
                  <a:pt x="3004947" y="1105757"/>
                </a:lnTo>
                <a:lnTo>
                  <a:pt x="3025683" y="1115539"/>
                </a:lnTo>
                <a:lnTo>
                  <a:pt x="3046438" y="1125284"/>
                </a:lnTo>
                <a:lnTo>
                  <a:pt x="3067212" y="1134989"/>
                </a:lnTo>
                <a:lnTo>
                  <a:pt x="3088005" y="1144638"/>
                </a:lnTo>
                <a:lnTo>
                  <a:pt x="3108817" y="1154249"/>
                </a:lnTo>
                <a:lnTo>
                  <a:pt x="3129658" y="1163812"/>
                </a:lnTo>
                <a:lnTo>
                  <a:pt x="3150518" y="1173328"/>
                </a:lnTo>
                <a:lnTo>
                  <a:pt x="3171396" y="1182795"/>
                </a:lnTo>
                <a:lnTo>
                  <a:pt x="3192304" y="1192206"/>
                </a:lnTo>
                <a:lnTo>
                  <a:pt x="3213230" y="1201569"/>
                </a:lnTo>
                <a:lnTo>
                  <a:pt x="3234185" y="1210875"/>
                </a:lnTo>
                <a:lnTo>
                  <a:pt x="3255159" y="1220133"/>
                </a:lnTo>
                <a:lnTo>
                  <a:pt x="3276162" y="1229325"/>
                </a:lnTo>
                <a:lnTo>
                  <a:pt x="3297184" y="1238469"/>
                </a:lnTo>
                <a:lnTo>
                  <a:pt x="3318234" y="1247546"/>
                </a:lnTo>
                <a:lnTo>
                  <a:pt x="3339313" y="1256576"/>
                </a:lnTo>
                <a:lnTo>
                  <a:pt x="3360410" y="1265530"/>
                </a:lnTo>
                <a:lnTo>
                  <a:pt x="3381546" y="1274435"/>
                </a:lnTo>
                <a:lnTo>
                  <a:pt x="3402701" y="1283265"/>
                </a:lnTo>
                <a:lnTo>
                  <a:pt x="3423885" y="1292038"/>
                </a:lnTo>
                <a:lnTo>
                  <a:pt x="3445097" y="1300744"/>
                </a:lnTo>
                <a:lnTo>
                  <a:pt x="3466328" y="1309373"/>
                </a:lnTo>
                <a:lnTo>
                  <a:pt x="3487598" y="1317946"/>
                </a:lnTo>
                <a:lnTo>
                  <a:pt x="3508896" y="1326442"/>
                </a:lnTo>
                <a:lnTo>
                  <a:pt x="3530213" y="1334862"/>
                </a:lnTo>
                <a:lnTo>
                  <a:pt x="3551568" y="1343216"/>
                </a:lnTo>
                <a:lnTo>
                  <a:pt x="3572942" y="1351502"/>
                </a:lnTo>
                <a:lnTo>
                  <a:pt x="3594354" y="1359703"/>
                </a:lnTo>
                <a:lnTo>
                  <a:pt x="3615785" y="1367828"/>
                </a:lnTo>
                <a:lnTo>
                  <a:pt x="3637255" y="1375877"/>
                </a:lnTo>
                <a:lnTo>
                  <a:pt x="3658753" y="1383849"/>
                </a:lnTo>
                <a:lnTo>
                  <a:pt x="3680279" y="1391736"/>
                </a:lnTo>
                <a:lnTo>
                  <a:pt x="3701834" y="1399546"/>
                </a:lnTo>
                <a:lnTo>
                  <a:pt x="3723427" y="1407271"/>
                </a:lnTo>
                <a:lnTo>
                  <a:pt x="3745040" y="1414910"/>
                </a:lnTo>
                <a:lnTo>
                  <a:pt x="3766690" y="1422454"/>
                </a:lnTo>
                <a:lnTo>
                  <a:pt x="3788369" y="1429922"/>
                </a:lnTo>
                <a:lnTo>
                  <a:pt x="3810076" y="1437294"/>
                </a:lnTo>
                <a:lnTo>
                  <a:pt x="3831812" y="1444590"/>
                </a:lnTo>
                <a:lnTo>
                  <a:pt x="3853577" y="1451791"/>
                </a:lnTo>
                <a:lnTo>
                  <a:pt x="3875370" y="1458887"/>
                </a:lnTo>
                <a:lnTo>
                  <a:pt x="3897201" y="1465907"/>
                </a:lnTo>
                <a:lnTo>
                  <a:pt x="3919061" y="1472822"/>
                </a:lnTo>
                <a:lnTo>
                  <a:pt x="3940950" y="1479642"/>
                </a:lnTo>
                <a:lnTo>
                  <a:pt x="3962867" y="1486367"/>
                </a:lnTo>
                <a:lnTo>
                  <a:pt x="3984822" y="1492987"/>
                </a:lnTo>
                <a:lnTo>
                  <a:pt x="4006796" y="1499521"/>
                </a:lnTo>
                <a:lnTo>
                  <a:pt x="4028799" y="1505941"/>
                </a:lnTo>
                <a:lnTo>
                  <a:pt x="4050840" y="1512265"/>
                </a:lnTo>
                <a:lnTo>
                  <a:pt x="4072909" y="1518485"/>
                </a:lnTo>
                <a:lnTo>
                  <a:pt x="4095007" y="1524600"/>
                </a:lnTo>
                <a:lnTo>
                  <a:pt x="4117124" y="1530610"/>
                </a:lnTo>
                <a:lnTo>
                  <a:pt x="4139279" y="1536516"/>
                </a:lnTo>
                <a:lnTo>
                  <a:pt x="4161463" y="1542307"/>
                </a:lnTo>
                <a:lnTo>
                  <a:pt x="4183675" y="1547993"/>
                </a:lnTo>
                <a:lnTo>
                  <a:pt x="4205916" y="1553575"/>
                </a:lnTo>
                <a:lnTo>
                  <a:pt x="4228176" y="1559033"/>
                </a:lnTo>
                <a:lnTo>
                  <a:pt x="4250474" y="1564386"/>
                </a:lnTo>
                <a:lnTo>
                  <a:pt x="4272791" y="1569625"/>
                </a:lnTo>
                <a:lnTo>
                  <a:pt x="4295137" y="1574749"/>
                </a:lnTo>
                <a:lnTo>
                  <a:pt x="4317511" y="1579759"/>
                </a:lnTo>
                <a:lnTo>
                  <a:pt x="4339904" y="1584655"/>
                </a:lnTo>
                <a:lnTo>
                  <a:pt x="4362336" y="1589427"/>
                </a:lnTo>
                <a:lnTo>
                  <a:pt x="4384777" y="1594085"/>
                </a:lnTo>
                <a:lnTo>
                  <a:pt x="4407256" y="1598619"/>
                </a:lnTo>
                <a:lnTo>
                  <a:pt x="4429754" y="1603038"/>
                </a:lnTo>
                <a:lnTo>
                  <a:pt x="4452271" y="1607334"/>
                </a:lnTo>
                <a:lnTo>
                  <a:pt x="4474816" y="1611506"/>
                </a:lnTo>
                <a:lnTo>
                  <a:pt x="4497381" y="1615554"/>
                </a:lnTo>
                <a:lnTo>
                  <a:pt x="4519965" y="1619488"/>
                </a:lnTo>
                <a:lnTo>
                  <a:pt x="4542577" y="1623289"/>
                </a:lnTo>
                <a:lnTo>
                  <a:pt x="4565209" y="1626956"/>
                </a:lnTo>
                <a:lnTo>
                  <a:pt x="4587859" y="1630509"/>
                </a:lnTo>
                <a:lnTo>
                  <a:pt x="4610529" y="1633928"/>
                </a:lnTo>
                <a:lnTo>
                  <a:pt x="4633217" y="1637224"/>
                </a:lnTo>
                <a:lnTo>
                  <a:pt x="4655925" y="1640386"/>
                </a:lnTo>
                <a:lnTo>
                  <a:pt x="4678651" y="1643424"/>
                </a:lnTo>
                <a:lnTo>
                  <a:pt x="4701388" y="1646330"/>
                </a:lnTo>
                <a:lnTo>
                  <a:pt x="4724152" y="1649101"/>
                </a:lnTo>
                <a:lnTo>
                  <a:pt x="4746927" y="1651749"/>
                </a:lnTo>
                <a:lnTo>
                  <a:pt x="4769710" y="1654254"/>
                </a:lnTo>
                <a:lnTo>
                  <a:pt x="4792513" y="1656636"/>
                </a:lnTo>
                <a:lnTo>
                  <a:pt x="4815335" y="1658884"/>
                </a:lnTo>
                <a:lnTo>
                  <a:pt x="4838157" y="1660998"/>
                </a:lnTo>
                <a:lnTo>
                  <a:pt x="4860998" y="1662970"/>
                </a:lnTo>
                <a:lnTo>
                  <a:pt x="4883849" y="1664818"/>
                </a:lnTo>
                <a:lnTo>
                  <a:pt x="4906718" y="1666523"/>
                </a:lnTo>
                <a:lnTo>
                  <a:pt x="4929588" y="1668094"/>
                </a:lnTo>
                <a:lnTo>
                  <a:pt x="4952467" y="1669532"/>
                </a:lnTo>
                <a:lnTo>
                  <a:pt x="4975355" y="1670837"/>
                </a:lnTo>
                <a:lnTo>
                  <a:pt x="4998253" y="1671999"/>
                </a:lnTo>
                <a:lnTo>
                  <a:pt x="5021161" y="1673028"/>
                </a:lnTo>
                <a:lnTo>
                  <a:pt x="5044069" y="1673924"/>
                </a:lnTo>
                <a:lnTo>
                  <a:pt x="5066986" y="1674676"/>
                </a:lnTo>
                <a:lnTo>
                  <a:pt x="5089903" y="1675295"/>
                </a:lnTo>
                <a:lnTo>
                  <a:pt x="5112820" y="1675781"/>
                </a:lnTo>
                <a:lnTo>
                  <a:pt x="5135747" y="1676124"/>
                </a:lnTo>
                <a:lnTo>
                  <a:pt x="5158673" y="1676333"/>
                </a:lnTo>
                <a:lnTo>
                  <a:pt x="5181600" y="1676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ABC8DA"/>
            </a:solidFill>
            <a:prstDash val="solid"/>
          </a:ln>
        </p:spPr>
      </p:sp>
      <p:sp>
        <p:nvSpPr>
          <p:cNvPr id="2" name="merge-lane-2">
            <a:extLst xmlns:a="http://schemas.openxmlformats.org/drawingml/2006/main">
              <a:ext uri="{FF2B5EF4-FFF2-40B4-BE49-F238E27FC236}">
                <a16:creationId xmlns:a16="http://schemas.microsoft.com/office/drawing/2014/main" id="{2DDDC2AE-9E85-4304-9F72-47487A8A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190500"/>
          </a:xfrm>
          <a:custGeom xmlns:a="http://schemas.openxmlformats.org/drawingml/2006/main">
            <a:pathLst>
              <a:path w="5181600" h="190500">
                <a:moveTo>
                  <a:pt x="0" y="190500"/>
                </a:moveTo>
                <a:lnTo>
                  <a:pt x="21612" y="190481"/>
                </a:lnTo>
                <a:lnTo>
                  <a:pt x="43215" y="190462"/>
                </a:lnTo>
                <a:lnTo>
                  <a:pt x="64827" y="190405"/>
                </a:lnTo>
                <a:lnTo>
                  <a:pt x="86430" y="190338"/>
                </a:lnTo>
                <a:lnTo>
                  <a:pt x="108042" y="190243"/>
                </a:lnTo>
                <a:lnTo>
                  <a:pt x="129645" y="190138"/>
                </a:lnTo>
                <a:lnTo>
                  <a:pt x="151257" y="190014"/>
                </a:lnTo>
                <a:lnTo>
                  <a:pt x="172860" y="189871"/>
                </a:lnTo>
                <a:lnTo>
                  <a:pt x="194472" y="189700"/>
                </a:lnTo>
                <a:lnTo>
                  <a:pt x="216075" y="189519"/>
                </a:lnTo>
                <a:lnTo>
                  <a:pt x="237687" y="189319"/>
                </a:lnTo>
                <a:lnTo>
                  <a:pt x="259290" y="189090"/>
                </a:lnTo>
                <a:lnTo>
                  <a:pt x="280902" y="188862"/>
                </a:lnTo>
                <a:lnTo>
                  <a:pt x="302504" y="188595"/>
                </a:lnTo>
                <a:lnTo>
                  <a:pt x="324107" y="188319"/>
                </a:lnTo>
                <a:lnTo>
                  <a:pt x="345719" y="188014"/>
                </a:lnTo>
                <a:lnTo>
                  <a:pt x="367322" y="187709"/>
                </a:lnTo>
                <a:lnTo>
                  <a:pt x="388925" y="187366"/>
                </a:lnTo>
                <a:lnTo>
                  <a:pt x="410537" y="187023"/>
                </a:lnTo>
                <a:lnTo>
                  <a:pt x="432140" y="186652"/>
                </a:lnTo>
                <a:lnTo>
                  <a:pt x="453742" y="186261"/>
                </a:lnTo>
                <a:lnTo>
                  <a:pt x="475345" y="185861"/>
                </a:lnTo>
                <a:lnTo>
                  <a:pt x="496948" y="185433"/>
                </a:lnTo>
                <a:lnTo>
                  <a:pt x="518551" y="185004"/>
                </a:lnTo>
                <a:lnTo>
                  <a:pt x="540153" y="184537"/>
                </a:lnTo>
                <a:lnTo>
                  <a:pt x="561756" y="184061"/>
                </a:lnTo>
                <a:lnTo>
                  <a:pt x="583359" y="183566"/>
                </a:lnTo>
                <a:lnTo>
                  <a:pt x="604961" y="183061"/>
                </a:lnTo>
                <a:lnTo>
                  <a:pt x="626564" y="182537"/>
                </a:lnTo>
                <a:lnTo>
                  <a:pt x="648167" y="181994"/>
                </a:lnTo>
                <a:lnTo>
                  <a:pt x="669769" y="181432"/>
                </a:lnTo>
                <a:lnTo>
                  <a:pt x="691372" y="180851"/>
                </a:lnTo>
                <a:lnTo>
                  <a:pt x="712965" y="180270"/>
                </a:lnTo>
                <a:lnTo>
                  <a:pt x="734568" y="179651"/>
                </a:lnTo>
                <a:lnTo>
                  <a:pt x="756171" y="179032"/>
                </a:lnTo>
                <a:lnTo>
                  <a:pt x="777764" y="178384"/>
                </a:lnTo>
                <a:lnTo>
                  <a:pt x="799367" y="177737"/>
                </a:lnTo>
                <a:lnTo>
                  <a:pt x="820960" y="177060"/>
                </a:lnTo>
                <a:lnTo>
                  <a:pt x="842562" y="176374"/>
                </a:lnTo>
                <a:lnTo>
                  <a:pt x="864156" y="175670"/>
                </a:lnTo>
                <a:lnTo>
                  <a:pt x="885749" y="174955"/>
                </a:lnTo>
                <a:lnTo>
                  <a:pt x="907352" y="174222"/>
                </a:lnTo>
                <a:lnTo>
                  <a:pt x="928945" y="173469"/>
                </a:lnTo>
                <a:lnTo>
                  <a:pt x="950538" y="172717"/>
                </a:lnTo>
                <a:lnTo>
                  <a:pt x="972131" y="171936"/>
                </a:lnTo>
                <a:lnTo>
                  <a:pt x="993724" y="171145"/>
                </a:lnTo>
                <a:lnTo>
                  <a:pt x="1015317" y="170345"/>
                </a:lnTo>
                <a:lnTo>
                  <a:pt x="1036911" y="169516"/>
                </a:lnTo>
                <a:lnTo>
                  <a:pt x="1058504" y="168669"/>
                </a:lnTo>
                <a:lnTo>
                  <a:pt x="1080097" y="167831"/>
                </a:lnTo>
                <a:lnTo>
                  <a:pt x="1101681" y="166983"/>
                </a:lnTo>
                <a:lnTo>
                  <a:pt x="1123274" y="166097"/>
                </a:lnTo>
                <a:lnTo>
                  <a:pt x="1144867" y="165211"/>
                </a:lnTo>
                <a:lnTo>
                  <a:pt x="1166451" y="164325"/>
                </a:lnTo>
                <a:lnTo>
                  <a:pt x="1188044" y="163411"/>
                </a:lnTo>
                <a:lnTo>
                  <a:pt x="1209627" y="162487"/>
                </a:lnTo>
                <a:lnTo>
                  <a:pt x="1231221" y="161554"/>
                </a:lnTo>
                <a:lnTo>
                  <a:pt x="1252804" y="160620"/>
                </a:lnTo>
                <a:lnTo>
                  <a:pt x="1274397" y="159649"/>
                </a:lnTo>
                <a:lnTo>
                  <a:pt x="1295981" y="158677"/>
                </a:lnTo>
                <a:lnTo>
                  <a:pt x="1317565" y="157705"/>
                </a:lnTo>
                <a:lnTo>
                  <a:pt x="1339148" y="156715"/>
                </a:lnTo>
                <a:lnTo>
                  <a:pt x="1360732" y="155705"/>
                </a:lnTo>
                <a:lnTo>
                  <a:pt x="1382316" y="154696"/>
                </a:lnTo>
                <a:lnTo>
                  <a:pt x="1403899" y="153686"/>
                </a:lnTo>
                <a:lnTo>
                  <a:pt x="1425483" y="152638"/>
                </a:lnTo>
                <a:lnTo>
                  <a:pt x="1447067" y="151590"/>
                </a:lnTo>
                <a:lnTo>
                  <a:pt x="1468650" y="150552"/>
                </a:lnTo>
                <a:lnTo>
                  <a:pt x="1490234" y="149485"/>
                </a:lnTo>
                <a:lnTo>
                  <a:pt x="1511818" y="148409"/>
                </a:lnTo>
                <a:lnTo>
                  <a:pt x="1533392" y="147333"/>
                </a:lnTo>
                <a:lnTo>
                  <a:pt x="1554975" y="146247"/>
                </a:lnTo>
                <a:lnTo>
                  <a:pt x="1576559" y="145142"/>
                </a:lnTo>
                <a:lnTo>
                  <a:pt x="1598133" y="144028"/>
                </a:lnTo>
                <a:lnTo>
                  <a:pt x="1619717" y="142923"/>
                </a:lnTo>
                <a:lnTo>
                  <a:pt x="1641291" y="141799"/>
                </a:lnTo>
                <a:lnTo>
                  <a:pt x="1662875" y="140665"/>
                </a:lnTo>
                <a:lnTo>
                  <a:pt x="1684449" y="139522"/>
                </a:lnTo>
                <a:lnTo>
                  <a:pt x="1706032" y="138389"/>
                </a:lnTo>
                <a:lnTo>
                  <a:pt x="1727606" y="137227"/>
                </a:lnTo>
                <a:lnTo>
                  <a:pt x="1749181" y="136065"/>
                </a:lnTo>
                <a:lnTo>
                  <a:pt x="1770764" y="134903"/>
                </a:lnTo>
                <a:lnTo>
                  <a:pt x="1792338" y="133731"/>
                </a:lnTo>
                <a:lnTo>
                  <a:pt x="1813912" y="132550"/>
                </a:lnTo>
                <a:lnTo>
                  <a:pt x="1835487" y="131369"/>
                </a:lnTo>
                <a:lnTo>
                  <a:pt x="1857061" y="130178"/>
                </a:lnTo>
                <a:lnTo>
                  <a:pt x="1878635" y="128968"/>
                </a:lnTo>
                <a:lnTo>
                  <a:pt x="1900209" y="127759"/>
                </a:lnTo>
                <a:lnTo>
                  <a:pt x="1921783" y="126549"/>
                </a:lnTo>
                <a:lnTo>
                  <a:pt x="1943357" y="125339"/>
                </a:lnTo>
                <a:lnTo>
                  <a:pt x="1964931" y="124130"/>
                </a:lnTo>
                <a:lnTo>
                  <a:pt x="1986505" y="122920"/>
                </a:lnTo>
                <a:lnTo>
                  <a:pt x="2008080" y="121710"/>
                </a:lnTo>
                <a:lnTo>
                  <a:pt x="2029654" y="120482"/>
                </a:lnTo>
                <a:lnTo>
                  <a:pt x="2051228" y="119243"/>
                </a:lnTo>
                <a:lnTo>
                  <a:pt x="2072802" y="118005"/>
                </a:lnTo>
                <a:lnTo>
                  <a:pt x="2094376" y="116767"/>
                </a:lnTo>
                <a:lnTo>
                  <a:pt x="2115941" y="115529"/>
                </a:lnTo>
                <a:lnTo>
                  <a:pt x="2137515" y="114300"/>
                </a:lnTo>
                <a:lnTo>
                  <a:pt x="2159089" y="113062"/>
                </a:lnTo>
                <a:lnTo>
                  <a:pt x="2180663" y="111804"/>
                </a:lnTo>
                <a:lnTo>
                  <a:pt x="2202237" y="110557"/>
                </a:lnTo>
                <a:lnTo>
                  <a:pt x="2223802" y="109299"/>
                </a:lnTo>
                <a:lnTo>
                  <a:pt x="2245376" y="108052"/>
                </a:lnTo>
                <a:lnTo>
                  <a:pt x="2266950" y="106794"/>
                </a:lnTo>
                <a:lnTo>
                  <a:pt x="2288524" y="105547"/>
                </a:lnTo>
                <a:lnTo>
                  <a:pt x="2310089" y="104289"/>
                </a:lnTo>
                <a:lnTo>
                  <a:pt x="2331663" y="103041"/>
                </a:lnTo>
                <a:lnTo>
                  <a:pt x="2353237" y="101784"/>
                </a:lnTo>
                <a:lnTo>
                  <a:pt x="2374811" y="100536"/>
                </a:lnTo>
                <a:lnTo>
                  <a:pt x="2396376" y="99279"/>
                </a:lnTo>
                <a:lnTo>
                  <a:pt x="2417950" y="98031"/>
                </a:lnTo>
                <a:lnTo>
                  <a:pt x="2439524" y="96774"/>
                </a:lnTo>
                <a:lnTo>
                  <a:pt x="2461098" y="95526"/>
                </a:lnTo>
                <a:lnTo>
                  <a:pt x="2482663" y="94278"/>
                </a:lnTo>
                <a:lnTo>
                  <a:pt x="2504237" y="93031"/>
                </a:lnTo>
                <a:lnTo>
                  <a:pt x="2525811" y="91783"/>
                </a:lnTo>
                <a:lnTo>
                  <a:pt x="2547385" y="90535"/>
                </a:lnTo>
                <a:lnTo>
                  <a:pt x="2568950" y="89287"/>
                </a:lnTo>
                <a:lnTo>
                  <a:pt x="2590524" y="88040"/>
                </a:lnTo>
                <a:lnTo>
                  <a:pt x="2612098" y="86792"/>
                </a:lnTo>
                <a:lnTo>
                  <a:pt x="2633672" y="85563"/>
                </a:lnTo>
                <a:lnTo>
                  <a:pt x="2655246" y="84334"/>
                </a:lnTo>
                <a:lnTo>
                  <a:pt x="2676820" y="83106"/>
                </a:lnTo>
                <a:lnTo>
                  <a:pt x="2698394" y="81877"/>
                </a:lnTo>
                <a:lnTo>
                  <a:pt x="2719959" y="80648"/>
                </a:lnTo>
                <a:lnTo>
                  <a:pt x="2741533" y="79419"/>
                </a:lnTo>
                <a:lnTo>
                  <a:pt x="2763107" y="78191"/>
                </a:lnTo>
                <a:lnTo>
                  <a:pt x="2784681" y="76981"/>
                </a:lnTo>
                <a:lnTo>
                  <a:pt x="2806256" y="75771"/>
                </a:lnTo>
                <a:lnTo>
                  <a:pt x="2827830" y="74562"/>
                </a:lnTo>
                <a:lnTo>
                  <a:pt x="2849404" y="73362"/>
                </a:lnTo>
                <a:lnTo>
                  <a:pt x="2870978" y="72161"/>
                </a:lnTo>
                <a:lnTo>
                  <a:pt x="2892562" y="70971"/>
                </a:lnTo>
                <a:lnTo>
                  <a:pt x="2914136" y="69790"/>
                </a:lnTo>
                <a:lnTo>
                  <a:pt x="2935710" y="68599"/>
                </a:lnTo>
                <a:lnTo>
                  <a:pt x="2957284" y="67427"/>
                </a:lnTo>
                <a:lnTo>
                  <a:pt x="2978858" y="66265"/>
                </a:lnTo>
                <a:lnTo>
                  <a:pt x="3000442" y="65094"/>
                </a:lnTo>
                <a:lnTo>
                  <a:pt x="3022016" y="63932"/>
                </a:lnTo>
                <a:lnTo>
                  <a:pt x="3043590" y="62789"/>
                </a:lnTo>
                <a:lnTo>
                  <a:pt x="3065174" y="61646"/>
                </a:lnTo>
                <a:lnTo>
                  <a:pt x="3086748" y="60493"/>
                </a:lnTo>
                <a:lnTo>
                  <a:pt x="3108322" y="59369"/>
                </a:lnTo>
                <a:lnTo>
                  <a:pt x="3129905" y="58245"/>
                </a:lnTo>
                <a:lnTo>
                  <a:pt x="3151480" y="57121"/>
                </a:lnTo>
                <a:lnTo>
                  <a:pt x="3173063" y="56007"/>
                </a:lnTo>
                <a:lnTo>
                  <a:pt x="3194647" y="54912"/>
                </a:lnTo>
                <a:lnTo>
                  <a:pt x="3216221" y="53816"/>
                </a:lnTo>
                <a:lnTo>
                  <a:pt x="3237805" y="52721"/>
                </a:lnTo>
                <a:lnTo>
                  <a:pt x="3259388" y="51645"/>
                </a:lnTo>
                <a:lnTo>
                  <a:pt x="3280962" y="50578"/>
                </a:lnTo>
                <a:lnTo>
                  <a:pt x="3302546" y="49511"/>
                </a:lnTo>
                <a:lnTo>
                  <a:pt x="3324130" y="48454"/>
                </a:lnTo>
                <a:lnTo>
                  <a:pt x="3345713" y="47406"/>
                </a:lnTo>
                <a:lnTo>
                  <a:pt x="3367297" y="46377"/>
                </a:lnTo>
                <a:lnTo>
                  <a:pt x="3388881" y="45339"/>
                </a:lnTo>
                <a:lnTo>
                  <a:pt x="3410464" y="44310"/>
                </a:lnTo>
                <a:lnTo>
                  <a:pt x="3432048" y="43310"/>
                </a:lnTo>
                <a:lnTo>
                  <a:pt x="3453632" y="42310"/>
                </a:lnTo>
                <a:lnTo>
                  <a:pt x="3475215" y="41310"/>
                </a:lnTo>
                <a:lnTo>
                  <a:pt x="3496799" y="40319"/>
                </a:lnTo>
                <a:lnTo>
                  <a:pt x="3518392" y="39357"/>
                </a:lnTo>
                <a:lnTo>
                  <a:pt x="3539976" y="38395"/>
                </a:lnTo>
                <a:lnTo>
                  <a:pt x="3561559" y="37433"/>
                </a:lnTo>
                <a:lnTo>
                  <a:pt x="3583153" y="36481"/>
                </a:lnTo>
                <a:lnTo>
                  <a:pt x="3604736" y="35557"/>
                </a:lnTo>
                <a:lnTo>
                  <a:pt x="3626329" y="34633"/>
                </a:lnTo>
                <a:lnTo>
                  <a:pt x="3647913" y="33709"/>
                </a:lnTo>
                <a:lnTo>
                  <a:pt x="3669506" y="32804"/>
                </a:lnTo>
                <a:lnTo>
                  <a:pt x="3691090" y="31918"/>
                </a:lnTo>
                <a:lnTo>
                  <a:pt x="3712683" y="31032"/>
                </a:lnTo>
                <a:lnTo>
                  <a:pt x="3734276" y="30156"/>
                </a:lnTo>
                <a:lnTo>
                  <a:pt x="3755860" y="29299"/>
                </a:lnTo>
                <a:lnTo>
                  <a:pt x="3777453" y="28451"/>
                </a:lnTo>
                <a:lnTo>
                  <a:pt x="3799046" y="27613"/>
                </a:lnTo>
                <a:lnTo>
                  <a:pt x="3820639" y="26775"/>
                </a:lnTo>
                <a:lnTo>
                  <a:pt x="3842233" y="25956"/>
                </a:lnTo>
                <a:lnTo>
                  <a:pt x="3863826" y="25146"/>
                </a:lnTo>
                <a:lnTo>
                  <a:pt x="3885419" y="24355"/>
                </a:lnTo>
                <a:lnTo>
                  <a:pt x="3907012" y="23565"/>
                </a:lnTo>
                <a:lnTo>
                  <a:pt x="3928605" y="22803"/>
                </a:lnTo>
                <a:lnTo>
                  <a:pt x="3950198" y="22041"/>
                </a:lnTo>
                <a:lnTo>
                  <a:pt x="3971801" y="21288"/>
                </a:lnTo>
                <a:lnTo>
                  <a:pt x="3993394" y="20555"/>
                </a:lnTo>
                <a:lnTo>
                  <a:pt x="4014988" y="19831"/>
                </a:lnTo>
                <a:lnTo>
                  <a:pt x="4036581" y="19117"/>
                </a:lnTo>
                <a:lnTo>
                  <a:pt x="4058183" y="18421"/>
                </a:lnTo>
                <a:lnTo>
                  <a:pt x="4079777" y="17726"/>
                </a:lnTo>
                <a:lnTo>
                  <a:pt x="4101379" y="17059"/>
                </a:lnTo>
                <a:lnTo>
                  <a:pt x="4122972" y="16393"/>
                </a:lnTo>
                <a:lnTo>
                  <a:pt x="4144575" y="15745"/>
                </a:lnTo>
                <a:lnTo>
                  <a:pt x="4166168" y="15107"/>
                </a:lnTo>
                <a:lnTo>
                  <a:pt x="4187771" y="14478"/>
                </a:lnTo>
                <a:lnTo>
                  <a:pt x="4209364" y="13859"/>
                </a:lnTo>
                <a:lnTo>
                  <a:pt x="4230967" y="13268"/>
                </a:lnTo>
                <a:lnTo>
                  <a:pt x="4252570" y="12678"/>
                </a:lnTo>
                <a:lnTo>
                  <a:pt x="4274172" y="12106"/>
                </a:lnTo>
                <a:lnTo>
                  <a:pt x="4295765" y="11535"/>
                </a:lnTo>
                <a:lnTo>
                  <a:pt x="4317368" y="10992"/>
                </a:lnTo>
                <a:lnTo>
                  <a:pt x="4338971" y="10449"/>
                </a:lnTo>
                <a:lnTo>
                  <a:pt x="4360574" y="9935"/>
                </a:lnTo>
                <a:lnTo>
                  <a:pt x="4382176" y="9420"/>
                </a:lnTo>
                <a:lnTo>
                  <a:pt x="4403779" y="8925"/>
                </a:lnTo>
                <a:lnTo>
                  <a:pt x="4425382" y="8439"/>
                </a:lnTo>
                <a:lnTo>
                  <a:pt x="4446984" y="7963"/>
                </a:lnTo>
                <a:lnTo>
                  <a:pt x="4468587" y="7506"/>
                </a:lnTo>
                <a:lnTo>
                  <a:pt x="4490190" y="7068"/>
                </a:lnTo>
                <a:lnTo>
                  <a:pt x="4511792" y="6629"/>
                </a:lnTo>
                <a:lnTo>
                  <a:pt x="4533395" y="6210"/>
                </a:lnTo>
                <a:lnTo>
                  <a:pt x="4554998" y="5810"/>
                </a:lnTo>
                <a:lnTo>
                  <a:pt x="4576610" y="5420"/>
                </a:lnTo>
                <a:lnTo>
                  <a:pt x="4598213" y="5039"/>
                </a:lnTo>
                <a:lnTo>
                  <a:pt x="4619816" y="4677"/>
                </a:lnTo>
                <a:lnTo>
                  <a:pt x="4641418" y="4324"/>
                </a:lnTo>
                <a:lnTo>
                  <a:pt x="4663030" y="3981"/>
                </a:lnTo>
                <a:lnTo>
                  <a:pt x="4684633" y="3667"/>
                </a:lnTo>
                <a:lnTo>
                  <a:pt x="4706236" y="3353"/>
                </a:lnTo>
                <a:lnTo>
                  <a:pt x="4727848" y="3058"/>
                </a:lnTo>
                <a:lnTo>
                  <a:pt x="4749451" y="2772"/>
                </a:lnTo>
                <a:lnTo>
                  <a:pt x="4771053" y="2505"/>
                </a:lnTo>
                <a:lnTo>
                  <a:pt x="4792666" y="2248"/>
                </a:lnTo>
                <a:lnTo>
                  <a:pt x="4814268" y="2010"/>
                </a:lnTo>
                <a:lnTo>
                  <a:pt x="4835881" y="1781"/>
                </a:lnTo>
                <a:lnTo>
                  <a:pt x="4857483" y="1562"/>
                </a:lnTo>
                <a:lnTo>
                  <a:pt x="4879096" y="1362"/>
                </a:lnTo>
                <a:lnTo>
                  <a:pt x="4900698" y="1172"/>
                </a:lnTo>
                <a:lnTo>
                  <a:pt x="4922310" y="1010"/>
                </a:lnTo>
                <a:lnTo>
                  <a:pt x="4943913" y="838"/>
                </a:lnTo>
                <a:lnTo>
                  <a:pt x="4965525" y="705"/>
                </a:lnTo>
                <a:lnTo>
                  <a:pt x="4987128" y="562"/>
                </a:lnTo>
                <a:lnTo>
                  <a:pt x="5008740" y="448"/>
                </a:lnTo>
                <a:lnTo>
                  <a:pt x="5030343" y="343"/>
                </a:lnTo>
                <a:lnTo>
                  <a:pt x="5051955" y="257"/>
                </a:lnTo>
                <a:lnTo>
                  <a:pt x="5073558" y="181"/>
                </a:lnTo>
                <a:lnTo>
                  <a:pt x="5095170" y="114"/>
                </a:lnTo>
                <a:lnTo>
                  <a:pt x="5116773" y="67"/>
                </a:lnTo>
                <a:lnTo>
                  <a:pt x="5138385" y="29"/>
                </a:lnTo>
                <a:lnTo>
                  <a:pt x="5159988" y="19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8BB2CA"/>
            </a:solidFill>
            <a:prstDash val="solid"/>
          </a:ln>
        </p:spPr>
      </p:sp>
      <p:sp>
        <p:nvSpPr>
          <p:cNvPr id="3" name="merge-lane-3">
            <a:extLst xmlns:a="http://schemas.openxmlformats.org/drawingml/2006/main">
              <a:ext uri="{FF2B5EF4-FFF2-40B4-BE49-F238E27FC236}">
                <a16:creationId xmlns:a16="http://schemas.microsoft.com/office/drawing/2014/main" id="{0266C21B-3DD9-41FD-9E3F-4E6C4CBE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2057400"/>
          </a:xfrm>
          <a:custGeom xmlns:a="http://schemas.openxmlformats.org/drawingml/2006/main">
            <a:pathLst>
              <a:path w="5181600" h="2057400">
                <a:moveTo>
                  <a:pt x="0" y="2057400"/>
                </a:moveTo>
                <a:lnTo>
                  <a:pt x="23565" y="2057267"/>
                </a:lnTo>
                <a:lnTo>
                  <a:pt x="47120" y="2056886"/>
                </a:lnTo>
                <a:lnTo>
                  <a:pt x="70676" y="2056267"/>
                </a:lnTo>
                <a:lnTo>
                  <a:pt x="94221" y="2055381"/>
                </a:lnTo>
                <a:lnTo>
                  <a:pt x="117758" y="2054247"/>
                </a:lnTo>
                <a:lnTo>
                  <a:pt x="141275" y="2052876"/>
                </a:lnTo>
                <a:lnTo>
                  <a:pt x="164783" y="2051256"/>
                </a:lnTo>
                <a:lnTo>
                  <a:pt x="188271" y="2049389"/>
                </a:lnTo>
                <a:lnTo>
                  <a:pt x="211741" y="2047284"/>
                </a:lnTo>
                <a:lnTo>
                  <a:pt x="235182" y="2044941"/>
                </a:lnTo>
                <a:lnTo>
                  <a:pt x="258604" y="2042350"/>
                </a:lnTo>
                <a:lnTo>
                  <a:pt x="281997" y="2039541"/>
                </a:lnTo>
                <a:lnTo>
                  <a:pt x="305362" y="2036483"/>
                </a:lnTo>
                <a:lnTo>
                  <a:pt x="328698" y="2033207"/>
                </a:lnTo>
                <a:lnTo>
                  <a:pt x="351996" y="2029701"/>
                </a:lnTo>
                <a:lnTo>
                  <a:pt x="375256" y="2025968"/>
                </a:lnTo>
                <a:lnTo>
                  <a:pt x="398488" y="2022015"/>
                </a:lnTo>
                <a:lnTo>
                  <a:pt x="421681" y="2017843"/>
                </a:lnTo>
                <a:lnTo>
                  <a:pt x="444827" y="2013452"/>
                </a:lnTo>
                <a:lnTo>
                  <a:pt x="467935" y="2008851"/>
                </a:lnTo>
                <a:lnTo>
                  <a:pt x="491004" y="2004031"/>
                </a:lnTo>
                <a:lnTo>
                  <a:pt x="514017" y="1999012"/>
                </a:lnTo>
                <a:lnTo>
                  <a:pt x="537000" y="1993792"/>
                </a:lnTo>
                <a:lnTo>
                  <a:pt x="559927" y="1988363"/>
                </a:lnTo>
                <a:lnTo>
                  <a:pt x="582806" y="1982743"/>
                </a:lnTo>
                <a:lnTo>
                  <a:pt x="605638" y="1976933"/>
                </a:lnTo>
                <a:lnTo>
                  <a:pt x="628421" y="1970923"/>
                </a:lnTo>
                <a:lnTo>
                  <a:pt x="651158" y="1964731"/>
                </a:lnTo>
                <a:lnTo>
                  <a:pt x="673846" y="1958350"/>
                </a:lnTo>
                <a:lnTo>
                  <a:pt x="696468" y="1951787"/>
                </a:lnTo>
                <a:lnTo>
                  <a:pt x="719052" y="1945053"/>
                </a:lnTo>
                <a:lnTo>
                  <a:pt x="741578" y="1938147"/>
                </a:lnTo>
                <a:lnTo>
                  <a:pt x="764048" y="1931060"/>
                </a:lnTo>
                <a:lnTo>
                  <a:pt x="786470" y="1923812"/>
                </a:lnTo>
                <a:lnTo>
                  <a:pt x="808834" y="1916401"/>
                </a:lnTo>
                <a:lnTo>
                  <a:pt x="831142" y="1908820"/>
                </a:lnTo>
                <a:lnTo>
                  <a:pt x="853402" y="1901085"/>
                </a:lnTo>
                <a:lnTo>
                  <a:pt x="875605" y="1893199"/>
                </a:lnTo>
                <a:lnTo>
                  <a:pt x="897750" y="1885159"/>
                </a:lnTo>
                <a:lnTo>
                  <a:pt x="919848" y="1876968"/>
                </a:lnTo>
                <a:lnTo>
                  <a:pt x="941889" y="1868643"/>
                </a:lnTo>
                <a:lnTo>
                  <a:pt x="963873" y="1860166"/>
                </a:lnTo>
                <a:lnTo>
                  <a:pt x="985809" y="1851555"/>
                </a:lnTo>
                <a:lnTo>
                  <a:pt x="1007678" y="1842811"/>
                </a:lnTo>
                <a:lnTo>
                  <a:pt x="1029510" y="1833924"/>
                </a:lnTo>
                <a:lnTo>
                  <a:pt x="1051284" y="1824914"/>
                </a:lnTo>
                <a:lnTo>
                  <a:pt x="1073001" y="1815779"/>
                </a:lnTo>
                <a:lnTo>
                  <a:pt x="1094661" y="1806521"/>
                </a:lnTo>
                <a:lnTo>
                  <a:pt x="1116282" y="1797139"/>
                </a:lnTo>
                <a:lnTo>
                  <a:pt x="1137847" y="1787642"/>
                </a:lnTo>
                <a:lnTo>
                  <a:pt x="1159354" y="1778032"/>
                </a:lnTo>
                <a:lnTo>
                  <a:pt x="1180814" y="1768307"/>
                </a:lnTo>
                <a:lnTo>
                  <a:pt x="1202226" y="1758477"/>
                </a:lnTo>
                <a:lnTo>
                  <a:pt x="1223591" y="1748523"/>
                </a:lnTo>
                <a:lnTo>
                  <a:pt x="1244908" y="1738484"/>
                </a:lnTo>
                <a:lnTo>
                  <a:pt x="1266168" y="1728340"/>
                </a:lnTo>
                <a:lnTo>
                  <a:pt x="1287389" y="1718100"/>
                </a:lnTo>
                <a:lnTo>
                  <a:pt x="1308564" y="1707766"/>
                </a:lnTo>
                <a:lnTo>
                  <a:pt x="1329690" y="1697326"/>
                </a:lnTo>
                <a:lnTo>
                  <a:pt x="1350769" y="1686801"/>
                </a:lnTo>
                <a:lnTo>
                  <a:pt x="1371810" y="1676190"/>
                </a:lnTo>
                <a:lnTo>
                  <a:pt x="1392803" y="1665494"/>
                </a:lnTo>
                <a:lnTo>
                  <a:pt x="1413758" y="1654721"/>
                </a:lnTo>
                <a:lnTo>
                  <a:pt x="1434665" y="1643853"/>
                </a:lnTo>
                <a:lnTo>
                  <a:pt x="1455534" y="1632918"/>
                </a:lnTo>
                <a:lnTo>
                  <a:pt x="1476365" y="1621907"/>
                </a:lnTo>
                <a:lnTo>
                  <a:pt x="1497159" y="1610820"/>
                </a:lnTo>
                <a:lnTo>
                  <a:pt x="1517904" y="1599648"/>
                </a:lnTo>
                <a:lnTo>
                  <a:pt x="1538611" y="1588418"/>
                </a:lnTo>
                <a:lnTo>
                  <a:pt x="1559290" y="1577111"/>
                </a:lnTo>
                <a:lnTo>
                  <a:pt x="1579931" y="1565748"/>
                </a:lnTo>
                <a:lnTo>
                  <a:pt x="1600533" y="1554318"/>
                </a:lnTo>
                <a:lnTo>
                  <a:pt x="1621107" y="1542831"/>
                </a:lnTo>
                <a:lnTo>
                  <a:pt x="1641643" y="1531277"/>
                </a:lnTo>
                <a:lnTo>
                  <a:pt x="1662151" y="1519676"/>
                </a:lnTo>
                <a:lnTo>
                  <a:pt x="1682620" y="1508008"/>
                </a:lnTo>
                <a:lnTo>
                  <a:pt x="1703070" y="1496292"/>
                </a:lnTo>
                <a:lnTo>
                  <a:pt x="1723482" y="1484528"/>
                </a:lnTo>
                <a:lnTo>
                  <a:pt x="1743866" y="1472708"/>
                </a:lnTo>
                <a:lnTo>
                  <a:pt x="1764221" y="1460840"/>
                </a:lnTo>
                <a:lnTo>
                  <a:pt x="1784547" y="1448933"/>
                </a:lnTo>
                <a:lnTo>
                  <a:pt x="1804854" y="1436980"/>
                </a:lnTo>
                <a:lnTo>
                  <a:pt x="1825133" y="1424978"/>
                </a:lnTo>
                <a:lnTo>
                  <a:pt x="1845383" y="1412939"/>
                </a:lnTo>
                <a:lnTo>
                  <a:pt x="1865614" y="1400861"/>
                </a:lnTo>
                <a:lnTo>
                  <a:pt x="1885826" y="1388745"/>
                </a:lnTo>
                <a:lnTo>
                  <a:pt x="1906019" y="1376601"/>
                </a:lnTo>
                <a:lnTo>
                  <a:pt x="1926184" y="1364409"/>
                </a:lnTo>
                <a:lnTo>
                  <a:pt x="1946329" y="1352188"/>
                </a:lnTo>
                <a:lnTo>
                  <a:pt x="1966455" y="1339948"/>
                </a:lnTo>
                <a:lnTo>
                  <a:pt x="1986563" y="1327661"/>
                </a:lnTo>
                <a:lnTo>
                  <a:pt x="2006670" y="1315374"/>
                </a:lnTo>
                <a:lnTo>
                  <a:pt x="2026739" y="1303039"/>
                </a:lnTo>
                <a:lnTo>
                  <a:pt x="2046818" y="1290695"/>
                </a:lnTo>
                <a:lnTo>
                  <a:pt x="2066858" y="1278312"/>
                </a:lnTo>
                <a:lnTo>
                  <a:pt x="2086899" y="1265920"/>
                </a:lnTo>
                <a:lnTo>
                  <a:pt x="2106920" y="1253500"/>
                </a:lnTo>
                <a:lnTo>
                  <a:pt x="2126942" y="1241069"/>
                </a:lnTo>
                <a:lnTo>
                  <a:pt x="2146945" y="1228620"/>
                </a:lnTo>
                <a:lnTo>
                  <a:pt x="2166938" y="1216152"/>
                </a:lnTo>
                <a:lnTo>
                  <a:pt x="2186930" y="1203674"/>
                </a:lnTo>
                <a:lnTo>
                  <a:pt x="2206904" y="1191187"/>
                </a:lnTo>
                <a:lnTo>
                  <a:pt x="2226878" y="1178681"/>
                </a:lnTo>
                <a:lnTo>
                  <a:pt x="2246843" y="1166165"/>
                </a:lnTo>
                <a:lnTo>
                  <a:pt x="2266798" y="1153649"/>
                </a:lnTo>
                <a:lnTo>
                  <a:pt x="2286762" y="1141124"/>
                </a:lnTo>
                <a:lnTo>
                  <a:pt x="2306717" y="1128598"/>
                </a:lnTo>
                <a:lnTo>
                  <a:pt x="2326672" y="1116063"/>
                </a:lnTo>
                <a:lnTo>
                  <a:pt x="2346627" y="1103528"/>
                </a:lnTo>
                <a:lnTo>
                  <a:pt x="2366572" y="1090994"/>
                </a:lnTo>
                <a:lnTo>
                  <a:pt x="2386527" y="1078459"/>
                </a:lnTo>
                <a:lnTo>
                  <a:pt x="2406482" y="1065933"/>
                </a:lnTo>
                <a:lnTo>
                  <a:pt x="2426437" y="1053398"/>
                </a:lnTo>
                <a:lnTo>
                  <a:pt x="2446391" y="1040873"/>
                </a:lnTo>
                <a:lnTo>
                  <a:pt x="2466346" y="1028348"/>
                </a:lnTo>
                <a:lnTo>
                  <a:pt x="2486320" y="1015851"/>
                </a:lnTo>
                <a:lnTo>
                  <a:pt x="2506294" y="1003354"/>
                </a:lnTo>
                <a:lnTo>
                  <a:pt x="2526268" y="990848"/>
                </a:lnTo>
                <a:lnTo>
                  <a:pt x="2546252" y="978360"/>
                </a:lnTo>
                <a:lnTo>
                  <a:pt x="2566245" y="965892"/>
                </a:lnTo>
                <a:lnTo>
                  <a:pt x="2586238" y="953433"/>
                </a:lnTo>
                <a:lnTo>
                  <a:pt x="2606259" y="941003"/>
                </a:lnTo>
                <a:lnTo>
                  <a:pt x="2626271" y="928573"/>
                </a:lnTo>
                <a:lnTo>
                  <a:pt x="2646312" y="916172"/>
                </a:lnTo>
                <a:lnTo>
                  <a:pt x="2666352" y="903789"/>
                </a:lnTo>
                <a:lnTo>
                  <a:pt x="2686412" y="891426"/>
                </a:lnTo>
                <a:lnTo>
                  <a:pt x="2706481" y="879081"/>
                </a:lnTo>
                <a:lnTo>
                  <a:pt x="2726569" y="866765"/>
                </a:lnTo>
                <a:lnTo>
                  <a:pt x="2746677" y="854478"/>
                </a:lnTo>
                <a:lnTo>
                  <a:pt x="2766793" y="842210"/>
                </a:lnTo>
                <a:lnTo>
                  <a:pt x="2786929" y="829970"/>
                </a:lnTo>
                <a:lnTo>
                  <a:pt x="2807075" y="817759"/>
                </a:lnTo>
                <a:lnTo>
                  <a:pt x="2827249" y="805577"/>
                </a:lnTo>
                <a:lnTo>
                  <a:pt x="2847432" y="793423"/>
                </a:lnTo>
                <a:lnTo>
                  <a:pt x="2867644" y="781307"/>
                </a:lnTo>
                <a:lnTo>
                  <a:pt x="2887875" y="769229"/>
                </a:lnTo>
                <a:lnTo>
                  <a:pt x="2908125" y="757190"/>
                </a:lnTo>
                <a:lnTo>
                  <a:pt x="2928395" y="745179"/>
                </a:lnTo>
                <a:lnTo>
                  <a:pt x="2948692" y="733215"/>
                </a:lnTo>
                <a:lnTo>
                  <a:pt x="2969019" y="721281"/>
                </a:lnTo>
                <a:lnTo>
                  <a:pt x="2989364" y="709403"/>
                </a:lnTo>
                <a:lnTo>
                  <a:pt x="3009729" y="697554"/>
                </a:lnTo>
                <a:lnTo>
                  <a:pt x="3030122" y="685752"/>
                </a:lnTo>
                <a:lnTo>
                  <a:pt x="3050543" y="673999"/>
                </a:lnTo>
                <a:lnTo>
                  <a:pt x="3070993" y="662292"/>
                </a:lnTo>
                <a:lnTo>
                  <a:pt x="3091472" y="650643"/>
                </a:lnTo>
                <a:lnTo>
                  <a:pt x="3111979" y="639032"/>
                </a:lnTo>
                <a:lnTo>
                  <a:pt x="3132515" y="627478"/>
                </a:lnTo>
                <a:lnTo>
                  <a:pt x="3153080" y="615972"/>
                </a:lnTo>
                <a:lnTo>
                  <a:pt x="3173673" y="604533"/>
                </a:lnTo>
                <a:lnTo>
                  <a:pt x="3194294" y="593141"/>
                </a:lnTo>
                <a:lnTo>
                  <a:pt x="3214954" y="581806"/>
                </a:lnTo>
                <a:lnTo>
                  <a:pt x="3235643" y="570528"/>
                </a:lnTo>
                <a:lnTo>
                  <a:pt x="3256369" y="559318"/>
                </a:lnTo>
                <a:lnTo>
                  <a:pt x="3277124" y="548164"/>
                </a:lnTo>
                <a:lnTo>
                  <a:pt x="3297917" y="537077"/>
                </a:lnTo>
                <a:lnTo>
                  <a:pt x="3318739" y="526056"/>
                </a:lnTo>
                <a:lnTo>
                  <a:pt x="3339598" y="515093"/>
                </a:lnTo>
                <a:lnTo>
                  <a:pt x="3360496" y="504206"/>
                </a:lnTo>
                <a:lnTo>
                  <a:pt x="3381423" y="493385"/>
                </a:lnTo>
                <a:lnTo>
                  <a:pt x="3402397" y="482641"/>
                </a:lnTo>
                <a:lnTo>
                  <a:pt x="3423399" y="471964"/>
                </a:lnTo>
                <a:lnTo>
                  <a:pt x="3444440" y="461362"/>
                </a:lnTo>
                <a:lnTo>
                  <a:pt x="3465519" y="450837"/>
                </a:lnTo>
                <a:lnTo>
                  <a:pt x="3486645" y="440398"/>
                </a:lnTo>
                <a:lnTo>
                  <a:pt x="3507800" y="430025"/>
                </a:lnTo>
                <a:lnTo>
                  <a:pt x="3529003" y="419738"/>
                </a:lnTo>
                <a:lnTo>
                  <a:pt x="3550234" y="409537"/>
                </a:lnTo>
                <a:lnTo>
                  <a:pt x="3571513" y="399421"/>
                </a:lnTo>
                <a:lnTo>
                  <a:pt x="3592840" y="389382"/>
                </a:lnTo>
                <a:lnTo>
                  <a:pt x="3614195" y="379438"/>
                </a:lnTo>
                <a:lnTo>
                  <a:pt x="3635597" y="369580"/>
                </a:lnTo>
                <a:lnTo>
                  <a:pt x="3657038" y="359816"/>
                </a:lnTo>
                <a:lnTo>
                  <a:pt x="3678526" y="350149"/>
                </a:lnTo>
                <a:lnTo>
                  <a:pt x="3700053" y="340566"/>
                </a:lnTo>
                <a:lnTo>
                  <a:pt x="3721627" y="331079"/>
                </a:lnTo>
                <a:lnTo>
                  <a:pt x="3743239" y="321697"/>
                </a:lnTo>
                <a:lnTo>
                  <a:pt x="3764890" y="312420"/>
                </a:lnTo>
                <a:lnTo>
                  <a:pt x="3786597" y="303238"/>
                </a:lnTo>
                <a:lnTo>
                  <a:pt x="3808333" y="294161"/>
                </a:lnTo>
                <a:lnTo>
                  <a:pt x="3830126" y="285179"/>
                </a:lnTo>
                <a:lnTo>
                  <a:pt x="3851958" y="276311"/>
                </a:lnTo>
                <a:lnTo>
                  <a:pt x="3873827" y="267557"/>
                </a:lnTo>
                <a:lnTo>
                  <a:pt x="3895744" y="258909"/>
                </a:lnTo>
                <a:lnTo>
                  <a:pt x="3917709" y="250374"/>
                </a:lnTo>
                <a:lnTo>
                  <a:pt x="3939711" y="241945"/>
                </a:lnTo>
                <a:lnTo>
                  <a:pt x="3961762" y="233639"/>
                </a:lnTo>
                <a:lnTo>
                  <a:pt x="3983850" y="225447"/>
                </a:lnTo>
                <a:lnTo>
                  <a:pt x="4005986" y="217380"/>
                </a:lnTo>
                <a:lnTo>
                  <a:pt x="4028170" y="209426"/>
                </a:lnTo>
                <a:lnTo>
                  <a:pt x="4050392" y="201597"/>
                </a:lnTo>
                <a:lnTo>
                  <a:pt x="4072661" y="193891"/>
                </a:lnTo>
                <a:lnTo>
                  <a:pt x="4094969" y="186309"/>
                </a:lnTo>
                <a:lnTo>
                  <a:pt x="4117324" y="178860"/>
                </a:lnTo>
                <a:lnTo>
                  <a:pt x="4139717" y="171536"/>
                </a:lnTo>
                <a:lnTo>
                  <a:pt x="4162158" y="164344"/>
                </a:lnTo>
                <a:lnTo>
                  <a:pt x="4184637" y="157286"/>
                </a:lnTo>
                <a:lnTo>
                  <a:pt x="4207154" y="150362"/>
                </a:lnTo>
                <a:lnTo>
                  <a:pt x="4229719" y="143580"/>
                </a:lnTo>
                <a:lnTo>
                  <a:pt x="4252322" y="136931"/>
                </a:lnTo>
                <a:lnTo>
                  <a:pt x="4274972" y="130416"/>
                </a:lnTo>
                <a:lnTo>
                  <a:pt x="4297661" y="124054"/>
                </a:lnTo>
                <a:lnTo>
                  <a:pt x="4320378" y="117824"/>
                </a:lnTo>
                <a:lnTo>
                  <a:pt x="4343143" y="111747"/>
                </a:lnTo>
                <a:lnTo>
                  <a:pt x="4365946" y="105804"/>
                </a:lnTo>
                <a:lnTo>
                  <a:pt x="4388787" y="100022"/>
                </a:lnTo>
                <a:lnTo>
                  <a:pt x="4411666" y="94374"/>
                </a:lnTo>
                <a:lnTo>
                  <a:pt x="4434583" y="88887"/>
                </a:lnTo>
                <a:lnTo>
                  <a:pt x="4457529" y="83553"/>
                </a:lnTo>
                <a:lnTo>
                  <a:pt x="4480512" y="78372"/>
                </a:lnTo>
                <a:lnTo>
                  <a:pt x="4503534" y="73343"/>
                </a:lnTo>
                <a:lnTo>
                  <a:pt x="4526585" y="68466"/>
                </a:lnTo>
                <a:lnTo>
                  <a:pt x="4549673" y="63751"/>
                </a:lnTo>
                <a:lnTo>
                  <a:pt x="4572791" y="59198"/>
                </a:lnTo>
                <a:lnTo>
                  <a:pt x="4595936" y="54807"/>
                </a:lnTo>
                <a:lnTo>
                  <a:pt x="4619120" y="50568"/>
                </a:lnTo>
                <a:lnTo>
                  <a:pt x="4642323" y="46501"/>
                </a:lnTo>
                <a:lnTo>
                  <a:pt x="4665564" y="42596"/>
                </a:lnTo>
                <a:lnTo>
                  <a:pt x="4688824" y="38852"/>
                </a:lnTo>
                <a:lnTo>
                  <a:pt x="4712113" y="35281"/>
                </a:lnTo>
                <a:lnTo>
                  <a:pt x="4735430" y="31871"/>
                </a:lnTo>
                <a:lnTo>
                  <a:pt x="4758766" y="28632"/>
                </a:lnTo>
                <a:lnTo>
                  <a:pt x="4782131" y="25565"/>
                </a:lnTo>
                <a:lnTo>
                  <a:pt x="4805515" y="22670"/>
                </a:lnTo>
                <a:lnTo>
                  <a:pt x="4828918" y="19936"/>
                </a:lnTo>
                <a:lnTo>
                  <a:pt x="4852340" y="17383"/>
                </a:lnTo>
                <a:lnTo>
                  <a:pt x="4875781" y="15002"/>
                </a:lnTo>
                <a:lnTo>
                  <a:pt x="4899241" y="12792"/>
                </a:lnTo>
                <a:lnTo>
                  <a:pt x="4922711" y="10754"/>
                </a:lnTo>
                <a:lnTo>
                  <a:pt x="4946199" y="8896"/>
                </a:lnTo>
                <a:lnTo>
                  <a:pt x="4969707" y="7210"/>
                </a:lnTo>
                <a:lnTo>
                  <a:pt x="4993215" y="5696"/>
                </a:lnTo>
                <a:lnTo>
                  <a:pt x="5016741" y="4362"/>
                </a:lnTo>
                <a:lnTo>
                  <a:pt x="5040278" y="3210"/>
                </a:lnTo>
                <a:lnTo>
                  <a:pt x="5063814" y="2229"/>
                </a:lnTo>
                <a:lnTo>
                  <a:pt x="5087369" y="1429"/>
                </a:lnTo>
                <a:lnTo>
                  <a:pt x="5110915" y="800"/>
                </a:lnTo>
                <a:lnTo>
                  <a:pt x="5134480" y="362"/>
                </a:lnTo>
                <a:lnTo>
                  <a:pt x="5158035" y="86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699ABB"/>
            </a:solidFill>
            <a:prstDash val="solid"/>
          </a:ln>
        </p:spPr>
      </p:sp>
      <p:sp>
        <p:nvSpPr>
          <p:cNvPr id="4" name="merge-input-1">
            <a:extLst xmlns:a="http://schemas.openxmlformats.org/drawingml/2006/main">
              <a:ext uri="{FF2B5EF4-FFF2-40B4-BE49-F238E27FC236}">
                <a16:creationId xmlns:a16="http://schemas.microsoft.com/office/drawing/2014/main" id="{F75B7D7B-C037-49AD-BEE9-A0119584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7907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merge-input-1-title">
            <a:extLst xmlns:a="http://schemas.openxmlformats.org/drawingml/2006/main">
              <a:ext uri="{FF2B5EF4-FFF2-40B4-BE49-F238E27FC236}">
                <a16:creationId xmlns:a16="http://schemas.microsoft.com/office/drawing/2014/main" id="{8D5AF96C-41E2-4223-B3D9-1843EE5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19224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内容需求</a:t>
            </a:r>
          </a:p>
        </p:txBody>
      </p:sp>
      <p:sp>
        <p:nvSpPr>
          <p:cNvPr id="6" name="merge-input-1-body">
            <a:extLst xmlns:a="http://schemas.openxmlformats.org/drawingml/2006/main">
              <a:ext uri="{FF2B5EF4-FFF2-40B4-BE49-F238E27FC236}">
                <a16:creationId xmlns:a16="http://schemas.microsoft.com/office/drawing/2014/main" id="{32A2837C-53F5-4BAC-AF9A-A8A6BC4C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2130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事实、叙事与页面目标</a:t>
            </a:r>
          </a:p>
        </p:txBody>
      </p:sp>
      <p:sp>
        <p:nvSpPr>
          <p:cNvPr id="7" name="merge-input-2">
            <a:extLst xmlns:a="http://schemas.openxmlformats.org/drawingml/2006/main">
              <a:ext uri="{FF2B5EF4-FFF2-40B4-BE49-F238E27FC236}">
                <a16:creationId xmlns:a16="http://schemas.microsoft.com/office/drawing/2014/main" id="{129A7E9B-2151-4C93-BD9E-F958EB15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36576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merge-input-2-title">
            <a:extLst xmlns:a="http://schemas.openxmlformats.org/drawingml/2006/main">
              <a:ext uri="{FF2B5EF4-FFF2-40B4-BE49-F238E27FC236}">
                <a16:creationId xmlns:a16="http://schemas.microsoft.com/office/drawing/2014/main" id="{B05D870D-8F6C-49F6-B26A-45CDA1E3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7893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逻辑结构</a:t>
            </a:r>
          </a:p>
        </p:txBody>
      </p:sp>
      <p:sp>
        <p:nvSpPr>
          <p:cNvPr id="9" name="merge-input-2-body">
            <a:extLst xmlns:a="http://schemas.openxmlformats.org/drawingml/2006/main">
              <a:ext uri="{FF2B5EF4-FFF2-40B4-BE49-F238E27FC236}">
                <a16:creationId xmlns:a16="http://schemas.microsoft.com/office/drawing/2014/main" id="{C5C40519-47AE-409E-8FB6-9B7E35EB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0799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关系类型与内容角色</a:t>
            </a:r>
          </a:p>
        </p:txBody>
      </p:sp>
      <p:sp>
        <p:nvSpPr>
          <p:cNvPr id="10" name="merge-input-3">
            <a:extLst xmlns:a="http://schemas.openxmlformats.org/drawingml/2006/main">
              <a:ext uri="{FF2B5EF4-FFF2-40B4-BE49-F238E27FC236}">
                <a16:creationId xmlns:a16="http://schemas.microsoft.com/office/drawing/2014/main" id="{90902FE9-0F0C-4949-9C69-B61B030E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55245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merge-input-3-title">
            <a:extLst xmlns:a="http://schemas.openxmlformats.org/drawingml/2006/main">
              <a:ext uri="{FF2B5EF4-FFF2-40B4-BE49-F238E27FC236}">
                <a16:creationId xmlns:a16="http://schemas.microsoft.com/office/drawing/2014/main" id="{031DD4B6-FD8E-4D87-820D-65A30E38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6562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视觉意图</a:t>
            </a:r>
          </a:p>
        </p:txBody>
      </p:sp>
      <p:sp>
        <p:nvSpPr>
          <p:cNvPr id="12" name="merge-input-3-body">
            <a:extLst xmlns:a="http://schemas.openxmlformats.org/drawingml/2006/main">
              <a:ext uri="{FF2B5EF4-FFF2-40B4-BE49-F238E27FC236}">
                <a16:creationId xmlns:a16="http://schemas.microsoft.com/office/drawing/2014/main" id="{174D6086-3A60-4FA5-A82E-949F29D0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9468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参考模板的结构精髓</a:t>
            </a:r>
          </a:p>
        </p:txBody>
      </p:sp>
      <p:sp>
        <p:nvSpPr>
          <p:cNvPr id="13" name="merge-result">
            <a:extLst xmlns:a="http://schemas.openxmlformats.org/drawingml/2006/main">
              <a:ext uri="{FF2B5EF4-FFF2-40B4-BE49-F238E27FC236}">
                <a16:creationId xmlns:a16="http://schemas.microsoft.com/office/drawing/2014/main" id="{35954EE5-A39C-424F-9E45-FEA7278B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686050"/>
            <a:ext cx="2857500" cy="24765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5A82"/>
          </a:solidFill>
          <a:ln xmlns:a="http://schemas.openxmlformats.org/drawingml/2006/main" w="95250">
            <a:solidFill>
              <a:srgbClr val="E2ED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4" name="merge-result-label">
            <a:extLst xmlns:a="http://schemas.openxmlformats.org/drawingml/2006/main">
              <a:ext uri="{FF2B5EF4-FFF2-40B4-BE49-F238E27FC236}">
                <a16:creationId xmlns:a16="http://schemas.microsoft.com/office/drawing/2014/main" id="{3636DBBE-5422-4009-9B9F-2A852C6F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303832"/>
            <a:ext cx="1981200" cy="175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C9DD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C9DDEB"/>
                </a:solidFill>
                <a:latin typeface="Microsoft YaHei"/>
                <a:ea typeface="Microsoft YaHei"/>
                <a:cs typeface="Microsoft YaHei"/>
              </a:rPr>
              <a:t>共同结果</a:t>
            </a:r>
          </a:p>
        </p:txBody>
      </p:sp>
      <p:sp>
        <p:nvSpPr>
          <p:cNvPr id="15" name="merge-result-title">
            <a:extLst xmlns:a="http://schemas.openxmlformats.org/drawingml/2006/main">
              <a:ext uri="{FF2B5EF4-FFF2-40B4-BE49-F238E27FC236}">
                <a16:creationId xmlns:a16="http://schemas.microsoft.com/office/drawing/2014/main" id="{C27C0A79-F2D6-4CD4-A4F3-945421D4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621881"/>
            <a:ext cx="1981200" cy="340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可靠可编辑页面</a:t>
            </a:r>
          </a:p>
        </p:txBody>
      </p:sp>
      <p:sp>
        <p:nvSpPr>
          <p:cNvPr id="16" name="merge-result-body">
            <a:extLst xmlns:a="http://schemas.openxmlformats.org/drawingml/2006/main">
              <a:ext uri="{FF2B5EF4-FFF2-40B4-BE49-F238E27FC236}">
                <a16:creationId xmlns:a16="http://schemas.microsoft.com/office/drawing/2014/main" id="{B33C4FA5-F717-4255-9156-04BC5E36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4105427"/>
            <a:ext cx="1981200" cy="51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rPr>
              <a:t>统一编排并编译为原生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rPr>
              <a:t>PPTX</a:t>
            </a:r>
          </a:p>
        </p:txBody>
      </p:sp>
    </p:spTree>
    <p:extLst>
      <p:ext uri="{BB962C8B-B14F-4D97-AF65-F5344CB8AC3E}">
        <p14:creationId xmlns:p14="http://schemas.microsoft.com/office/powerpoint/2010/main" val="1354241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merge-lane-1">
            <a:extLst xmlns:a="http://schemas.openxmlformats.org/drawingml/2006/main">
              <a:ext uri="{FF2B5EF4-FFF2-40B4-BE49-F238E27FC236}">
                <a16:creationId xmlns:a16="http://schemas.microsoft.com/office/drawing/2014/main" id="{DA6AC388-2E72-47E6-BB11-CC3F42B2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2247900"/>
            <a:ext cx="5181600" cy="1676400"/>
          </a:xfrm>
          <a:custGeom xmlns:a="http://schemas.openxmlformats.org/drawingml/2006/main">
            <a:pathLst>
              <a:path w="5181600" h="1676400">
                <a:moveTo>
                  <a:pt x="0" y="0"/>
                </a:moveTo>
                <a:lnTo>
                  <a:pt x="22927" y="105"/>
                </a:lnTo>
                <a:lnTo>
                  <a:pt x="45853" y="391"/>
                </a:lnTo>
                <a:lnTo>
                  <a:pt x="68771" y="876"/>
                </a:lnTo>
                <a:lnTo>
                  <a:pt x="91688" y="1553"/>
                </a:lnTo>
                <a:lnTo>
                  <a:pt x="114595" y="2429"/>
                </a:lnTo>
                <a:lnTo>
                  <a:pt x="137503" y="3496"/>
                </a:lnTo>
                <a:lnTo>
                  <a:pt x="160391" y="4743"/>
                </a:lnTo>
                <a:lnTo>
                  <a:pt x="183271" y="6182"/>
                </a:lnTo>
                <a:lnTo>
                  <a:pt x="206140" y="7820"/>
                </a:lnTo>
                <a:lnTo>
                  <a:pt x="229000" y="9630"/>
                </a:lnTo>
                <a:lnTo>
                  <a:pt x="251841" y="11630"/>
                </a:lnTo>
                <a:lnTo>
                  <a:pt x="274663" y="13811"/>
                </a:lnTo>
                <a:lnTo>
                  <a:pt x="297466" y="16183"/>
                </a:lnTo>
                <a:lnTo>
                  <a:pt x="320250" y="18726"/>
                </a:lnTo>
                <a:lnTo>
                  <a:pt x="343014" y="21450"/>
                </a:lnTo>
                <a:lnTo>
                  <a:pt x="365750" y="24346"/>
                </a:lnTo>
                <a:lnTo>
                  <a:pt x="388477" y="27422"/>
                </a:lnTo>
                <a:lnTo>
                  <a:pt x="411166" y="30671"/>
                </a:lnTo>
                <a:lnTo>
                  <a:pt x="433835" y="34090"/>
                </a:lnTo>
                <a:lnTo>
                  <a:pt x="456486" y="37681"/>
                </a:lnTo>
                <a:lnTo>
                  <a:pt x="479098" y="41434"/>
                </a:lnTo>
                <a:lnTo>
                  <a:pt x="501691" y="45358"/>
                </a:lnTo>
                <a:lnTo>
                  <a:pt x="524246" y="49444"/>
                </a:lnTo>
                <a:lnTo>
                  <a:pt x="546783" y="53692"/>
                </a:lnTo>
                <a:lnTo>
                  <a:pt x="569281" y="58103"/>
                </a:lnTo>
                <a:lnTo>
                  <a:pt x="591741" y="62665"/>
                </a:lnTo>
                <a:lnTo>
                  <a:pt x="614182" y="67380"/>
                </a:lnTo>
                <a:lnTo>
                  <a:pt x="636584" y="72257"/>
                </a:lnTo>
                <a:lnTo>
                  <a:pt x="658949" y="77276"/>
                </a:lnTo>
                <a:lnTo>
                  <a:pt x="681285" y="82448"/>
                </a:lnTo>
                <a:lnTo>
                  <a:pt x="703593" y="87763"/>
                </a:lnTo>
                <a:lnTo>
                  <a:pt x="725853" y="93231"/>
                </a:lnTo>
                <a:lnTo>
                  <a:pt x="748084" y="98831"/>
                </a:lnTo>
                <a:lnTo>
                  <a:pt x="770287" y="104575"/>
                </a:lnTo>
                <a:lnTo>
                  <a:pt x="792442" y="110452"/>
                </a:lnTo>
                <a:lnTo>
                  <a:pt x="814568" y="116462"/>
                </a:lnTo>
                <a:lnTo>
                  <a:pt x="836657" y="122615"/>
                </a:lnTo>
                <a:lnTo>
                  <a:pt x="858707" y="128883"/>
                </a:lnTo>
                <a:lnTo>
                  <a:pt x="880720" y="135293"/>
                </a:lnTo>
                <a:lnTo>
                  <a:pt x="902694" y="141827"/>
                </a:lnTo>
                <a:lnTo>
                  <a:pt x="924639" y="148476"/>
                </a:lnTo>
                <a:lnTo>
                  <a:pt x="946537" y="155258"/>
                </a:lnTo>
                <a:lnTo>
                  <a:pt x="968407" y="162144"/>
                </a:lnTo>
                <a:lnTo>
                  <a:pt x="990229" y="169154"/>
                </a:lnTo>
                <a:lnTo>
                  <a:pt x="1012022" y="176279"/>
                </a:lnTo>
                <a:lnTo>
                  <a:pt x="1033777" y="183518"/>
                </a:lnTo>
                <a:lnTo>
                  <a:pt x="1055494" y="190871"/>
                </a:lnTo>
                <a:lnTo>
                  <a:pt x="1077182" y="198320"/>
                </a:lnTo>
                <a:lnTo>
                  <a:pt x="1098823" y="205883"/>
                </a:lnTo>
                <a:lnTo>
                  <a:pt x="1120426" y="213551"/>
                </a:lnTo>
                <a:lnTo>
                  <a:pt x="1142000" y="221313"/>
                </a:lnTo>
                <a:lnTo>
                  <a:pt x="1163536" y="229172"/>
                </a:lnTo>
                <a:lnTo>
                  <a:pt x="1185034" y="237134"/>
                </a:lnTo>
                <a:lnTo>
                  <a:pt x="1206503" y="245183"/>
                </a:lnTo>
                <a:lnTo>
                  <a:pt x="1227934" y="253327"/>
                </a:lnTo>
                <a:lnTo>
                  <a:pt x="1249337" y="261566"/>
                </a:lnTo>
                <a:lnTo>
                  <a:pt x="1270692" y="269891"/>
                </a:lnTo>
                <a:lnTo>
                  <a:pt x="1292019" y="278301"/>
                </a:lnTo>
                <a:lnTo>
                  <a:pt x="1313317" y="286798"/>
                </a:lnTo>
                <a:lnTo>
                  <a:pt x="1334576" y="295370"/>
                </a:lnTo>
                <a:lnTo>
                  <a:pt x="1355808" y="304028"/>
                </a:lnTo>
                <a:lnTo>
                  <a:pt x="1377010" y="312763"/>
                </a:lnTo>
                <a:lnTo>
                  <a:pt x="1398175" y="321564"/>
                </a:lnTo>
                <a:lnTo>
                  <a:pt x="1419311" y="330451"/>
                </a:lnTo>
                <a:lnTo>
                  <a:pt x="1440418" y="339404"/>
                </a:lnTo>
                <a:lnTo>
                  <a:pt x="1461487" y="348434"/>
                </a:lnTo>
                <a:lnTo>
                  <a:pt x="1482538" y="357530"/>
                </a:lnTo>
                <a:lnTo>
                  <a:pt x="1503550" y="366684"/>
                </a:lnTo>
                <a:lnTo>
                  <a:pt x="1524543" y="375914"/>
                </a:lnTo>
                <a:lnTo>
                  <a:pt x="1545507" y="385201"/>
                </a:lnTo>
                <a:lnTo>
                  <a:pt x="1566443" y="394545"/>
                </a:lnTo>
                <a:lnTo>
                  <a:pt x="1587351" y="403946"/>
                </a:lnTo>
                <a:lnTo>
                  <a:pt x="1608230" y="413414"/>
                </a:lnTo>
                <a:lnTo>
                  <a:pt x="1629089" y="422929"/>
                </a:lnTo>
                <a:lnTo>
                  <a:pt x="1649921" y="432502"/>
                </a:lnTo>
                <a:lnTo>
                  <a:pt x="1670733" y="442122"/>
                </a:lnTo>
                <a:lnTo>
                  <a:pt x="1691516" y="451799"/>
                </a:lnTo>
                <a:lnTo>
                  <a:pt x="1712281" y="461524"/>
                </a:lnTo>
                <a:lnTo>
                  <a:pt x="1733017" y="471287"/>
                </a:lnTo>
                <a:lnTo>
                  <a:pt x="1753743" y="481098"/>
                </a:lnTo>
                <a:lnTo>
                  <a:pt x="1774441" y="490957"/>
                </a:lnTo>
                <a:lnTo>
                  <a:pt x="1795120" y="500853"/>
                </a:lnTo>
                <a:lnTo>
                  <a:pt x="1815779" y="510797"/>
                </a:lnTo>
                <a:lnTo>
                  <a:pt x="1836420" y="520770"/>
                </a:lnTo>
                <a:lnTo>
                  <a:pt x="1857051" y="530781"/>
                </a:lnTo>
                <a:lnTo>
                  <a:pt x="1877654" y="540830"/>
                </a:lnTo>
                <a:lnTo>
                  <a:pt x="1898247" y="550916"/>
                </a:lnTo>
                <a:lnTo>
                  <a:pt x="1918821" y="561042"/>
                </a:lnTo>
                <a:lnTo>
                  <a:pt x="1939376" y="571176"/>
                </a:lnTo>
                <a:lnTo>
                  <a:pt x="1959921" y="581349"/>
                </a:lnTo>
                <a:lnTo>
                  <a:pt x="1980457" y="591550"/>
                </a:lnTo>
                <a:lnTo>
                  <a:pt x="2000974" y="601780"/>
                </a:lnTo>
                <a:lnTo>
                  <a:pt x="2021481" y="612029"/>
                </a:lnTo>
                <a:lnTo>
                  <a:pt x="2041979" y="622297"/>
                </a:lnTo>
                <a:lnTo>
                  <a:pt x="2062467" y="632603"/>
                </a:lnTo>
                <a:lnTo>
                  <a:pt x="2082946" y="642909"/>
                </a:lnTo>
                <a:lnTo>
                  <a:pt x="2103406" y="653253"/>
                </a:lnTo>
                <a:lnTo>
                  <a:pt x="2123865" y="663597"/>
                </a:lnTo>
                <a:lnTo>
                  <a:pt x="2144306" y="673970"/>
                </a:lnTo>
                <a:lnTo>
                  <a:pt x="2164756" y="684352"/>
                </a:lnTo>
                <a:lnTo>
                  <a:pt x="2185178" y="694754"/>
                </a:lnTo>
                <a:lnTo>
                  <a:pt x="2205609" y="705164"/>
                </a:lnTo>
                <a:lnTo>
                  <a:pt x="2226040" y="715566"/>
                </a:lnTo>
                <a:lnTo>
                  <a:pt x="2246462" y="725996"/>
                </a:lnTo>
                <a:lnTo>
                  <a:pt x="2266874" y="736425"/>
                </a:lnTo>
                <a:lnTo>
                  <a:pt x="2287286" y="746865"/>
                </a:lnTo>
                <a:lnTo>
                  <a:pt x="2307698" y="757304"/>
                </a:lnTo>
                <a:lnTo>
                  <a:pt x="2328110" y="767744"/>
                </a:lnTo>
                <a:lnTo>
                  <a:pt x="2348522" y="778193"/>
                </a:lnTo>
                <a:lnTo>
                  <a:pt x="2368925" y="788632"/>
                </a:lnTo>
                <a:lnTo>
                  <a:pt x="2389337" y="799081"/>
                </a:lnTo>
                <a:lnTo>
                  <a:pt x="2409749" y="809520"/>
                </a:lnTo>
                <a:lnTo>
                  <a:pt x="2430161" y="819969"/>
                </a:lnTo>
                <a:lnTo>
                  <a:pt x="2450563" y="830409"/>
                </a:lnTo>
                <a:lnTo>
                  <a:pt x="2470976" y="840848"/>
                </a:lnTo>
                <a:lnTo>
                  <a:pt x="2491407" y="851259"/>
                </a:lnTo>
                <a:lnTo>
                  <a:pt x="2511828" y="861679"/>
                </a:lnTo>
                <a:lnTo>
                  <a:pt x="2532250" y="872090"/>
                </a:lnTo>
                <a:lnTo>
                  <a:pt x="2552690" y="882491"/>
                </a:lnTo>
                <a:lnTo>
                  <a:pt x="2573131" y="892874"/>
                </a:lnTo>
                <a:lnTo>
                  <a:pt x="2593572" y="903237"/>
                </a:lnTo>
                <a:lnTo>
                  <a:pt x="2614031" y="913600"/>
                </a:lnTo>
                <a:lnTo>
                  <a:pt x="2634501" y="923935"/>
                </a:lnTo>
                <a:lnTo>
                  <a:pt x="2654970" y="934250"/>
                </a:lnTo>
                <a:lnTo>
                  <a:pt x="2675449" y="944547"/>
                </a:lnTo>
                <a:lnTo>
                  <a:pt x="2695937" y="954834"/>
                </a:lnTo>
                <a:lnTo>
                  <a:pt x="2716444" y="965092"/>
                </a:lnTo>
                <a:lnTo>
                  <a:pt x="2736961" y="975331"/>
                </a:lnTo>
                <a:lnTo>
                  <a:pt x="2757488" y="985533"/>
                </a:lnTo>
                <a:lnTo>
                  <a:pt x="2778023" y="995734"/>
                </a:lnTo>
                <a:lnTo>
                  <a:pt x="2798578" y="1005888"/>
                </a:lnTo>
                <a:lnTo>
                  <a:pt x="2819143" y="1016022"/>
                </a:lnTo>
                <a:lnTo>
                  <a:pt x="2839726" y="1026119"/>
                </a:lnTo>
                <a:lnTo>
                  <a:pt x="2860319" y="1036206"/>
                </a:lnTo>
                <a:lnTo>
                  <a:pt x="2880932" y="1046245"/>
                </a:lnTo>
                <a:lnTo>
                  <a:pt x="2901553" y="1056256"/>
                </a:lnTo>
                <a:lnTo>
                  <a:pt x="2922203" y="1066229"/>
                </a:lnTo>
                <a:lnTo>
                  <a:pt x="2942863" y="1076163"/>
                </a:lnTo>
                <a:lnTo>
                  <a:pt x="2963542" y="1086069"/>
                </a:lnTo>
                <a:lnTo>
                  <a:pt x="2984230" y="1095937"/>
                </a:lnTo>
                <a:lnTo>
                  <a:pt x="3004947" y="1105757"/>
                </a:lnTo>
                <a:lnTo>
                  <a:pt x="3025683" y="1115539"/>
                </a:lnTo>
                <a:lnTo>
                  <a:pt x="3046438" y="1125284"/>
                </a:lnTo>
                <a:lnTo>
                  <a:pt x="3067212" y="1134989"/>
                </a:lnTo>
                <a:lnTo>
                  <a:pt x="3088005" y="1144638"/>
                </a:lnTo>
                <a:lnTo>
                  <a:pt x="3108817" y="1154249"/>
                </a:lnTo>
                <a:lnTo>
                  <a:pt x="3129658" y="1163812"/>
                </a:lnTo>
                <a:lnTo>
                  <a:pt x="3150518" y="1173328"/>
                </a:lnTo>
                <a:lnTo>
                  <a:pt x="3171396" y="1182795"/>
                </a:lnTo>
                <a:lnTo>
                  <a:pt x="3192304" y="1192206"/>
                </a:lnTo>
                <a:lnTo>
                  <a:pt x="3213230" y="1201569"/>
                </a:lnTo>
                <a:lnTo>
                  <a:pt x="3234185" y="1210875"/>
                </a:lnTo>
                <a:lnTo>
                  <a:pt x="3255159" y="1220133"/>
                </a:lnTo>
                <a:lnTo>
                  <a:pt x="3276162" y="1229325"/>
                </a:lnTo>
                <a:lnTo>
                  <a:pt x="3297184" y="1238469"/>
                </a:lnTo>
                <a:lnTo>
                  <a:pt x="3318234" y="1247546"/>
                </a:lnTo>
                <a:lnTo>
                  <a:pt x="3339313" y="1256576"/>
                </a:lnTo>
                <a:lnTo>
                  <a:pt x="3360410" y="1265530"/>
                </a:lnTo>
                <a:lnTo>
                  <a:pt x="3381546" y="1274435"/>
                </a:lnTo>
                <a:lnTo>
                  <a:pt x="3402701" y="1283265"/>
                </a:lnTo>
                <a:lnTo>
                  <a:pt x="3423885" y="1292038"/>
                </a:lnTo>
                <a:lnTo>
                  <a:pt x="3445097" y="1300744"/>
                </a:lnTo>
                <a:lnTo>
                  <a:pt x="3466328" y="1309373"/>
                </a:lnTo>
                <a:lnTo>
                  <a:pt x="3487598" y="1317946"/>
                </a:lnTo>
                <a:lnTo>
                  <a:pt x="3508896" y="1326442"/>
                </a:lnTo>
                <a:lnTo>
                  <a:pt x="3530213" y="1334862"/>
                </a:lnTo>
                <a:lnTo>
                  <a:pt x="3551568" y="1343216"/>
                </a:lnTo>
                <a:lnTo>
                  <a:pt x="3572942" y="1351502"/>
                </a:lnTo>
                <a:lnTo>
                  <a:pt x="3594354" y="1359703"/>
                </a:lnTo>
                <a:lnTo>
                  <a:pt x="3615785" y="1367828"/>
                </a:lnTo>
                <a:lnTo>
                  <a:pt x="3637255" y="1375877"/>
                </a:lnTo>
                <a:lnTo>
                  <a:pt x="3658753" y="1383849"/>
                </a:lnTo>
                <a:lnTo>
                  <a:pt x="3680279" y="1391736"/>
                </a:lnTo>
                <a:lnTo>
                  <a:pt x="3701834" y="1399546"/>
                </a:lnTo>
                <a:lnTo>
                  <a:pt x="3723427" y="1407271"/>
                </a:lnTo>
                <a:lnTo>
                  <a:pt x="3745040" y="1414910"/>
                </a:lnTo>
                <a:lnTo>
                  <a:pt x="3766690" y="1422454"/>
                </a:lnTo>
                <a:lnTo>
                  <a:pt x="3788369" y="1429922"/>
                </a:lnTo>
                <a:lnTo>
                  <a:pt x="3810076" y="1437294"/>
                </a:lnTo>
                <a:lnTo>
                  <a:pt x="3831812" y="1444590"/>
                </a:lnTo>
                <a:lnTo>
                  <a:pt x="3853577" y="1451791"/>
                </a:lnTo>
                <a:lnTo>
                  <a:pt x="3875370" y="1458887"/>
                </a:lnTo>
                <a:lnTo>
                  <a:pt x="3897201" y="1465907"/>
                </a:lnTo>
                <a:lnTo>
                  <a:pt x="3919061" y="1472822"/>
                </a:lnTo>
                <a:lnTo>
                  <a:pt x="3940950" y="1479642"/>
                </a:lnTo>
                <a:lnTo>
                  <a:pt x="3962867" y="1486367"/>
                </a:lnTo>
                <a:lnTo>
                  <a:pt x="3984822" y="1492987"/>
                </a:lnTo>
                <a:lnTo>
                  <a:pt x="4006796" y="1499521"/>
                </a:lnTo>
                <a:lnTo>
                  <a:pt x="4028799" y="1505941"/>
                </a:lnTo>
                <a:lnTo>
                  <a:pt x="4050840" y="1512265"/>
                </a:lnTo>
                <a:lnTo>
                  <a:pt x="4072909" y="1518485"/>
                </a:lnTo>
                <a:lnTo>
                  <a:pt x="4095007" y="1524600"/>
                </a:lnTo>
                <a:lnTo>
                  <a:pt x="4117124" y="1530610"/>
                </a:lnTo>
                <a:lnTo>
                  <a:pt x="4139279" y="1536516"/>
                </a:lnTo>
                <a:lnTo>
                  <a:pt x="4161463" y="1542307"/>
                </a:lnTo>
                <a:lnTo>
                  <a:pt x="4183675" y="1547993"/>
                </a:lnTo>
                <a:lnTo>
                  <a:pt x="4205916" y="1553575"/>
                </a:lnTo>
                <a:lnTo>
                  <a:pt x="4228176" y="1559033"/>
                </a:lnTo>
                <a:lnTo>
                  <a:pt x="4250474" y="1564386"/>
                </a:lnTo>
                <a:lnTo>
                  <a:pt x="4272791" y="1569625"/>
                </a:lnTo>
                <a:lnTo>
                  <a:pt x="4295137" y="1574749"/>
                </a:lnTo>
                <a:lnTo>
                  <a:pt x="4317511" y="1579759"/>
                </a:lnTo>
                <a:lnTo>
                  <a:pt x="4339904" y="1584655"/>
                </a:lnTo>
                <a:lnTo>
                  <a:pt x="4362336" y="1589427"/>
                </a:lnTo>
                <a:lnTo>
                  <a:pt x="4384777" y="1594085"/>
                </a:lnTo>
                <a:lnTo>
                  <a:pt x="4407256" y="1598619"/>
                </a:lnTo>
                <a:lnTo>
                  <a:pt x="4429754" y="1603038"/>
                </a:lnTo>
                <a:lnTo>
                  <a:pt x="4452271" y="1607334"/>
                </a:lnTo>
                <a:lnTo>
                  <a:pt x="4474816" y="1611506"/>
                </a:lnTo>
                <a:lnTo>
                  <a:pt x="4497381" y="1615554"/>
                </a:lnTo>
                <a:lnTo>
                  <a:pt x="4519965" y="1619488"/>
                </a:lnTo>
                <a:lnTo>
                  <a:pt x="4542577" y="1623289"/>
                </a:lnTo>
                <a:lnTo>
                  <a:pt x="4565209" y="1626956"/>
                </a:lnTo>
                <a:lnTo>
                  <a:pt x="4587859" y="1630509"/>
                </a:lnTo>
                <a:lnTo>
                  <a:pt x="4610529" y="1633928"/>
                </a:lnTo>
                <a:lnTo>
                  <a:pt x="4633217" y="1637224"/>
                </a:lnTo>
                <a:lnTo>
                  <a:pt x="4655925" y="1640386"/>
                </a:lnTo>
                <a:lnTo>
                  <a:pt x="4678651" y="1643424"/>
                </a:lnTo>
                <a:lnTo>
                  <a:pt x="4701388" y="1646330"/>
                </a:lnTo>
                <a:lnTo>
                  <a:pt x="4724152" y="1649101"/>
                </a:lnTo>
                <a:lnTo>
                  <a:pt x="4746927" y="1651749"/>
                </a:lnTo>
                <a:lnTo>
                  <a:pt x="4769710" y="1654254"/>
                </a:lnTo>
                <a:lnTo>
                  <a:pt x="4792513" y="1656636"/>
                </a:lnTo>
                <a:lnTo>
                  <a:pt x="4815335" y="1658884"/>
                </a:lnTo>
                <a:lnTo>
                  <a:pt x="4838157" y="1660998"/>
                </a:lnTo>
                <a:lnTo>
                  <a:pt x="4860998" y="1662970"/>
                </a:lnTo>
                <a:lnTo>
                  <a:pt x="4883849" y="1664818"/>
                </a:lnTo>
                <a:lnTo>
                  <a:pt x="4906718" y="1666523"/>
                </a:lnTo>
                <a:lnTo>
                  <a:pt x="4929588" y="1668094"/>
                </a:lnTo>
                <a:lnTo>
                  <a:pt x="4952467" y="1669532"/>
                </a:lnTo>
                <a:lnTo>
                  <a:pt x="4975355" y="1670837"/>
                </a:lnTo>
                <a:lnTo>
                  <a:pt x="4998253" y="1671999"/>
                </a:lnTo>
                <a:lnTo>
                  <a:pt x="5021161" y="1673028"/>
                </a:lnTo>
                <a:lnTo>
                  <a:pt x="5044069" y="1673924"/>
                </a:lnTo>
                <a:lnTo>
                  <a:pt x="5066986" y="1674676"/>
                </a:lnTo>
                <a:lnTo>
                  <a:pt x="5089903" y="1675295"/>
                </a:lnTo>
                <a:lnTo>
                  <a:pt x="5112820" y="1675781"/>
                </a:lnTo>
                <a:lnTo>
                  <a:pt x="5135747" y="1676124"/>
                </a:lnTo>
                <a:lnTo>
                  <a:pt x="5158673" y="1676333"/>
                </a:lnTo>
                <a:lnTo>
                  <a:pt x="5181600" y="1676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ABC8DA"/>
            </a:solidFill>
            <a:prstDash val="solid"/>
          </a:ln>
        </p:spPr>
      </p:sp>
      <p:sp>
        <p:nvSpPr>
          <p:cNvPr id="2" name="merge-lane-2">
            <a:extLst xmlns:a="http://schemas.openxmlformats.org/drawingml/2006/main">
              <a:ext uri="{FF2B5EF4-FFF2-40B4-BE49-F238E27FC236}">
                <a16:creationId xmlns:a16="http://schemas.microsoft.com/office/drawing/2014/main" id="{FA31FF7A-5006-4019-A414-4AA962DC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492503"/>
            <a:ext cx="5181600" cy="431797"/>
          </a:xfrm>
          <a:custGeom xmlns:a="http://schemas.openxmlformats.org/drawingml/2006/main">
            <a:pathLst>
              <a:path w="5181600" h="431797">
                <a:moveTo>
                  <a:pt x="0" y="0"/>
                </a:moveTo>
                <a:lnTo>
                  <a:pt x="21679" y="19"/>
                </a:lnTo>
                <a:lnTo>
                  <a:pt x="43367" y="95"/>
                </a:lnTo>
                <a:lnTo>
                  <a:pt x="65046" y="210"/>
                </a:lnTo>
                <a:lnTo>
                  <a:pt x="86725" y="362"/>
                </a:lnTo>
                <a:lnTo>
                  <a:pt x="108414" y="562"/>
                </a:lnTo>
                <a:lnTo>
                  <a:pt x="130092" y="810"/>
                </a:lnTo>
                <a:lnTo>
                  <a:pt x="151771" y="1095"/>
                </a:lnTo>
                <a:lnTo>
                  <a:pt x="173450" y="1429"/>
                </a:lnTo>
                <a:lnTo>
                  <a:pt x="195129" y="1810"/>
                </a:lnTo>
                <a:lnTo>
                  <a:pt x="216808" y="2229"/>
                </a:lnTo>
                <a:lnTo>
                  <a:pt x="238487" y="2686"/>
                </a:lnTo>
                <a:lnTo>
                  <a:pt x="260166" y="3200"/>
                </a:lnTo>
                <a:lnTo>
                  <a:pt x="281835" y="3743"/>
                </a:lnTo>
                <a:lnTo>
                  <a:pt x="303514" y="4334"/>
                </a:lnTo>
                <a:lnTo>
                  <a:pt x="325184" y="4972"/>
                </a:lnTo>
                <a:lnTo>
                  <a:pt x="346862" y="5648"/>
                </a:lnTo>
                <a:lnTo>
                  <a:pt x="368532" y="6372"/>
                </a:lnTo>
                <a:lnTo>
                  <a:pt x="390201" y="7125"/>
                </a:lnTo>
                <a:lnTo>
                  <a:pt x="411871" y="7934"/>
                </a:lnTo>
                <a:lnTo>
                  <a:pt x="433530" y="8773"/>
                </a:lnTo>
                <a:lnTo>
                  <a:pt x="455200" y="9658"/>
                </a:lnTo>
                <a:lnTo>
                  <a:pt x="476860" y="10573"/>
                </a:lnTo>
                <a:lnTo>
                  <a:pt x="498519" y="11535"/>
                </a:lnTo>
                <a:lnTo>
                  <a:pt x="520179" y="12544"/>
                </a:lnTo>
                <a:lnTo>
                  <a:pt x="541839" y="13592"/>
                </a:lnTo>
                <a:lnTo>
                  <a:pt x="563489" y="14669"/>
                </a:lnTo>
                <a:lnTo>
                  <a:pt x="585149" y="15792"/>
                </a:lnTo>
                <a:lnTo>
                  <a:pt x="606800" y="16955"/>
                </a:lnTo>
                <a:lnTo>
                  <a:pt x="628450" y="18155"/>
                </a:lnTo>
                <a:lnTo>
                  <a:pt x="650091" y="19393"/>
                </a:lnTo>
                <a:lnTo>
                  <a:pt x="671741" y="20660"/>
                </a:lnTo>
                <a:lnTo>
                  <a:pt x="693382" y="21974"/>
                </a:lnTo>
                <a:lnTo>
                  <a:pt x="715023" y="23327"/>
                </a:lnTo>
                <a:lnTo>
                  <a:pt x="736664" y="24727"/>
                </a:lnTo>
                <a:lnTo>
                  <a:pt x="758295" y="26137"/>
                </a:lnTo>
                <a:lnTo>
                  <a:pt x="779926" y="27603"/>
                </a:lnTo>
                <a:lnTo>
                  <a:pt x="801557" y="29089"/>
                </a:lnTo>
                <a:lnTo>
                  <a:pt x="823189" y="30623"/>
                </a:lnTo>
                <a:lnTo>
                  <a:pt x="844810" y="32185"/>
                </a:lnTo>
                <a:lnTo>
                  <a:pt x="866442" y="33776"/>
                </a:lnTo>
                <a:lnTo>
                  <a:pt x="888054" y="35423"/>
                </a:lnTo>
                <a:lnTo>
                  <a:pt x="909676" y="37071"/>
                </a:lnTo>
                <a:lnTo>
                  <a:pt x="931297" y="38786"/>
                </a:lnTo>
                <a:lnTo>
                  <a:pt x="952910" y="40510"/>
                </a:lnTo>
                <a:lnTo>
                  <a:pt x="974512" y="42272"/>
                </a:lnTo>
                <a:lnTo>
                  <a:pt x="996125" y="44072"/>
                </a:lnTo>
                <a:lnTo>
                  <a:pt x="1017727" y="45891"/>
                </a:lnTo>
                <a:lnTo>
                  <a:pt x="1039330" y="47758"/>
                </a:lnTo>
                <a:lnTo>
                  <a:pt x="1060933" y="49644"/>
                </a:lnTo>
                <a:lnTo>
                  <a:pt x="1082526" y="51568"/>
                </a:lnTo>
                <a:lnTo>
                  <a:pt x="1104128" y="53521"/>
                </a:lnTo>
                <a:lnTo>
                  <a:pt x="1125712" y="55502"/>
                </a:lnTo>
                <a:lnTo>
                  <a:pt x="1147305" y="57512"/>
                </a:lnTo>
                <a:lnTo>
                  <a:pt x="1168889" y="59541"/>
                </a:lnTo>
                <a:lnTo>
                  <a:pt x="1190473" y="61608"/>
                </a:lnTo>
                <a:lnTo>
                  <a:pt x="1212056" y="63694"/>
                </a:lnTo>
                <a:lnTo>
                  <a:pt x="1233640" y="65827"/>
                </a:lnTo>
                <a:lnTo>
                  <a:pt x="1255214" y="67961"/>
                </a:lnTo>
                <a:lnTo>
                  <a:pt x="1276788" y="70142"/>
                </a:lnTo>
                <a:lnTo>
                  <a:pt x="1298353" y="72342"/>
                </a:lnTo>
                <a:lnTo>
                  <a:pt x="1319927" y="74562"/>
                </a:lnTo>
                <a:lnTo>
                  <a:pt x="1341491" y="76810"/>
                </a:lnTo>
                <a:lnTo>
                  <a:pt x="1363056" y="79077"/>
                </a:lnTo>
                <a:lnTo>
                  <a:pt x="1384611" y="81382"/>
                </a:lnTo>
                <a:lnTo>
                  <a:pt x="1406176" y="83696"/>
                </a:lnTo>
                <a:lnTo>
                  <a:pt x="1427731" y="86039"/>
                </a:lnTo>
                <a:lnTo>
                  <a:pt x="1449276" y="88402"/>
                </a:lnTo>
                <a:lnTo>
                  <a:pt x="1470831" y="90792"/>
                </a:lnTo>
                <a:lnTo>
                  <a:pt x="1492377" y="93202"/>
                </a:lnTo>
                <a:lnTo>
                  <a:pt x="1513923" y="95621"/>
                </a:lnTo>
                <a:lnTo>
                  <a:pt x="1535468" y="98079"/>
                </a:lnTo>
                <a:lnTo>
                  <a:pt x="1557014" y="100536"/>
                </a:lnTo>
                <a:lnTo>
                  <a:pt x="1578550" y="103032"/>
                </a:lnTo>
                <a:lnTo>
                  <a:pt x="1600086" y="105537"/>
                </a:lnTo>
                <a:lnTo>
                  <a:pt x="1621622" y="108061"/>
                </a:lnTo>
                <a:lnTo>
                  <a:pt x="1643158" y="110604"/>
                </a:lnTo>
                <a:lnTo>
                  <a:pt x="1664684" y="113157"/>
                </a:lnTo>
                <a:lnTo>
                  <a:pt x="1686211" y="115738"/>
                </a:lnTo>
                <a:lnTo>
                  <a:pt x="1707747" y="118329"/>
                </a:lnTo>
                <a:lnTo>
                  <a:pt x="1729264" y="120939"/>
                </a:lnTo>
                <a:lnTo>
                  <a:pt x="1750790" y="123558"/>
                </a:lnTo>
                <a:lnTo>
                  <a:pt x="1772307" y="126197"/>
                </a:lnTo>
                <a:lnTo>
                  <a:pt x="1793834" y="128864"/>
                </a:lnTo>
                <a:lnTo>
                  <a:pt x="1815351" y="131531"/>
                </a:lnTo>
                <a:lnTo>
                  <a:pt x="1836868" y="134207"/>
                </a:lnTo>
                <a:lnTo>
                  <a:pt x="1858385" y="136884"/>
                </a:lnTo>
                <a:lnTo>
                  <a:pt x="1879892" y="139598"/>
                </a:lnTo>
                <a:lnTo>
                  <a:pt x="1901400" y="142313"/>
                </a:lnTo>
                <a:lnTo>
                  <a:pt x="1922917" y="145037"/>
                </a:lnTo>
                <a:lnTo>
                  <a:pt x="1944424" y="147771"/>
                </a:lnTo>
                <a:lnTo>
                  <a:pt x="1965931" y="150524"/>
                </a:lnTo>
                <a:lnTo>
                  <a:pt x="1987439" y="153276"/>
                </a:lnTo>
                <a:lnTo>
                  <a:pt x="2008946" y="156029"/>
                </a:lnTo>
                <a:lnTo>
                  <a:pt x="2030454" y="158810"/>
                </a:lnTo>
                <a:lnTo>
                  <a:pt x="2051952" y="161592"/>
                </a:lnTo>
                <a:lnTo>
                  <a:pt x="2073459" y="164373"/>
                </a:lnTo>
                <a:lnTo>
                  <a:pt x="2094957" y="167164"/>
                </a:lnTo>
                <a:lnTo>
                  <a:pt x="2116455" y="169974"/>
                </a:lnTo>
                <a:lnTo>
                  <a:pt x="2137962" y="172774"/>
                </a:lnTo>
                <a:lnTo>
                  <a:pt x="2159460" y="175574"/>
                </a:lnTo>
                <a:lnTo>
                  <a:pt x="2180958" y="178403"/>
                </a:lnTo>
                <a:lnTo>
                  <a:pt x="2202456" y="181232"/>
                </a:lnTo>
                <a:lnTo>
                  <a:pt x="2223954" y="184052"/>
                </a:lnTo>
                <a:lnTo>
                  <a:pt x="2245452" y="186881"/>
                </a:lnTo>
                <a:lnTo>
                  <a:pt x="2266950" y="189709"/>
                </a:lnTo>
                <a:lnTo>
                  <a:pt x="2288448" y="192529"/>
                </a:lnTo>
                <a:lnTo>
                  <a:pt x="2309946" y="195358"/>
                </a:lnTo>
                <a:lnTo>
                  <a:pt x="2331444" y="198196"/>
                </a:lnTo>
                <a:lnTo>
                  <a:pt x="2352932" y="201025"/>
                </a:lnTo>
                <a:lnTo>
                  <a:pt x="2374430" y="203854"/>
                </a:lnTo>
                <a:lnTo>
                  <a:pt x="2395928" y="206693"/>
                </a:lnTo>
                <a:lnTo>
                  <a:pt x="2417426" y="209521"/>
                </a:lnTo>
                <a:lnTo>
                  <a:pt x="2438924" y="212360"/>
                </a:lnTo>
                <a:lnTo>
                  <a:pt x="2460422" y="215189"/>
                </a:lnTo>
                <a:lnTo>
                  <a:pt x="2481920" y="218018"/>
                </a:lnTo>
                <a:lnTo>
                  <a:pt x="2503418" y="220847"/>
                </a:lnTo>
                <a:lnTo>
                  <a:pt x="2524916" y="223666"/>
                </a:lnTo>
                <a:lnTo>
                  <a:pt x="2546413" y="226485"/>
                </a:lnTo>
                <a:lnTo>
                  <a:pt x="2567911" y="229295"/>
                </a:lnTo>
                <a:lnTo>
                  <a:pt x="2589409" y="232105"/>
                </a:lnTo>
                <a:lnTo>
                  <a:pt x="2610907" y="234915"/>
                </a:lnTo>
                <a:lnTo>
                  <a:pt x="2632415" y="237706"/>
                </a:lnTo>
                <a:lnTo>
                  <a:pt x="2653913" y="240497"/>
                </a:lnTo>
                <a:lnTo>
                  <a:pt x="2675420" y="243278"/>
                </a:lnTo>
                <a:lnTo>
                  <a:pt x="2696918" y="246069"/>
                </a:lnTo>
                <a:lnTo>
                  <a:pt x="2718425" y="248831"/>
                </a:lnTo>
                <a:lnTo>
                  <a:pt x="2739933" y="251593"/>
                </a:lnTo>
                <a:lnTo>
                  <a:pt x="2761440" y="254346"/>
                </a:lnTo>
                <a:lnTo>
                  <a:pt x="2782948" y="257099"/>
                </a:lnTo>
                <a:lnTo>
                  <a:pt x="2804455" y="259823"/>
                </a:lnTo>
                <a:lnTo>
                  <a:pt x="2825963" y="262557"/>
                </a:lnTo>
                <a:lnTo>
                  <a:pt x="2847480" y="265281"/>
                </a:lnTo>
                <a:lnTo>
                  <a:pt x="2868987" y="267976"/>
                </a:lnTo>
                <a:lnTo>
                  <a:pt x="2890504" y="270662"/>
                </a:lnTo>
                <a:lnTo>
                  <a:pt x="2912021" y="273358"/>
                </a:lnTo>
                <a:lnTo>
                  <a:pt x="2933538" y="276044"/>
                </a:lnTo>
                <a:lnTo>
                  <a:pt x="2955055" y="278692"/>
                </a:lnTo>
                <a:lnTo>
                  <a:pt x="2976572" y="281349"/>
                </a:lnTo>
                <a:lnTo>
                  <a:pt x="2998099" y="283978"/>
                </a:lnTo>
                <a:lnTo>
                  <a:pt x="3019625" y="286598"/>
                </a:lnTo>
                <a:lnTo>
                  <a:pt x="3041142" y="289208"/>
                </a:lnTo>
                <a:lnTo>
                  <a:pt x="3062669" y="291798"/>
                </a:lnTo>
                <a:lnTo>
                  <a:pt x="3084205" y="294380"/>
                </a:lnTo>
                <a:lnTo>
                  <a:pt x="3105731" y="296932"/>
                </a:lnTo>
                <a:lnTo>
                  <a:pt x="3127267" y="299485"/>
                </a:lnTo>
                <a:lnTo>
                  <a:pt x="3148803" y="302009"/>
                </a:lnTo>
                <a:lnTo>
                  <a:pt x="3170339" y="304533"/>
                </a:lnTo>
                <a:lnTo>
                  <a:pt x="3191875" y="307029"/>
                </a:lnTo>
                <a:lnTo>
                  <a:pt x="3213411" y="309515"/>
                </a:lnTo>
                <a:lnTo>
                  <a:pt x="3234957" y="311972"/>
                </a:lnTo>
                <a:lnTo>
                  <a:pt x="3256502" y="314430"/>
                </a:lnTo>
                <a:lnTo>
                  <a:pt x="3278048" y="316849"/>
                </a:lnTo>
                <a:lnTo>
                  <a:pt x="3299593" y="319268"/>
                </a:lnTo>
                <a:lnTo>
                  <a:pt x="3321139" y="321659"/>
                </a:lnTo>
                <a:lnTo>
                  <a:pt x="3342694" y="324031"/>
                </a:lnTo>
                <a:lnTo>
                  <a:pt x="3364249" y="326384"/>
                </a:lnTo>
                <a:lnTo>
                  <a:pt x="3385804" y="328717"/>
                </a:lnTo>
                <a:lnTo>
                  <a:pt x="3407359" y="331032"/>
                </a:lnTo>
                <a:lnTo>
                  <a:pt x="3428924" y="333327"/>
                </a:lnTo>
                <a:lnTo>
                  <a:pt x="3450488" y="335604"/>
                </a:lnTo>
                <a:lnTo>
                  <a:pt x="3472053" y="337852"/>
                </a:lnTo>
                <a:lnTo>
                  <a:pt x="3493618" y="340090"/>
                </a:lnTo>
                <a:lnTo>
                  <a:pt x="3515192" y="342290"/>
                </a:lnTo>
                <a:lnTo>
                  <a:pt x="3536756" y="344491"/>
                </a:lnTo>
                <a:lnTo>
                  <a:pt x="3558340" y="346653"/>
                </a:lnTo>
                <a:lnTo>
                  <a:pt x="3579914" y="348806"/>
                </a:lnTo>
                <a:lnTo>
                  <a:pt x="3601488" y="350920"/>
                </a:lnTo>
                <a:lnTo>
                  <a:pt x="3623072" y="353025"/>
                </a:lnTo>
                <a:lnTo>
                  <a:pt x="3644656" y="355092"/>
                </a:lnTo>
                <a:lnTo>
                  <a:pt x="3666239" y="357149"/>
                </a:lnTo>
                <a:lnTo>
                  <a:pt x="3687823" y="359178"/>
                </a:lnTo>
                <a:lnTo>
                  <a:pt x="3709416" y="361188"/>
                </a:lnTo>
                <a:lnTo>
                  <a:pt x="3731009" y="363160"/>
                </a:lnTo>
                <a:lnTo>
                  <a:pt x="3752602" y="365122"/>
                </a:lnTo>
                <a:lnTo>
                  <a:pt x="3774196" y="367055"/>
                </a:lnTo>
                <a:lnTo>
                  <a:pt x="3795798" y="368960"/>
                </a:lnTo>
                <a:lnTo>
                  <a:pt x="3817391" y="370837"/>
                </a:lnTo>
                <a:lnTo>
                  <a:pt x="3838994" y="372694"/>
                </a:lnTo>
                <a:lnTo>
                  <a:pt x="3860606" y="374533"/>
                </a:lnTo>
                <a:lnTo>
                  <a:pt x="3882209" y="376333"/>
                </a:lnTo>
                <a:lnTo>
                  <a:pt x="3903821" y="378114"/>
                </a:lnTo>
                <a:lnTo>
                  <a:pt x="3925433" y="379867"/>
                </a:lnTo>
                <a:lnTo>
                  <a:pt x="3947046" y="381600"/>
                </a:lnTo>
                <a:lnTo>
                  <a:pt x="3968658" y="383296"/>
                </a:lnTo>
                <a:lnTo>
                  <a:pt x="3990280" y="384972"/>
                </a:lnTo>
                <a:lnTo>
                  <a:pt x="4011901" y="386610"/>
                </a:lnTo>
                <a:lnTo>
                  <a:pt x="4033523" y="388239"/>
                </a:lnTo>
                <a:lnTo>
                  <a:pt x="4055145" y="389830"/>
                </a:lnTo>
                <a:lnTo>
                  <a:pt x="4076767" y="391392"/>
                </a:lnTo>
                <a:lnTo>
                  <a:pt x="4098398" y="392925"/>
                </a:lnTo>
                <a:lnTo>
                  <a:pt x="4120029" y="394440"/>
                </a:lnTo>
                <a:lnTo>
                  <a:pt x="4141661" y="395916"/>
                </a:lnTo>
                <a:lnTo>
                  <a:pt x="4163292" y="397373"/>
                </a:lnTo>
                <a:lnTo>
                  <a:pt x="4184933" y="398793"/>
                </a:lnTo>
                <a:lnTo>
                  <a:pt x="4206564" y="400193"/>
                </a:lnTo>
                <a:lnTo>
                  <a:pt x="4228205" y="401564"/>
                </a:lnTo>
                <a:lnTo>
                  <a:pt x="4249845" y="402898"/>
                </a:lnTo>
                <a:lnTo>
                  <a:pt x="4271486" y="404212"/>
                </a:lnTo>
                <a:lnTo>
                  <a:pt x="4293137" y="405489"/>
                </a:lnTo>
                <a:lnTo>
                  <a:pt x="4314777" y="406737"/>
                </a:lnTo>
                <a:lnTo>
                  <a:pt x="4336428" y="407965"/>
                </a:lnTo>
                <a:lnTo>
                  <a:pt x="4358078" y="409156"/>
                </a:lnTo>
                <a:lnTo>
                  <a:pt x="4379728" y="410318"/>
                </a:lnTo>
                <a:lnTo>
                  <a:pt x="4401379" y="411461"/>
                </a:lnTo>
                <a:lnTo>
                  <a:pt x="4423039" y="412566"/>
                </a:lnTo>
                <a:lnTo>
                  <a:pt x="4444689" y="413642"/>
                </a:lnTo>
                <a:lnTo>
                  <a:pt x="4466349" y="414680"/>
                </a:lnTo>
                <a:lnTo>
                  <a:pt x="4488009" y="415700"/>
                </a:lnTo>
                <a:lnTo>
                  <a:pt x="4509668" y="416681"/>
                </a:lnTo>
                <a:lnTo>
                  <a:pt x="4531328" y="417633"/>
                </a:lnTo>
                <a:lnTo>
                  <a:pt x="4552998" y="418557"/>
                </a:lnTo>
                <a:lnTo>
                  <a:pt x="4574657" y="419452"/>
                </a:lnTo>
                <a:lnTo>
                  <a:pt x="4596327" y="420310"/>
                </a:lnTo>
                <a:lnTo>
                  <a:pt x="4617987" y="421148"/>
                </a:lnTo>
                <a:lnTo>
                  <a:pt x="4639656" y="421948"/>
                </a:lnTo>
                <a:lnTo>
                  <a:pt x="4661325" y="422710"/>
                </a:lnTo>
                <a:lnTo>
                  <a:pt x="4682995" y="423453"/>
                </a:lnTo>
                <a:lnTo>
                  <a:pt x="4704664" y="424158"/>
                </a:lnTo>
                <a:lnTo>
                  <a:pt x="4726343" y="424834"/>
                </a:lnTo>
                <a:lnTo>
                  <a:pt x="4748012" y="425482"/>
                </a:lnTo>
                <a:lnTo>
                  <a:pt x="4769682" y="426091"/>
                </a:lnTo>
                <a:lnTo>
                  <a:pt x="4791361" y="426672"/>
                </a:lnTo>
                <a:lnTo>
                  <a:pt x="4813040" y="427225"/>
                </a:lnTo>
                <a:lnTo>
                  <a:pt x="4834709" y="427749"/>
                </a:lnTo>
                <a:lnTo>
                  <a:pt x="4856388" y="428234"/>
                </a:lnTo>
                <a:lnTo>
                  <a:pt x="4878067" y="428692"/>
                </a:lnTo>
                <a:lnTo>
                  <a:pt x="4899746" y="429120"/>
                </a:lnTo>
                <a:lnTo>
                  <a:pt x="4921425" y="429520"/>
                </a:lnTo>
                <a:lnTo>
                  <a:pt x="4943104" y="429882"/>
                </a:lnTo>
                <a:lnTo>
                  <a:pt x="4964782" y="430216"/>
                </a:lnTo>
                <a:lnTo>
                  <a:pt x="4986461" y="430511"/>
                </a:lnTo>
                <a:lnTo>
                  <a:pt x="5008140" y="430787"/>
                </a:lnTo>
                <a:lnTo>
                  <a:pt x="5029829" y="431016"/>
                </a:lnTo>
                <a:lnTo>
                  <a:pt x="5051508" y="431225"/>
                </a:lnTo>
                <a:lnTo>
                  <a:pt x="5073186" y="431397"/>
                </a:lnTo>
                <a:lnTo>
                  <a:pt x="5094865" y="431540"/>
                </a:lnTo>
                <a:lnTo>
                  <a:pt x="5116554" y="431654"/>
                </a:lnTo>
                <a:lnTo>
                  <a:pt x="5138233" y="431730"/>
                </a:lnTo>
                <a:lnTo>
                  <a:pt x="5159921" y="431778"/>
                </a:lnTo>
                <a:lnTo>
                  <a:pt x="5181600" y="431797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8BB2CA"/>
            </a:solidFill>
            <a:prstDash val="solid"/>
          </a:ln>
        </p:spPr>
      </p:sp>
      <p:sp>
        <p:nvSpPr>
          <p:cNvPr id="3" name="merge-lane-3">
            <a:extLst xmlns:a="http://schemas.openxmlformats.org/drawingml/2006/main">
              <a:ext uri="{FF2B5EF4-FFF2-40B4-BE49-F238E27FC236}">
                <a16:creationId xmlns:a16="http://schemas.microsoft.com/office/drawing/2014/main" id="{58EC8623-4AEE-4DE8-ACC6-D4CEB8BF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812797"/>
          </a:xfrm>
          <a:custGeom xmlns:a="http://schemas.openxmlformats.org/drawingml/2006/main">
            <a:pathLst>
              <a:path w="5181600" h="812797">
                <a:moveTo>
                  <a:pt x="0" y="812797"/>
                </a:moveTo>
                <a:lnTo>
                  <a:pt x="21917" y="812759"/>
                </a:lnTo>
                <a:lnTo>
                  <a:pt x="43834" y="812625"/>
                </a:lnTo>
                <a:lnTo>
                  <a:pt x="65742" y="812406"/>
                </a:lnTo>
                <a:lnTo>
                  <a:pt x="87659" y="812102"/>
                </a:lnTo>
                <a:lnTo>
                  <a:pt x="109566" y="811711"/>
                </a:lnTo>
                <a:lnTo>
                  <a:pt x="131474" y="811244"/>
                </a:lnTo>
                <a:lnTo>
                  <a:pt x="153391" y="810692"/>
                </a:lnTo>
                <a:lnTo>
                  <a:pt x="175289" y="810044"/>
                </a:lnTo>
                <a:lnTo>
                  <a:pt x="197196" y="809330"/>
                </a:lnTo>
                <a:lnTo>
                  <a:pt x="219094" y="808520"/>
                </a:lnTo>
                <a:lnTo>
                  <a:pt x="240992" y="807634"/>
                </a:lnTo>
                <a:lnTo>
                  <a:pt x="262890" y="806663"/>
                </a:lnTo>
                <a:lnTo>
                  <a:pt x="284778" y="805605"/>
                </a:lnTo>
                <a:lnTo>
                  <a:pt x="306657" y="804462"/>
                </a:lnTo>
                <a:lnTo>
                  <a:pt x="328546" y="803243"/>
                </a:lnTo>
                <a:lnTo>
                  <a:pt x="350415" y="801948"/>
                </a:lnTo>
                <a:lnTo>
                  <a:pt x="372294" y="800567"/>
                </a:lnTo>
                <a:lnTo>
                  <a:pt x="394154" y="799109"/>
                </a:lnTo>
                <a:lnTo>
                  <a:pt x="416014" y="797576"/>
                </a:lnTo>
                <a:lnTo>
                  <a:pt x="437874" y="795966"/>
                </a:lnTo>
                <a:lnTo>
                  <a:pt x="459724" y="794271"/>
                </a:lnTo>
                <a:lnTo>
                  <a:pt x="481565" y="792499"/>
                </a:lnTo>
                <a:lnTo>
                  <a:pt x="503406" y="790651"/>
                </a:lnTo>
                <a:lnTo>
                  <a:pt x="525237" y="788737"/>
                </a:lnTo>
                <a:lnTo>
                  <a:pt x="547059" y="786736"/>
                </a:lnTo>
                <a:lnTo>
                  <a:pt x="568871" y="784660"/>
                </a:lnTo>
                <a:lnTo>
                  <a:pt x="590683" y="782517"/>
                </a:lnTo>
                <a:lnTo>
                  <a:pt x="612486" y="780298"/>
                </a:lnTo>
                <a:lnTo>
                  <a:pt x="634279" y="778012"/>
                </a:lnTo>
                <a:lnTo>
                  <a:pt x="656072" y="775649"/>
                </a:lnTo>
                <a:lnTo>
                  <a:pt x="677847" y="773211"/>
                </a:lnTo>
                <a:lnTo>
                  <a:pt x="699621" y="770706"/>
                </a:lnTo>
                <a:lnTo>
                  <a:pt x="721385" y="768134"/>
                </a:lnTo>
                <a:lnTo>
                  <a:pt x="743141" y="765486"/>
                </a:lnTo>
                <a:lnTo>
                  <a:pt x="764886" y="762781"/>
                </a:lnTo>
                <a:lnTo>
                  <a:pt x="786622" y="760000"/>
                </a:lnTo>
                <a:lnTo>
                  <a:pt x="808358" y="757161"/>
                </a:lnTo>
                <a:lnTo>
                  <a:pt x="830075" y="754247"/>
                </a:lnTo>
                <a:lnTo>
                  <a:pt x="851783" y="751265"/>
                </a:lnTo>
                <a:lnTo>
                  <a:pt x="873490" y="748227"/>
                </a:lnTo>
                <a:lnTo>
                  <a:pt x="895179" y="745122"/>
                </a:lnTo>
                <a:lnTo>
                  <a:pt x="916867" y="741959"/>
                </a:lnTo>
                <a:lnTo>
                  <a:pt x="938546" y="738730"/>
                </a:lnTo>
                <a:lnTo>
                  <a:pt x="960215" y="735444"/>
                </a:lnTo>
                <a:lnTo>
                  <a:pt x="981866" y="732092"/>
                </a:lnTo>
                <a:lnTo>
                  <a:pt x="1003516" y="728682"/>
                </a:lnTo>
                <a:lnTo>
                  <a:pt x="1025157" y="725214"/>
                </a:lnTo>
                <a:lnTo>
                  <a:pt x="1046788" y="721690"/>
                </a:lnTo>
                <a:lnTo>
                  <a:pt x="1068410" y="718109"/>
                </a:lnTo>
                <a:lnTo>
                  <a:pt x="1090022" y="714470"/>
                </a:lnTo>
                <a:lnTo>
                  <a:pt x="1111625" y="710784"/>
                </a:lnTo>
                <a:lnTo>
                  <a:pt x="1133208" y="707041"/>
                </a:lnTo>
                <a:lnTo>
                  <a:pt x="1154792" y="703240"/>
                </a:lnTo>
                <a:lnTo>
                  <a:pt x="1176366" y="699392"/>
                </a:lnTo>
                <a:lnTo>
                  <a:pt x="1197931" y="695487"/>
                </a:lnTo>
                <a:lnTo>
                  <a:pt x="1219495" y="691534"/>
                </a:lnTo>
                <a:lnTo>
                  <a:pt x="1241041" y="687534"/>
                </a:lnTo>
                <a:lnTo>
                  <a:pt x="1262577" y="683485"/>
                </a:lnTo>
                <a:lnTo>
                  <a:pt x="1284103" y="679390"/>
                </a:lnTo>
                <a:lnTo>
                  <a:pt x="1305620" y="675246"/>
                </a:lnTo>
                <a:lnTo>
                  <a:pt x="1327137" y="671055"/>
                </a:lnTo>
                <a:lnTo>
                  <a:pt x="1348635" y="666817"/>
                </a:lnTo>
                <a:lnTo>
                  <a:pt x="1370133" y="662540"/>
                </a:lnTo>
                <a:lnTo>
                  <a:pt x="1391612" y="658216"/>
                </a:lnTo>
                <a:lnTo>
                  <a:pt x="1413091" y="653853"/>
                </a:lnTo>
                <a:lnTo>
                  <a:pt x="1434560" y="649443"/>
                </a:lnTo>
                <a:lnTo>
                  <a:pt x="1456011" y="644995"/>
                </a:lnTo>
                <a:lnTo>
                  <a:pt x="1477470" y="640518"/>
                </a:lnTo>
                <a:lnTo>
                  <a:pt x="1498911" y="635984"/>
                </a:lnTo>
                <a:lnTo>
                  <a:pt x="1520352" y="631431"/>
                </a:lnTo>
                <a:lnTo>
                  <a:pt x="1541774" y="626831"/>
                </a:lnTo>
                <a:lnTo>
                  <a:pt x="1563195" y="622202"/>
                </a:lnTo>
                <a:lnTo>
                  <a:pt x="1584608" y="617544"/>
                </a:lnTo>
                <a:lnTo>
                  <a:pt x="1606010" y="612839"/>
                </a:lnTo>
                <a:lnTo>
                  <a:pt x="1627413" y="608114"/>
                </a:lnTo>
                <a:lnTo>
                  <a:pt x="1648806" y="603342"/>
                </a:lnTo>
                <a:lnTo>
                  <a:pt x="1670190" y="598561"/>
                </a:lnTo>
                <a:lnTo>
                  <a:pt x="1691564" y="593722"/>
                </a:lnTo>
                <a:lnTo>
                  <a:pt x="1712938" y="588874"/>
                </a:lnTo>
                <a:lnTo>
                  <a:pt x="1734302" y="583997"/>
                </a:lnTo>
                <a:lnTo>
                  <a:pt x="1755658" y="579091"/>
                </a:lnTo>
                <a:lnTo>
                  <a:pt x="1777013" y="574167"/>
                </a:lnTo>
                <a:lnTo>
                  <a:pt x="1798358" y="569195"/>
                </a:lnTo>
                <a:lnTo>
                  <a:pt x="1819704" y="564223"/>
                </a:lnTo>
                <a:lnTo>
                  <a:pt x="1841040" y="559213"/>
                </a:lnTo>
                <a:lnTo>
                  <a:pt x="1862366" y="554193"/>
                </a:lnTo>
                <a:lnTo>
                  <a:pt x="1883693" y="549145"/>
                </a:lnTo>
                <a:lnTo>
                  <a:pt x="1905019" y="544078"/>
                </a:lnTo>
                <a:lnTo>
                  <a:pt x="1926336" y="538991"/>
                </a:lnTo>
                <a:lnTo>
                  <a:pt x="1947643" y="533886"/>
                </a:lnTo>
                <a:lnTo>
                  <a:pt x="1968951" y="528761"/>
                </a:lnTo>
                <a:lnTo>
                  <a:pt x="1990258" y="523618"/>
                </a:lnTo>
                <a:lnTo>
                  <a:pt x="2011556" y="518465"/>
                </a:lnTo>
                <a:lnTo>
                  <a:pt x="2032854" y="513293"/>
                </a:lnTo>
                <a:lnTo>
                  <a:pt x="2054142" y="508111"/>
                </a:lnTo>
                <a:lnTo>
                  <a:pt x="2075440" y="502920"/>
                </a:lnTo>
                <a:lnTo>
                  <a:pt x="2096719" y="497700"/>
                </a:lnTo>
                <a:lnTo>
                  <a:pt x="2118008" y="492481"/>
                </a:lnTo>
                <a:lnTo>
                  <a:pt x="2139286" y="487251"/>
                </a:lnTo>
                <a:lnTo>
                  <a:pt x="2160575" y="482022"/>
                </a:lnTo>
                <a:lnTo>
                  <a:pt x="2181844" y="476774"/>
                </a:lnTo>
                <a:lnTo>
                  <a:pt x="2203123" y="471516"/>
                </a:lnTo>
                <a:lnTo>
                  <a:pt x="2224402" y="466258"/>
                </a:lnTo>
                <a:lnTo>
                  <a:pt x="2245671" y="461000"/>
                </a:lnTo>
                <a:lnTo>
                  <a:pt x="2266940" y="455724"/>
                </a:lnTo>
                <a:lnTo>
                  <a:pt x="2288210" y="450456"/>
                </a:lnTo>
                <a:lnTo>
                  <a:pt x="2309489" y="445179"/>
                </a:lnTo>
                <a:lnTo>
                  <a:pt x="2330758" y="439903"/>
                </a:lnTo>
                <a:lnTo>
                  <a:pt x="2352027" y="434626"/>
                </a:lnTo>
                <a:lnTo>
                  <a:pt x="2373297" y="429349"/>
                </a:lnTo>
                <a:lnTo>
                  <a:pt x="2394566" y="424072"/>
                </a:lnTo>
                <a:lnTo>
                  <a:pt x="2415835" y="418795"/>
                </a:lnTo>
                <a:lnTo>
                  <a:pt x="2437105" y="413518"/>
                </a:lnTo>
                <a:lnTo>
                  <a:pt x="2458374" y="408242"/>
                </a:lnTo>
                <a:lnTo>
                  <a:pt x="2479653" y="402974"/>
                </a:lnTo>
                <a:lnTo>
                  <a:pt x="2500922" y="397716"/>
                </a:lnTo>
                <a:lnTo>
                  <a:pt x="2522201" y="392449"/>
                </a:lnTo>
                <a:lnTo>
                  <a:pt x="2543470" y="387191"/>
                </a:lnTo>
                <a:lnTo>
                  <a:pt x="2564759" y="381962"/>
                </a:lnTo>
                <a:lnTo>
                  <a:pt x="2586038" y="376733"/>
                </a:lnTo>
                <a:lnTo>
                  <a:pt x="2607316" y="371494"/>
                </a:lnTo>
                <a:lnTo>
                  <a:pt x="2628605" y="366284"/>
                </a:lnTo>
                <a:lnTo>
                  <a:pt x="2649893" y="361083"/>
                </a:lnTo>
                <a:lnTo>
                  <a:pt x="2671181" y="355892"/>
                </a:lnTo>
                <a:lnTo>
                  <a:pt x="2692470" y="350691"/>
                </a:lnTo>
                <a:lnTo>
                  <a:pt x="2713768" y="345529"/>
                </a:lnTo>
                <a:lnTo>
                  <a:pt x="2735066" y="340366"/>
                </a:lnTo>
                <a:lnTo>
                  <a:pt x="2756373" y="335232"/>
                </a:lnTo>
                <a:lnTo>
                  <a:pt x="2777681" y="330108"/>
                </a:lnTo>
                <a:lnTo>
                  <a:pt x="2798997" y="325003"/>
                </a:lnTo>
                <a:lnTo>
                  <a:pt x="2820305" y="319907"/>
                </a:lnTo>
                <a:lnTo>
                  <a:pt x="2841631" y="314839"/>
                </a:lnTo>
                <a:lnTo>
                  <a:pt x="2862948" y="309782"/>
                </a:lnTo>
                <a:lnTo>
                  <a:pt x="2884284" y="304743"/>
                </a:lnTo>
                <a:lnTo>
                  <a:pt x="2905611" y="299733"/>
                </a:lnTo>
                <a:lnTo>
                  <a:pt x="2926956" y="294732"/>
                </a:lnTo>
                <a:lnTo>
                  <a:pt x="2948302" y="289770"/>
                </a:lnTo>
                <a:lnTo>
                  <a:pt x="2969647" y="284807"/>
                </a:lnTo>
                <a:lnTo>
                  <a:pt x="2991002" y="279892"/>
                </a:lnTo>
                <a:lnTo>
                  <a:pt x="3012357" y="274977"/>
                </a:lnTo>
                <a:lnTo>
                  <a:pt x="3033722" y="270110"/>
                </a:lnTo>
                <a:lnTo>
                  <a:pt x="3055096" y="265243"/>
                </a:lnTo>
                <a:lnTo>
                  <a:pt x="3076470" y="260423"/>
                </a:lnTo>
                <a:lnTo>
                  <a:pt x="3097854" y="255622"/>
                </a:lnTo>
                <a:lnTo>
                  <a:pt x="3119247" y="250850"/>
                </a:lnTo>
                <a:lnTo>
                  <a:pt x="3140640" y="246107"/>
                </a:lnTo>
                <a:lnTo>
                  <a:pt x="3162043" y="241383"/>
                </a:lnTo>
                <a:lnTo>
                  <a:pt x="3183446" y="236696"/>
                </a:lnTo>
                <a:lnTo>
                  <a:pt x="3204858" y="232039"/>
                </a:lnTo>
                <a:lnTo>
                  <a:pt x="3226279" y="227419"/>
                </a:lnTo>
                <a:lnTo>
                  <a:pt x="3247711" y="222809"/>
                </a:lnTo>
                <a:lnTo>
                  <a:pt x="3269151" y="218256"/>
                </a:lnTo>
                <a:lnTo>
                  <a:pt x="3290583" y="213712"/>
                </a:lnTo>
                <a:lnTo>
                  <a:pt x="3312033" y="209236"/>
                </a:lnTo>
                <a:lnTo>
                  <a:pt x="3333493" y="204759"/>
                </a:lnTo>
                <a:lnTo>
                  <a:pt x="3354953" y="200339"/>
                </a:lnTo>
                <a:lnTo>
                  <a:pt x="3376422" y="195939"/>
                </a:lnTo>
                <a:lnTo>
                  <a:pt x="3397901" y="191576"/>
                </a:lnTo>
                <a:lnTo>
                  <a:pt x="3419389" y="187262"/>
                </a:lnTo>
                <a:lnTo>
                  <a:pt x="3440878" y="182975"/>
                </a:lnTo>
                <a:lnTo>
                  <a:pt x="3462376" y="178727"/>
                </a:lnTo>
                <a:lnTo>
                  <a:pt x="3483883" y="174517"/>
                </a:lnTo>
                <a:lnTo>
                  <a:pt x="3505400" y="170355"/>
                </a:lnTo>
                <a:lnTo>
                  <a:pt x="3526927" y="166221"/>
                </a:lnTo>
                <a:lnTo>
                  <a:pt x="3548453" y="162135"/>
                </a:lnTo>
                <a:lnTo>
                  <a:pt x="3569989" y="158077"/>
                </a:lnTo>
                <a:lnTo>
                  <a:pt x="3591535" y="154076"/>
                </a:lnTo>
                <a:lnTo>
                  <a:pt x="3613090" y="150104"/>
                </a:lnTo>
                <a:lnTo>
                  <a:pt x="3634645" y="146180"/>
                </a:lnTo>
                <a:lnTo>
                  <a:pt x="3656219" y="142294"/>
                </a:lnTo>
                <a:lnTo>
                  <a:pt x="3677793" y="138455"/>
                </a:lnTo>
                <a:lnTo>
                  <a:pt x="3699377" y="134664"/>
                </a:lnTo>
                <a:lnTo>
                  <a:pt x="3720970" y="130912"/>
                </a:lnTo>
                <a:lnTo>
                  <a:pt x="3742573" y="127206"/>
                </a:lnTo>
                <a:lnTo>
                  <a:pt x="3764175" y="123549"/>
                </a:lnTo>
                <a:lnTo>
                  <a:pt x="3785787" y="119929"/>
                </a:lnTo>
                <a:lnTo>
                  <a:pt x="3807409" y="116357"/>
                </a:lnTo>
                <a:lnTo>
                  <a:pt x="3829040" y="112843"/>
                </a:lnTo>
                <a:lnTo>
                  <a:pt x="3850681" y="109366"/>
                </a:lnTo>
                <a:lnTo>
                  <a:pt x="3872332" y="105937"/>
                </a:lnTo>
                <a:lnTo>
                  <a:pt x="3893982" y="102556"/>
                </a:lnTo>
                <a:lnTo>
                  <a:pt x="3915642" y="99231"/>
                </a:lnTo>
                <a:lnTo>
                  <a:pt x="3937311" y="95945"/>
                </a:lnTo>
                <a:lnTo>
                  <a:pt x="3958981" y="92716"/>
                </a:lnTo>
                <a:lnTo>
                  <a:pt x="3980669" y="89535"/>
                </a:lnTo>
                <a:lnTo>
                  <a:pt x="4002357" y="86401"/>
                </a:lnTo>
                <a:lnTo>
                  <a:pt x="4024055" y="83315"/>
                </a:lnTo>
                <a:lnTo>
                  <a:pt x="4045763" y="80286"/>
                </a:lnTo>
                <a:lnTo>
                  <a:pt x="4067470" y="77305"/>
                </a:lnTo>
                <a:lnTo>
                  <a:pt x="4089187" y="74381"/>
                </a:lnTo>
                <a:lnTo>
                  <a:pt x="4110914" y="71504"/>
                </a:lnTo>
                <a:lnTo>
                  <a:pt x="4132650" y="68675"/>
                </a:lnTo>
                <a:lnTo>
                  <a:pt x="4154386" y="65903"/>
                </a:lnTo>
                <a:lnTo>
                  <a:pt x="4176131" y="63189"/>
                </a:lnTo>
                <a:lnTo>
                  <a:pt x="4197887" y="60522"/>
                </a:lnTo>
                <a:lnTo>
                  <a:pt x="4219642" y="57912"/>
                </a:lnTo>
                <a:lnTo>
                  <a:pt x="4241406" y="55359"/>
                </a:lnTo>
                <a:lnTo>
                  <a:pt x="4263180" y="52854"/>
                </a:lnTo>
                <a:lnTo>
                  <a:pt x="4284955" y="50416"/>
                </a:lnTo>
                <a:lnTo>
                  <a:pt x="4306738" y="48016"/>
                </a:lnTo>
                <a:lnTo>
                  <a:pt x="4328531" y="45682"/>
                </a:lnTo>
                <a:lnTo>
                  <a:pt x="4350325" y="43405"/>
                </a:lnTo>
                <a:lnTo>
                  <a:pt x="4372127" y="41177"/>
                </a:lnTo>
                <a:lnTo>
                  <a:pt x="4393940" y="39005"/>
                </a:lnTo>
                <a:lnTo>
                  <a:pt x="4415752" y="36890"/>
                </a:lnTo>
                <a:lnTo>
                  <a:pt x="4437574" y="34842"/>
                </a:lnTo>
                <a:lnTo>
                  <a:pt x="4459395" y="32842"/>
                </a:lnTo>
                <a:lnTo>
                  <a:pt x="4481217" y="30899"/>
                </a:lnTo>
                <a:lnTo>
                  <a:pt x="4503058" y="29013"/>
                </a:lnTo>
                <a:lnTo>
                  <a:pt x="4524899" y="27194"/>
                </a:lnTo>
                <a:lnTo>
                  <a:pt x="4546740" y="25422"/>
                </a:lnTo>
                <a:lnTo>
                  <a:pt x="4568590" y="23717"/>
                </a:lnTo>
                <a:lnTo>
                  <a:pt x="4590440" y="22060"/>
                </a:lnTo>
                <a:lnTo>
                  <a:pt x="4612300" y="20469"/>
                </a:lnTo>
                <a:lnTo>
                  <a:pt x="4634160" y="18936"/>
                </a:lnTo>
                <a:lnTo>
                  <a:pt x="4656020" y="17459"/>
                </a:lnTo>
                <a:lnTo>
                  <a:pt x="4677889" y="16040"/>
                </a:lnTo>
                <a:lnTo>
                  <a:pt x="4699768" y="14688"/>
                </a:lnTo>
                <a:lnTo>
                  <a:pt x="4721638" y="13383"/>
                </a:lnTo>
                <a:lnTo>
                  <a:pt x="4743526" y="12144"/>
                </a:lnTo>
                <a:lnTo>
                  <a:pt x="4765405" y="10963"/>
                </a:lnTo>
                <a:lnTo>
                  <a:pt x="4787294" y="9849"/>
                </a:lnTo>
                <a:lnTo>
                  <a:pt x="4809182" y="8782"/>
                </a:lnTo>
                <a:lnTo>
                  <a:pt x="4831070" y="7782"/>
                </a:lnTo>
                <a:lnTo>
                  <a:pt x="4852968" y="6848"/>
                </a:lnTo>
                <a:lnTo>
                  <a:pt x="4874866" y="5963"/>
                </a:lnTo>
                <a:lnTo>
                  <a:pt x="4896764" y="5144"/>
                </a:lnTo>
                <a:lnTo>
                  <a:pt x="4918672" y="4382"/>
                </a:lnTo>
                <a:lnTo>
                  <a:pt x="4940570" y="3686"/>
                </a:lnTo>
                <a:lnTo>
                  <a:pt x="4962477" y="3048"/>
                </a:lnTo>
                <a:lnTo>
                  <a:pt x="4984385" y="2467"/>
                </a:lnTo>
                <a:lnTo>
                  <a:pt x="5006292" y="1953"/>
                </a:lnTo>
                <a:lnTo>
                  <a:pt x="5028200" y="1505"/>
                </a:lnTo>
                <a:lnTo>
                  <a:pt x="5050117" y="1105"/>
                </a:lnTo>
                <a:lnTo>
                  <a:pt x="5072024" y="772"/>
                </a:lnTo>
                <a:lnTo>
                  <a:pt x="5093941" y="495"/>
                </a:lnTo>
                <a:lnTo>
                  <a:pt x="5115858" y="286"/>
                </a:lnTo>
                <a:lnTo>
                  <a:pt x="5137766" y="124"/>
                </a:lnTo>
                <a:lnTo>
                  <a:pt x="5159683" y="38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699ABB"/>
            </a:solidFill>
            <a:prstDash val="solid"/>
          </a:ln>
        </p:spPr>
      </p:sp>
      <p:sp>
        <p:nvSpPr>
          <p:cNvPr id="4" name="merge-lane-4">
            <a:extLst xmlns:a="http://schemas.openxmlformats.org/drawingml/2006/main">
              <a:ext uri="{FF2B5EF4-FFF2-40B4-BE49-F238E27FC236}">
                <a16:creationId xmlns:a16="http://schemas.microsoft.com/office/drawing/2014/main" id="{58150A2F-7B6C-4879-81DF-04A30EDB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2057400"/>
          </a:xfrm>
          <a:custGeom xmlns:a="http://schemas.openxmlformats.org/drawingml/2006/main">
            <a:pathLst>
              <a:path w="5181600" h="2057400">
                <a:moveTo>
                  <a:pt x="0" y="2057400"/>
                </a:moveTo>
                <a:lnTo>
                  <a:pt x="23565" y="2057267"/>
                </a:lnTo>
                <a:lnTo>
                  <a:pt x="47120" y="2056886"/>
                </a:lnTo>
                <a:lnTo>
                  <a:pt x="70676" y="2056267"/>
                </a:lnTo>
                <a:lnTo>
                  <a:pt x="94221" y="2055381"/>
                </a:lnTo>
                <a:lnTo>
                  <a:pt x="117758" y="2054247"/>
                </a:lnTo>
                <a:lnTo>
                  <a:pt x="141275" y="2052876"/>
                </a:lnTo>
                <a:lnTo>
                  <a:pt x="164783" y="2051256"/>
                </a:lnTo>
                <a:lnTo>
                  <a:pt x="188271" y="2049389"/>
                </a:lnTo>
                <a:lnTo>
                  <a:pt x="211741" y="2047284"/>
                </a:lnTo>
                <a:lnTo>
                  <a:pt x="235182" y="2044941"/>
                </a:lnTo>
                <a:lnTo>
                  <a:pt x="258604" y="2042350"/>
                </a:lnTo>
                <a:lnTo>
                  <a:pt x="281997" y="2039541"/>
                </a:lnTo>
                <a:lnTo>
                  <a:pt x="305362" y="2036483"/>
                </a:lnTo>
                <a:lnTo>
                  <a:pt x="328698" y="2033207"/>
                </a:lnTo>
                <a:lnTo>
                  <a:pt x="351996" y="2029701"/>
                </a:lnTo>
                <a:lnTo>
                  <a:pt x="375256" y="2025968"/>
                </a:lnTo>
                <a:lnTo>
                  <a:pt x="398488" y="2022015"/>
                </a:lnTo>
                <a:lnTo>
                  <a:pt x="421681" y="2017843"/>
                </a:lnTo>
                <a:lnTo>
                  <a:pt x="444827" y="2013452"/>
                </a:lnTo>
                <a:lnTo>
                  <a:pt x="467935" y="2008851"/>
                </a:lnTo>
                <a:lnTo>
                  <a:pt x="491004" y="2004031"/>
                </a:lnTo>
                <a:lnTo>
                  <a:pt x="514017" y="1999012"/>
                </a:lnTo>
                <a:lnTo>
                  <a:pt x="537000" y="1993792"/>
                </a:lnTo>
                <a:lnTo>
                  <a:pt x="559927" y="1988363"/>
                </a:lnTo>
                <a:lnTo>
                  <a:pt x="582806" y="1982743"/>
                </a:lnTo>
                <a:lnTo>
                  <a:pt x="605638" y="1976933"/>
                </a:lnTo>
                <a:lnTo>
                  <a:pt x="628421" y="1970923"/>
                </a:lnTo>
                <a:lnTo>
                  <a:pt x="651158" y="1964731"/>
                </a:lnTo>
                <a:lnTo>
                  <a:pt x="673846" y="1958350"/>
                </a:lnTo>
                <a:lnTo>
                  <a:pt x="696468" y="1951787"/>
                </a:lnTo>
                <a:lnTo>
                  <a:pt x="719052" y="1945053"/>
                </a:lnTo>
                <a:lnTo>
                  <a:pt x="741578" y="1938147"/>
                </a:lnTo>
                <a:lnTo>
                  <a:pt x="764048" y="1931060"/>
                </a:lnTo>
                <a:lnTo>
                  <a:pt x="786470" y="1923812"/>
                </a:lnTo>
                <a:lnTo>
                  <a:pt x="808834" y="1916401"/>
                </a:lnTo>
                <a:lnTo>
                  <a:pt x="831142" y="1908820"/>
                </a:lnTo>
                <a:lnTo>
                  <a:pt x="853402" y="1901085"/>
                </a:lnTo>
                <a:lnTo>
                  <a:pt x="875605" y="1893199"/>
                </a:lnTo>
                <a:lnTo>
                  <a:pt x="897750" y="1885159"/>
                </a:lnTo>
                <a:lnTo>
                  <a:pt x="919848" y="1876968"/>
                </a:lnTo>
                <a:lnTo>
                  <a:pt x="941889" y="1868643"/>
                </a:lnTo>
                <a:lnTo>
                  <a:pt x="963873" y="1860166"/>
                </a:lnTo>
                <a:lnTo>
                  <a:pt x="985809" y="1851555"/>
                </a:lnTo>
                <a:lnTo>
                  <a:pt x="1007678" y="1842811"/>
                </a:lnTo>
                <a:lnTo>
                  <a:pt x="1029510" y="1833924"/>
                </a:lnTo>
                <a:lnTo>
                  <a:pt x="1051284" y="1824914"/>
                </a:lnTo>
                <a:lnTo>
                  <a:pt x="1073001" y="1815779"/>
                </a:lnTo>
                <a:lnTo>
                  <a:pt x="1094661" y="1806521"/>
                </a:lnTo>
                <a:lnTo>
                  <a:pt x="1116282" y="1797139"/>
                </a:lnTo>
                <a:lnTo>
                  <a:pt x="1137847" y="1787642"/>
                </a:lnTo>
                <a:lnTo>
                  <a:pt x="1159354" y="1778032"/>
                </a:lnTo>
                <a:lnTo>
                  <a:pt x="1180814" y="1768307"/>
                </a:lnTo>
                <a:lnTo>
                  <a:pt x="1202226" y="1758477"/>
                </a:lnTo>
                <a:lnTo>
                  <a:pt x="1223591" y="1748523"/>
                </a:lnTo>
                <a:lnTo>
                  <a:pt x="1244908" y="1738484"/>
                </a:lnTo>
                <a:lnTo>
                  <a:pt x="1266168" y="1728340"/>
                </a:lnTo>
                <a:lnTo>
                  <a:pt x="1287389" y="1718100"/>
                </a:lnTo>
                <a:lnTo>
                  <a:pt x="1308564" y="1707766"/>
                </a:lnTo>
                <a:lnTo>
                  <a:pt x="1329690" y="1697326"/>
                </a:lnTo>
                <a:lnTo>
                  <a:pt x="1350769" y="1686801"/>
                </a:lnTo>
                <a:lnTo>
                  <a:pt x="1371810" y="1676190"/>
                </a:lnTo>
                <a:lnTo>
                  <a:pt x="1392803" y="1665494"/>
                </a:lnTo>
                <a:lnTo>
                  <a:pt x="1413758" y="1654721"/>
                </a:lnTo>
                <a:lnTo>
                  <a:pt x="1434665" y="1643853"/>
                </a:lnTo>
                <a:lnTo>
                  <a:pt x="1455534" y="1632918"/>
                </a:lnTo>
                <a:lnTo>
                  <a:pt x="1476365" y="1621907"/>
                </a:lnTo>
                <a:lnTo>
                  <a:pt x="1497159" y="1610820"/>
                </a:lnTo>
                <a:lnTo>
                  <a:pt x="1517904" y="1599648"/>
                </a:lnTo>
                <a:lnTo>
                  <a:pt x="1538611" y="1588418"/>
                </a:lnTo>
                <a:lnTo>
                  <a:pt x="1559290" y="1577111"/>
                </a:lnTo>
                <a:lnTo>
                  <a:pt x="1579931" y="1565748"/>
                </a:lnTo>
                <a:lnTo>
                  <a:pt x="1600533" y="1554318"/>
                </a:lnTo>
                <a:lnTo>
                  <a:pt x="1621107" y="1542831"/>
                </a:lnTo>
                <a:lnTo>
                  <a:pt x="1641643" y="1531277"/>
                </a:lnTo>
                <a:lnTo>
                  <a:pt x="1662151" y="1519676"/>
                </a:lnTo>
                <a:lnTo>
                  <a:pt x="1682620" y="1508008"/>
                </a:lnTo>
                <a:lnTo>
                  <a:pt x="1703070" y="1496292"/>
                </a:lnTo>
                <a:lnTo>
                  <a:pt x="1723482" y="1484528"/>
                </a:lnTo>
                <a:lnTo>
                  <a:pt x="1743866" y="1472708"/>
                </a:lnTo>
                <a:lnTo>
                  <a:pt x="1764221" y="1460840"/>
                </a:lnTo>
                <a:lnTo>
                  <a:pt x="1784547" y="1448933"/>
                </a:lnTo>
                <a:lnTo>
                  <a:pt x="1804854" y="1436980"/>
                </a:lnTo>
                <a:lnTo>
                  <a:pt x="1825133" y="1424978"/>
                </a:lnTo>
                <a:lnTo>
                  <a:pt x="1845383" y="1412939"/>
                </a:lnTo>
                <a:lnTo>
                  <a:pt x="1865614" y="1400861"/>
                </a:lnTo>
                <a:lnTo>
                  <a:pt x="1885826" y="1388745"/>
                </a:lnTo>
                <a:lnTo>
                  <a:pt x="1906019" y="1376601"/>
                </a:lnTo>
                <a:lnTo>
                  <a:pt x="1926184" y="1364409"/>
                </a:lnTo>
                <a:lnTo>
                  <a:pt x="1946329" y="1352188"/>
                </a:lnTo>
                <a:lnTo>
                  <a:pt x="1966455" y="1339948"/>
                </a:lnTo>
                <a:lnTo>
                  <a:pt x="1986563" y="1327661"/>
                </a:lnTo>
                <a:lnTo>
                  <a:pt x="2006670" y="1315374"/>
                </a:lnTo>
                <a:lnTo>
                  <a:pt x="2026739" y="1303039"/>
                </a:lnTo>
                <a:lnTo>
                  <a:pt x="2046818" y="1290695"/>
                </a:lnTo>
                <a:lnTo>
                  <a:pt x="2066858" y="1278312"/>
                </a:lnTo>
                <a:lnTo>
                  <a:pt x="2086899" y="1265920"/>
                </a:lnTo>
                <a:lnTo>
                  <a:pt x="2106920" y="1253500"/>
                </a:lnTo>
                <a:lnTo>
                  <a:pt x="2126942" y="1241069"/>
                </a:lnTo>
                <a:lnTo>
                  <a:pt x="2146945" y="1228620"/>
                </a:lnTo>
                <a:lnTo>
                  <a:pt x="2166938" y="1216152"/>
                </a:lnTo>
                <a:lnTo>
                  <a:pt x="2186930" y="1203674"/>
                </a:lnTo>
                <a:lnTo>
                  <a:pt x="2206904" y="1191187"/>
                </a:lnTo>
                <a:lnTo>
                  <a:pt x="2226878" y="1178681"/>
                </a:lnTo>
                <a:lnTo>
                  <a:pt x="2246843" y="1166165"/>
                </a:lnTo>
                <a:lnTo>
                  <a:pt x="2266798" y="1153649"/>
                </a:lnTo>
                <a:lnTo>
                  <a:pt x="2286762" y="1141124"/>
                </a:lnTo>
                <a:lnTo>
                  <a:pt x="2306717" y="1128598"/>
                </a:lnTo>
                <a:lnTo>
                  <a:pt x="2326672" y="1116063"/>
                </a:lnTo>
                <a:lnTo>
                  <a:pt x="2346627" y="1103528"/>
                </a:lnTo>
                <a:lnTo>
                  <a:pt x="2366572" y="1090994"/>
                </a:lnTo>
                <a:lnTo>
                  <a:pt x="2386527" y="1078459"/>
                </a:lnTo>
                <a:lnTo>
                  <a:pt x="2406482" y="1065933"/>
                </a:lnTo>
                <a:lnTo>
                  <a:pt x="2426437" y="1053398"/>
                </a:lnTo>
                <a:lnTo>
                  <a:pt x="2446391" y="1040873"/>
                </a:lnTo>
                <a:lnTo>
                  <a:pt x="2466346" y="1028348"/>
                </a:lnTo>
                <a:lnTo>
                  <a:pt x="2486320" y="1015851"/>
                </a:lnTo>
                <a:lnTo>
                  <a:pt x="2506294" y="1003354"/>
                </a:lnTo>
                <a:lnTo>
                  <a:pt x="2526268" y="990848"/>
                </a:lnTo>
                <a:lnTo>
                  <a:pt x="2546252" y="978360"/>
                </a:lnTo>
                <a:lnTo>
                  <a:pt x="2566245" y="965892"/>
                </a:lnTo>
                <a:lnTo>
                  <a:pt x="2586238" y="953433"/>
                </a:lnTo>
                <a:lnTo>
                  <a:pt x="2606259" y="941003"/>
                </a:lnTo>
                <a:lnTo>
                  <a:pt x="2626271" y="928573"/>
                </a:lnTo>
                <a:lnTo>
                  <a:pt x="2646312" y="916172"/>
                </a:lnTo>
                <a:lnTo>
                  <a:pt x="2666352" y="903789"/>
                </a:lnTo>
                <a:lnTo>
                  <a:pt x="2686412" y="891426"/>
                </a:lnTo>
                <a:lnTo>
                  <a:pt x="2706481" y="879081"/>
                </a:lnTo>
                <a:lnTo>
                  <a:pt x="2726569" y="866765"/>
                </a:lnTo>
                <a:lnTo>
                  <a:pt x="2746677" y="854478"/>
                </a:lnTo>
                <a:lnTo>
                  <a:pt x="2766793" y="842210"/>
                </a:lnTo>
                <a:lnTo>
                  <a:pt x="2786929" y="829970"/>
                </a:lnTo>
                <a:lnTo>
                  <a:pt x="2807075" y="817759"/>
                </a:lnTo>
                <a:lnTo>
                  <a:pt x="2827249" y="805577"/>
                </a:lnTo>
                <a:lnTo>
                  <a:pt x="2847432" y="793423"/>
                </a:lnTo>
                <a:lnTo>
                  <a:pt x="2867644" y="781307"/>
                </a:lnTo>
                <a:lnTo>
                  <a:pt x="2887875" y="769229"/>
                </a:lnTo>
                <a:lnTo>
                  <a:pt x="2908125" y="757190"/>
                </a:lnTo>
                <a:lnTo>
                  <a:pt x="2928395" y="745179"/>
                </a:lnTo>
                <a:lnTo>
                  <a:pt x="2948692" y="733215"/>
                </a:lnTo>
                <a:lnTo>
                  <a:pt x="2969019" y="721281"/>
                </a:lnTo>
                <a:lnTo>
                  <a:pt x="2989364" y="709403"/>
                </a:lnTo>
                <a:lnTo>
                  <a:pt x="3009729" y="697554"/>
                </a:lnTo>
                <a:lnTo>
                  <a:pt x="3030122" y="685752"/>
                </a:lnTo>
                <a:lnTo>
                  <a:pt x="3050543" y="673999"/>
                </a:lnTo>
                <a:lnTo>
                  <a:pt x="3070993" y="662292"/>
                </a:lnTo>
                <a:lnTo>
                  <a:pt x="3091472" y="650643"/>
                </a:lnTo>
                <a:lnTo>
                  <a:pt x="3111979" y="639032"/>
                </a:lnTo>
                <a:lnTo>
                  <a:pt x="3132515" y="627478"/>
                </a:lnTo>
                <a:lnTo>
                  <a:pt x="3153080" y="615972"/>
                </a:lnTo>
                <a:lnTo>
                  <a:pt x="3173673" y="604533"/>
                </a:lnTo>
                <a:lnTo>
                  <a:pt x="3194294" y="593141"/>
                </a:lnTo>
                <a:lnTo>
                  <a:pt x="3214954" y="581806"/>
                </a:lnTo>
                <a:lnTo>
                  <a:pt x="3235643" y="570528"/>
                </a:lnTo>
                <a:lnTo>
                  <a:pt x="3256369" y="559318"/>
                </a:lnTo>
                <a:lnTo>
                  <a:pt x="3277124" y="548164"/>
                </a:lnTo>
                <a:lnTo>
                  <a:pt x="3297917" y="537077"/>
                </a:lnTo>
                <a:lnTo>
                  <a:pt x="3318739" y="526056"/>
                </a:lnTo>
                <a:lnTo>
                  <a:pt x="3339598" y="515093"/>
                </a:lnTo>
                <a:lnTo>
                  <a:pt x="3360496" y="504206"/>
                </a:lnTo>
                <a:lnTo>
                  <a:pt x="3381423" y="493385"/>
                </a:lnTo>
                <a:lnTo>
                  <a:pt x="3402397" y="482641"/>
                </a:lnTo>
                <a:lnTo>
                  <a:pt x="3423399" y="471964"/>
                </a:lnTo>
                <a:lnTo>
                  <a:pt x="3444440" y="461362"/>
                </a:lnTo>
                <a:lnTo>
                  <a:pt x="3465519" y="450837"/>
                </a:lnTo>
                <a:lnTo>
                  <a:pt x="3486645" y="440398"/>
                </a:lnTo>
                <a:lnTo>
                  <a:pt x="3507800" y="430025"/>
                </a:lnTo>
                <a:lnTo>
                  <a:pt x="3529003" y="419738"/>
                </a:lnTo>
                <a:lnTo>
                  <a:pt x="3550234" y="409537"/>
                </a:lnTo>
                <a:lnTo>
                  <a:pt x="3571513" y="399421"/>
                </a:lnTo>
                <a:lnTo>
                  <a:pt x="3592840" y="389382"/>
                </a:lnTo>
                <a:lnTo>
                  <a:pt x="3614195" y="379438"/>
                </a:lnTo>
                <a:lnTo>
                  <a:pt x="3635597" y="369580"/>
                </a:lnTo>
                <a:lnTo>
                  <a:pt x="3657038" y="359816"/>
                </a:lnTo>
                <a:lnTo>
                  <a:pt x="3678526" y="350149"/>
                </a:lnTo>
                <a:lnTo>
                  <a:pt x="3700053" y="340566"/>
                </a:lnTo>
                <a:lnTo>
                  <a:pt x="3721627" y="331079"/>
                </a:lnTo>
                <a:lnTo>
                  <a:pt x="3743239" y="321697"/>
                </a:lnTo>
                <a:lnTo>
                  <a:pt x="3764890" y="312420"/>
                </a:lnTo>
                <a:lnTo>
                  <a:pt x="3786597" y="303238"/>
                </a:lnTo>
                <a:lnTo>
                  <a:pt x="3808333" y="294161"/>
                </a:lnTo>
                <a:lnTo>
                  <a:pt x="3830126" y="285179"/>
                </a:lnTo>
                <a:lnTo>
                  <a:pt x="3851958" y="276311"/>
                </a:lnTo>
                <a:lnTo>
                  <a:pt x="3873827" y="267557"/>
                </a:lnTo>
                <a:lnTo>
                  <a:pt x="3895744" y="258909"/>
                </a:lnTo>
                <a:lnTo>
                  <a:pt x="3917709" y="250374"/>
                </a:lnTo>
                <a:lnTo>
                  <a:pt x="3939711" y="241945"/>
                </a:lnTo>
                <a:lnTo>
                  <a:pt x="3961762" y="233639"/>
                </a:lnTo>
                <a:lnTo>
                  <a:pt x="3983850" y="225447"/>
                </a:lnTo>
                <a:lnTo>
                  <a:pt x="4005986" y="217380"/>
                </a:lnTo>
                <a:lnTo>
                  <a:pt x="4028170" y="209426"/>
                </a:lnTo>
                <a:lnTo>
                  <a:pt x="4050392" y="201597"/>
                </a:lnTo>
                <a:lnTo>
                  <a:pt x="4072661" y="193891"/>
                </a:lnTo>
                <a:lnTo>
                  <a:pt x="4094969" y="186309"/>
                </a:lnTo>
                <a:lnTo>
                  <a:pt x="4117324" y="178860"/>
                </a:lnTo>
                <a:lnTo>
                  <a:pt x="4139717" y="171536"/>
                </a:lnTo>
                <a:lnTo>
                  <a:pt x="4162158" y="164344"/>
                </a:lnTo>
                <a:lnTo>
                  <a:pt x="4184637" y="157286"/>
                </a:lnTo>
                <a:lnTo>
                  <a:pt x="4207154" y="150362"/>
                </a:lnTo>
                <a:lnTo>
                  <a:pt x="4229719" y="143580"/>
                </a:lnTo>
                <a:lnTo>
                  <a:pt x="4252322" y="136931"/>
                </a:lnTo>
                <a:lnTo>
                  <a:pt x="4274972" y="130416"/>
                </a:lnTo>
                <a:lnTo>
                  <a:pt x="4297661" y="124054"/>
                </a:lnTo>
                <a:lnTo>
                  <a:pt x="4320378" y="117824"/>
                </a:lnTo>
                <a:lnTo>
                  <a:pt x="4343143" y="111747"/>
                </a:lnTo>
                <a:lnTo>
                  <a:pt x="4365946" y="105804"/>
                </a:lnTo>
                <a:lnTo>
                  <a:pt x="4388787" y="100022"/>
                </a:lnTo>
                <a:lnTo>
                  <a:pt x="4411666" y="94374"/>
                </a:lnTo>
                <a:lnTo>
                  <a:pt x="4434583" y="88887"/>
                </a:lnTo>
                <a:lnTo>
                  <a:pt x="4457529" y="83553"/>
                </a:lnTo>
                <a:lnTo>
                  <a:pt x="4480512" y="78372"/>
                </a:lnTo>
                <a:lnTo>
                  <a:pt x="4503534" y="73343"/>
                </a:lnTo>
                <a:lnTo>
                  <a:pt x="4526585" y="68466"/>
                </a:lnTo>
                <a:lnTo>
                  <a:pt x="4549673" y="63751"/>
                </a:lnTo>
                <a:lnTo>
                  <a:pt x="4572791" y="59198"/>
                </a:lnTo>
                <a:lnTo>
                  <a:pt x="4595936" y="54807"/>
                </a:lnTo>
                <a:lnTo>
                  <a:pt x="4619120" y="50568"/>
                </a:lnTo>
                <a:lnTo>
                  <a:pt x="4642323" y="46501"/>
                </a:lnTo>
                <a:lnTo>
                  <a:pt x="4665564" y="42596"/>
                </a:lnTo>
                <a:lnTo>
                  <a:pt x="4688824" y="38852"/>
                </a:lnTo>
                <a:lnTo>
                  <a:pt x="4712113" y="35281"/>
                </a:lnTo>
                <a:lnTo>
                  <a:pt x="4735430" y="31871"/>
                </a:lnTo>
                <a:lnTo>
                  <a:pt x="4758766" y="28632"/>
                </a:lnTo>
                <a:lnTo>
                  <a:pt x="4782131" y="25565"/>
                </a:lnTo>
                <a:lnTo>
                  <a:pt x="4805515" y="22670"/>
                </a:lnTo>
                <a:lnTo>
                  <a:pt x="4828918" y="19936"/>
                </a:lnTo>
                <a:lnTo>
                  <a:pt x="4852340" y="17383"/>
                </a:lnTo>
                <a:lnTo>
                  <a:pt x="4875781" y="15002"/>
                </a:lnTo>
                <a:lnTo>
                  <a:pt x="4899241" y="12792"/>
                </a:lnTo>
                <a:lnTo>
                  <a:pt x="4922711" y="10754"/>
                </a:lnTo>
                <a:lnTo>
                  <a:pt x="4946199" y="8896"/>
                </a:lnTo>
                <a:lnTo>
                  <a:pt x="4969707" y="7210"/>
                </a:lnTo>
                <a:lnTo>
                  <a:pt x="4993215" y="5696"/>
                </a:lnTo>
                <a:lnTo>
                  <a:pt x="5016741" y="4362"/>
                </a:lnTo>
                <a:lnTo>
                  <a:pt x="5040278" y="3210"/>
                </a:lnTo>
                <a:lnTo>
                  <a:pt x="5063814" y="2229"/>
                </a:lnTo>
                <a:lnTo>
                  <a:pt x="5087369" y="1429"/>
                </a:lnTo>
                <a:lnTo>
                  <a:pt x="5110915" y="800"/>
                </a:lnTo>
                <a:lnTo>
                  <a:pt x="5134480" y="362"/>
                </a:lnTo>
                <a:lnTo>
                  <a:pt x="5158035" y="86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4D80A7"/>
            </a:solidFill>
            <a:prstDash val="solid"/>
          </a:ln>
        </p:spPr>
      </p:sp>
      <p:sp>
        <p:nvSpPr>
          <p:cNvPr id="5" name="merge-input-1">
            <a:extLst xmlns:a="http://schemas.openxmlformats.org/drawingml/2006/main">
              <a:ext uri="{FF2B5EF4-FFF2-40B4-BE49-F238E27FC236}">
                <a16:creationId xmlns:a16="http://schemas.microsoft.com/office/drawing/2014/main" id="{0D133F13-EBCF-4382-86E7-090F82F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7907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merge-input-1-title">
            <a:extLst xmlns:a="http://schemas.openxmlformats.org/drawingml/2006/main">
              <a:ext uri="{FF2B5EF4-FFF2-40B4-BE49-F238E27FC236}">
                <a16:creationId xmlns:a16="http://schemas.microsoft.com/office/drawing/2014/main" id="{34B93233-8FB7-43C2-815F-90790EB2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19224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内容需求</a:t>
            </a:r>
          </a:p>
        </p:txBody>
      </p:sp>
      <p:sp>
        <p:nvSpPr>
          <p:cNvPr id="7" name="merge-input-1-body">
            <a:extLst xmlns:a="http://schemas.openxmlformats.org/drawingml/2006/main">
              <a:ext uri="{FF2B5EF4-FFF2-40B4-BE49-F238E27FC236}">
                <a16:creationId xmlns:a16="http://schemas.microsoft.com/office/drawing/2014/main" id="{74C03670-2A12-456F-8D33-6C0B490E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2130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事实、叙事与页面目标</a:t>
            </a:r>
          </a:p>
        </p:txBody>
      </p:sp>
      <p:sp>
        <p:nvSpPr>
          <p:cNvPr id="8" name="merge-input-2">
            <a:extLst xmlns:a="http://schemas.openxmlformats.org/drawingml/2006/main">
              <a:ext uri="{FF2B5EF4-FFF2-40B4-BE49-F238E27FC236}">
                <a16:creationId xmlns:a16="http://schemas.microsoft.com/office/drawing/2014/main" id="{9D143FEA-E617-4F70-9708-EE50C527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3035198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merge-input-2-title">
            <a:extLst xmlns:a="http://schemas.openxmlformats.org/drawingml/2006/main">
              <a:ext uri="{FF2B5EF4-FFF2-40B4-BE49-F238E27FC236}">
                <a16:creationId xmlns:a16="http://schemas.microsoft.com/office/drawing/2014/main" id="{6D4F3E09-6780-429E-9DEB-4EFCD437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166910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逻辑结构</a:t>
            </a:r>
          </a:p>
        </p:txBody>
      </p:sp>
      <p:sp>
        <p:nvSpPr>
          <p:cNvPr id="10" name="merge-input-2-body">
            <a:extLst xmlns:a="http://schemas.openxmlformats.org/drawingml/2006/main">
              <a:ext uri="{FF2B5EF4-FFF2-40B4-BE49-F238E27FC236}">
                <a16:creationId xmlns:a16="http://schemas.microsoft.com/office/drawing/2014/main" id="{4DEB039C-5476-4742-9658-8E1E9AD8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457575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关系类型与内容角色</a:t>
            </a:r>
          </a:p>
        </p:txBody>
      </p:sp>
      <p:sp>
        <p:nvSpPr>
          <p:cNvPr id="11" name="merge-input-3">
            <a:extLst xmlns:a="http://schemas.openxmlformats.org/drawingml/2006/main">
              <a:ext uri="{FF2B5EF4-FFF2-40B4-BE49-F238E27FC236}">
                <a16:creationId xmlns:a16="http://schemas.microsoft.com/office/drawing/2014/main" id="{42EF9208-F232-43B1-A4F2-9F1EED5D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4279849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merge-input-3-title">
            <a:extLst xmlns:a="http://schemas.openxmlformats.org/drawingml/2006/main">
              <a:ext uri="{FF2B5EF4-FFF2-40B4-BE49-F238E27FC236}">
                <a16:creationId xmlns:a16="http://schemas.microsoft.com/office/drawing/2014/main" id="{53D19721-A7D8-4BC0-ABB2-16C86A07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411561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视觉意图</a:t>
            </a:r>
          </a:p>
        </p:txBody>
      </p:sp>
      <p:sp>
        <p:nvSpPr>
          <p:cNvPr id="13" name="merge-input-3-body">
            <a:extLst xmlns:a="http://schemas.openxmlformats.org/drawingml/2006/main">
              <a:ext uri="{FF2B5EF4-FFF2-40B4-BE49-F238E27FC236}">
                <a16:creationId xmlns:a16="http://schemas.microsoft.com/office/drawing/2014/main" id="{48CCF687-4B58-4626-AA4A-F4E092E0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702226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参考模板的结构精髓</a:t>
            </a:r>
          </a:p>
        </p:txBody>
      </p:sp>
      <p:sp>
        <p:nvSpPr>
          <p:cNvPr id="14" name="merge-input-4">
            <a:extLst xmlns:a="http://schemas.openxmlformats.org/drawingml/2006/main">
              <a:ext uri="{FF2B5EF4-FFF2-40B4-BE49-F238E27FC236}">
                <a16:creationId xmlns:a16="http://schemas.microsoft.com/office/drawing/2014/main" id="{610ED71A-3E37-4868-9A6B-28F22B0E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55245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merge-input-4-title">
            <a:extLst xmlns:a="http://schemas.openxmlformats.org/drawingml/2006/main">
              <a:ext uri="{FF2B5EF4-FFF2-40B4-BE49-F238E27FC236}">
                <a16:creationId xmlns:a16="http://schemas.microsoft.com/office/drawing/2014/main" id="{A586D8DE-F4F8-431F-B8A4-4DEED1DD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6562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容量契约</a:t>
            </a:r>
          </a:p>
        </p:txBody>
      </p:sp>
      <p:sp>
        <p:nvSpPr>
          <p:cNvPr id="16" name="merge-input-4-body">
            <a:extLst xmlns:a="http://schemas.openxmlformats.org/drawingml/2006/main">
              <a:ext uri="{FF2B5EF4-FFF2-40B4-BE49-F238E27FC236}">
                <a16:creationId xmlns:a16="http://schemas.microsoft.com/office/drawing/2014/main" id="{6437B5CC-B027-4A06-847F-17281074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9468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数量、字数和失败边界</a:t>
            </a:r>
          </a:p>
        </p:txBody>
      </p:sp>
      <p:sp>
        <p:nvSpPr>
          <p:cNvPr id="17" name="merge-result">
            <a:extLst xmlns:a="http://schemas.openxmlformats.org/drawingml/2006/main">
              <a:ext uri="{FF2B5EF4-FFF2-40B4-BE49-F238E27FC236}">
                <a16:creationId xmlns:a16="http://schemas.microsoft.com/office/drawing/2014/main" id="{4FF8B9BF-3450-4B7D-B349-19E98FA1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686050"/>
            <a:ext cx="2857500" cy="24765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5A82"/>
          </a:solidFill>
          <a:ln xmlns:a="http://schemas.openxmlformats.org/drawingml/2006/main" w="95250">
            <a:solidFill>
              <a:srgbClr val="E2ED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8" name="merge-result-label">
            <a:extLst xmlns:a="http://schemas.openxmlformats.org/drawingml/2006/main">
              <a:ext uri="{FF2B5EF4-FFF2-40B4-BE49-F238E27FC236}">
                <a16:creationId xmlns:a16="http://schemas.microsoft.com/office/drawing/2014/main" id="{054B03C1-8065-4F2C-84FE-B92E5670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303832"/>
            <a:ext cx="1981200" cy="175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C9DD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C9DDEB"/>
                </a:solidFill>
                <a:latin typeface="Microsoft YaHei"/>
                <a:ea typeface="Microsoft YaHei"/>
                <a:cs typeface="Microsoft YaHei"/>
              </a:rPr>
              <a:t>共同结果</a:t>
            </a:r>
          </a:p>
        </p:txBody>
      </p:sp>
      <p:sp>
        <p:nvSpPr>
          <p:cNvPr id="19" name="merge-result-title">
            <a:extLst xmlns:a="http://schemas.openxmlformats.org/drawingml/2006/main">
              <a:ext uri="{FF2B5EF4-FFF2-40B4-BE49-F238E27FC236}">
                <a16:creationId xmlns:a16="http://schemas.microsoft.com/office/drawing/2014/main" id="{997032DC-F437-4C94-A9EA-EC5C7E5B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621881"/>
            <a:ext cx="1981200" cy="340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可靠可编辑页面</a:t>
            </a:r>
          </a:p>
        </p:txBody>
      </p:sp>
      <p:sp>
        <p:nvSpPr>
          <p:cNvPr id="20" name="merge-result-body">
            <a:extLst xmlns:a="http://schemas.openxmlformats.org/drawingml/2006/main">
              <a:ext uri="{FF2B5EF4-FFF2-40B4-BE49-F238E27FC236}">
                <a16:creationId xmlns:a16="http://schemas.microsoft.com/office/drawing/2014/main" id="{A2409094-0005-4D7C-9AE8-92B507A1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4105427"/>
            <a:ext cx="1981200" cy="51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rPr>
              <a:t>统一编排并编译为原生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rPr>
              <a:t>PPTX</a:t>
            </a:r>
          </a:p>
        </p:txBody>
      </p:sp>
    </p:spTree>
    <p:extLst>
      <p:ext uri="{BB962C8B-B14F-4D97-AF65-F5344CB8AC3E}">
        <p14:creationId xmlns:p14="http://schemas.microsoft.com/office/powerpoint/2010/main" val="675788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merge-lane-1">
            <a:extLst xmlns:a="http://schemas.openxmlformats.org/drawingml/2006/main">
              <a:ext uri="{FF2B5EF4-FFF2-40B4-BE49-F238E27FC236}">
                <a16:creationId xmlns:a16="http://schemas.microsoft.com/office/drawing/2014/main" id="{BE35A575-719B-403B-96A8-CF7EF06C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2247900"/>
            <a:ext cx="5181600" cy="1676400"/>
          </a:xfrm>
          <a:custGeom xmlns:a="http://schemas.openxmlformats.org/drawingml/2006/main">
            <a:pathLst>
              <a:path w="5181600" h="1676400">
                <a:moveTo>
                  <a:pt x="0" y="0"/>
                </a:moveTo>
                <a:lnTo>
                  <a:pt x="22927" y="105"/>
                </a:lnTo>
                <a:lnTo>
                  <a:pt x="45853" y="391"/>
                </a:lnTo>
                <a:lnTo>
                  <a:pt x="68771" y="876"/>
                </a:lnTo>
                <a:lnTo>
                  <a:pt x="91688" y="1553"/>
                </a:lnTo>
                <a:lnTo>
                  <a:pt x="114595" y="2429"/>
                </a:lnTo>
                <a:lnTo>
                  <a:pt x="137503" y="3496"/>
                </a:lnTo>
                <a:lnTo>
                  <a:pt x="160391" y="4743"/>
                </a:lnTo>
                <a:lnTo>
                  <a:pt x="183271" y="6182"/>
                </a:lnTo>
                <a:lnTo>
                  <a:pt x="206140" y="7820"/>
                </a:lnTo>
                <a:lnTo>
                  <a:pt x="229000" y="9630"/>
                </a:lnTo>
                <a:lnTo>
                  <a:pt x="251841" y="11630"/>
                </a:lnTo>
                <a:lnTo>
                  <a:pt x="274663" y="13811"/>
                </a:lnTo>
                <a:lnTo>
                  <a:pt x="297466" y="16183"/>
                </a:lnTo>
                <a:lnTo>
                  <a:pt x="320250" y="18726"/>
                </a:lnTo>
                <a:lnTo>
                  <a:pt x="343014" y="21450"/>
                </a:lnTo>
                <a:lnTo>
                  <a:pt x="365750" y="24346"/>
                </a:lnTo>
                <a:lnTo>
                  <a:pt x="388477" y="27422"/>
                </a:lnTo>
                <a:lnTo>
                  <a:pt x="411166" y="30671"/>
                </a:lnTo>
                <a:lnTo>
                  <a:pt x="433835" y="34090"/>
                </a:lnTo>
                <a:lnTo>
                  <a:pt x="456486" y="37681"/>
                </a:lnTo>
                <a:lnTo>
                  <a:pt x="479098" y="41434"/>
                </a:lnTo>
                <a:lnTo>
                  <a:pt x="501691" y="45358"/>
                </a:lnTo>
                <a:lnTo>
                  <a:pt x="524246" y="49444"/>
                </a:lnTo>
                <a:lnTo>
                  <a:pt x="546783" y="53692"/>
                </a:lnTo>
                <a:lnTo>
                  <a:pt x="569281" y="58103"/>
                </a:lnTo>
                <a:lnTo>
                  <a:pt x="591741" y="62665"/>
                </a:lnTo>
                <a:lnTo>
                  <a:pt x="614182" y="67380"/>
                </a:lnTo>
                <a:lnTo>
                  <a:pt x="636584" y="72257"/>
                </a:lnTo>
                <a:lnTo>
                  <a:pt x="658949" y="77276"/>
                </a:lnTo>
                <a:lnTo>
                  <a:pt x="681285" y="82448"/>
                </a:lnTo>
                <a:lnTo>
                  <a:pt x="703593" y="87763"/>
                </a:lnTo>
                <a:lnTo>
                  <a:pt x="725853" y="93231"/>
                </a:lnTo>
                <a:lnTo>
                  <a:pt x="748084" y="98831"/>
                </a:lnTo>
                <a:lnTo>
                  <a:pt x="770287" y="104575"/>
                </a:lnTo>
                <a:lnTo>
                  <a:pt x="792442" y="110452"/>
                </a:lnTo>
                <a:lnTo>
                  <a:pt x="814568" y="116462"/>
                </a:lnTo>
                <a:lnTo>
                  <a:pt x="836657" y="122615"/>
                </a:lnTo>
                <a:lnTo>
                  <a:pt x="858707" y="128883"/>
                </a:lnTo>
                <a:lnTo>
                  <a:pt x="880720" y="135293"/>
                </a:lnTo>
                <a:lnTo>
                  <a:pt x="902694" y="141827"/>
                </a:lnTo>
                <a:lnTo>
                  <a:pt x="924639" y="148476"/>
                </a:lnTo>
                <a:lnTo>
                  <a:pt x="946537" y="155258"/>
                </a:lnTo>
                <a:lnTo>
                  <a:pt x="968407" y="162144"/>
                </a:lnTo>
                <a:lnTo>
                  <a:pt x="990229" y="169154"/>
                </a:lnTo>
                <a:lnTo>
                  <a:pt x="1012022" y="176279"/>
                </a:lnTo>
                <a:lnTo>
                  <a:pt x="1033777" y="183518"/>
                </a:lnTo>
                <a:lnTo>
                  <a:pt x="1055494" y="190871"/>
                </a:lnTo>
                <a:lnTo>
                  <a:pt x="1077182" y="198320"/>
                </a:lnTo>
                <a:lnTo>
                  <a:pt x="1098823" y="205883"/>
                </a:lnTo>
                <a:lnTo>
                  <a:pt x="1120426" y="213551"/>
                </a:lnTo>
                <a:lnTo>
                  <a:pt x="1142000" y="221313"/>
                </a:lnTo>
                <a:lnTo>
                  <a:pt x="1163536" y="229172"/>
                </a:lnTo>
                <a:lnTo>
                  <a:pt x="1185034" y="237134"/>
                </a:lnTo>
                <a:lnTo>
                  <a:pt x="1206503" y="245183"/>
                </a:lnTo>
                <a:lnTo>
                  <a:pt x="1227934" y="253327"/>
                </a:lnTo>
                <a:lnTo>
                  <a:pt x="1249337" y="261566"/>
                </a:lnTo>
                <a:lnTo>
                  <a:pt x="1270692" y="269891"/>
                </a:lnTo>
                <a:lnTo>
                  <a:pt x="1292019" y="278301"/>
                </a:lnTo>
                <a:lnTo>
                  <a:pt x="1313317" y="286798"/>
                </a:lnTo>
                <a:lnTo>
                  <a:pt x="1334576" y="295370"/>
                </a:lnTo>
                <a:lnTo>
                  <a:pt x="1355808" y="304028"/>
                </a:lnTo>
                <a:lnTo>
                  <a:pt x="1377010" y="312763"/>
                </a:lnTo>
                <a:lnTo>
                  <a:pt x="1398175" y="321564"/>
                </a:lnTo>
                <a:lnTo>
                  <a:pt x="1419311" y="330451"/>
                </a:lnTo>
                <a:lnTo>
                  <a:pt x="1440418" y="339404"/>
                </a:lnTo>
                <a:lnTo>
                  <a:pt x="1461487" y="348434"/>
                </a:lnTo>
                <a:lnTo>
                  <a:pt x="1482538" y="357530"/>
                </a:lnTo>
                <a:lnTo>
                  <a:pt x="1503550" y="366684"/>
                </a:lnTo>
                <a:lnTo>
                  <a:pt x="1524543" y="375914"/>
                </a:lnTo>
                <a:lnTo>
                  <a:pt x="1545507" y="385201"/>
                </a:lnTo>
                <a:lnTo>
                  <a:pt x="1566443" y="394545"/>
                </a:lnTo>
                <a:lnTo>
                  <a:pt x="1587351" y="403946"/>
                </a:lnTo>
                <a:lnTo>
                  <a:pt x="1608230" y="413414"/>
                </a:lnTo>
                <a:lnTo>
                  <a:pt x="1629089" y="422929"/>
                </a:lnTo>
                <a:lnTo>
                  <a:pt x="1649921" y="432502"/>
                </a:lnTo>
                <a:lnTo>
                  <a:pt x="1670733" y="442122"/>
                </a:lnTo>
                <a:lnTo>
                  <a:pt x="1691516" y="451799"/>
                </a:lnTo>
                <a:lnTo>
                  <a:pt x="1712281" y="461524"/>
                </a:lnTo>
                <a:lnTo>
                  <a:pt x="1733017" y="471287"/>
                </a:lnTo>
                <a:lnTo>
                  <a:pt x="1753743" y="481098"/>
                </a:lnTo>
                <a:lnTo>
                  <a:pt x="1774441" y="490957"/>
                </a:lnTo>
                <a:lnTo>
                  <a:pt x="1795120" y="500853"/>
                </a:lnTo>
                <a:lnTo>
                  <a:pt x="1815779" y="510797"/>
                </a:lnTo>
                <a:lnTo>
                  <a:pt x="1836420" y="520770"/>
                </a:lnTo>
                <a:lnTo>
                  <a:pt x="1857051" y="530781"/>
                </a:lnTo>
                <a:lnTo>
                  <a:pt x="1877654" y="540830"/>
                </a:lnTo>
                <a:lnTo>
                  <a:pt x="1898247" y="550916"/>
                </a:lnTo>
                <a:lnTo>
                  <a:pt x="1918821" y="561042"/>
                </a:lnTo>
                <a:lnTo>
                  <a:pt x="1939376" y="571176"/>
                </a:lnTo>
                <a:lnTo>
                  <a:pt x="1959921" y="581349"/>
                </a:lnTo>
                <a:lnTo>
                  <a:pt x="1980457" y="591550"/>
                </a:lnTo>
                <a:lnTo>
                  <a:pt x="2000974" y="601780"/>
                </a:lnTo>
                <a:lnTo>
                  <a:pt x="2021481" y="612029"/>
                </a:lnTo>
                <a:lnTo>
                  <a:pt x="2041979" y="622297"/>
                </a:lnTo>
                <a:lnTo>
                  <a:pt x="2062467" y="632603"/>
                </a:lnTo>
                <a:lnTo>
                  <a:pt x="2082946" y="642909"/>
                </a:lnTo>
                <a:lnTo>
                  <a:pt x="2103406" y="653253"/>
                </a:lnTo>
                <a:lnTo>
                  <a:pt x="2123865" y="663597"/>
                </a:lnTo>
                <a:lnTo>
                  <a:pt x="2144306" y="673970"/>
                </a:lnTo>
                <a:lnTo>
                  <a:pt x="2164756" y="684352"/>
                </a:lnTo>
                <a:lnTo>
                  <a:pt x="2185178" y="694754"/>
                </a:lnTo>
                <a:lnTo>
                  <a:pt x="2205609" y="705164"/>
                </a:lnTo>
                <a:lnTo>
                  <a:pt x="2226040" y="715566"/>
                </a:lnTo>
                <a:lnTo>
                  <a:pt x="2246462" y="725996"/>
                </a:lnTo>
                <a:lnTo>
                  <a:pt x="2266874" y="736425"/>
                </a:lnTo>
                <a:lnTo>
                  <a:pt x="2287286" y="746865"/>
                </a:lnTo>
                <a:lnTo>
                  <a:pt x="2307698" y="757304"/>
                </a:lnTo>
                <a:lnTo>
                  <a:pt x="2328110" y="767744"/>
                </a:lnTo>
                <a:lnTo>
                  <a:pt x="2348522" y="778193"/>
                </a:lnTo>
                <a:lnTo>
                  <a:pt x="2368925" y="788632"/>
                </a:lnTo>
                <a:lnTo>
                  <a:pt x="2389337" y="799081"/>
                </a:lnTo>
                <a:lnTo>
                  <a:pt x="2409749" y="809520"/>
                </a:lnTo>
                <a:lnTo>
                  <a:pt x="2430161" y="819969"/>
                </a:lnTo>
                <a:lnTo>
                  <a:pt x="2450563" y="830409"/>
                </a:lnTo>
                <a:lnTo>
                  <a:pt x="2470976" y="840848"/>
                </a:lnTo>
                <a:lnTo>
                  <a:pt x="2491407" y="851259"/>
                </a:lnTo>
                <a:lnTo>
                  <a:pt x="2511828" y="861679"/>
                </a:lnTo>
                <a:lnTo>
                  <a:pt x="2532250" y="872090"/>
                </a:lnTo>
                <a:lnTo>
                  <a:pt x="2552690" y="882491"/>
                </a:lnTo>
                <a:lnTo>
                  <a:pt x="2573131" y="892874"/>
                </a:lnTo>
                <a:lnTo>
                  <a:pt x="2593572" y="903237"/>
                </a:lnTo>
                <a:lnTo>
                  <a:pt x="2614031" y="913600"/>
                </a:lnTo>
                <a:lnTo>
                  <a:pt x="2634501" y="923935"/>
                </a:lnTo>
                <a:lnTo>
                  <a:pt x="2654970" y="934250"/>
                </a:lnTo>
                <a:lnTo>
                  <a:pt x="2675449" y="944547"/>
                </a:lnTo>
                <a:lnTo>
                  <a:pt x="2695937" y="954834"/>
                </a:lnTo>
                <a:lnTo>
                  <a:pt x="2716444" y="965092"/>
                </a:lnTo>
                <a:lnTo>
                  <a:pt x="2736961" y="975331"/>
                </a:lnTo>
                <a:lnTo>
                  <a:pt x="2757488" y="985533"/>
                </a:lnTo>
                <a:lnTo>
                  <a:pt x="2778023" y="995734"/>
                </a:lnTo>
                <a:lnTo>
                  <a:pt x="2798578" y="1005888"/>
                </a:lnTo>
                <a:lnTo>
                  <a:pt x="2819143" y="1016022"/>
                </a:lnTo>
                <a:lnTo>
                  <a:pt x="2839726" y="1026119"/>
                </a:lnTo>
                <a:lnTo>
                  <a:pt x="2860319" y="1036206"/>
                </a:lnTo>
                <a:lnTo>
                  <a:pt x="2880932" y="1046245"/>
                </a:lnTo>
                <a:lnTo>
                  <a:pt x="2901553" y="1056256"/>
                </a:lnTo>
                <a:lnTo>
                  <a:pt x="2922203" y="1066229"/>
                </a:lnTo>
                <a:lnTo>
                  <a:pt x="2942863" y="1076163"/>
                </a:lnTo>
                <a:lnTo>
                  <a:pt x="2963542" y="1086069"/>
                </a:lnTo>
                <a:lnTo>
                  <a:pt x="2984230" y="1095937"/>
                </a:lnTo>
                <a:lnTo>
                  <a:pt x="3004947" y="1105757"/>
                </a:lnTo>
                <a:lnTo>
                  <a:pt x="3025683" y="1115539"/>
                </a:lnTo>
                <a:lnTo>
                  <a:pt x="3046438" y="1125284"/>
                </a:lnTo>
                <a:lnTo>
                  <a:pt x="3067212" y="1134989"/>
                </a:lnTo>
                <a:lnTo>
                  <a:pt x="3088005" y="1144638"/>
                </a:lnTo>
                <a:lnTo>
                  <a:pt x="3108817" y="1154249"/>
                </a:lnTo>
                <a:lnTo>
                  <a:pt x="3129658" y="1163812"/>
                </a:lnTo>
                <a:lnTo>
                  <a:pt x="3150518" y="1173328"/>
                </a:lnTo>
                <a:lnTo>
                  <a:pt x="3171396" y="1182795"/>
                </a:lnTo>
                <a:lnTo>
                  <a:pt x="3192304" y="1192206"/>
                </a:lnTo>
                <a:lnTo>
                  <a:pt x="3213230" y="1201569"/>
                </a:lnTo>
                <a:lnTo>
                  <a:pt x="3234185" y="1210875"/>
                </a:lnTo>
                <a:lnTo>
                  <a:pt x="3255159" y="1220133"/>
                </a:lnTo>
                <a:lnTo>
                  <a:pt x="3276162" y="1229325"/>
                </a:lnTo>
                <a:lnTo>
                  <a:pt x="3297184" y="1238469"/>
                </a:lnTo>
                <a:lnTo>
                  <a:pt x="3318234" y="1247546"/>
                </a:lnTo>
                <a:lnTo>
                  <a:pt x="3339313" y="1256576"/>
                </a:lnTo>
                <a:lnTo>
                  <a:pt x="3360410" y="1265530"/>
                </a:lnTo>
                <a:lnTo>
                  <a:pt x="3381546" y="1274435"/>
                </a:lnTo>
                <a:lnTo>
                  <a:pt x="3402701" y="1283265"/>
                </a:lnTo>
                <a:lnTo>
                  <a:pt x="3423885" y="1292038"/>
                </a:lnTo>
                <a:lnTo>
                  <a:pt x="3445097" y="1300744"/>
                </a:lnTo>
                <a:lnTo>
                  <a:pt x="3466328" y="1309373"/>
                </a:lnTo>
                <a:lnTo>
                  <a:pt x="3487598" y="1317946"/>
                </a:lnTo>
                <a:lnTo>
                  <a:pt x="3508896" y="1326442"/>
                </a:lnTo>
                <a:lnTo>
                  <a:pt x="3530213" y="1334862"/>
                </a:lnTo>
                <a:lnTo>
                  <a:pt x="3551568" y="1343216"/>
                </a:lnTo>
                <a:lnTo>
                  <a:pt x="3572942" y="1351502"/>
                </a:lnTo>
                <a:lnTo>
                  <a:pt x="3594354" y="1359703"/>
                </a:lnTo>
                <a:lnTo>
                  <a:pt x="3615785" y="1367828"/>
                </a:lnTo>
                <a:lnTo>
                  <a:pt x="3637255" y="1375877"/>
                </a:lnTo>
                <a:lnTo>
                  <a:pt x="3658753" y="1383849"/>
                </a:lnTo>
                <a:lnTo>
                  <a:pt x="3680279" y="1391736"/>
                </a:lnTo>
                <a:lnTo>
                  <a:pt x="3701834" y="1399546"/>
                </a:lnTo>
                <a:lnTo>
                  <a:pt x="3723427" y="1407271"/>
                </a:lnTo>
                <a:lnTo>
                  <a:pt x="3745040" y="1414910"/>
                </a:lnTo>
                <a:lnTo>
                  <a:pt x="3766690" y="1422454"/>
                </a:lnTo>
                <a:lnTo>
                  <a:pt x="3788369" y="1429922"/>
                </a:lnTo>
                <a:lnTo>
                  <a:pt x="3810076" y="1437294"/>
                </a:lnTo>
                <a:lnTo>
                  <a:pt x="3831812" y="1444590"/>
                </a:lnTo>
                <a:lnTo>
                  <a:pt x="3853577" y="1451791"/>
                </a:lnTo>
                <a:lnTo>
                  <a:pt x="3875370" y="1458887"/>
                </a:lnTo>
                <a:lnTo>
                  <a:pt x="3897201" y="1465907"/>
                </a:lnTo>
                <a:lnTo>
                  <a:pt x="3919061" y="1472822"/>
                </a:lnTo>
                <a:lnTo>
                  <a:pt x="3940950" y="1479642"/>
                </a:lnTo>
                <a:lnTo>
                  <a:pt x="3962867" y="1486367"/>
                </a:lnTo>
                <a:lnTo>
                  <a:pt x="3984822" y="1492987"/>
                </a:lnTo>
                <a:lnTo>
                  <a:pt x="4006796" y="1499521"/>
                </a:lnTo>
                <a:lnTo>
                  <a:pt x="4028799" y="1505941"/>
                </a:lnTo>
                <a:lnTo>
                  <a:pt x="4050840" y="1512265"/>
                </a:lnTo>
                <a:lnTo>
                  <a:pt x="4072909" y="1518485"/>
                </a:lnTo>
                <a:lnTo>
                  <a:pt x="4095007" y="1524600"/>
                </a:lnTo>
                <a:lnTo>
                  <a:pt x="4117124" y="1530610"/>
                </a:lnTo>
                <a:lnTo>
                  <a:pt x="4139279" y="1536516"/>
                </a:lnTo>
                <a:lnTo>
                  <a:pt x="4161463" y="1542307"/>
                </a:lnTo>
                <a:lnTo>
                  <a:pt x="4183675" y="1547993"/>
                </a:lnTo>
                <a:lnTo>
                  <a:pt x="4205916" y="1553575"/>
                </a:lnTo>
                <a:lnTo>
                  <a:pt x="4228176" y="1559033"/>
                </a:lnTo>
                <a:lnTo>
                  <a:pt x="4250474" y="1564386"/>
                </a:lnTo>
                <a:lnTo>
                  <a:pt x="4272791" y="1569625"/>
                </a:lnTo>
                <a:lnTo>
                  <a:pt x="4295137" y="1574749"/>
                </a:lnTo>
                <a:lnTo>
                  <a:pt x="4317511" y="1579759"/>
                </a:lnTo>
                <a:lnTo>
                  <a:pt x="4339904" y="1584655"/>
                </a:lnTo>
                <a:lnTo>
                  <a:pt x="4362336" y="1589427"/>
                </a:lnTo>
                <a:lnTo>
                  <a:pt x="4384777" y="1594085"/>
                </a:lnTo>
                <a:lnTo>
                  <a:pt x="4407256" y="1598619"/>
                </a:lnTo>
                <a:lnTo>
                  <a:pt x="4429754" y="1603038"/>
                </a:lnTo>
                <a:lnTo>
                  <a:pt x="4452271" y="1607334"/>
                </a:lnTo>
                <a:lnTo>
                  <a:pt x="4474816" y="1611506"/>
                </a:lnTo>
                <a:lnTo>
                  <a:pt x="4497381" y="1615554"/>
                </a:lnTo>
                <a:lnTo>
                  <a:pt x="4519965" y="1619488"/>
                </a:lnTo>
                <a:lnTo>
                  <a:pt x="4542577" y="1623289"/>
                </a:lnTo>
                <a:lnTo>
                  <a:pt x="4565209" y="1626956"/>
                </a:lnTo>
                <a:lnTo>
                  <a:pt x="4587859" y="1630509"/>
                </a:lnTo>
                <a:lnTo>
                  <a:pt x="4610529" y="1633928"/>
                </a:lnTo>
                <a:lnTo>
                  <a:pt x="4633217" y="1637224"/>
                </a:lnTo>
                <a:lnTo>
                  <a:pt x="4655925" y="1640386"/>
                </a:lnTo>
                <a:lnTo>
                  <a:pt x="4678651" y="1643424"/>
                </a:lnTo>
                <a:lnTo>
                  <a:pt x="4701388" y="1646330"/>
                </a:lnTo>
                <a:lnTo>
                  <a:pt x="4724152" y="1649101"/>
                </a:lnTo>
                <a:lnTo>
                  <a:pt x="4746927" y="1651749"/>
                </a:lnTo>
                <a:lnTo>
                  <a:pt x="4769710" y="1654254"/>
                </a:lnTo>
                <a:lnTo>
                  <a:pt x="4792513" y="1656636"/>
                </a:lnTo>
                <a:lnTo>
                  <a:pt x="4815335" y="1658884"/>
                </a:lnTo>
                <a:lnTo>
                  <a:pt x="4838157" y="1660998"/>
                </a:lnTo>
                <a:lnTo>
                  <a:pt x="4860998" y="1662970"/>
                </a:lnTo>
                <a:lnTo>
                  <a:pt x="4883849" y="1664818"/>
                </a:lnTo>
                <a:lnTo>
                  <a:pt x="4906718" y="1666523"/>
                </a:lnTo>
                <a:lnTo>
                  <a:pt x="4929588" y="1668094"/>
                </a:lnTo>
                <a:lnTo>
                  <a:pt x="4952467" y="1669532"/>
                </a:lnTo>
                <a:lnTo>
                  <a:pt x="4975355" y="1670837"/>
                </a:lnTo>
                <a:lnTo>
                  <a:pt x="4998253" y="1671999"/>
                </a:lnTo>
                <a:lnTo>
                  <a:pt x="5021161" y="1673028"/>
                </a:lnTo>
                <a:lnTo>
                  <a:pt x="5044069" y="1673924"/>
                </a:lnTo>
                <a:lnTo>
                  <a:pt x="5066986" y="1674676"/>
                </a:lnTo>
                <a:lnTo>
                  <a:pt x="5089903" y="1675295"/>
                </a:lnTo>
                <a:lnTo>
                  <a:pt x="5112820" y="1675781"/>
                </a:lnTo>
                <a:lnTo>
                  <a:pt x="5135747" y="1676124"/>
                </a:lnTo>
                <a:lnTo>
                  <a:pt x="5158673" y="1676333"/>
                </a:lnTo>
                <a:lnTo>
                  <a:pt x="5181600" y="1676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ABC8DA"/>
            </a:solidFill>
            <a:prstDash val="solid"/>
          </a:ln>
        </p:spPr>
      </p:sp>
      <p:sp>
        <p:nvSpPr>
          <p:cNvPr id="2" name="merge-lane-2">
            <a:extLst xmlns:a="http://schemas.openxmlformats.org/drawingml/2006/main">
              <a:ext uri="{FF2B5EF4-FFF2-40B4-BE49-F238E27FC236}">
                <a16:creationId xmlns:a16="http://schemas.microsoft.com/office/drawing/2014/main" id="{DCC48B39-412A-433B-B325-B63E6175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181350"/>
            <a:ext cx="5181600" cy="742950"/>
          </a:xfrm>
          <a:custGeom xmlns:a="http://schemas.openxmlformats.org/drawingml/2006/main">
            <a:pathLst>
              <a:path w="5181600" h="742950">
                <a:moveTo>
                  <a:pt x="0" y="0"/>
                </a:moveTo>
                <a:lnTo>
                  <a:pt x="21860" y="38"/>
                </a:lnTo>
                <a:lnTo>
                  <a:pt x="43720" y="162"/>
                </a:lnTo>
                <a:lnTo>
                  <a:pt x="65589" y="362"/>
                </a:lnTo>
                <a:lnTo>
                  <a:pt x="87449" y="638"/>
                </a:lnTo>
                <a:lnTo>
                  <a:pt x="109309" y="991"/>
                </a:lnTo>
                <a:lnTo>
                  <a:pt x="131159" y="1419"/>
                </a:lnTo>
                <a:lnTo>
                  <a:pt x="153019" y="1924"/>
                </a:lnTo>
                <a:lnTo>
                  <a:pt x="174869" y="2505"/>
                </a:lnTo>
                <a:lnTo>
                  <a:pt x="196729" y="3162"/>
                </a:lnTo>
                <a:lnTo>
                  <a:pt x="218570" y="3896"/>
                </a:lnTo>
                <a:lnTo>
                  <a:pt x="240421" y="4705"/>
                </a:lnTo>
                <a:lnTo>
                  <a:pt x="262271" y="5591"/>
                </a:lnTo>
                <a:lnTo>
                  <a:pt x="284112" y="6553"/>
                </a:lnTo>
                <a:lnTo>
                  <a:pt x="305943" y="7582"/>
                </a:lnTo>
                <a:lnTo>
                  <a:pt x="327774" y="8696"/>
                </a:lnTo>
                <a:lnTo>
                  <a:pt x="349606" y="9877"/>
                </a:lnTo>
                <a:lnTo>
                  <a:pt x="371437" y="11125"/>
                </a:lnTo>
                <a:lnTo>
                  <a:pt x="393259" y="12459"/>
                </a:lnTo>
                <a:lnTo>
                  <a:pt x="415071" y="13849"/>
                </a:lnTo>
                <a:lnTo>
                  <a:pt x="436883" y="15316"/>
                </a:lnTo>
                <a:lnTo>
                  <a:pt x="458695" y="16859"/>
                </a:lnTo>
                <a:lnTo>
                  <a:pt x="480498" y="18469"/>
                </a:lnTo>
                <a:lnTo>
                  <a:pt x="502291" y="20155"/>
                </a:lnTo>
                <a:lnTo>
                  <a:pt x="524085" y="21908"/>
                </a:lnTo>
                <a:lnTo>
                  <a:pt x="545868" y="23727"/>
                </a:lnTo>
                <a:lnTo>
                  <a:pt x="567652" y="25613"/>
                </a:lnTo>
                <a:lnTo>
                  <a:pt x="589426" y="27565"/>
                </a:lnTo>
                <a:lnTo>
                  <a:pt x="611200" y="29585"/>
                </a:lnTo>
                <a:lnTo>
                  <a:pt x="632955" y="31671"/>
                </a:lnTo>
                <a:lnTo>
                  <a:pt x="654710" y="33823"/>
                </a:lnTo>
                <a:lnTo>
                  <a:pt x="676466" y="36043"/>
                </a:lnTo>
                <a:lnTo>
                  <a:pt x="698202" y="38329"/>
                </a:lnTo>
                <a:lnTo>
                  <a:pt x="719938" y="40672"/>
                </a:lnTo>
                <a:lnTo>
                  <a:pt x="741674" y="43082"/>
                </a:lnTo>
                <a:lnTo>
                  <a:pt x="763391" y="45549"/>
                </a:lnTo>
                <a:lnTo>
                  <a:pt x="785108" y="48082"/>
                </a:lnTo>
                <a:lnTo>
                  <a:pt x="806815" y="50673"/>
                </a:lnTo>
                <a:lnTo>
                  <a:pt x="828513" y="53330"/>
                </a:lnTo>
                <a:lnTo>
                  <a:pt x="850211" y="56045"/>
                </a:lnTo>
                <a:lnTo>
                  <a:pt x="871890" y="58817"/>
                </a:lnTo>
                <a:lnTo>
                  <a:pt x="893569" y="61646"/>
                </a:lnTo>
                <a:lnTo>
                  <a:pt x="915238" y="64541"/>
                </a:lnTo>
                <a:lnTo>
                  <a:pt x="936908" y="67485"/>
                </a:lnTo>
                <a:lnTo>
                  <a:pt x="958558" y="70485"/>
                </a:lnTo>
                <a:lnTo>
                  <a:pt x="980208" y="73533"/>
                </a:lnTo>
                <a:lnTo>
                  <a:pt x="1001849" y="76648"/>
                </a:lnTo>
                <a:lnTo>
                  <a:pt x="1023480" y="79810"/>
                </a:lnTo>
                <a:lnTo>
                  <a:pt x="1045102" y="83029"/>
                </a:lnTo>
                <a:lnTo>
                  <a:pt x="1066724" y="86297"/>
                </a:lnTo>
                <a:lnTo>
                  <a:pt x="1088327" y="89611"/>
                </a:lnTo>
                <a:lnTo>
                  <a:pt x="1109929" y="92983"/>
                </a:lnTo>
                <a:lnTo>
                  <a:pt x="1131522" y="96403"/>
                </a:lnTo>
                <a:lnTo>
                  <a:pt x="1153106" y="99870"/>
                </a:lnTo>
                <a:lnTo>
                  <a:pt x="1174690" y="103384"/>
                </a:lnTo>
                <a:lnTo>
                  <a:pt x="1196254" y="106947"/>
                </a:lnTo>
                <a:lnTo>
                  <a:pt x="1217819" y="110566"/>
                </a:lnTo>
                <a:lnTo>
                  <a:pt x="1239374" y="114214"/>
                </a:lnTo>
                <a:lnTo>
                  <a:pt x="1260920" y="117920"/>
                </a:lnTo>
                <a:lnTo>
                  <a:pt x="1282456" y="121663"/>
                </a:lnTo>
                <a:lnTo>
                  <a:pt x="1303992" y="125444"/>
                </a:lnTo>
                <a:lnTo>
                  <a:pt x="1325518" y="129273"/>
                </a:lnTo>
                <a:lnTo>
                  <a:pt x="1347035" y="133150"/>
                </a:lnTo>
                <a:lnTo>
                  <a:pt x="1368542" y="137055"/>
                </a:lnTo>
                <a:lnTo>
                  <a:pt x="1390040" y="141008"/>
                </a:lnTo>
                <a:lnTo>
                  <a:pt x="1411538" y="144999"/>
                </a:lnTo>
                <a:lnTo>
                  <a:pt x="1433027" y="149028"/>
                </a:lnTo>
                <a:lnTo>
                  <a:pt x="1454506" y="153105"/>
                </a:lnTo>
                <a:lnTo>
                  <a:pt x="1475984" y="157191"/>
                </a:lnTo>
                <a:lnTo>
                  <a:pt x="1497444" y="161334"/>
                </a:lnTo>
                <a:lnTo>
                  <a:pt x="1518904" y="165497"/>
                </a:lnTo>
                <a:lnTo>
                  <a:pt x="1540364" y="169707"/>
                </a:lnTo>
                <a:lnTo>
                  <a:pt x="1561805" y="173946"/>
                </a:lnTo>
                <a:lnTo>
                  <a:pt x="1583255" y="178213"/>
                </a:lnTo>
                <a:lnTo>
                  <a:pt x="1604686" y="182509"/>
                </a:lnTo>
                <a:lnTo>
                  <a:pt x="1626118" y="186833"/>
                </a:lnTo>
                <a:lnTo>
                  <a:pt x="1647539" y="191195"/>
                </a:lnTo>
                <a:lnTo>
                  <a:pt x="1668961" y="195577"/>
                </a:lnTo>
                <a:lnTo>
                  <a:pt x="1690364" y="199996"/>
                </a:lnTo>
                <a:lnTo>
                  <a:pt x="1711776" y="204435"/>
                </a:lnTo>
                <a:lnTo>
                  <a:pt x="1733179" y="208902"/>
                </a:lnTo>
                <a:lnTo>
                  <a:pt x="1754572" y="213398"/>
                </a:lnTo>
                <a:lnTo>
                  <a:pt x="1775965" y="217903"/>
                </a:lnTo>
                <a:lnTo>
                  <a:pt x="1797348" y="222447"/>
                </a:lnTo>
                <a:lnTo>
                  <a:pt x="1818732" y="227000"/>
                </a:lnTo>
                <a:lnTo>
                  <a:pt x="1840106" y="231591"/>
                </a:lnTo>
                <a:lnTo>
                  <a:pt x="1861480" y="236191"/>
                </a:lnTo>
                <a:lnTo>
                  <a:pt x="1882845" y="240821"/>
                </a:lnTo>
                <a:lnTo>
                  <a:pt x="1904209" y="245459"/>
                </a:lnTo>
                <a:lnTo>
                  <a:pt x="1925564" y="250117"/>
                </a:lnTo>
                <a:lnTo>
                  <a:pt x="1946929" y="254794"/>
                </a:lnTo>
                <a:lnTo>
                  <a:pt x="1968275" y="259480"/>
                </a:lnTo>
                <a:lnTo>
                  <a:pt x="1989630" y="264195"/>
                </a:lnTo>
                <a:lnTo>
                  <a:pt x="2010975" y="268910"/>
                </a:lnTo>
                <a:lnTo>
                  <a:pt x="2032311" y="273663"/>
                </a:lnTo>
                <a:lnTo>
                  <a:pt x="2053657" y="278406"/>
                </a:lnTo>
                <a:lnTo>
                  <a:pt x="2074993" y="283159"/>
                </a:lnTo>
                <a:lnTo>
                  <a:pt x="2096329" y="287931"/>
                </a:lnTo>
                <a:lnTo>
                  <a:pt x="2117655" y="292713"/>
                </a:lnTo>
                <a:lnTo>
                  <a:pt x="2138991" y="297504"/>
                </a:lnTo>
                <a:lnTo>
                  <a:pt x="2160327" y="302295"/>
                </a:lnTo>
                <a:lnTo>
                  <a:pt x="2181644" y="307105"/>
                </a:lnTo>
                <a:lnTo>
                  <a:pt x="2202971" y="311925"/>
                </a:lnTo>
                <a:lnTo>
                  <a:pt x="2224297" y="316735"/>
                </a:lnTo>
                <a:lnTo>
                  <a:pt x="2245624" y="321554"/>
                </a:lnTo>
                <a:lnTo>
                  <a:pt x="2266940" y="326393"/>
                </a:lnTo>
                <a:lnTo>
                  <a:pt x="2288267" y="331222"/>
                </a:lnTo>
                <a:lnTo>
                  <a:pt x="2309584" y="336052"/>
                </a:lnTo>
                <a:lnTo>
                  <a:pt x="2330910" y="340890"/>
                </a:lnTo>
                <a:lnTo>
                  <a:pt x="2352227" y="345719"/>
                </a:lnTo>
                <a:lnTo>
                  <a:pt x="2373554" y="350558"/>
                </a:lnTo>
                <a:lnTo>
                  <a:pt x="2394871" y="355397"/>
                </a:lnTo>
                <a:lnTo>
                  <a:pt x="2416188" y="360226"/>
                </a:lnTo>
                <a:lnTo>
                  <a:pt x="2437514" y="365065"/>
                </a:lnTo>
                <a:lnTo>
                  <a:pt x="2458831" y="369894"/>
                </a:lnTo>
                <a:lnTo>
                  <a:pt x="2480158" y="374723"/>
                </a:lnTo>
                <a:lnTo>
                  <a:pt x="2501484" y="379543"/>
                </a:lnTo>
                <a:lnTo>
                  <a:pt x="2522801" y="384362"/>
                </a:lnTo>
                <a:lnTo>
                  <a:pt x="2544128" y="389172"/>
                </a:lnTo>
                <a:lnTo>
                  <a:pt x="2565463" y="393973"/>
                </a:lnTo>
                <a:lnTo>
                  <a:pt x="2586790" y="398764"/>
                </a:lnTo>
                <a:lnTo>
                  <a:pt x="2608116" y="403555"/>
                </a:lnTo>
                <a:lnTo>
                  <a:pt x="2629452" y="408337"/>
                </a:lnTo>
                <a:lnTo>
                  <a:pt x="2650788" y="413099"/>
                </a:lnTo>
                <a:lnTo>
                  <a:pt x="2672124" y="417852"/>
                </a:lnTo>
                <a:lnTo>
                  <a:pt x="2693470" y="422615"/>
                </a:lnTo>
                <a:lnTo>
                  <a:pt x="2714806" y="427349"/>
                </a:lnTo>
                <a:lnTo>
                  <a:pt x="2736152" y="432073"/>
                </a:lnTo>
                <a:lnTo>
                  <a:pt x="2757507" y="436778"/>
                </a:lnTo>
                <a:lnTo>
                  <a:pt x="2778852" y="441474"/>
                </a:lnTo>
                <a:lnTo>
                  <a:pt x="2800217" y="446141"/>
                </a:lnTo>
                <a:lnTo>
                  <a:pt x="2821572" y="450809"/>
                </a:lnTo>
                <a:lnTo>
                  <a:pt x="2842936" y="455457"/>
                </a:lnTo>
                <a:lnTo>
                  <a:pt x="2864301" y="460086"/>
                </a:lnTo>
                <a:lnTo>
                  <a:pt x="2885675" y="464696"/>
                </a:lnTo>
                <a:lnTo>
                  <a:pt x="2907049" y="469287"/>
                </a:lnTo>
                <a:lnTo>
                  <a:pt x="2928423" y="473859"/>
                </a:lnTo>
                <a:lnTo>
                  <a:pt x="2949807" y="478403"/>
                </a:lnTo>
                <a:lnTo>
                  <a:pt x="2971190" y="482946"/>
                </a:lnTo>
                <a:lnTo>
                  <a:pt x="2992584" y="487451"/>
                </a:lnTo>
                <a:lnTo>
                  <a:pt x="3013986" y="491947"/>
                </a:lnTo>
                <a:lnTo>
                  <a:pt x="3035389" y="496405"/>
                </a:lnTo>
                <a:lnTo>
                  <a:pt x="3056792" y="500853"/>
                </a:lnTo>
                <a:lnTo>
                  <a:pt x="3078204" y="505263"/>
                </a:lnTo>
                <a:lnTo>
                  <a:pt x="3099616" y="509654"/>
                </a:lnTo>
                <a:lnTo>
                  <a:pt x="3121038" y="514026"/>
                </a:lnTo>
                <a:lnTo>
                  <a:pt x="3142469" y="518370"/>
                </a:lnTo>
                <a:lnTo>
                  <a:pt x="3163900" y="522684"/>
                </a:lnTo>
                <a:lnTo>
                  <a:pt x="3185341" y="526971"/>
                </a:lnTo>
                <a:lnTo>
                  <a:pt x="3206782" y="531238"/>
                </a:lnTo>
                <a:lnTo>
                  <a:pt x="3228232" y="535457"/>
                </a:lnTo>
                <a:lnTo>
                  <a:pt x="3249682" y="539667"/>
                </a:lnTo>
                <a:lnTo>
                  <a:pt x="3271142" y="543830"/>
                </a:lnTo>
                <a:lnTo>
                  <a:pt x="3292602" y="547992"/>
                </a:lnTo>
                <a:lnTo>
                  <a:pt x="3314081" y="552088"/>
                </a:lnTo>
                <a:lnTo>
                  <a:pt x="3335560" y="556184"/>
                </a:lnTo>
                <a:lnTo>
                  <a:pt x="3357039" y="560232"/>
                </a:lnTo>
                <a:lnTo>
                  <a:pt x="3378527" y="564242"/>
                </a:lnTo>
                <a:lnTo>
                  <a:pt x="3400025" y="568223"/>
                </a:lnTo>
                <a:lnTo>
                  <a:pt x="3421532" y="572176"/>
                </a:lnTo>
                <a:lnTo>
                  <a:pt x="3443040" y="576091"/>
                </a:lnTo>
                <a:lnTo>
                  <a:pt x="3464557" y="579968"/>
                </a:lnTo>
                <a:lnTo>
                  <a:pt x="3486074" y="583816"/>
                </a:lnTo>
                <a:lnTo>
                  <a:pt x="3507600" y="587626"/>
                </a:lnTo>
                <a:lnTo>
                  <a:pt x="3529136" y="591398"/>
                </a:lnTo>
                <a:lnTo>
                  <a:pt x="3550672" y="595141"/>
                </a:lnTo>
                <a:lnTo>
                  <a:pt x="3572227" y="598837"/>
                </a:lnTo>
                <a:lnTo>
                  <a:pt x="3593773" y="602494"/>
                </a:lnTo>
                <a:lnTo>
                  <a:pt x="3615338" y="606123"/>
                </a:lnTo>
                <a:lnTo>
                  <a:pt x="3636902" y="609705"/>
                </a:lnTo>
                <a:lnTo>
                  <a:pt x="3658476" y="613248"/>
                </a:lnTo>
                <a:lnTo>
                  <a:pt x="3680050" y="616753"/>
                </a:lnTo>
                <a:lnTo>
                  <a:pt x="3701644" y="620220"/>
                </a:lnTo>
                <a:lnTo>
                  <a:pt x="3723237" y="623649"/>
                </a:lnTo>
                <a:lnTo>
                  <a:pt x="3744830" y="627031"/>
                </a:lnTo>
                <a:lnTo>
                  <a:pt x="3766433" y="630365"/>
                </a:lnTo>
                <a:lnTo>
                  <a:pt x="3788045" y="633670"/>
                </a:lnTo>
                <a:lnTo>
                  <a:pt x="3809667" y="636927"/>
                </a:lnTo>
                <a:lnTo>
                  <a:pt x="3831288" y="640137"/>
                </a:lnTo>
                <a:lnTo>
                  <a:pt x="3852920" y="643309"/>
                </a:lnTo>
                <a:lnTo>
                  <a:pt x="3874560" y="646433"/>
                </a:lnTo>
                <a:lnTo>
                  <a:pt x="3896201" y="649519"/>
                </a:lnTo>
                <a:lnTo>
                  <a:pt x="3917852" y="652558"/>
                </a:lnTo>
                <a:lnTo>
                  <a:pt x="3939511" y="655549"/>
                </a:lnTo>
                <a:lnTo>
                  <a:pt x="3961171" y="658501"/>
                </a:lnTo>
                <a:lnTo>
                  <a:pt x="3982841" y="661397"/>
                </a:lnTo>
                <a:lnTo>
                  <a:pt x="4004520" y="664254"/>
                </a:lnTo>
                <a:lnTo>
                  <a:pt x="4026198" y="667064"/>
                </a:lnTo>
                <a:lnTo>
                  <a:pt x="4047877" y="669827"/>
                </a:lnTo>
                <a:lnTo>
                  <a:pt x="4069575" y="672551"/>
                </a:lnTo>
                <a:lnTo>
                  <a:pt x="4091273" y="675218"/>
                </a:lnTo>
                <a:lnTo>
                  <a:pt x="4112981" y="677837"/>
                </a:lnTo>
                <a:lnTo>
                  <a:pt x="4134688" y="680409"/>
                </a:lnTo>
                <a:lnTo>
                  <a:pt x="4156405" y="682933"/>
                </a:lnTo>
                <a:lnTo>
                  <a:pt x="4178122" y="685409"/>
                </a:lnTo>
                <a:lnTo>
                  <a:pt x="4199849" y="687838"/>
                </a:lnTo>
                <a:lnTo>
                  <a:pt x="4221585" y="690220"/>
                </a:lnTo>
                <a:lnTo>
                  <a:pt x="4243321" y="692553"/>
                </a:lnTo>
                <a:lnTo>
                  <a:pt x="4265066" y="694830"/>
                </a:lnTo>
                <a:lnTo>
                  <a:pt x="4286812" y="697059"/>
                </a:lnTo>
                <a:lnTo>
                  <a:pt x="4308567" y="699240"/>
                </a:lnTo>
                <a:lnTo>
                  <a:pt x="4330322" y="701364"/>
                </a:lnTo>
                <a:lnTo>
                  <a:pt x="4352087" y="703440"/>
                </a:lnTo>
                <a:lnTo>
                  <a:pt x="4373851" y="705469"/>
                </a:lnTo>
                <a:lnTo>
                  <a:pt x="4395626" y="707441"/>
                </a:lnTo>
                <a:lnTo>
                  <a:pt x="4417409" y="709365"/>
                </a:lnTo>
                <a:lnTo>
                  <a:pt x="4439183" y="711241"/>
                </a:lnTo>
                <a:lnTo>
                  <a:pt x="4460977" y="713061"/>
                </a:lnTo>
                <a:lnTo>
                  <a:pt x="4482760" y="714832"/>
                </a:lnTo>
                <a:lnTo>
                  <a:pt x="4504553" y="716547"/>
                </a:lnTo>
                <a:lnTo>
                  <a:pt x="4526356" y="718204"/>
                </a:lnTo>
                <a:lnTo>
                  <a:pt x="4548159" y="719814"/>
                </a:lnTo>
                <a:lnTo>
                  <a:pt x="4569962" y="721376"/>
                </a:lnTo>
                <a:lnTo>
                  <a:pt x="4591774" y="722881"/>
                </a:lnTo>
                <a:lnTo>
                  <a:pt x="4613596" y="724329"/>
                </a:lnTo>
                <a:lnTo>
                  <a:pt x="4635408" y="725719"/>
                </a:lnTo>
                <a:lnTo>
                  <a:pt x="4657230" y="727062"/>
                </a:lnTo>
                <a:lnTo>
                  <a:pt x="4679051" y="728358"/>
                </a:lnTo>
                <a:lnTo>
                  <a:pt x="4700883" y="729586"/>
                </a:lnTo>
                <a:lnTo>
                  <a:pt x="4722714" y="730768"/>
                </a:lnTo>
                <a:lnTo>
                  <a:pt x="4744545" y="731901"/>
                </a:lnTo>
                <a:lnTo>
                  <a:pt x="4766377" y="732968"/>
                </a:lnTo>
                <a:lnTo>
                  <a:pt x="4788218" y="733987"/>
                </a:lnTo>
                <a:lnTo>
                  <a:pt x="4810058" y="734959"/>
                </a:lnTo>
                <a:lnTo>
                  <a:pt x="4831899" y="735863"/>
                </a:lnTo>
                <a:lnTo>
                  <a:pt x="4853750" y="736721"/>
                </a:lnTo>
                <a:lnTo>
                  <a:pt x="4875590" y="737521"/>
                </a:lnTo>
                <a:lnTo>
                  <a:pt x="4897441" y="738273"/>
                </a:lnTo>
                <a:lnTo>
                  <a:pt x="4919291" y="738969"/>
                </a:lnTo>
                <a:lnTo>
                  <a:pt x="4941151" y="739597"/>
                </a:lnTo>
                <a:lnTo>
                  <a:pt x="4963001" y="740178"/>
                </a:lnTo>
                <a:lnTo>
                  <a:pt x="4984861" y="740702"/>
                </a:lnTo>
                <a:lnTo>
                  <a:pt x="5006711" y="741169"/>
                </a:lnTo>
                <a:lnTo>
                  <a:pt x="5028571" y="741588"/>
                </a:lnTo>
                <a:lnTo>
                  <a:pt x="5050431" y="741940"/>
                </a:lnTo>
                <a:lnTo>
                  <a:pt x="5072291" y="742245"/>
                </a:lnTo>
                <a:lnTo>
                  <a:pt x="5094151" y="742502"/>
                </a:lnTo>
                <a:lnTo>
                  <a:pt x="5116011" y="742693"/>
                </a:lnTo>
                <a:lnTo>
                  <a:pt x="5137880" y="742836"/>
                </a:lnTo>
                <a:lnTo>
                  <a:pt x="5159740" y="742921"/>
                </a:lnTo>
                <a:lnTo>
                  <a:pt x="518160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8BB2CA"/>
            </a:solidFill>
            <a:prstDash val="solid"/>
          </a:ln>
        </p:spPr>
      </p:sp>
      <p:sp>
        <p:nvSpPr>
          <p:cNvPr id="3" name="merge-lane-3">
            <a:extLst xmlns:a="http://schemas.openxmlformats.org/drawingml/2006/main">
              <a:ext uri="{FF2B5EF4-FFF2-40B4-BE49-F238E27FC236}">
                <a16:creationId xmlns:a16="http://schemas.microsoft.com/office/drawing/2014/main" id="{0EA978F9-0BD9-4D05-B941-082BCCAF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190500"/>
          </a:xfrm>
          <a:custGeom xmlns:a="http://schemas.openxmlformats.org/drawingml/2006/main">
            <a:pathLst>
              <a:path w="5181600" h="190500">
                <a:moveTo>
                  <a:pt x="0" y="190500"/>
                </a:moveTo>
                <a:lnTo>
                  <a:pt x="21612" y="190481"/>
                </a:lnTo>
                <a:lnTo>
                  <a:pt x="43215" y="190462"/>
                </a:lnTo>
                <a:lnTo>
                  <a:pt x="64827" y="190405"/>
                </a:lnTo>
                <a:lnTo>
                  <a:pt x="86430" y="190338"/>
                </a:lnTo>
                <a:lnTo>
                  <a:pt x="108042" y="190243"/>
                </a:lnTo>
                <a:lnTo>
                  <a:pt x="129645" y="190138"/>
                </a:lnTo>
                <a:lnTo>
                  <a:pt x="151257" y="190014"/>
                </a:lnTo>
                <a:lnTo>
                  <a:pt x="172860" y="189871"/>
                </a:lnTo>
                <a:lnTo>
                  <a:pt x="194472" y="189700"/>
                </a:lnTo>
                <a:lnTo>
                  <a:pt x="216075" y="189519"/>
                </a:lnTo>
                <a:lnTo>
                  <a:pt x="237687" y="189319"/>
                </a:lnTo>
                <a:lnTo>
                  <a:pt x="259290" y="189090"/>
                </a:lnTo>
                <a:lnTo>
                  <a:pt x="280902" y="188862"/>
                </a:lnTo>
                <a:lnTo>
                  <a:pt x="302504" y="188595"/>
                </a:lnTo>
                <a:lnTo>
                  <a:pt x="324107" y="188319"/>
                </a:lnTo>
                <a:lnTo>
                  <a:pt x="345719" y="188014"/>
                </a:lnTo>
                <a:lnTo>
                  <a:pt x="367322" y="187709"/>
                </a:lnTo>
                <a:lnTo>
                  <a:pt x="388925" y="187366"/>
                </a:lnTo>
                <a:lnTo>
                  <a:pt x="410537" y="187023"/>
                </a:lnTo>
                <a:lnTo>
                  <a:pt x="432140" y="186652"/>
                </a:lnTo>
                <a:lnTo>
                  <a:pt x="453742" y="186261"/>
                </a:lnTo>
                <a:lnTo>
                  <a:pt x="475345" y="185861"/>
                </a:lnTo>
                <a:lnTo>
                  <a:pt x="496948" y="185433"/>
                </a:lnTo>
                <a:lnTo>
                  <a:pt x="518551" y="185004"/>
                </a:lnTo>
                <a:lnTo>
                  <a:pt x="540153" y="184537"/>
                </a:lnTo>
                <a:lnTo>
                  <a:pt x="561756" y="184061"/>
                </a:lnTo>
                <a:lnTo>
                  <a:pt x="583359" y="183566"/>
                </a:lnTo>
                <a:lnTo>
                  <a:pt x="604961" y="183061"/>
                </a:lnTo>
                <a:lnTo>
                  <a:pt x="626564" y="182537"/>
                </a:lnTo>
                <a:lnTo>
                  <a:pt x="648167" y="181994"/>
                </a:lnTo>
                <a:lnTo>
                  <a:pt x="669769" y="181432"/>
                </a:lnTo>
                <a:lnTo>
                  <a:pt x="691372" y="180851"/>
                </a:lnTo>
                <a:lnTo>
                  <a:pt x="712965" y="180270"/>
                </a:lnTo>
                <a:lnTo>
                  <a:pt x="734568" y="179651"/>
                </a:lnTo>
                <a:lnTo>
                  <a:pt x="756171" y="179032"/>
                </a:lnTo>
                <a:lnTo>
                  <a:pt x="777764" y="178384"/>
                </a:lnTo>
                <a:lnTo>
                  <a:pt x="799367" y="177737"/>
                </a:lnTo>
                <a:lnTo>
                  <a:pt x="820960" y="177060"/>
                </a:lnTo>
                <a:lnTo>
                  <a:pt x="842562" y="176374"/>
                </a:lnTo>
                <a:lnTo>
                  <a:pt x="864156" y="175670"/>
                </a:lnTo>
                <a:lnTo>
                  <a:pt x="885749" y="174955"/>
                </a:lnTo>
                <a:lnTo>
                  <a:pt x="907352" y="174222"/>
                </a:lnTo>
                <a:lnTo>
                  <a:pt x="928945" y="173469"/>
                </a:lnTo>
                <a:lnTo>
                  <a:pt x="950538" y="172717"/>
                </a:lnTo>
                <a:lnTo>
                  <a:pt x="972131" y="171936"/>
                </a:lnTo>
                <a:lnTo>
                  <a:pt x="993724" y="171145"/>
                </a:lnTo>
                <a:lnTo>
                  <a:pt x="1015317" y="170345"/>
                </a:lnTo>
                <a:lnTo>
                  <a:pt x="1036911" y="169516"/>
                </a:lnTo>
                <a:lnTo>
                  <a:pt x="1058504" y="168669"/>
                </a:lnTo>
                <a:lnTo>
                  <a:pt x="1080097" y="167831"/>
                </a:lnTo>
                <a:lnTo>
                  <a:pt x="1101681" y="166983"/>
                </a:lnTo>
                <a:lnTo>
                  <a:pt x="1123274" y="166097"/>
                </a:lnTo>
                <a:lnTo>
                  <a:pt x="1144867" y="165211"/>
                </a:lnTo>
                <a:lnTo>
                  <a:pt x="1166451" y="164325"/>
                </a:lnTo>
                <a:lnTo>
                  <a:pt x="1188044" y="163411"/>
                </a:lnTo>
                <a:lnTo>
                  <a:pt x="1209627" y="162487"/>
                </a:lnTo>
                <a:lnTo>
                  <a:pt x="1231221" y="161554"/>
                </a:lnTo>
                <a:lnTo>
                  <a:pt x="1252804" y="160620"/>
                </a:lnTo>
                <a:lnTo>
                  <a:pt x="1274397" y="159649"/>
                </a:lnTo>
                <a:lnTo>
                  <a:pt x="1295981" y="158677"/>
                </a:lnTo>
                <a:lnTo>
                  <a:pt x="1317565" y="157705"/>
                </a:lnTo>
                <a:lnTo>
                  <a:pt x="1339148" y="156715"/>
                </a:lnTo>
                <a:lnTo>
                  <a:pt x="1360732" y="155705"/>
                </a:lnTo>
                <a:lnTo>
                  <a:pt x="1382316" y="154696"/>
                </a:lnTo>
                <a:lnTo>
                  <a:pt x="1403899" y="153686"/>
                </a:lnTo>
                <a:lnTo>
                  <a:pt x="1425483" y="152638"/>
                </a:lnTo>
                <a:lnTo>
                  <a:pt x="1447067" y="151590"/>
                </a:lnTo>
                <a:lnTo>
                  <a:pt x="1468650" y="150552"/>
                </a:lnTo>
                <a:lnTo>
                  <a:pt x="1490234" y="149485"/>
                </a:lnTo>
                <a:lnTo>
                  <a:pt x="1511818" y="148409"/>
                </a:lnTo>
                <a:lnTo>
                  <a:pt x="1533392" y="147333"/>
                </a:lnTo>
                <a:lnTo>
                  <a:pt x="1554975" y="146247"/>
                </a:lnTo>
                <a:lnTo>
                  <a:pt x="1576559" y="145142"/>
                </a:lnTo>
                <a:lnTo>
                  <a:pt x="1598133" y="144028"/>
                </a:lnTo>
                <a:lnTo>
                  <a:pt x="1619717" y="142923"/>
                </a:lnTo>
                <a:lnTo>
                  <a:pt x="1641291" y="141799"/>
                </a:lnTo>
                <a:lnTo>
                  <a:pt x="1662875" y="140665"/>
                </a:lnTo>
                <a:lnTo>
                  <a:pt x="1684449" y="139522"/>
                </a:lnTo>
                <a:lnTo>
                  <a:pt x="1706032" y="138389"/>
                </a:lnTo>
                <a:lnTo>
                  <a:pt x="1727606" y="137227"/>
                </a:lnTo>
                <a:lnTo>
                  <a:pt x="1749181" y="136065"/>
                </a:lnTo>
                <a:lnTo>
                  <a:pt x="1770764" y="134903"/>
                </a:lnTo>
                <a:lnTo>
                  <a:pt x="1792338" y="133731"/>
                </a:lnTo>
                <a:lnTo>
                  <a:pt x="1813912" y="132550"/>
                </a:lnTo>
                <a:lnTo>
                  <a:pt x="1835487" y="131369"/>
                </a:lnTo>
                <a:lnTo>
                  <a:pt x="1857061" y="130178"/>
                </a:lnTo>
                <a:lnTo>
                  <a:pt x="1878635" y="128968"/>
                </a:lnTo>
                <a:lnTo>
                  <a:pt x="1900209" y="127759"/>
                </a:lnTo>
                <a:lnTo>
                  <a:pt x="1921783" y="126549"/>
                </a:lnTo>
                <a:lnTo>
                  <a:pt x="1943357" y="125339"/>
                </a:lnTo>
                <a:lnTo>
                  <a:pt x="1964931" y="124130"/>
                </a:lnTo>
                <a:lnTo>
                  <a:pt x="1986505" y="122920"/>
                </a:lnTo>
                <a:lnTo>
                  <a:pt x="2008080" y="121710"/>
                </a:lnTo>
                <a:lnTo>
                  <a:pt x="2029654" y="120482"/>
                </a:lnTo>
                <a:lnTo>
                  <a:pt x="2051228" y="119243"/>
                </a:lnTo>
                <a:lnTo>
                  <a:pt x="2072802" y="118005"/>
                </a:lnTo>
                <a:lnTo>
                  <a:pt x="2094376" y="116767"/>
                </a:lnTo>
                <a:lnTo>
                  <a:pt x="2115941" y="115529"/>
                </a:lnTo>
                <a:lnTo>
                  <a:pt x="2137515" y="114300"/>
                </a:lnTo>
                <a:lnTo>
                  <a:pt x="2159089" y="113062"/>
                </a:lnTo>
                <a:lnTo>
                  <a:pt x="2180663" y="111804"/>
                </a:lnTo>
                <a:lnTo>
                  <a:pt x="2202237" y="110557"/>
                </a:lnTo>
                <a:lnTo>
                  <a:pt x="2223802" y="109299"/>
                </a:lnTo>
                <a:lnTo>
                  <a:pt x="2245376" y="108052"/>
                </a:lnTo>
                <a:lnTo>
                  <a:pt x="2266950" y="106794"/>
                </a:lnTo>
                <a:lnTo>
                  <a:pt x="2288524" y="105547"/>
                </a:lnTo>
                <a:lnTo>
                  <a:pt x="2310089" y="104289"/>
                </a:lnTo>
                <a:lnTo>
                  <a:pt x="2331663" y="103041"/>
                </a:lnTo>
                <a:lnTo>
                  <a:pt x="2353237" y="101784"/>
                </a:lnTo>
                <a:lnTo>
                  <a:pt x="2374811" y="100536"/>
                </a:lnTo>
                <a:lnTo>
                  <a:pt x="2396376" y="99279"/>
                </a:lnTo>
                <a:lnTo>
                  <a:pt x="2417950" y="98031"/>
                </a:lnTo>
                <a:lnTo>
                  <a:pt x="2439524" y="96774"/>
                </a:lnTo>
                <a:lnTo>
                  <a:pt x="2461098" y="95526"/>
                </a:lnTo>
                <a:lnTo>
                  <a:pt x="2482663" y="94278"/>
                </a:lnTo>
                <a:lnTo>
                  <a:pt x="2504237" y="93031"/>
                </a:lnTo>
                <a:lnTo>
                  <a:pt x="2525811" y="91783"/>
                </a:lnTo>
                <a:lnTo>
                  <a:pt x="2547385" y="90535"/>
                </a:lnTo>
                <a:lnTo>
                  <a:pt x="2568950" y="89287"/>
                </a:lnTo>
                <a:lnTo>
                  <a:pt x="2590524" y="88040"/>
                </a:lnTo>
                <a:lnTo>
                  <a:pt x="2612098" y="86792"/>
                </a:lnTo>
                <a:lnTo>
                  <a:pt x="2633672" y="85563"/>
                </a:lnTo>
                <a:lnTo>
                  <a:pt x="2655246" y="84334"/>
                </a:lnTo>
                <a:lnTo>
                  <a:pt x="2676820" y="83106"/>
                </a:lnTo>
                <a:lnTo>
                  <a:pt x="2698394" y="81877"/>
                </a:lnTo>
                <a:lnTo>
                  <a:pt x="2719959" y="80648"/>
                </a:lnTo>
                <a:lnTo>
                  <a:pt x="2741533" y="79419"/>
                </a:lnTo>
                <a:lnTo>
                  <a:pt x="2763107" y="78191"/>
                </a:lnTo>
                <a:lnTo>
                  <a:pt x="2784681" y="76981"/>
                </a:lnTo>
                <a:lnTo>
                  <a:pt x="2806256" y="75771"/>
                </a:lnTo>
                <a:lnTo>
                  <a:pt x="2827830" y="74562"/>
                </a:lnTo>
                <a:lnTo>
                  <a:pt x="2849404" y="73362"/>
                </a:lnTo>
                <a:lnTo>
                  <a:pt x="2870978" y="72161"/>
                </a:lnTo>
                <a:lnTo>
                  <a:pt x="2892562" y="70971"/>
                </a:lnTo>
                <a:lnTo>
                  <a:pt x="2914136" y="69790"/>
                </a:lnTo>
                <a:lnTo>
                  <a:pt x="2935710" y="68599"/>
                </a:lnTo>
                <a:lnTo>
                  <a:pt x="2957284" y="67427"/>
                </a:lnTo>
                <a:lnTo>
                  <a:pt x="2978858" y="66265"/>
                </a:lnTo>
                <a:lnTo>
                  <a:pt x="3000442" y="65094"/>
                </a:lnTo>
                <a:lnTo>
                  <a:pt x="3022016" y="63932"/>
                </a:lnTo>
                <a:lnTo>
                  <a:pt x="3043590" y="62789"/>
                </a:lnTo>
                <a:lnTo>
                  <a:pt x="3065174" y="61646"/>
                </a:lnTo>
                <a:lnTo>
                  <a:pt x="3086748" y="60493"/>
                </a:lnTo>
                <a:lnTo>
                  <a:pt x="3108322" y="59369"/>
                </a:lnTo>
                <a:lnTo>
                  <a:pt x="3129905" y="58245"/>
                </a:lnTo>
                <a:lnTo>
                  <a:pt x="3151480" y="57121"/>
                </a:lnTo>
                <a:lnTo>
                  <a:pt x="3173063" y="56007"/>
                </a:lnTo>
                <a:lnTo>
                  <a:pt x="3194647" y="54912"/>
                </a:lnTo>
                <a:lnTo>
                  <a:pt x="3216221" y="53816"/>
                </a:lnTo>
                <a:lnTo>
                  <a:pt x="3237805" y="52721"/>
                </a:lnTo>
                <a:lnTo>
                  <a:pt x="3259388" y="51645"/>
                </a:lnTo>
                <a:lnTo>
                  <a:pt x="3280962" y="50578"/>
                </a:lnTo>
                <a:lnTo>
                  <a:pt x="3302546" y="49511"/>
                </a:lnTo>
                <a:lnTo>
                  <a:pt x="3324130" y="48454"/>
                </a:lnTo>
                <a:lnTo>
                  <a:pt x="3345713" y="47406"/>
                </a:lnTo>
                <a:lnTo>
                  <a:pt x="3367297" y="46377"/>
                </a:lnTo>
                <a:lnTo>
                  <a:pt x="3388881" y="45339"/>
                </a:lnTo>
                <a:lnTo>
                  <a:pt x="3410464" y="44310"/>
                </a:lnTo>
                <a:lnTo>
                  <a:pt x="3432048" y="43310"/>
                </a:lnTo>
                <a:lnTo>
                  <a:pt x="3453632" y="42310"/>
                </a:lnTo>
                <a:lnTo>
                  <a:pt x="3475215" y="41310"/>
                </a:lnTo>
                <a:lnTo>
                  <a:pt x="3496799" y="40319"/>
                </a:lnTo>
                <a:lnTo>
                  <a:pt x="3518392" y="39357"/>
                </a:lnTo>
                <a:lnTo>
                  <a:pt x="3539976" y="38395"/>
                </a:lnTo>
                <a:lnTo>
                  <a:pt x="3561559" y="37433"/>
                </a:lnTo>
                <a:lnTo>
                  <a:pt x="3583153" y="36481"/>
                </a:lnTo>
                <a:lnTo>
                  <a:pt x="3604736" y="35557"/>
                </a:lnTo>
                <a:lnTo>
                  <a:pt x="3626329" y="34633"/>
                </a:lnTo>
                <a:lnTo>
                  <a:pt x="3647913" y="33709"/>
                </a:lnTo>
                <a:lnTo>
                  <a:pt x="3669506" y="32804"/>
                </a:lnTo>
                <a:lnTo>
                  <a:pt x="3691090" y="31918"/>
                </a:lnTo>
                <a:lnTo>
                  <a:pt x="3712683" y="31032"/>
                </a:lnTo>
                <a:lnTo>
                  <a:pt x="3734276" y="30156"/>
                </a:lnTo>
                <a:lnTo>
                  <a:pt x="3755860" y="29299"/>
                </a:lnTo>
                <a:lnTo>
                  <a:pt x="3777453" y="28451"/>
                </a:lnTo>
                <a:lnTo>
                  <a:pt x="3799046" y="27613"/>
                </a:lnTo>
                <a:lnTo>
                  <a:pt x="3820639" y="26775"/>
                </a:lnTo>
                <a:lnTo>
                  <a:pt x="3842233" y="25956"/>
                </a:lnTo>
                <a:lnTo>
                  <a:pt x="3863826" y="25146"/>
                </a:lnTo>
                <a:lnTo>
                  <a:pt x="3885419" y="24355"/>
                </a:lnTo>
                <a:lnTo>
                  <a:pt x="3907012" y="23565"/>
                </a:lnTo>
                <a:lnTo>
                  <a:pt x="3928605" y="22803"/>
                </a:lnTo>
                <a:lnTo>
                  <a:pt x="3950198" y="22041"/>
                </a:lnTo>
                <a:lnTo>
                  <a:pt x="3971801" y="21288"/>
                </a:lnTo>
                <a:lnTo>
                  <a:pt x="3993394" y="20555"/>
                </a:lnTo>
                <a:lnTo>
                  <a:pt x="4014988" y="19831"/>
                </a:lnTo>
                <a:lnTo>
                  <a:pt x="4036581" y="19117"/>
                </a:lnTo>
                <a:lnTo>
                  <a:pt x="4058183" y="18421"/>
                </a:lnTo>
                <a:lnTo>
                  <a:pt x="4079777" y="17726"/>
                </a:lnTo>
                <a:lnTo>
                  <a:pt x="4101379" y="17059"/>
                </a:lnTo>
                <a:lnTo>
                  <a:pt x="4122972" y="16393"/>
                </a:lnTo>
                <a:lnTo>
                  <a:pt x="4144575" y="15745"/>
                </a:lnTo>
                <a:lnTo>
                  <a:pt x="4166168" y="15107"/>
                </a:lnTo>
                <a:lnTo>
                  <a:pt x="4187771" y="14478"/>
                </a:lnTo>
                <a:lnTo>
                  <a:pt x="4209364" y="13859"/>
                </a:lnTo>
                <a:lnTo>
                  <a:pt x="4230967" y="13268"/>
                </a:lnTo>
                <a:lnTo>
                  <a:pt x="4252570" y="12678"/>
                </a:lnTo>
                <a:lnTo>
                  <a:pt x="4274172" y="12106"/>
                </a:lnTo>
                <a:lnTo>
                  <a:pt x="4295765" y="11535"/>
                </a:lnTo>
                <a:lnTo>
                  <a:pt x="4317368" y="10992"/>
                </a:lnTo>
                <a:lnTo>
                  <a:pt x="4338971" y="10449"/>
                </a:lnTo>
                <a:lnTo>
                  <a:pt x="4360574" y="9935"/>
                </a:lnTo>
                <a:lnTo>
                  <a:pt x="4382176" y="9420"/>
                </a:lnTo>
                <a:lnTo>
                  <a:pt x="4403779" y="8925"/>
                </a:lnTo>
                <a:lnTo>
                  <a:pt x="4425382" y="8439"/>
                </a:lnTo>
                <a:lnTo>
                  <a:pt x="4446984" y="7963"/>
                </a:lnTo>
                <a:lnTo>
                  <a:pt x="4468587" y="7506"/>
                </a:lnTo>
                <a:lnTo>
                  <a:pt x="4490190" y="7068"/>
                </a:lnTo>
                <a:lnTo>
                  <a:pt x="4511792" y="6629"/>
                </a:lnTo>
                <a:lnTo>
                  <a:pt x="4533395" y="6210"/>
                </a:lnTo>
                <a:lnTo>
                  <a:pt x="4554998" y="5810"/>
                </a:lnTo>
                <a:lnTo>
                  <a:pt x="4576610" y="5420"/>
                </a:lnTo>
                <a:lnTo>
                  <a:pt x="4598213" y="5039"/>
                </a:lnTo>
                <a:lnTo>
                  <a:pt x="4619816" y="4677"/>
                </a:lnTo>
                <a:lnTo>
                  <a:pt x="4641418" y="4324"/>
                </a:lnTo>
                <a:lnTo>
                  <a:pt x="4663030" y="3981"/>
                </a:lnTo>
                <a:lnTo>
                  <a:pt x="4684633" y="3667"/>
                </a:lnTo>
                <a:lnTo>
                  <a:pt x="4706236" y="3353"/>
                </a:lnTo>
                <a:lnTo>
                  <a:pt x="4727848" y="3058"/>
                </a:lnTo>
                <a:lnTo>
                  <a:pt x="4749451" y="2772"/>
                </a:lnTo>
                <a:lnTo>
                  <a:pt x="4771053" y="2505"/>
                </a:lnTo>
                <a:lnTo>
                  <a:pt x="4792666" y="2248"/>
                </a:lnTo>
                <a:lnTo>
                  <a:pt x="4814268" y="2010"/>
                </a:lnTo>
                <a:lnTo>
                  <a:pt x="4835881" y="1781"/>
                </a:lnTo>
                <a:lnTo>
                  <a:pt x="4857483" y="1562"/>
                </a:lnTo>
                <a:lnTo>
                  <a:pt x="4879096" y="1362"/>
                </a:lnTo>
                <a:lnTo>
                  <a:pt x="4900698" y="1172"/>
                </a:lnTo>
                <a:lnTo>
                  <a:pt x="4922310" y="1010"/>
                </a:lnTo>
                <a:lnTo>
                  <a:pt x="4943913" y="838"/>
                </a:lnTo>
                <a:lnTo>
                  <a:pt x="4965525" y="705"/>
                </a:lnTo>
                <a:lnTo>
                  <a:pt x="4987128" y="562"/>
                </a:lnTo>
                <a:lnTo>
                  <a:pt x="5008740" y="448"/>
                </a:lnTo>
                <a:lnTo>
                  <a:pt x="5030343" y="343"/>
                </a:lnTo>
                <a:lnTo>
                  <a:pt x="5051955" y="257"/>
                </a:lnTo>
                <a:lnTo>
                  <a:pt x="5073558" y="181"/>
                </a:lnTo>
                <a:lnTo>
                  <a:pt x="5095170" y="114"/>
                </a:lnTo>
                <a:lnTo>
                  <a:pt x="5116773" y="67"/>
                </a:lnTo>
                <a:lnTo>
                  <a:pt x="5138385" y="29"/>
                </a:lnTo>
                <a:lnTo>
                  <a:pt x="5159988" y="19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699ABB"/>
            </a:solidFill>
            <a:prstDash val="solid"/>
          </a:ln>
        </p:spPr>
      </p:sp>
      <p:sp>
        <p:nvSpPr>
          <p:cNvPr id="4" name="merge-lane-4">
            <a:extLst xmlns:a="http://schemas.openxmlformats.org/drawingml/2006/main">
              <a:ext uri="{FF2B5EF4-FFF2-40B4-BE49-F238E27FC236}">
                <a16:creationId xmlns:a16="http://schemas.microsoft.com/office/drawing/2014/main" id="{6122321D-933A-44D0-AC3C-CEF13F72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1123950"/>
          </a:xfrm>
          <a:custGeom xmlns:a="http://schemas.openxmlformats.org/drawingml/2006/main">
            <a:pathLst>
              <a:path w="5181600" h="1123950">
                <a:moveTo>
                  <a:pt x="0" y="1123950"/>
                </a:moveTo>
                <a:lnTo>
                  <a:pt x="22203" y="1123883"/>
                </a:lnTo>
                <a:lnTo>
                  <a:pt x="44406" y="1123702"/>
                </a:lnTo>
                <a:lnTo>
                  <a:pt x="66618" y="1123398"/>
                </a:lnTo>
                <a:lnTo>
                  <a:pt x="88811" y="1122969"/>
                </a:lnTo>
                <a:lnTo>
                  <a:pt x="111014" y="1122426"/>
                </a:lnTo>
                <a:lnTo>
                  <a:pt x="133207" y="1121750"/>
                </a:lnTo>
                <a:lnTo>
                  <a:pt x="155400" y="1120959"/>
                </a:lnTo>
                <a:lnTo>
                  <a:pt x="177584" y="1120054"/>
                </a:lnTo>
                <a:lnTo>
                  <a:pt x="199768" y="1119026"/>
                </a:lnTo>
                <a:lnTo>
                  <a:pt x="221942" y="1117883"/>
                </a:lnTo>
                <a:lnTo>
                  <a:pt x="244116" y="1116616"/>
                </a:lnTo>
                <a:lnTo>
                  <a:pt x="266281" y="1115244"/>
                </a:lnTo>
                <a:lnTo>
                  <a:pt x="288436" y="1113749"/>
                </a:lnTo>
                <a:lnTo>
                  <a:pt x="310582" y="1112139"/>
                </a:lnTo>
                <a:lnTo>
                  <a:pt x="332718" y="1110415"/>
                </a:lnTo>
                <a:lnTo>
                  <a:pt x="354844" y="1108577"/>
                </a:lnTo>
                <a:lnTo>
                  <a:pt x="376961" y="1106624"/>
                </a:lnTo>
                <a:lnTo>
                  <a:pt x="399078" y="1104567"/>
                </a:lnTo>
                <a:lnTo>
                  <a:pt x="421176" y="1102385"/>
                </a:lnTo>
                <a:lnTo>
                  <a:pt x="443265" y="1100099"/>
                </a:lnTo>
                <a:lnTo>
                  <a:pt x="465334" y="1097709"/>
                </a:lnTo>
                <a:lnTo>
                  <a:pt x="487404" y="1095204"/>
                </a:lnTo>
                <a:lnTo>
                  <a:pt x="509454" y="1092603"/>
                </a:lnTo>
                <a:lnTo>
                  <a:pt x="531495" y="1089889"/>
                </a:lnTo>
                <a:lnTo>
                  <a:pt x="553517" y="1087069"/>
                </a:lnTo>
                <a:lnTo>
                  <a:pt x="575529" y="1084155"/>
                </a:lnTo>
                <a:lnTo>
                  <a:pt x="597532" y="1081135"/>
                </a:lnTo>
                <a:lnTo>
                  <a:pt x="619516" y="1078001"/>
                </a:lnTo>
                <a:lnTo>
                  <a:pt x="641480" y="1074772"/>
                </a:lnTo>
                <a:lnTo>
                  <a:pt x="663435" y="1071439"/>
                </a:lnTo>
                <a:lnTo>
                  <a:pt x="685381" y="1068019"/>
                </a:lnTo>
                <a:lnTo>
                  <a:pt x="707298" y="1064495"/>
                </a:lnTo>
                <a:lnTo>
                  <a:pt x="729215" y="1060885"/>
                </a:lnTo>
                <a:lnTo>
                  <a:pt x="751103" y="1057170"/>
                </a:lnTo>
                <a:lnTo>
                  <a:pt x="772982" y="1053360"/>
                </a:lnTo>
                <a:lnTo>
                  <a:pt x="794842" y="1049465"/>
                </a:lnTo>
                <a:lnTo>
                  <a:pt x="816683" y="1045464"/>
                </a:lnTo>
                <a:lnTo>
                  <a:pt x="838514" y="1041387"/>
                </a:lnTo>
                <a:lnTo>
                  <a:pt x="860327" y="1037215"/>
                </a:lnTo>
                <a:lnTo>
                  <a:pt x="882120" y="1032958"/>
                </a:lnTo>
                <a:lnTo>
                  <a:pt x="903894" y="1028624"/>
                </a:lnTo>
                <a:lnTo>
                  <a:pt x="925649" y="1024195"/>
                </a:lnTo>
                <a:lnTo>
                  <a:pt x="947395" y="1019680"/>
                </a:lnTo>
                <a:lnTo>
                  <a:pt x="969121" y="1015079"/>
                </a:lnTo>
                <a:lnTo>
                  <a:pt x="990829" y="1010402"/>
                </a:lnTo>
                <a:lnTo>
                  <a:pt x="1012517" y="1005650"/>
                </a:lnTo>
                <a:lnTo>
                  <a:pt x="1034186" y="1000811"/>
                </a:lnTo>
                <a:lnTo>
                  <a:pt x="1055846" y="995896"/>
                </a:lnTo>
                <a:lnTo>
                  <a:pt x="1077478" y="990914"/>
                </a:lnTo>
                <a:lnTo>
                  <a:pt x="1099099" y="985847"/>
                </a:lnTo>
                <a:lnTo>
                  <a:pt x="1120702" y="980713"/>
                </a:lnTo>
                <a:lnTo>
                  <a:pt x="1142286" y="975503"/>
                </a:lnTo>
                <a:lnTo>
                  <a:pt x="1163860" y="970217"/>
                </a:lnTo>
                <a:lnTo>
                  <a:pt x="1185405" y="964873"/>
                </a:lnTo>
                <a:lnTo>
                  <a:pt x="1206941" y="959453"/>
                </a:lnTo>
                <a:lnTo>
                  <a:pt x="1228458" y="953967"/>
                </a:lnTo>
                <a:lnTo>
                  <a:pt x="1249966" y="948423"/>
                </a:lnTo>
                <a:lnTo>
                  <a:pt x="1271445" y="942804"/>
                </a:lnTo>
                <a:lnTo>
                  <a:pt x="1292914" y="937127"/>
                </a:lnTo>
                <a:lnTo>
                  <a:pt x="1314364" y="931383"/>
                </a:lnTo>
                <a:lnTo>
                  <a:pt x="1335796" y="925582"/>
                </a:lnTo>
                <a:lnTo>
                  <a:pt x="1357217" y="919724"/>
                </a:lnTo>
                <a:lnTo>
                  <a:pt x="1378620" y="913809"/>
                </a:lnTo>
                <a:lnTo>
                  <a:pt x="1400013" y="907837"/>
                </a:lnTo>
                <a:lnTo>
                  <a:pt x="1421378" y="901817"/>
                </a:lnTo>
                <a:lnTo>
                  <a:pt x="1442733" y="895731"/>
                </a:lnTo>
                <a:lnTo>
                  <a:pt x="1464078" y="889597"/>
                </a:lnTo>
                <a:lnTo>
                  <a:pt x="1485405" y="883406"/>
                </a:lnTo>
                <a:lnTo>
                  <a:pt x="1506712" y="877176"/>
                </a:lnTo>
                <a:lnTo>
                  <a:pt x="1528010" y="870890"/>
                </a:lnTo>
                <a:lnTo>
                  <a:pt x="1549298" y="864565"/>
                </a:lnTo>
                <a:lnTo>
                  <a:pt x="1570568" y="858183"/>
                </a:lnTo>
                <a:lnTo>
                  <a:pt x="1591828" y="851764"/>
                </a:lnTo>
                <a:lnTo>
                  <a:pt x="1613068" y="845306"/>
                </a:lnTo>
                <a:lnTo>
                  <a:pt x="1634300" y="838791"/>
                </a:lnTo>
                <a:lnTo>
                  <a:pt x="1655521" y="832247"/>
                </a:lnTo>
                <a:lnTo>
                  <a:pt x="1676724" y="825646"/>
                </a:lnTo>
                <a:lnTo>
                  <a:pt x="1697917" y="819026"/>
                </a:lnTo>
                <a:lnTo>
                  <a:pt x="1719101" y="812359"/>
                </a:lnTo>
                <a:lnTo>
                  <a:pt x="1740275" y="805672"/>
                </a:lnTo>
                <a:lnTo>
                  <a:pt x="1761430" y="798928"/>
                </a:lnTo>
                <a:lnTo>
                  <a:pt x="1782585" y="792175"/>
                </a:lnTo>
                <a:lnTo>
                  <a:pt x="1803721" y="785365"/>
                </a:lnTo>
                <a:lnTo>
                  <a:pt x="1824847" y="778545"/>
                </a:lnTo>
                <a:lnTo>
                  <a:pt x="1845964" y="771687"/>
                </a:lnTo>
                <a:lnTo>
                  <a:pt x="1867081" y="764800"/>
                </a:lnTo>
                <a:lnTo>
                  <a:pt x="1888179" y="757895"/>
                </a:lnTo>
                <a:lnTo>
                  <a:pt x="1909277" y="750951"/>
                </a:lnTo>
                <a:lnTo>
                  <a:pt x="1930365" y="743988"/>
                </a:lnTo>
                <a:lnTo>
                  <a:pt x="1951434" y="736997"/>
                </a:lnTo>
                <a:lnTo>
                  <a:pt x="1972513" y="729996"/>
                </a:lnTo>
                <a:lnTo>
                  <a:pt x="1993573" y="722957"/>
                </a:lnTo>
                <a:lnTo>
                  <a:pt x="2014633" y="715909"/>
                </a:lnTo>
                <a:lnTo>
                  <a:pt x="2035683" y="708841"/>
                </a:lnTo>
                <a:lnTo>
                  <a:pt x="2056724" y="701754"/>
                </a:lnTo>
                <a:lnTo>
                  <a:pt x="2077764" y="694658"/>
                </a:lnTo>
                <a:lnTo>
                  <a:pt x="2098796" y="687534"/>
                </a:lnTo>
                <a:lnTo>
                  <a:pt x="2119827" y="680409"/>
                </a:lnTo>
                <a:lnTo>
                  <a:pt x="2140849" y="673265"/>
                </a:lnTo>
                <a:lnTo>
                  <a:pt x="2161870" y="666112"/>
                </a:lnTo>
                <a:lnTo>
                  <a:pt x="2182882" y="658930"/>
                </a:lnTo>
                <a:lnTo>
                  <a:pt x="2203904" y="651758"/>
                </a:lnTo>
                <a:lnTo>
                  <a:pt x="2224916" y="644576"/>
                </a:lnTo>
                <a:lnTo>
                  <a:pt x="2245919" y="637384"/>
                </a:lnTo>
                <a:lnTo>
                  <a:pt x="2266931" y="630184"/>
                </a:lnTo>
                <a:lnTo>
                  <a:pt x="2287934" y="622992"/>
                </a:lnTo>
                <a:lnTo>
                  <a:pt x="2308936" y="615791"/>
                </a:lnTo>
                <a:lnTo>
                  <a:pt x="2329948" y="608581"/>
                </a:lnTo>
                <a:lnTo>
                  <a:pt x="2350951" y="601380"/>
                </a:lnTo>
                <a:lnTo>
                  <a:pt x="2371954" y="594170"/>
                </a:lnTo>
                <a:lnTo>
                  <a:pt x="2392956" y="586959"/>
                </a:lnTo>
                <a:lnTo>
                  <a:pt x="2413959" y="579758"/>
                </a:lnTo>
                <a:lnTo>
                  <a:pt x="2434961" y="572548"/>
                </a:lnTo>
                <a:lnTo>
                  <a:pt x="2455964" y="565347"/>
                </a:lnTo>
                <a:lnTo>
                  <a:pt x="2476976" y="558146"/>
                </a:lnTo>
                <a:lnTo>
                  <a:pt x="2497988" y="550964"/>
                </a:lnTo>
                <a:lnTo>
                  <a:pt x="2519001" y="543782"/>
                </a:lnTo>
                <a:lnTo>
                  <a:pt x="2540013" y="536600"/>
                </a:lnTo>
                <a:lnTo>
                  <a:pt x="2561025" y="529438"/>
                </a:lnTo>
                <a:lnTo>
                  <a:pt x="2582047" y="522284"/>
                </a:lnTo>
                <a:lnTo>
                  <a:pt x="2603078" y="515141"/>
                </a:lnTo>
                <a:lnTo>
                  <a:pt x="2624099" y="508006"/>
                </a:lnTo>
                <a:lnTo>
                  <a:pt x="2645140" y="500901"/>
                </a:lnTo>
                <a:lnTo>
                  <a:pt x="2666181" y="493795"/>
                </a:lnTo>
                <a:lnTo>
                  <a:pt x="2687222" y="486708"/>
                </a:lnTo>
                <a:lnTo>
                  <a:pt x="2708272" y="479641"/>
                </a:lnTo>
                <a:lnTo>
                  <a:pt x="2729332" y="472592"/>
                </a:lnTo>
                <a:lnTo>
                  <a:pt x="2750391" y="465553"/>
                </a:lnTo>
                <a:lnTo>
                  <a:pt x="2771461" y="458543"/>
                </a:lnTo>
                <a:lnTo>
                  <a:pt x="2792540" y="451552"/>
                </a:lnTo>
                <a:lnTo>
                  <a:pt x="2813618" y="444570"/>
                </a:lnTo>
                <a:lnTo>
                  <a:pt x="2834707" y="437636"/>
                </a:lnTo>
                <a:lnTo>
                  <a:pt x="2855805" y="430701"/>
                </a:lnTo>
                <a:lnTo>
                  <a:pt x="2876912" y="423805"/>
                </a:lnTo>
                <a:lnTo>
                  <a:pt x="2898029" y="416928"/>
                </a:lnTo>
                <a:lnTo>
                  <a:pt x="2919155" y="410089"/>
                </a:lnTo>
                <a:lnTo>
                  <a:pt x="2940282" y="403269"/>
                </a:lnTo>
                <a:lnTo>
                  <a:pt x="2961427" y="396478"/>
                </a:lnTo>
                <a:lnTo>
                  <a:pt x="2982573" y="389715"/>
                </a:lnTo>
                <a:lnTo>
                  <a:pt x="3003737" y="382981"/>
                </a:lnTo>
                <a:lnTo>
                  <a:pt x="3024911" y="376285"/>
                </a:lnTo>
                <a:lnTo>
                  <a:pt x="3046085" y="369608"/>
                </a:lnTo>
                <a:lnTo>
                  <a:pt x="3067279" y="362969"/>
                </a:lnTo>
                <a:lnTo>
                  <a:pt x="3088481" y="356368"/>
                </a:lnTo>
                <a:lnTo>
                  <a:pt x="3109693" y="349806"/>
                </a:lnTo>
                <a:lnTo>
                  <a:pt x="3130915" y="343281"/>
                </a:lnTo>
                <a:lnTo>
                  <a:pt x="3152156" y="336785"/>
                </a:lnTo>
                <a:lnTo>
                  <a:pt x="3173397" y="330337"/>
                </a:lnTo>
                <a:lnTo>
                  <a:pt x="3194656" y="323917"/>
                </a:lnTo>
                <a:lnTo>
                  <a:pt x="3215926" y="317544"/>
                </a:lnTo>
                <a:lnTo>
                  <a:pt x="3237214" y="311210"/>
                </a:lnTo>
                <a:lnTo>
                  <a:pt x="3258503" y="304924"/>
                </a:lnTo>
                <a:lnTo>
                  <a:pt x="3279819" y="298675"/>
                </a:lnTo>
                <a:lnTo>
                  <a:pt x="3301136" y="292465"/>
                </a:lnTo>
                <a:lnTo>
                  <a:pt x="3322472" y="286302"/>
                </a:lnTo>
                <a:lnTo>
                  <a:pt x="3343818" y="280187"/>
                </a:lnTo>
                <a:lnTo>
                  <a:pt x="3365173" y="274120"/>
                </a:lnTo>
                <a:lnTo>
                  <a:pt x="3386547" y="268100"/>
                </a:lnTo>
                <a:lnTo>
                  <a:pt x="3407931" y="262118"/>
                </a:lnTo>
                <a:lnTo>
                  <a:pt x="3429333" y="256194"/>
                </a:lnTo>
                <a:lnTo>
                  <a:pt x="3450746" y="250317"/>
                </a:lnTo>
                <a:lnTo>
                  <a:pt x="3472177" y="244488"/>
                </a:lnTo>
                <a:lnTo>
                  <a:pt x="3493618" y="238706"/>
                </a:lnTo>
                <a:lnTo>
                  <a:pt x="3515068" y="232982"/>
                </a:lnTo>
                <a:lnTo>
                  <a:pt x="3536537" y="227314"/>
                </a:lnTo>
                <a:lnTo>
                  <a:pt x="3558026" y="221694"/>
                </a:lnTo>
                <a:lnTo>
                  <a:pt x="3579524" y="216132"/>
                </a:lnTo>
                <a:lnTo>
                  <a:pt x="3601031" y="210626"/>
                </a:lnTo>
                <a:lnTo>
                  <a:pt x="3622558" y="205178"/>
                </a:lnTo>
                <a:lnTo>
                  <a:pt x="3644094" y="199777"/>
                </a:lnTo>
                <a:lnTo>
                  <a:pt x="3665649" y="194443"/>
                </a:lnTo>
                <a:lnTo>
                  <a:pt x="3687223" y="189167"/>
                </a:lnTo>
                <a:lnTo>
                  <a:pt x="3708806" y="183947"/>
                </a:lnTo>
                <a:lnTo>
                  <a:pt x="3730400" y="178784"/>
                </a:lnTo>
                <a:lnTo>
                  <a:pt x="3752012" y="173688"/>
                </a:lnTo>
                <a:lnTo>
                  <a:pt x="3773643" y="168650"/>
                </a:lnTo>
                <a:lnTo>
                  <a:pt x="3795284" y="163678"/>
                </a:lnTo>
                <a:lnTo>
                  <a:pt x="3816934" y="158763"/>
                </a:lnTo>
                <a:lnTo>
                  <a:pt x="3838604" y="153914"/>
                </a:lnTo>
                <a:lnTo>
                  <a:pt x="3860292" y="149123"/>
                </a:lnTo>
                <a:lnTo>
                  <a:pt x="3881990" y="144409"/>
                </a:lnTo>
                <a:lnTo>
                  <a:pt x="3903697" y="139751"/>
                </a:lnTo>
                <a:lnTo>
                  <a:pt x="3925424" y="135160"/>
                </a:lnTo>
                <a:lnTo>
                  <a:pt x="3947170" y="130635"/>
                </a:lnTo>
                <a:lnTo>
                  <a:pt x="3968925" y="126187"/>
                </a:lnTo>
                <a:lnTo>
                  <a:pt x="3990689" y="121796"/>
                </a:lnTo>
                <a:lnTo>
                  <a:pt x="4012473" y="117481"/>
                </a:lnTo>
                <a:lnTo>
                  <a:pt x="4034266" y="113233"/>
                </a:lnTo>
                <a:lnTo>
                  <a:pt x="4056078" y="109052"/>
                </a:lnTo>
                <a:lnTo>
                  <a:pt x="4077900" y="104946"/>
                </a:lnTo>
                <a:lnTo>
                  <a:pt x="4099731" y="100917"/>
                </a:lnTo>
                <a:lnTo>
                  <a:pt x="4121582" y="96945"/>
                </a:lnTo>
                <a:lnTo>
                  <a:pt x="4143442" y="93059"/>
                </a:lnTo>
                <a:lnTo>
                  <a:pt x="4165321" y="89240"/>
                </a:lnTo>
                <a:lnTo>
                  <a:pt x="4187209" y="85496"/>
                </a:lnTo>
                <a:lnTo>
                  <a:pt x="4209107" y="81829"/>
                </a:lnTo>
                <a:lnTo>
                  <a:pt x="4231015" y="78229"/>
                </a:lnTo>
                <a:lnTo>
                  <a:pt x="4252941" y="74714"/>
                </a:lnTo>
                <a:lnTo>
                  <a:pt x="4274877" y="71266"/>
                </a:lnTo>
                <a:lnTo>
                  <a:pt x="4296823" y="67904"/>
                </a:lnTo>
                <a:lnTo>
                  <a:pt x="4318787" y="64608"/>
                </a:lnTo>
                <a:lnTo>
                  <a:pt x="4340762" y="61398"/>
                </a:lnTo>
                <a:lnTo>
                  <a:pt x="4362745" y="58255"/>
                </a:lnTo>
                <a:lnTo>
                  <a:pt x="4384739" y="55197"/>
                </a:lnTo>
                <a:lnTo>
                  <a:pt x="4406741" y="52226"/>
                </a:lnTo>
                <a:lnTo>
                  <a:pt x="4428754" y="49320"/>
                </a:lnTo>
                <a:lnTo>
                  <a:pt x="4450785" y="46501"/>
                </a:lnTo>
                <a:lnTo>
                  <a:pt x="4472816" y="43758"/>
                </a:lnTo>
                <a:lnTo>
                  <a:pt x="4494867" y="41100"/>
                </a:lnTo>
                <a:lnTo>
                  <a:pt x="4516917" y="38519"/>
                </a:lnTo>
                <a:lnTo>
                  <a:pt x="4538977" y="36024"/>
                </a:lnTo>
                <a:lnTo>
                  <a:pt x="4561056" y="33604"/>
                </a:lnTo>
                <a:lnTo>
                  <a:pt x="4583135" y="31261"/>
                </a:lnTo>
                <a:lnTo>
                  <a:pt x="4605223" y="29013"/>
                </a:lnTo>
                <a:lnTo>
                  <a:pt x="4627331" y="26841"/>
                </a:lnTo>
                <a:lnTo>
                  <a:pt x="4649438" y="24746"/>
                </a:lnTo>
                <a:lnTo>
                  <a:pt x="4671546" y="22746"/>
                </a:lnTo>
                <a:lnTo>
                  <a:pt x="4693672" y="20822"/>
                </a:lnTo>
                <a:lnTo>
                  <a:pt x="4715799" y="18983"/>
                </a:lnTo>
                <a:lnTo>
                  <a:pt x="4737935" y="17221"/>
                </a:lnTo>
                <a:lnTo>
                  <a:pt x="4760081" y="15554"/>
                </a:lnTo>
                <a:lnTo>
                  <a:pt x="4782226" y="13964"/>
                </a:lnTo>
                <a:lnTo>
                  <a:pt x="4804381" y="12459"/>
                </a:lnTo>
                <a:lnTo>
                  <a:pt x="4826537" y="11039"/>
                </a:lnTo>
                <a:lnTo>
                  <a:pt x="4848711" y="9706"/>
                </a:lnTo>
                <a:lnTo>
                  <a:pt x="4870875" y="8458"/>
                </a:lnTo>
                <a:lnTo>
                  <a:pt x="4893050" y="7296"/>
                </a:lnTo>
                <a:lnTo>
                  <a:pt x="4915233" y="6220"/>
                </a:lnTo>
                <a:lnTo>
                  <a:pt x="4937417" y="5229"/>
                </a:lnTo>
                <a:lnTo>
                  <a:pt x="4959601" y="4324"/>
                </a:lnTo>
                <a:lnTo>
                  <a:pt x="4981794" y="3505"/>
                </a:lnTo>
                <a:lnTo>
                  <a:pt x="5003987" y="2772"/>
                </a:lnTo>
                <a:lnTo>
                  <a:pt x="5026181" y="2115"/>
                </a:lnTo>
                <a:lnTo>
                  <a:pt x="5048383" y="1553"/>
                </a:lnTo>
                <a:lnTo>
                  <a:pt x="5070577" y="1086"/>
                </a:lnTo>
                <a:lnTo>
                  <a:pt x="5092779" y="695"/>
                </a:lnTo>
                <a:lnTo>
                  <a:pt x="5114982" y="391"/>
                </a:lnTo>
                <a:lnTo>
                  <a:pt x="5137185" y="171"/>
                </a:lnTo>
                <a:lnTo>
                  <a:pt x="5159397" y="48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4D80A7"/>
            </a:solidFill>
            <a:prstDash val="solid"/>
          </a:ln>
        </p:spPr>
      </p:sp>
      <p:sp>
        <p:nvSpPr>
          <p:cNvPr id="5" name="merge-lane-5">
            <a:extLst xmlns:a="http://schemas.openxmlformats.org/drawingml/2006/main">
              <a:ext uri="{FF2B5EF4-FFF2-40B4-BE49-F238E27FC236}">
                <a16:creationId xmlns:a16="http://schemas.microsoft.com/office/drawing/2014/main" id="{7FEA31A4-1ABA-4027-BF65-8F27A4B9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2057400"/>
          </a:xfrm>
          <a:custGeom xmlns:a="http://schemas.openxmlformats.org/drawingml/2006/main">
            <a:pathLst>
              <a:path w="5181600" h="2057400">
                <a:moveTo>
                  <a:pt x="0" y="2057400"/>
                </a:moveTo>
                <a:lnTo>
                  <a:pt x="23565" y="2057267"/>
                </a:lnTo>
                <a:lnTo>
                  <a:pt x="47120" y="2056886"/>
                </a:lnTo>
                <a:lnTo>
                  <a:pt x="70676" y="2056267"/>
                </a:lnTo>
                <a:lnTo>
                  <a:pt x="94221" y="2055381"/>
                </a:lnTo>
                <a:lnTo>
                  <a:pt x="117758" y="2054247"/>
                </a:lnTo>
                <a:lnTo>
                  <a:pt x="141275" y="2052876"/>
                </a:lnTo>
                <a:lnTo>
                  <a:pt x="164783" y="2051256"/>
                </a:lnTo>
                <a:lnTo>
                  <a:pt x="188271" y="2049389"/>
                </a:lnTo>
                <a:lnTo>
                  <a:pt x="211741" y="2047284"/>
                </a:lnTo>
                <a:lnTo>
                  <a:pt x="235182" y="2044941"/>
                </a:lnTo>
                <a:lnTo>
                  <a:pt x="258604" y="2042350"/>
                </a:lnTo>
                <a:lnTo>
                  <a:pt x="281997" y="2039541"/>
                </a:lnTo>
                <a:lnTo>
                  <a:pt x="305362" y="2036483"/>
                </a:lnTo>
                <a:lnTo>
                  <a:pt x="328698" y="2033207"/>
                </a:lnTo>
                <a:lnTo>
                  <a:pt x="351996" y="2029701"/>
                </a:lnTo>
                <a:lnTo>
                  <a:pt x="375256" y="2025968"/>
                </a:lnTo>
                <a:lnTo>
                  <a:pt x="398488" y="2022015"/>
                </a:lnTo>
                <a:lnTo>
                  <a:pt x="421681" y="2017843"/>
                </a:lnTo>
                <a:lnTo>
                  <a:pt x="444827" y="2013452"/>
                </a:lnTo>
                <a:lnTo>
                  <a:pt x="467935" y="2008851"/>
                </a:lnTo>
                <a:lnTo>
                  <a:pt x="491004" y="2004031"/>
                </a:lnTo>
                <a:lnTo>
                  <a:pt x="514017" y="1999012"/>
                </a:lnTo>
                <a:lnTo>
                  <a:pt x="537000" y="1993792"/>
                </a:lnTo>
                <a:lnTo>
                  <a:pt x="559927" y="1988363"/>
                </a:lnTo>
                <a:lnTo>
                  <a:pt x="582806" y="1982743"/>
                </a:lnTo>
                <a:lnTo>
                  <a:pt x="605638" y="1976933"/>
                </a:lnTo>
                <a:lnTo>
                  <a:pt x="628421" y="1970923"/>
                </a:lnTo>
                <a:lnTo>
                  <a:pt x="651158" y="1964731"/>
                </a:lnTo>
                <a:lnTo>
                  <a:pt x="673846" y="1958350"/>
                </a:lnTo>
                <a:lnTo>
                  <a:pt x="696468" y="1951787"/>
                </a:lnTo>
                <a:lnTo>
                  <a:pt x="719052" y="1945053"/>
                </a:lnTo>
                <a:lnTo>
                  <a:pt x="741578" y="1938147"/>
                </a:lnTo>
                <a:lnTo>
                  <a:pt x="764048" y="1931060"/>
                </a:lnTo>
                <a:lnTo>
                  <a:pt x="786470" y="1923812"/>
                </a:lnTo>
                <a:lnTo>
                  <a:pt x="808834" y="1916401"/>
                </a:lnTo>
                <a:lnTo>
                  <a:pt x="831142" y="1908820"/>
                </a:lnTo>
                <a:lnTo>
                  <a:pt x="853402" y="1901085"/>
                </a:lnTo>
                <a:lnTo>
                  <a:pt x="875605" y="1893199"/>
                </a:lnTo>
                <a:lnTo>
                  <a:pt x="897750" y="1885159"/>
                </a:lnTo>
                <a:lnTo>
                  <a:pt x="919848" y="1876968"/>
                </a:lnTo>
                <a:lnTo>
                  <a:pt x="941889" y="1868643"/>
                </a:lnTo>
                <a:lnTo>
                  <a:pt x="963873" y="1860166"/>
                </a:lnTo>
                <a:lnTo>
                  <a:pt x="985809" y="1851555"/>
                </a:lnTo>
                <a:lnTo>
                  <a:pt x="1007678" y="1842811"/>
                </a:lnTo>
                <a:lnTo>
                  <a:pt x="1029510" y="1833924"/>
                </a:lnTo>
                <a:lnTo>
                  <a:pt x="1051284" y="1824914"/>
                </a:lnTo>
                <a:lnTo>
                  <a:pt x="1073001" y="1815779"/>
                </a:lnTo>
                <a:lnTo>
                  <a:pt x="1094661" y="1806521"/>
                </a:lnTo>
                <a:lnTo>
                  <a:pt x="1116282" y="1797139"/>
                </a:lnTo>
                <a:lnTo>
                  <a:pt x="1137847" y="1787642"/>
                </a:lnTo>
                <a:lnTo>
                  <a:pt x="1159354" y="1778032"/>
                </a:lnTo>
                <a:lnTo>
                  <a:pt x="1180814" y="1768307"/>
                </a:lnTo>
                <a:lnTo>
                  <a:pt x="1202226" y="1758477"/>
                </a:lnTo>
                <a:lnTo>
                  <a:pt x="1223591" y="1748523"/>
                </a:lnTo>
                <a:lnTo>
                  <a:pt x="1244908" y="1738484"/>
                </a:lnTo>
                <a:lnTo>
                  <a:pt x="1266168" y="1728340"/>
                </a:lnTo>
                <a:lnTo>
                  <a:pt x="1287389" y="1718100"/>
                </a:lnTo>
                <a:lnTo>
                  <a:pt x="1308564" y="1707766"/>
                </a:lnTo>
                <a:lnTo>
                  <a:pt x="1329690" y="1697326"/>
                </a:lnTo>
                <a:lnTo>
                  <a:pt x="1350769" y="1686801"/>
                </a:lnTo>
                <a:lnTo>
                  <a:pt x="1371810" y="1676190"/>
                </a:lnTo>
                <a:lnTo>
                  <a:pt x="1392803" y="1665494"/>
                </a:lnTo>
                <a:lnTo>
                  <a:pt x="1413758" y="1654721"/>
                </a:lnTo>
                <a:lnTo>
                  <a:pt x="1434665" y="1643853"/>
                </a:lnTo>
                <a:lnTo>
                  <a:pt x="1455534" y="1632918"/>
                </a:lnTo>
                <a:lnTo>
                  <a:pt x="1476365" y="1621907"/>
                </a:lnTo>
                <a:lnTo>
                  <a:pt x="1497159" y="1610820"/>
                </a:lnTo>
                <a:lnTo>
                  <a:pt x="1517904" y="1599648"/>
                </a:lnTo>
                <a:lnTo>
                  <a:pt x="1538611" y="1588418"/>
                </a:lnTo>
                <a:lnTo>
                  <a:pt x="1559290" y="1577111"/>
                </a:lnTo>
                <a:lnTo>
                  <a:pt x="1579931" y="1565748"/>
                </a:lnTo>
                <a:lnTo>
                  <a:pt x="1600533" y="1554318"/>
                </a:lnTo>
                <a:lnTo>
                  <a:pt x="1621107" y="1542831"/>
                </a:lnTo>
                <a:lnTo>
                  <a:pt x="1641643" y="1531277"/>
                </a:lnTo>
                <a:lnTo>
                  <a:pt x="1662151" y="1519676"/>
                </a:lnTo>
                <a:lnTo>
                  <a:pt x="1682620" y="1508008"/>
                </a:lnTo>
                <a:lnTo>
                  <a:pt x="1703070" y="1496292"/>
                </a:lnTo>
                <a:lnTo>
                  <a:pt x="1723482" y="1484528"/>
                </a:lnTo>
                <a:lnTo>
                  <a:pt x="1743866" y="1472708"/>
                </a:lnTo>
                <a:lnTo>
                  <a:pt x="1764221" y="1460840"/>
                </a:lnTo>
                <a:lnTo>
                  <a:pt x="1784547" y="1448933"/>
                </a:lnTo>
                <a:lnTo>
                  <a:pt x="1804854" y="1436980"/>
                </a:lnTo>
                <a:lnTo>
                  <a:pt x="1825133" y="1424978"/>
                </a:lnTo>
                <a:lnTo>
                  <a:pt x="1845383" y="1412939"/>
                </a:lnTo>
                <a:lnTo>
                  <a:pt x="1865614" y="1400861"/>
                </a:lnTo>
                <a:lnTo>
                  <a:pt x="1885826" y="1388745"/>
                </a:lnTo>
                <a:lnTo>
                  <a:pt x="1906019" y="1376601"/>
                </a:lnTo>
                <a:lnTo>
                  <a:pt x="1926184" y="1364409"/>
                </a:lnTo>
                <a:lnTo>
                  <a:pt x="1946329" y="1352188"/>
                </a:lnTo>
                <a:lnTo>
                  <a:pt x="1966455" y="1339948"/>
                </a:lnTo>
                <a:lnTo>
                  <a:pt x="1986563" y="1327661"/>
                </a:lnTo>
                <a:lnTo>
                  <a:pt x="2006670" y="1315374"/>
                </a:lnTo>
                <a:lnTo>
                  <a:pt x="2026739" y="1303039"/>
                </a:lnTo>
                <a:lnTo>
                  <a:pt x="2046818" y="1290695"/>
                </a:lnTo>
                <a:lnTo>
                  <a:pt x="2066858" y="1278312"/>
                </a:lnTo>
                <a:lnTo>
                  <a:pt x="2086899" y="1265920"/>
                </a:lnTo>
                <a:lnTo>
                  <a:pt x="2106920" y="1253500"/>
                </a:lnTo>
                <a:lnTo>
                  <a:pt x="2126942" y="1241069"/>
                </a:lnTo>
                <a:lnTo>
                  <a:pt x="2146945" y="1228620"/>
                </a:lnTo>
                <a:lnTo>
                  <a:pt x="2166938" y="1216152"/>
                </a:lnTo>
                <a:lnTo>
                  <a:pt x="2186930" y="1203674"/>
                </a:lnTo>
                <a:lnTo>
                  <a:pt x="2206904" y="1191187"/>
                </a:lnTo>
                <a:lnTo>
                  <a:pt x="2226878" y="1178681"/>
                </a:lnTo>
                <a:lnTo>
                  <a:pt x="2246843" y="1166165"/>
                </a:lnTo>
                <a:lnTo>
                  <a:pt x="2266798" y="1153649"/>
                </a:lnTo>
                <a:lnTo>
                  <a:pt x="2286762" y="1141124"/>
                </a:lnTo>
                <a:lnTo>
                  <a:pt x="2306717" y="1128598"/>
                </a:lnTo>
                <a:lnTo>
                  <a:pt x="2326672" y="1116063"/>
                </a:lnTo>
                <a:lnTo>
                  <a:pt x="2346627" y="1103528"/>
                </a:lnTo>
                <a:lnTo>
                  <a:pt x="2366572" y="1090994"/>
                </a:lnTo>
                <a:lnTo>
                  <a:pt x="2386527" y="1078459"/>
                </a:lnTo>
                <a:lnTo>
                  <a:pt x="2406482" y="1065933"/>
                </a:lnTo>
                <a:lnTo>
                  <a:pt x="2426437" y="1053398"/>
                </a:lnTo>
                <a:lnTo>
                  <a:pt x="2446391" y="1040873"/>
                </a:lnTo>
                <a:lnTo>
                  <a:pt x="2466346" y="1028348"/>
                </a:lnTo>
                <a:lnTo>
                  <a:pt x="2486320" y="1015851"/>
                </a:lnTo>
                <a:lnTo>
                  <a:pt x="2506294" y="1003354"/>
                </a:lnTo>
                <a:lnTo>
                  <a:pt x="2526268" y="990848"/>
                </a:lnTo>
                <a:lnTo>
                  <a:pt x="2546252" y="978360"/>
                </a:lnTo>
                <a:lnTo>
                  <a:pt x="2566245" y="965892"/>
                </a:lnTo>
                <a:lnTo>
                  <a:pt x="2586238" y="953433"/>
                </a:lnTo>
                <a:lnTo>
                  <a:pt x="2606259" y="941003"/>
                </a:lnTo>
                <a:lnTo>
                  <a:pt x="2626271" y="928573"/>
                </a:lnTo>
                <a:lnTo>
                  <a:pt x="2646312" y="916172"/>
                </a:lnTo>
                <a:lnTo>
                  <a:pt x="2666352" y="903789"/>
                </a:lnTo>
                <a:lnTo>
                  <a:pt x="2686412" y="891426"/>
                </a:lnTo>
                <a:lnTo>
                  <a:pt x="2706481" y="879081"/>
                </a:lnTo>
                <a:lnTo>
                  <a:pt x="2726569" y="866765"/>
                </a:lnTo>
                <a:lnTo>
                  <a:pt x="2746677" y="854478"/>
                </a:lnTo>
                <a:lnTo>
                  <a:pt x="2766793" y="842210"/>
                </a:lnTo>
                <a:lnTo>
                  <a:pt x="2786929" y="829970"/>
                </a:lnTo>
                <a:lnTo>
                  <a:pt x="2807075" y="817759"/>
                </a:lnTo>
                <a:lnTo>
                  <a:pt x="2827249" y="805577"/>
                </a:lnTo>
                <a:lnTo>
                  <a:pt x="2847432" y="793423"/>
                </a:lnTo>
                <a:lnTo>
                  <a:pt x="2867644" y="781307"/>
                </a:lnTo>
                <a:lnTo>
                  <a:pt x="2887875" y="769229"/>
                </a:lnTo>
                <a:lnTo>
                  <a:pt x="2908125" y="757190"/>
                </a:lnTo>
                <a:lnTo>
                  <a:pt x="2928395" y="745179"/>
                </a:lnTo>
                <a:lnTo>
                  <a:pt x="2948692" y="733215"/>
                </a:lnTo>
                <a:lnTo>
                  <a:pt x="2969019" y="721281"/>
                </a:lnTo>
                <a:lnTo>
                  <a:pt x="2989364" y="709403"/>
                </a:lnTo>
                <a:lnTo>
                  <a:pt x="3009729" y="697554"/>
                </a:lnTo>
                <a:lnTo>
                  <a:pt x="3030122" y="685752"/>
                </a:lnTo>
                <a:lnTo>
                  <a:pt x="3050543" y="673999"/>
                </a:lnTo>
                <a:lnTo>
                  <a:pt x="3070993" y="662292"/>
                </a:lnTo>
                <a:lnTo>
                  <a:pt x="3091472" y="650643"/>
                </a:lnTo>
                <a:lnTo>
                  <a:pt x="3111979" y="639032"/>
                </a:lnTo>
                <a:lnTo>
                  <a:pt x="3132515" y="627478"/>
                </a:lnTo>
                <a:lnTo>
                  <a:pt x="3153080" y="615972"/>
                </a:lnTo>
                <a:lnTo>
                  <a:pt x="3173673" y="604533"/>
                </a:lnTo>
                <a:lnTo>
                  <a:pt x="3194294" y="593141"/>
                </a:lnTo>
                <a:lnTo>
                  <a:pt x="3214954" y="581806"/>
                </a:lnTo>
                <a:lnTo>
                  <a:pt x="3235643" y="570528"/>
                </a:lnTo>
                <a:lnTo>
                  <a:pt x="3256369" y="559318"/>
                </a:lnTo>
                <a:lnTo>
                  <a:pt x="3277124" y="548164"/>
                </a:lnTo>
                <a:lnTo>
                  <a:pt x="3297917" y="537077"/>
                </a:lnTo>
                <a:lnTo>
                  <a:pt x="3318739" y="526056"/>
                </a:lnTo>
                <a:lnTo>
                  <a:pt x="3339598" y="515093"/>
                </a:lnTo>
                <a:lnTo>
                  <a:pt x="3360496" y="504206"/>
                </a:lnTo>
                <a:lnTo>
                  <a:pt x="3381423" y="493385"/>
                </a:lnTo>
                <a:lnTo>
                  <a:pt x="3402397" y="482641"/>
                </a:lnTo>
                <a:lnTo>
                  <a:pt x="3423399" y="471964"/>
                </a:lnTo>
                <a:lnTo>
                  <a:pt x="3444440" y="461362"/>
                </a:lnTo>
                <a:lnTo>
                  <a:pt x="3465519" y="450837"/>
                </a:lnTo>
                <a:lnTo>
                  <a:pt x="3486645" y="440398"/>
                </a:lnTo>
                <a:lnTo>
                  <a:pt x="3507800" y="430025"/>
                </a:lnTo>
                <a:lnTo>
                  <a:pt x="3529003" y="419738"/>
                </a:lnTo>
                <a:lnTo>
                  <a:pt x="3550234" y="409537"/>
                </a:lnTo>
                <a:lnTo>
                  <a:pt x="3571513" y="399421"/>
                </a:lnTo>
                <a:lnTo>
                  <a:pt x="3592840" y="389382"/>
                </a:lnTo>
                <a:lnTo>
                  <a:pt x="3614195" y="379438"/>
                </a:lnTo>
                <a:lnTo>
                  <a:pt x="3635597" y="369580"/>
                </a:lnTo>
                <a:lnTo>
                  <a:pt x="3657038" y="359816"/>
                </a:lnTo>
                <a:lnTo>
                  <a:pt x="3678526" y="350149"/>
                </a:lnTo>
                <a:lnTo>
                  <a:pt x="3700053" y="340566"/>
                </a:lnTo>
                <a:lnTo>
                  <a:pt x="3721627" y="331079"/>
                </a:lnTo>
                <a:lnTo>
                  <a:pt x="3743239" y="321697"/>
                </a:lnTo>
                <a:lnTo>
                  <a:pt x="3764890" y="312420"/>
                </a:lnTo>
                <a:lnTo>
                  <a:pt x="3786597" y="303238"/>
                </a:lnTo>
                <a:lnTo>
                  <a:pt x="3808333" y="294161"/>
                </a:lnTo>
                <a:lnTo>
                  <a:pt x="3830126" y="285179"/>
                </a:lnTo>
                <a:lnTo>
                  <a:pt x="3851958" y="276311"/>
                </a:lnTo>
                <a:lnTo>
                  <a:pt x="3873827" y="267557"/>
                </a:lnTo>
                <a:lnTo>
                  <a:pt x="3895744" y="258909"/>
                </a:lnTo>
                <a:lnTo>
                  <a:pt x="3917709" y="250374"/>
                </a:lnTo>
                <a:lnTo>
                  <a:pt x="3939711" y="241945"/>
                </a:lnTo>
                <a:lnTo>
                  <a:pt x="3961762" y="233639"/>
                </a:lnTo>
                <a:lnTo>
                  <a:pt x="3983850" y="225447"/>
                </a:lnTo>
                <a:lnTo>
                  <a:pt x="4005986" y="217380"/>
                </a:lnTo>
                <a:lnTo>
                  <a:pt x="4028170" y="209426"/>
                </a:lnTo>
                <a:lnTo>
                  <a:pt x="4050392" y="201597"/>
                </a:lnTo>
                <a:lnTo>
                  <a:pt x="4072661" y="193891"/>
                </a:lnTo>
                <a:lnTo>
                  <a:pt x="4094969" y="186309"/>
                </a:lnTo>
                <a:lnTo>
                  <a:pt x="4117324" y="178860"/>
                </a:lnTo>
                <a:lnTo>
                  <a:pt x="4139717" y="171536"/>
                </a:lnTo>
                <a:lnTo>
                  <a:pt x="4162158" y="164344"/>
                </a:lnTo>
                <a:lnTo>
                  <a:pt x="4184637" y="157286"/>
                </a:lnTo>
                <a:lnTo>
                  <a:pt x="4207154" y="150362"/>
                </a:lnTo>
                <a:lnTo>
                  <a:pt x="4229719" y="143580"/>
                </a:lnTo>
                <a:lnTo>
                  <a:pt x="4252322" y="136931"/>
                </a:lnTo>
                <a:lnTo>
                  <a:pt x="4274972" y="130416"/>
                </a:lnTo>
                <a:lnTo>
                  <a:pt x="4297661" y="124054"/>
                </a:lnTo>
                <a:lnTo>
                  <a:pt x="4320378" y="117824"/>
                </a:lnTo>
                <a:lnTo>
                  <a:pt x="4343143" y="111747"/>
                </a:lnTo>
                <a:lnTo>
                  <a:pt x="4365946" y="105804"/>
                </a:lnTo>
                <a:lnTo>
                  <a:pt x="4388787" y="100022"/>
                </a:lnTo>
                <a:lnTo>
                  <a:pt x="4411666" y="94374"/>
                </a:lnTo>
                <a:lnTo>
                  <a:pt x="4434583" y="88887"/>
                </a:lnTo>
                <a:lnTo>
                  <a:pt x="4457529" y="83553"/>
                </a:lnTo>
                <a:lnTo>
                  <a:pt x="4480512" y="78372"/>
                </a:lnTo>
                <a:lnTo>
                  <a:pt x="4503534" y="73343"/>
                </a:lnTo>
                <a:lnTo>
                  <a:pt x="4526585" y="68466"/>
                </a:lnTo>
                <a:lnTo>
                  <a:pt x="4549673" y="63751"/>
                </a:lnTo>
                <a:lnTo>
                  <a:pt x="4572791" y="59198"/>
                </a:lnTo>
                <a:lnTo>
                  <a:pt x="4595936" y="54807"/>
                </a:lnTo>
                <a:lnTo>
                  <a:pt x="4619120" y="50568"/>
                </a:lnTo>
                <a:lnTo>
                  <a:pt x="4642323" y="46501"/>
                </a:lnTo>
                <a:lnTo>
                  <a:pt x="4665564" y="42596"/>
                </a:lnTo>
                <a:lnTo>
                  <a:pt x="4688824" y="38852"/>
                </a:lnTo>
                <a:lnTo>
                  <a:pt x="4712113" y="35281"/>
                </a:lnTo>
                <a:lnTo>
                  <a:pt x="4735430" y="31871"/>
                </a:lnTo>
                <a:lnTo>
                  <a:pt x="4758766" y="28632"/>
                </a:lnTo>
                <a:lnTo>
                  <a:pt x="4782131" y="25565"/>
                </a:lnTo>
                <a:lnTo>
                  <a:pt x="4805515" y="22670"/>
                </a:lnTo>
                <a:lnTo>
                  <a:pt x="4828918" y="19936"/>
                </a:lnTo>
                <a:lnTo>
                  <a:pt x="4852340" y="17383"/>
                </a:lnTo>
                <a:lnTo>
                  <a:pt x="4875781" y="15002"/>
                </a:lnTo>
                <a:lnTo>
                  <a:pt x="4899241" y="12792"/>
                </a:lnTo>
                <a:lnTo>
                  <a:pt x="4922711" y="10754"/>
                </a:lnTo>
                <a:lnTo>
                  <a:pt x="4946199" y="8896"/>
                </a:lnTo>
                <a:lnTo>
                  <a:pt x="4969707" y="7210"/>
                </a:lnTo>
                <a:lnTo>
                  <a:pt x="4993215" y="5696"/>
                </a:lnTo>
                <a:lnTo>
                  <a:pt x="5016741" y="4362"/>
                </a:lnTo>
                <a:lnTo>
                  <a:pt x="5040278" y="3210"/>
                </a:lnTo>
                <a:lnTo>
                  <a:pt x="5063814" y="2229"/>
                </a:lnTo>
                <a:lnTo>
                  <a:pt x="5087369" y="1429"/>
                </a:lnTo>
                <a:lnTo>
                  <a:pt x="5110915" y="800"/>
                </a:lnTo>
                <a:lnTo>
                  <a:pt x="5134480" y="362"/>
                </a:lnTo>
                <a:lnTo>
                  <a:pt x="5158035" y="86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35688F"/>
            </a:solidFill>
            <a:prstDash val="solid"/>
          </a:ln>
        </p:spPr>
      </p:sp>
      <p:sp>
        <p:nvSpPr>
          <p:cNvPr id="6" name="merge-input-1">
            <a:extLst xmlns:a="http://schemas.openxmlformats.org/drawingml/2006/main">
              <a:ext uri="{FF2B5EF4-FFF2-40B4-BE49-F238E27FC236}">
                <a16:creationId xmlns:a16="http://schemas.microsoft.com/office/drawing/2014/main" id="{DE5D5B76-6CCA-4FA5-A425-A054B4C3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7907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merge-input-1-title">
            <a:extLst xmlns:a="http://schemas.openxmlformats.org/drawingml/2006/main">
              <a:ext uri="{FF2B5EF4-FFF2-40B4-BE49-F238E27FC236}">
                <a16:creationId xmlns:a16="http://schemas.microsoft.com/office/drawing/2014/main" id="{4ED3E737-1E5E-4CDA-BF30-C6CBC47D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19224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内容需求</a:t>
            </a:r>
          </a:p>
        </p:txBody>
      </p:sp>
      <p:sp>
        <p:nvSpPr>
          <p:cNvPr id="8" name="merge-input-1-body">
            <a:extLst xmlns:a="http://schemas.openxmlformats.org/drawingml/2006/main">
              <a:ext uri="{FF2B5EF4-FFF2-40B4-BE49-F238E27FC236}">
                <a16:creationId xmlns:a16="http://schemas.microsoft.com/office/drawing/2014/main" id="{F8543650-34E0-4313-8FD2-137EEF17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2130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事实、叙事与页面目标</a:t>
            </a:r>
          </a:p>
        </p:txBody>
      </p:sp>
      <p:sp>
        <p:nvSpPr>
          <p:cNvPr id="9" name="merge-input-2">
            <a:extLst xmlns:a="http://schemas.openxmlformats.org/drawingml/2006/main">
              <a:ext uri="{FF2B5EF4-FFF2-40B4-BE49-F238E27FC236}">
                <a16:creationId xmlns:a16="http://schemas.microsoft.com/office/drawing/2014/main" id="{D92B783C-7F4A-497E-8C76-F8DCA3CC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72415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0" name="merge-input-2-title">
            <a:extLst xmlns:a="http://schemas.openxmlformats.org/drawingml/2006/main">
              <a:ext uri="{FF2B5EF4-FFF2-40B4-BE49-F238E27FC236}">
                <a16:creationId xmlns:a16="http://schemas.microsoft.com/office/drawing/2014/main" id="{6F555102-8E7B-4AC9-B22B-D2F92A6B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85586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逻辑结构</a:t>
            </a:r>
          </a:p>
        </p:txBody>
      </p:sp>
      <p:sp>
        <p:nvSpPr>
          <p:cNvPr id="11" name="merge-input-2-body">
            <a:extLst xmlns:a="http://schemas.openxmlformats.org/drawingml/2006/main">
              <a:ext uri="{FF2B5EF4-FFF2-40B4-BE49-F238E27FC236}">
                <a16:creationId xmlns:a16="http://schemas.microsoft.com/office/drawing/2014/main" id="{2BC277C9-750E-4C18-BE9D-2B3CEEE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14652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关系类型与内容角色</a:t>
            </a:r>
          </a:p>
        </p:txBody>
      </p:sp>
      <p:sp>
        <p:nvSpPr>
          <p:cNvPr id="12" name="merge-input-3">
            <a:extLst xmlns:a="http://schemas.openxmlformats.org/drawingml/2006/main">
              <a:ext uri="{FF2B5EF4-FFF2-40B4-BE49-F238E27FC236}">
                <a16:creationId xmlns:a16="http://schemas.microsoft.com/office/drawing/2014/main" id="{7CA2997F-5F18-4CB5-9BBE-D75BD22D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36576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merge-input-3-title">
            <a:extLst xmlns:a="http://schemas.openxmlformats.org/drawingml/2006/main">
              <a:ext uri="{FF2B5EF4-FFF2-40B4-BE49-F238E27FC236}">
                <a16:creationId xmlns:a16="http://schemas.microsoft.com/office/drawing/2014/main" id="{B445D176-0ACD-4936-B268-FF66F0DA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7893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视觉意图</a:t>
            </a:r>
          </a:p>
        </p:txBody>
      </p:sp>
      <p:sp>
        <p:nvSpPr>
          <p:cNvPr id="14" name="merge-input-3-body">
            <a:extLst xmlns:a="http://schemas.openxmlformats.org/drawingml/2006/main">
              <a:ext uri="{FF2B5EF4-FFF2-40B4-BE49-F238E27FC236}">
                <a16:creationId xmlns:a16="http://schemas.microsoft.com/office/drawing/2014/main" id="{55129BCF-9662-4AD8-8DF2-ED1B07BB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0799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参考模板的结构精髓</a:t>
            </a:r>
          </a:p>
        </p:txBody>
      </p:sp>
      <p:sp>
        <p:nvSpPr>
          <p:cNvPr id="15" name="merge-input-4">
            <a:extLst xmlns:a="http://schemas.openxmlformats.org/drawingml/2006/main">
              <a:ext uri="{FF2B5EF4-FFF2-40B4-BE49-F238E27FC236}">
                <a16:creationId xmlns:a16="http://schemas.microsoft.com/office/drawing/2014/main" id="{74C111AB-5AC3-4583-910C-95F55D76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459105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merge-input-4-title">
            <a:extLst xmlns:a="http://schemas.openxmlformats.org/drawingml/2006/main">
              <a:ext uri="{FF2B5EF4-FFF2-40B4-BE49-F238E27FC236}">
                <a16:creationId xmlns:a16="http://schemas.microsoft.com/office/drawing/2014/main" id="{53B94D7E-9010-4C9F-9BA6-91E3C323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72276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容量契约</a:t>
            </a:r>
          </a:p>
        </p:txBody>
      </p:sp>
      <p:sp>
        <p:nvSpPr>
          <p:cNvPr id="17" name="merge-input-4-body">
            <a:extLst xmlns:a="http://schemas.openxmlformats.org/drawingml/2006/main">
              <a:ext uri="{FF2B5EF4-FFF2-40B4-BE49-F238E27FC236}">
                <a16:creationId xmlns:a16="http://schemas.microsoft.com/office/drawing/2014/main" id="{6FEEFB4F-7C07-4D3F-9E21-70B54E14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01342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数量、字数和失败边界</a:t>
            </a:r>
          </a:p>
        </p:txBody>
      </p:sp>
      <p:sp>
        <p:nvSpPr>
          <p:cNvPr id="18" name="merge-input-5">
            <a:extLst xmlns:a="http://schemas.openxmlformats.org/drawingml/2006/main">
              <a:ext uri="{FF2B5EF4-FFF2-40B4-BE49-F238E27FC236}">
                <a16:creationId xmlns:a16="http://schemas.microsoft.com/office/drawing/2014/main" id="{A55C02E3-542D-4F31-9A57-592EE4ED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55245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merge-input-5-title">
            <a:extLst xmlns:a="http://schemas.openxmlformats.org/drawingml/2006/main">
              <a:ext uri="{FF2B5EF4-FFF2-40B4-BE49-F238E27FC236}">
                <a16:creationId xmlns:a16="http://schemas.microsoft.com/office/drawing/2014/main" id="{6C9C57B0-4C09-4A52-B0C1-4BADDAA1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6562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Shell 规范</a:t>
            </a:r>
          </a:p>
        </p:txBody>
      </p:sp>
      <p:sp>
        <p:nvSpPr>
          <p:cNvPr id="20" name="merge-input-5-body">
            <a:extLst xmlns:a="http://schemas.openxmlformats.org/drawingml/2006/main">
              <a:ext uri="{FF2B5EF4-FFF2-40B4-BE49-F238E27FC236}">
                <a16:creationId xmlns:a16="http://schemas.microsoft.com/office/drawing/2014/main" id="{9ECF97BF-57CD-45B3-8715-A2F42FC9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9468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标题、页脚与正文空间</a:t>
            </a:r>
          </a:p>
        </p:txBody>
      </p:sp>
      <p:sp>
        <p:nvSpPr>
          <p:cNvPr id="21" name="merge-result">
            <a:extLst xmlns:a="http://schemas.openxmlformats.org/drawingml/2006/main">
              <a:ext uri="{FF2B5EF4-FFF2-40B4-BE49-F238E27FC236}">
                <a16:creationId xmlns:a16="http://schemas.microsoft.com/office/drawing/2014/main" id="{4F492BBC-E857-4B3A-BFEE-CFD86609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686050"/>
            <a:ext cx="2857500" cy="24765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5A82"/>
          </a:solidFill>
          <a:ln xmlns:a="http://schemas.openxmlformats.org/drawingml/2006/main" w="95250">
            <a:solidFill>
              <a:srgbClr val="E2ED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2" name="merge-result-label">
            <a:extLst xmlns:a="http://schemas.openxmlformats.org/drawingml/2006/main">
              <a:ext uri="{FF2B5EF4-FFF2-40B4-BE49-F238E27FC236}">
                <a16:creationId xmlns:a16="http://schemas.microsoft.com/office/drawing/2014/main" id="{87BA2C2D-DEA0-4863-8A8B-B65220B5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303832"/>
            <a:ext cx="1981200" cy="175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C9DD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C9DDEB"/>
                </a:solidFill>
                <a:latin typeface="Microsoft YaHei"/>
                <a:ea typeface="Microsoft YaHei"/>
                <a:cs typeface="Microsoft YaHei"/>
              </a:rPr>
              <a:t>共同结果</a:t>
            </a:r>
          </a:p>
        </p:txBody>
      </p:sp>
      <p:sp>
        <p:nvSpPr>
          <p:cNvPr id="23" name="merge-result-title">
            <a:extLst xmlns:a="http://schemas.openxmlformats.org/drawingml/2006/main">
              <a:ext uri="{FF2B5EF4-FFF2-40B4-BE49-F238E27FC236}">
                <a16:creationId xmlns:a16="http://schemas.microsoft.com/office/drawing/2014/main" id="{DA68C782-D115-4CF1-9C52-5B018212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621881"/>
            <a:ext cx="1981200" cy="340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可靠可编辑页面</a:t>
            </a:r>
          </a:p>
        </p:txBody>
      </p:sp>
      <p:sp>
        <p:nvSpPr>
          <p:cNvPr id="24" name="merge-result-body">
            <a:extLst xmlns:a="http://schemas.openxmlformats.org/drawingml/2006/main">
              <a:ext uri="{FF2B5EF4-FFF2-40B4-BE49-F238E27FC236}">
                <a16:creationId xmlns:a16="http://schemas.microsoft.com/office/drawing/2014/main" id="{92E2C3F4-A258-4FA6-A7A1-982964E9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4105427"/>
            <a:ext cx="1981200" cy="51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rPr>
              <a:t>统一编排并编译为原生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rPr>
              <a:t>PPTX</a:t>
            </a:r>
          </a:p>
        </p:txBody>
      </p:sp>
    </p:spTree>
    <p:extLst>
      <p:ext uri="{BB962C8B-B14F-4D97-AF65-F5344CB8AC3E}">
        <p14:creationId xmlns:p14="http://schemas.microsoft.com/office/powerpoint/2010/main" val="7217988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merge-lane-1">
            <a:extLst xmlns:a="http://schemas.openxmlformats.org/drawingml/2006/main">
              <a:ext uri="{FF2B5EF4-FFF2-40B4-BE49-F238E27FC236}">
                <a16:creationId xmlns:a16="http://schemas.microsoft.com/office/drawing/2014/main" id="{EA420E9E-AD24-4410-886E-590604C7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2247900"/>
            <a:ext cx="5181600" cy="1676400"/>
          </a:xfrm>
          <a:custGeom xmlns:a="http://schemas.openxmlformats.org/drawingml/2006/main">
            <a:pathLst>
              <a:path w="5181600" h="1676400">
                <a:moveTo>
                  <a:pt x="0" y="0"/>
                </a:moveTo>
                <a:lnTo>
                  <a:pt x="22927" y="105"/>
                </a:lnTo>
                <a:lnTo>
                  <a:pt x="45853" y="391"/>
                </a:lnTo>
                <a:lnTo>
                  <a:pt x="68771" y="876"/>
                </a:lnTo>
                <a:lnTo>
                  <a:pt x="91688" y="1553"/>
                </a:lnTo>
                <a:lnTo>
                  <a:pt x="114595" y="2429"/>
                </a:lnTo>
                <a:lnTo>
                  <a:pt x="137503" y="3496"/>
                </a:lnTo>
                <a:lnTo>
                  <a:pt x="160391" y="4743"/>
                </a:lnTo>
                <a:lnTo>
                  <a:pt x="183271" y="6182"/>
                </a:lnTo>
                <a:lnTo>
                  <a:pt x="206140" y="7820"/>
                </a:lnTo>
                <a:lnTo>
                  <a:pt x="229000" y="9630"/>
                </a:lnTo>
                <a:lnTo>
                  <a:pt x="251841" y="11630"/>
                </a:lnTo>
                <a:lnTo>
                  <a:pt x="274663" y="13811"/>
                </a:lnTo>
                <a:lnTo>
                  <a:pt x="297466" y="16183"/>
                </a:lnTo>
                <a:lnTo>
                  <a:pt x="320250" y="18726"/>
                </a:lnTo>
                <a:lnTo>
                  <a:pt x="343014" y="21450"/>
                </a:lnTo>
                <a:lnTo>
                  <a:pt x="365750" y="24346"/>
                </a:lnTo>
                <a:lnTo>
                  <a:pt x="388477" y="27422"/>
                </a:lnTo>
                <a:lnTo>
                  <a:pt x="411166" y="30671"/>
                </a:lnTo>
                <a:lnTo>
                  <a:pt x="433835" y="34090"/>
                </a:lnTo>
                <a:lnTo>
                  <a:pt x="456486" y="37681"/>
                </a:lnTo>
                <a:lnTo>
                  <a:pt x="479098" y="41434"/>
                </a:lnTo>
                <a:lnTo>
                  <a:pt x="501691" y="45358"/>
                </a:lnTo>
                <a:lnTo>
                  <a:pt x="524246" y="49444"/>
                </a:lnTo>
                <a:lnTo>
                  <a:pt x="546783" y="53692"/>
                </a:lnTo>
                <a:lnTo>
                  <a:pt x="569281" y="58103"/>
                </a:lnTo>
                <a:lnTo>
                  <a:pt x="591741" y="62665"/>
                </a:lnTo>
                <a:lnTo>
                  <a:pt x="614182" y="67380"/>
                </a:lnTo>
                <a:lnTo>
                  <a:pt x="636584" y="72257"/>
                </a:lnTo>
                <a:lnTo>
                  <a:pt x="658949" y="77276"/>
                </a:lnTo>
                <a:lnTo>
                  <a:pt x="681285" y="82448"/>
                </a:lnTo>
                <a:lnTo>
                  <a:pt x="703593" y="87763"/>
                </a:lnTo>
                <a:lnTo>
                  <a:pt x="725853" y="93231"/>
                </a:lnTo>
                <a:lnTo>
                  <a:pt x="748084" y="98831"/>
                </a:lnTo>
                <a:lnTo>
                  <a:pt x="770287" y="104575"/>
                </a:lnTo>
                <a:lnTo>
                  <a:pt x="792442" y="110452"/>
                </a:lnTo>
                <a:lnTo>
                  <a:pt x="814568" y="116462"/>
                </a:lnTo>
                <a:lnTo>
                  <a:pt x="836657" y="122615"/>
                </a:lnTo>
                <a:lnTo>
                  <a:pt x="858707" y="128883"/>
                </a:lnTo>
                <a:lnTo>
                  <a:pt x="880720" y="135293"/>
                </a:lnTo>
                <a:lnTo>
                  <a:pt x="902694" y="141827"/>
                </a:lnTo>
                <a:lnTo>
                  <a:pt x="924639" y="148476"/>
                </a:lnTo>
                <a:lnTo>
                  <a:pt x="946537" y="155258"/>
                </a:lnTo>
                <a:lnTo>
                  <a:pt x="968407" y="162144"/>
                </a:lnTo>
                <a:lnTo>
                  <a:pt x="990229" y="169154"/>
                </a:lnTo>
                <a:lnTo>
                  <a:pt x="1012022" y="176279"/>
                </a:lnTo>
                <a:lnTo>
                  <a:pt x="1033777" y="183518"/>
                </a:lnTo>
                <a:lnTo>
                  <a:pt x="1055494" y="190871"/>
                </a:lnTo>
                <a:lnTo>
                  <a:pt x="1077182" y="198320"/>
                </a:lnTo>
                <a:lnTo>
                  <a:pt x="1098823" y="205883"/>
                </a:lnTo>
                <a:lnTo>
                  <a:pt x="1120426" y="213551"/>
                </a:lnTo>
                <a:lnTo>
                  <a:pt x="1142000" y="221313"/>
                </a:lnTo>
                <a:lnTo>
                  <a:pt x="1163536" y="229172"/>
                </a:lnTo>
                <a:lnTo>
                  <a:pt x="1185034" y="237134"/>
                </a:lnTo>
                <a:lnTo>
                  <a:pt x="1206503" y="245183"/>
                </a:lnTo>
                <a:lnTo>
                  <a:pt x="1227934" y="253327"/>
                </a:lnTo>
                <a:lnTo>
                  <a:pt x="1249337" y="261566"/>
                </a:lnTo>
                <a:lnTo>
                  <a:pt x="1270692" y="269891"/>
                </a:lnTo>
                <a:lnTo>
                  <a:pt x="1292019" y="278301"/>
                </a:lnTo>
                <a:lnTo>
                  <a:pt x="1313317" y="286798"/>
                </a:lnTo>
                <a:lnTo>
                  <a:pt x="1334576" y="295370"/>
                </a:lnTo>
                <a:lnTo>
                  <a:pt x="1355808" y="304028"/>
                </a:lnTo>
                <a:lnTo>
                  <a:pt x="1377010" y="312763"/>
                </a:lnTo>
                <a:lnTo>
                  <a:pt x="1398175" y="321564"/>
                </a:lnTo>
                <a:lnTo>
                  <a:pt x="1419311" y="330451"/>
                </a:lnTo>
                <a:lnTo>
                  <a:pt x="1440418" y="339404"/>
                </a:lnTo>
                <a:lnTo>
                  <a:pt x="1461487" y="348434"/>
                </a:lnTo>
                <a:lnTo>
                  <a:pt x="1482538" y="357530"/>
                </a:lnTo>
                <a:lnTo>
                  <a:pt x="1503550" y="366684"/>
                </a:lnTo>
                <a:lnTo>
                  <a:pt x="1524543" y="375914"/>
                </a:lnTo>
                <a:lnTo>
                  <a:pt x="1545507" y="385201"/>
                </a:lnTo>
                <a:lnTo>
                  <a:pt x="1566443" y="394545"/>
                </a:lnTo>
                <a:lnTo>
                  <a:pt x="1587351" y="403946"/>
                </a:lnTo>
                <a:lnTo>
                  <a:pt x="1608230" y="413414"/>
                </a:lnTo>
                <a:lnTo>
                  <a:pt x="1629089" y="422929"/>
                </a:lnTo>
                <a:lnTo>
                  <a:pt x="1649921" y="432502"/>
                </a:lnTo>
                <a:lnTo>
                  <a:pt x="1670733" y="442122"/>
                </a:lnTo>
                <a:lnTo>
                  <a:pt x="1691516" y="451799"/>
                </a:lnTo>
                <a:lnTo>
                  <a:pt x="1712281" y="461524"/>
                </a:lnTo>
                <a:lnTo>
                  <a:pt x="1733017" y="471287"/>
                </a:lnTo>
                <a:lnTo>
                  <a:pt x="1753743" y="481098"/>
                </a:lnTo>
                <a:lnTo>
                  <a:pt x="1774441" y="490957"/>
                </a:lnTo>
                <a:lnTo>
                  <a:pt x="1795120" y="500853"/>
                </a:lnTo>
                <a:lnTo>
                  <a:pt x="1815779" y="510797"/>
                </a:lnTo>
                <a:lnTo>
                  <a:pt x="1836420" y="520770"/>
                </a:lnTo>
                <a:lnTo>
                  <a:pt x="1857051" y="530781"/>
                </a:lnTo>
                <a:lnTo>
                  <a:pt x="1877654" y="540830"/>
                </a:lnTo>
                <a:lnTo>
                  <a:pt x="1898247" y="550916"/>
                </a:lnTo>
                <a:lnTo>
                  <a:pt x="1918821" y="561042"/>
                </a:lnTo>
                <a:lnTo>
                  <a:pt x="1939376" y="571176"/>
                </a:lnTo>
                <a:lnTo>
                  <a:pt x="1959921" y="581349"/>
                </a:lnTo>
                <a:lnTo>
                  <a:pt x="1980457" y="591550"/>
                </a:lnTo>
                <a:lnTo>
                  <a:pt x="2000974" y="601780"/>
                </a:lnTo>
                <a:lnTo>
                  <a:pt x="2021481" y="612029"/>
                </a:lnTo>
                <a:lnTo>
                  <a:pt x="2041979" y="622297"/>
                </a:lnTo>
                <a:lnTo>
                  <a:pt x="2062467" y="632603"/>
                </a:lnTo>
                <a:lnTo>
                  <a:pt x="2082946" y="642909"/>
                </a:lnTo>
                <a:lnTo>
                  <a:pt x="2103406" y="653253"/>
                </a:lnTo>
                <a:lnTo>
                  <a:pt x="2123865" y="663597"/>
                </a:lnTo>
                <a:lnTo>
                  <a:pt x="2144306" y="673970"/>
                </a:lnTo>
                <a:lnTo>
                  <a:pt x="2164756" y="684352"/>
                </a:lnTo>
                <a:lnTo>
                  <a:pt x="2185178" y="694754"/>
                </a:lnTo>
                <a:lnTo>
                  <a:pt x="2205609" y="705164"/>
                </a:lnTo>
                <a:lnTo>
                  <a:pt x="2226040" y="715566"/>
                </a:lnTo>
                <a:lnTo>
                  <a:pt x="2246462" y="725996"/>
                </a:lnTo>
                <a:lnTo>
                  <a:pt x="2266874" y="736425"/>
                </a:lnTo>
                <a:lnTo>
                  <a:pt x="2287286" y="746865"/>
                </a:lnTo>
                <a:lnTo>
                  <a:pt x="2307698" y="757304"/>
                </a:lnTo>
                <a:lnTo>
                  <a:pt x="2328110" y="767744"/>
                </a:lnTo>
                <a:lnTo>
                  <a:pt x="2348522" y="778193"/>
                </a:lnTo>
                <a:lnTo>
                  <a:pt x="2368925" y="788632"/>
                </a:lnTo>
                <a:lnTo>
                  <a:pt x="2389337" y="799081"/>
                </a:lnTo>
                <a:lnTo>
                  <a:pt x="2409749" y="809520"/>
                </a:lnTo>
                <a:lnTo>
                  <a:pt x="2430161" y="819969"/>
                </a:lnTo>
                <a:lnTo>
                  <a:pt x="2450563" y="830409"/>
                </a:lnTo>
                <a:lnTo>
                  <a:pt x="2470976" y="840848"/>
                </a:lnTo>
                <a:lnTo>
                  <a:pt x="2491407" y="851259"/>
                </a:lnTo>
                <a:lnTo>
                  <a:pt x="2511828" y="861679"/>
                </a:lnTo>
                <a:lnTo>
                  <a:pt x="2532250" y="872090"/>
                </a:lnTo>
                <a:lnTo>
                  <a:pt x="2552690" y="882491"/>
                </a:lnTo>
                <a:lnTo>
                  <a:pt x="2573131" y="892874"/>
                </a:lnTo>
                <a:lnTo>
                  <a:pt x="2593572" y="903237"/>
                </a:lnTo>
                <a:lnTo>
                  <a:pt x="2614031" y="913600"/>
                </a:lnTo>
                <a:lnTo>
                  <a:pt x="2634501" y="923935"/>
                </a:lnTo>
                <a:lnTo>
                  <a:pt x="2654970" y="934250"/>
                </a:lnTo>
                <a:lnTo>
                  <a:pt x="2675449" y="944547"/>
                </a:lnTo>
                <a:lnTo>
                  <a:pt x="2695937" y="954834"/>
                </a:lnTo>
                <a:lnTo>
                  <a:pt x="2716444" y="965092"/>
                </a:lnTo>
                <a:lnTo>
                  <a:pt x="2736961" y="975331"/>
                </a:lnTo>
                <a:lnTo>
                  <a:pt x="2757488" y="985533"/>
                </a:lnTo>
                <a:lnTo>
                  <a:pt x="2778023" y="995734"/>
                </a:lnTo>
                <a:lnTo>
                  <a:pt x="2798578" y="1005888"/>
                </a:lnTo>
                <a:lnTo>
                  <a:pt x="2819143" y="1016022"/>
                </a:lnTo>
                <a:lnTo>
                  <a:pt x="2839726" y="1026119"/>
                </a:lnTo>
                <a:lnTo>
                  <a:pt x="2860319" y="1036206"/>
                </a:lnTo>
                <a:lnTo>
                  <a:pt x="2880932" y="1046245"/>
                </a:lnTo>
                <a:lnTo>
                  <a:pt x="2901553" y="1056256"/>
                </a:lnTo>
                <a:lnTo>
                  <a:pt x="2922203" y="1066229"/>
                </a:lnTo>
                <a:lnTo>
                  <a:pt x="2942863" y="1076163"/>
                </a:lnTo>
                <a:lnTo>
                  <a:pt x="2963542" y="1086069"/>
                </a:lnTo>
                <a:lnTo>
                  <a:pt x="2984230" y="1095937"/>
                </a:lnTo>
                <a:lnTo>
                  <a:pt x="3004947" y="1105757"/>
                </a:lnTo>
                <a:lnTo>
                  <a:pt x="3025683" y="1115539"/>
                </a:lnTo>
                <a:lnTo>
                  <a:pt x="3046438" y="1125284"/>
                </a:lnTo>
                <a:lnTo>
                  <a:pt x="3067212" y="1134989"/>
                </a:lnTo>
                <a:lnTo>
                  <a:pt x="3088005" y="1144638"/>
                </a:lnTo>
                <a:lnTo>
                  <a:pt x="3108817" y="1154249"/>
                </a:lnTo>
                <a:lnTo>
                  <a:pt x="3129658" y="1163812"/>
                </a:lnTo>
                <a:lnTo>
                  <a:pt x="3150518" y="1173328"/>
                </a:lnTo>
                <a:lnTo>
                  <a:pt x="3171396" y="1182795"/>
                </a:lnTo>
                <a:lnTo>
                  <a:pt x="3192304" y="1192206"/>
                </a:lnTo>
                <a:lnTo>
                  <a:pt x="3213230" y="1201569"/>
                </a:lnTo>
                <a:lnTo>
                  <a:pt x="3234185" y="1210875"/>
                </a:lnTo>
                <a:lnTo>
                  <a:pt x="3255159" y="1220133"/>
                </a:lnTo>
                <a:lnTo>
                  <a:pt x="3276162" y="1229325"/>
                </a:lnTo>
                <a:lnTo>
                  <a:pt x="3297184" y="1238469"/>
                </a:lnTo>
                <a:lnTo>
                  <a:pt x="3318234" y="1247546"/>
                </a:lnTo>
                <a:lnTo>
                  <a:pt x="3339313" y="1256576"/>
                </a:lnTo>
                <a:lnTo>
                  <a:pt x="3360410" y="1265530"/>
                </a:lnTo>
                <a:lnTo>
                  <a:pt x="3381546" y="1274435"/>
                </a:lnTo>
                <a:lnTo>
                  <a:pt x="3402701" y="1283265"/>
                </a:lnTo>
                <a:lnTo>
                  <a:pt x="3423885" y="1292038"/>
                </a:lnTo>
                <a:lnTo>
                  <a:pt x="3445097" y="1300744"/>
                </a:lnTo>
                <a:lnTo>
                  <a:pt x="3466328" y="1309373"/>
                </a:lnTo>
                <a:lnTo>
                  <a:pt x="3487598" y="1317946"/>
                </a:lnTo>
                <a:lnTo>
                  <a:pt x="3508896" y="1326442"/>
                </a:lnTo>
                <a:lnTo>
                  <a:pt x="3530213" y="1334862"/>
                </a:lnTo>
                <a:lnTo>
                  <a:pt x="3551568" y="1343216"/>
                </a:lnTo>
                <a:lnTo>
                  <a:pt x="3572942" y="1351502"/>
                </a:lnTo>
                <a:lnTo>
                  <a:pt x="3594354" y="1359703"/>
                </a:lnTo>
                <a:lnTo>
                  <a:pt x="3615785" y="1367828"/>
                </a:lnTo>
                <a:lnTo>
                  <a:pt x="3637255" y="1375877"/>
                </a:lnTo>
                <a:lnTo>
                  <a:pt x="3658753" y="1383849"/>
                </a:lnTo>
                <a:lnTo>
                  <a:pt x="3680279" y="1391736"/>
                </a:lnTo>
                <a:lnTo>
                  <a:pt x="3701834" y="1399546"/>
                </a:lnTo>
                <a:lnTo>
                  <a:pt x="3723427" y="1407271"/>
                </a:lnTo>
                <a:lnTo>
                  <a:pt x="3745040" y="1414910"/>
                </a:lnTo>
                <a:lnTo>
                  <a:pt x="3766690" y="1422454"/>
                </a:lnTo>
                <a:lnTo>
                  <a:pt x="3788369" y="1429922"/>
                </a:lnTo>
                <a:lnTo>
                  <a:pt x="3810076" y="1437294"/>
                </a:lnTo>
                <a:lnTo>
                  <a:pt x="3831812" y="1444590"/>
                </a:lnTo>
                <a:lnTo>
                  <a:pt x="3853577" y="1451791"/>
                </a:lnTo>
                <a:lnTo>
                  <a:pt x="3875370" y="1458887"/>
                </a:lnTo>
                <a:lnTo>
                  <a:pt x="3897201" y="1465907"/>
                </a:lnTo>
                <a:lnTo>
                  <a:pt x="3919061" y="1472822"/>
                </a:lnTo>
                <a:lnTo>
                  <a:pt x="3940950" y="1479642"/>
                </a:lnTo>
                <a:lnTo>
                  <a:pt x="3962867" y="1486367"/>
                </a:lnTo>
                <a:lnTo>
                  <a:pt x="3984822" y="1492987"/>
                </a:lnTo>
                <a:lnTo>
                  <a:pt x="4006796" y="1499521"/>
                </a:lnTo>
                <a:lnTo>
                  <a:pt x="4028799" y="1505941"/>
                </a:lnTo>
                <a:lnTo>
                  <a:pt x="4050840" y="1512265"/>
                </a:lnTo>
                <a:lnTo>
                  <a:pt x="4072909" y="1518485"/>
                </a:lnTo>
                <a:lnTo>
                  <a:pt x="4095007" y="1524600"/>
                </a:lnTo>
                <a:lnTo>
                  <a:pt x="4117124" y="1530610"/>
                </a:lnTo>
                <a:lnTo>
                  <a:pt x="4139279" y="1536516"/>
                </a:lnTo>
                <a:lnTo>
                  <a:pt x="4161463" y="1542307"/>
                </a:lnTo>
                <a:lnTo>
                  <a:pt x="4183675" y="1547993"/>
                </a:lnTo>
                <a:lnTo>
                  <a:pt x="4205916" y="1553575"/>
                </a:lnTo>
                <a:lnTo>
                  <a:pt x="4228176" y="1559033"/>
                </a:lnTo>
                <a:lnTo>
                  <a:pt x="4250474" y="1564386"/>
                </a:lnTo>
                <a:lnTo>
                  <a:pt x="4272791" y="1569625"/>
                </a:lnTo>
                <a:lnTo>
                  <a:pt x="4295137" y="1574749"/>
                </a:lnTo>
                <a:lnTo>
                  <a:pt x="4317511" y="1579759"/>
                </a:lnTo>
                <a:lnTo>
                  <a:pt x="4339904" y="1584655"/>
                </a:lnTo>
                <a:lnTo>
                  <a:pt x="4362336" y="1589427"/>
                </a:lnTo>
                <a:lnTo>
                  <a:pt x="4384777" y="1594085"/>
                </a:lnTo>
                <a:lnTo>
                  <a:pt x="4407256" y="1598619"/>
                </a:lnTo>
                <a:lnTo>
                  <a:pt x="4429754" y="1603038"/>
                </a:lnTo>
                <a:lnTo>
                  <a:pt x="4452271" y="1607334"/>
                </a:lnTo>
                <a:lnTo>
                  <a:pt x="4474816" y="1611506"/>
                </a:lnTo>
                <a:lnTo>
                  <a:pt x="4497381" y="1615554"/>
                </a:lnTo>
                <a:lnTo>
                  <a:pt x="4519965" y="1619488"/>
                </a:lnTo>
                <a:lnTo>
                  <a:pt x="4542577" y="1623289"/>
                </a:lnTo>
                <a:lnTo>
                  <a:pt x="4565209" y="1626956"/>
                </a:lnTo>
                <a:lnTo>
                  <a:pt x="4587859" y="1630509"/>
                </a:lnTo>
                <a:lnTo>
                  <a:pt x="4610529" y="1633928"/>
                </a:lnTo>
                <a:lnTo>
                  <a:pt x="4633217" y="1637224"/>
                </a:lnTo>
                <a:lnTo>
                  <a:pt x="4655925" y="1640386"/>
                </a:lnTo>
                <a:lnTo>
                  <a:pt x="4678651" y="1643424"/>
                </a:lnTo>
                <a:lnTo>
                  <a:pt x="4701388" y="1646330"/>
                </a:lnTo>
                <a:lnTo>
                  <a:pt x="4724152" y="1649101"/>
                </a:lnTo>
                <a:lnTo>
                  <a:pt x="4746927" y="1651749"/>
                </a:lnTo>
                <a:lnTo>
                  <a:pt x="4769710" y="1654254"/>
                </a:lnTo>
                <a:lnTo>
                  <a:pt x="4792513" y="1656636"/>
                </a:lnTo>
                <a:lnTo>
                  <a:pt x="4815335" y="1658884"/>
                </a:lnTo>
                <a:lnTo>
                  <a:pt x="4838157" y="1660998"/>
                </a:lnTo>
                <a:lnTo>
                  <a:pt x="4860998" y="1662970"/>
                </a:lnTo>
                <a:lnTo>
                  <a:pt x="4883849" y="1664818"/>
                </a:lnTo>
                <a:lnTo>
                  <a:pt x="4906718" y="1666523"/>
                </a:lnTo>
                <a:lnTo>
                  <a:pt x="4929588" y="1668094"/>
                </a:lnTo>
                <a:lnTo>
                  <a:pt x="4952467" y="1669532"/>
                </a:lnTo>
                <a:lnTo>
                  <a:pt x="4975355" y="1670837"/>
                </a:lnTo>
                <a:lnTo>
                  <a:pt x="4998253" y="1671999"/>
                </a:lnTo>
                <a:lnTo>
                  <a:pt x="5021161" y="1673028"/>
                </a:lnTo>
                <a:lnTo>
                  <a:pt x="5044069" y="1673924"/>
                </a:lnTo>
                <a:lnTo>
                  <a:pt x="5066986" y="1674676"/>
                </a:lnTo>
                <a:lnTo>
                  <a:pt x="5089903" y="1675295"/>
                </a:lnTo>
                <a:lnTo>
                  <a:pt x="5112820" y="1675781"/>
                </a:lnTo>
                <a:lnTo>
                  <a:pt x="5135747" y="1676124"/>
                </a:lnTo>
                <a:lnTo>
                  <a:pt x="5158673" y="1676333"/>
                </a:lnTo>
                <a:lnTo>
                  <a:pt x="5181600" y="1676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ABC8DA"/>
            </a:solidFill>
            <a:prstDash val="solid"/>
          </a:ln>
        </p:spPr>
      </p:sp>
      <p:sp>
        <p:nvSpPr>
          <p:cNvPr id="2" name="merge-lane-2">
            <a:extLst xmlns:a="http://schemas.openxmlformats.org/drawingml/2006/main">
              <a:ext uri="{FF2B5EF4-FFF2-40B4-BE49-F238E27FC236}">
                <a16:creationId xmlns:a16="http://schemas.microsoft.com/office/drawing/2014/main" id="{B04150D5-81B9-4191-B78F-4962D4C0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2994660"/>
            <a:ext cx="5181600" cy="929640"/>
          </a:xfrm>
          <a:custGeom xmlns:a="http://schemas.openxmlformats.org/drawingml/2006/main">
            <a:pathLst>
              <a:path w="5181600" h="929640">
                <a:moveTo>
                  <a:pt x="0" y="0"/>
                </a:moveTo>
                <a:lnTo>
                  <a:pt x="22012" y="57"/>
                </a:lnTo>
                <a:lnTo>
                  <a:pt x="44025" y="210"/>
                </a:lnTo>
                <a:lnTo>
                  <a:pt x="66037" y="457"/>
                </a:lnTo>
                <a:lnTo>
                  <a:pt x="88049" y="810"/>
                </a:lnTo>
                <a:lnTo>
                  <a:pt x="110061" y="1248"/>
                </a:lnTo>
                <a:lnTo>
                  <a:pt x="132064" y="1800"/>
                </a:lnTo>
                <a:lnTo>
                  <a:pt x="154067" y="2438"/>
                </a:lnTo>
                <a:lnTo>
                  <a:pt x="176070" y="3172"/>
                </a:lnTo>
                <a:lnTo>
                  <a:pt x="198072" y="4010"/>
                </a:lnTo>
                <a:lnTo>
                  <a:pt x="220066" y="4934"/>
                </a:lnTo>
                <a:lnTo>
                  <a:pt x="242059" y="5963"/>
                </a:lnTo>
                <a:lnTo>
                  <a:pt x="264043" y="7087"/>
                </a:lnTo>
                <a:lnTo>
                  <a:pt x="286017" y="8306"/>
                </a:lnTo>
                <a:lnTo>
                  <a:pt x="307991" y="9620"/>
                </a:lnTo>
                <a:lnTo>
                  <a:pt x="329965" y="11020"/>
                </a:lnTo>
                <a:lnTo>
                  <a:pt x="351930" y="12516"/>
                </a:lnTo>
                <a:lnTo>
                  <a:pt x="373885" y="14107"/>
                </a:lnTo>
                <a:lnTo>
                  <a:pt x="395830" y="15783"/>
                </a:lnTo>
                <a:lnTo>
                  <a:pt x="417776" y="17555"/>
                </a:lnTo>
                <a:lnTo>
                  <a:pt x="439712" y="19412"/>
                </a:lnTo>
                <a:lnTo>
                  <a:pt x="461639" y="21365"/>
                </a:lnTo>
                <a:lnTo>
                  <a:pt x="483556" y="23403"/>
                </a:lnTo>
                <a:lnTo>
                  <a:pt x="505463" y="25537"/>
                </a:lnTo>
                <a:lnTo>
                  <a:pt x="527371" y="27746"/>
                </a:lnTo>
                <a:lnTo>
                  <a:pt x="549259" y="30051"/>
                </a:lnTo>
                <a:lnTo>
                  <a:pt x="571148" y="32433"/>
                </a:lnTo>
                <a:lnTo>
                  <a:pt x="593017" y="34900"/>
                </a:lnTo>
                <a:lnTo>
                  <a:pt x="614886" y="37452"/>
                </a:lnTo>
                <a:lnTo>
                  <a:pt x="636746" y="40091"/>
                </a:lnTo>
                <a:lnTo>
                  <a:pt x="658587" y="42815"/>
                </a:lnTo>
                <a:lnTo>
                  <a:pt x="680418" y="45615"/>
                </a:lnTo>
                <a:lnTo>
                  <a:pt x="702250" y="48492"/>
                </a:lnTo>
                <a:lnTo>
                  <a:pt x="724062" y="51454"/>
                </a:lnTo>
                <a:lnTo>
                  <a:pt x="745865" y="54493"/>
                </a:lnTo>
                <a:lnTo>
                  <a:pt x="767658" y="57607"/>
                </a:lnTo>
                <a:lnTo>
                  <a:pt x="789432" y="60808"/>
                </a:lnTo>
                <a:lnTo>
                  <a:pt x="811206" y="64075"/>
                </a:lnTo>
                <a:lnTo>
                  <a:pt x="832961" y="67418"/>
                </a:lnTo>
                <a:lnTo>
                  <a:pt x="854707" y="70847"/>
                </a:lnTo>
                <a:lnTo>
                  <a:pt x="876443" y="74333"/>
                </a:lnTo>
                <a:lnTo>
                  <a:pt x="898169" y="77905"/>
                </a:lnTo>
                <a:lnTo>
                  <a:pt x="919877" y="81534"/>
                </a:lnTo>
                <a:lnTo>
                  <a:pt x="941575" y="85239"/>
                </a:lnTo>
                <a:lnTo>
                  <a:pt x="963263" y="89011"/>
                </a:lnTo>
                <a:lnTo>
                  <a:pt x="984942" y="92859"/>
                </a:lnTo>
                <a:lnTo>
                  <a:pt x="1006602" y="96774"/>
                </a:lnTo>
                <a:lnTo>
                  <a:pt x="1028262" y="100746"/>
                </a:lnTo>
                <a:lnTo>
                  <a:pt x="1049893" y="104794"/>
                </a:lnTo>
                <a:lnTo>
                  <a:pt x="1071524" y="108899"/>
                </a:lnTo>
                <a:lnTo>
                  <a:pt x="1093137" y="113062"/>
                </a:lnTo>
                <a:lnTo>
                  <a:pt x="1114739" y="117300"/>
                </a:lnTo>
                <a:lnTo>
                  <a:pt x="1136333" y="121587"/>
                </a:lnTo>
                <a:lnTo>
                  <a:pt x="1157916" y="125940"/>
                </a:lnTo>
                <a:lnTo>
                  <a:pt x="1179481" y="130359"/>
                </a:lnTo>
                <a:lnTo>
                  <a:pt x="1201036" y="134826"/>
                </a:lnTo>
                <a:lnTo>
                  <a:pt x="1222581" y="139351"/>
                </a:lnTo>
                <a:lnTo>
                  <a:pt x="1244108" y="143932"/>
                </a:lnTo>
                <a:lnTo>
                  <a:pt x="1265634" y="148571"/>
                </a:lnTo>
                <a:lnTo>
                  <a:pt x="1287142" y="153257"/>
                </a:lnTo>
                <a:lnTo>
                  <a:pt x="1308640" y="158001"/>
                </a:lnTo>
                <a:lnTo>
                  <a:pt x="1330119" y="162792"/>
                </a:lnTo>
                <a:lnTo>
                  <a:pt x="1351598" y="167640"/>
                </a:lnTo>
                <a:lnTo>
                  <a:pt x="1373057" y="172536"/>
                </a:lnTo>
                <a:lnTo>
                  <a:pt x="1394508" y="177479"/>
                </a:lnTo>
                <a:lnTo>
                  <a:pt x="1415948" y="182461"/>
                </a:lnTo>
                <a:lnTo>
                  <a:pt x="1437380" y="187500"/>
                </a:lnTo>
                <a:lnTo>
                  <a:pt x="1458801" y="192576"/>
                </a:lnTo>
                <a:lnTo>
                  <a:pt x="1480214" y="197701"/>
                </a:lnTo>
                <a:lnTo>
                  <a:pt x="1501607" y="202873"/>
                </a:lnTo>
                <a:lnTo>
                  <a:pt x="1523000" y="208083"/>
                </a:lnTo>
                <a:lnTo>
                  <a:pt x="1544374" y="213331"/>
                </a:lnTo>
                <a:lnTo>
                  <a:pt x="1565748" y="218618"/>
                </a:lnTo>
                <a:lnTo>
                  <a:pt x="1587103" y="223952"/>
                </a:lnTo>
                <a:lnTo>
                  <a:pt x="1608458" y="229314"/>
                </a:lnTo>
                <a:lnTo>
                  <a:pt x="1629794" y="234715"/>
                </a:lnTo>
                <a:lnTo>
                  <a:pt x="1651130" y="240163"/>
                </a:lnTo>
                <a:lnTo>
                  <a:pt x="1672447" y="245621"/>
                </a:lnTo>
                <a:lnTo>
                  <a:pt x="1693764" y="251136"/>
                </a:lnTo>
                <a:lnTo>
                  <a:pt x="1715072" y="256670"/>
                </a:lnTo>
                <a:lnTo>
                  <a:pt x="1736369" y="262233"/>
                </a:lnTo>
                <a:lnTo>
                  <a:pt x="1757658" y="267833"/>
                </a:lnTo>
                <a:lnTo>
                  <a:pt x="1778946" y="273453"/>
                </a:lnTo>
                <a:lnTo>
                  <a:pt x="1800215" y="279111"/>
                </a:lnTo>
                <a:lnTo>
                  <a:pt x="1821485" y="284788"/>
                </a:lnTo>
                <a:lnTo>
                  <a:pt x="1842745" y="290503"/>
                </a:lnTo>
                <a:lnTo>
                  <a:pt x="1864004" y="296228"/>
                </a:lnTo>
                <a:lnTo>
                  <a:pt x="1885255" y="301981"/>
                </a:lnTo>
                <a:lnTo>
                  <a:pt x="1906495" y="307762"/>
                </a:lnTo>
                <a:lnTo>
                  <a:pt x="1927727" y="313553"/>
                </a:lnTo>
                <a:lnTo>
                  <a:pt x="1948958" y="319373"/>
                </a:lnTo>
                <a:lnTo>
                  <a:pt x="1970189" y="325203"/>
                </a:lnTo>
                <a:lnTo>
                  <a:pt x="1991411" y="331070"/>
                </a:lnTo>
                <a:lnTo>
                  <a:pt x="2012623" y="336937"/>
                </a:lnTo>
                <a:lnTo>
                  <a:pt x="2033835" y="342833"/>
                </a:lnTo>
                <a:lnTo>
                  <a:pt x="2055038" y="348739"/>
                </a:lnTo>
                <a:lnTo>
                  <a:pt x="2076250" y="354654"/>
                </a:lnTo>
                <a:lnTo>
                  <a:pt x="2097443" y="360597"/>
                </a:lnTo>
                <a:lnTo>
                  <a:pt x="2118636" y="366541"/>
                </a:lnTo>
                <a:lnTo>
                  <a:pt x="2139829" y="372494"/>
                </a:lnTo>
                <a:lnTo>
                  <a:pt x="2161022" y="378447"/>
                </a:lnTo>
                <a:lnTo>
                  <a:pt x="2182206" y="384439"/>
                </a:lnTo>
                <a:lnTo>
                  <a:pt x="2203390" y="390420"/>
                </a:lnTo>
                <a:lnTo>
                  <a:pt x="2224583" y="396402"/>
                </a:lnTo>
                <a:lnTo>
                  <a:pt x="2245757" y="402393"/>
                </a:lnTo>
                <a:lnTo>
                  <a:pt x="2266940" y="408403"/>
                </a:lnTo>
                <a:lnTo>
                  <a:pt x="2288115" y="414404"/>
                </a:lnTo>
                <a:lnTo>
                  <a:pt x="2309298" y="420414"/>
                </a:lnTo>
                <a:lnTo>
                  <a:pt x="2330472" y="426425"/>
                </a:lnTo>
                <a:lnTo>
                  <a:pt x="2351656" y="432435"/>
                </a:lnTo>
                <a:lnTo>
                  <a:pt x="2372830" y="438445"/>
                </a:lnTo>
                <a:lnTo>
                  <a:pt x="2394004" y="444456"/>
                </a:lnTo>
                <a:lnTo>
                  <a:pt x="2415188" y="450456"/>
                </a:lnTo>
                <a:lnTo>
                  <a:pt x="2436362" y="456467"/>
                </a:lnTo>
                <a:lnTo>
                  <a:pt x="2457545" y="462477"/>
                </a:lnTo>
                <a:lnTo>
                  <a:pt x="2478719" y="468478"/>
                </a:lnTo>
                <a:lnTo>
                  <a:pt x="2499903" y="474469"/>
                </a:lnTo>
                <a:lnTo>
                  <a:pt x="2521087" y="480460"/>
                </a:lnTo>
                <a:lnTo>
                  <a:pt x="2542270" y="486451"/>
                </a:lnTo>
                <a:lnTo>
                  <a:pt x="2563463" y="492404"/>
                </a:lnTo>
                <a:lnTo>
                  <a:pt x="2584656" y="498367"/>
                </a:lnTo>
                <a:lnTo>
                  <a:pt x="2605850" y="504330"/>
                </a:lnTo>
                <a:lnTo>
                  <a:pt x="2627043" y="510273"/>
                </a:lnTo>
                <a:lnTo>
                  <a:pt x="2648245" y="516207"/>
                </a:lnTo>
                <a:lnTo>
                  <a:pt x="2669448" y="522122"/>
                </a:lnTo>
                <a:lnTo>
                  <a:pt x="2690651" y="528028"/>
                </a:lnTo>
                <a:lnTo>
                  <a:pt x="2711863" y="533914"/>
                </a:lnTo>
                <a:lnTo>
                  <a:pt x="2733075" y="539791"/>
                </a:lnTo>
                <a:lnTo>
                  <a:pt x="2754297" y="545649"/>
                </a:lnTo>
                <a:lnTo>
                  <a:pt x="2775528" y="551498"/>
                </a:lnTo>
                <a:lnTo>
                  <a:pt x="2796759" y="557308"/>
                </a:lnTo>
                <a:lnTo>
                  <a:pt x="2817990" y="563118"/>
                </a:lnTo>
                <a:lnTo>
                  <a:pt x="2839231" y="568890"/>
                </a:lnTo>
                <a:lnTo>
                  <a:pt x="2860481" y="574662"/>
                </a:lnTo>
                <a:lnTo>
                  <a:pt x="2881732" y="580396"/>
                </a:lnTo>
                <a:lnTo>
                  <a:pt x="2902991" y="586121"/>
                </a:lnTo>
                <a:lnTo>
                  <a:pt x="2924251" y="591817"/>
                </a:lnTo>
                <a:lnTo>
                  <a:pt x="2945521" y="597484"/>
                </a:lnTo>
                <a:lnTo>
                  <a:pt x="2966799" y="603133"/>
                </a:lnTo>
                <a:lnTo>
                  <a:pt x="2988088" y="608752"/>
                </a:lnTo>
                <a:lnTo>
                  <a:pt x="3009376" y="614353"/>
                </a:lnTo>
                <a:lnTo>
                  <a:pt x="3030674" y="619916"/>
                </a:lnTo>
                <a:lnTo>
                  <a:pt x="3051972" y="625459"/>
                </a:lnTo>
                <a:lnTo>
                  <a:pt x="3073289" y="630955"/>
                </a:lnTo>
                <a:lnTo>
                  <a:pt x="3094615" y="636451"/>
                </a:lnTo>
                <a:lnTo>
                  <a:pt x="3115942" y="641890"/>
                </a:lnTo>
                <a:lnTo>
                  <a:pt x="3137278" y="647309"/>
                </a:lnTo>
                <a:lnTo>
                  <a:pt x="3158623" y="652691"/>
                </a:lnTo>
                <a:lnTo>
                  <a:pt x="3179978" y="658054"/>
                </a:lnTo>
                <a:lnTo>
                  <a:pt x="3201333" y="663369"/>
                </a:lnTo>
                <a:lnTo>
                  <a:pt x="3222708" y="668665"/>
                </a:lnTo>
                <a:lnTo>
                  <a:pt x="3244082" y="673913"/>
                </a:lnTo>
                <a:lnTo>
                  <a:pt x="3265475" y="679123"/>
                </a:lnTo>
                <a:lnTo>
                  <a:pt x="3286868" y="684305"/>
                </a:lnTo>
                <a:lnTo>
                  <a:pt x="3308271" y="689448"/>
                </a:lnTo>
                <a:lnTo>
                  <a:pt x="3329683" y="694544"/>
                </a:lnTo>
                <a:lnTo>
                  <a:pt x="3351114" y="699611"/>
                </a:lnTo>
                <a:lnTo>
                  <a:pt x="3372545" y="704640"/>
                </a:lnTo>
                <a:lnTo>
                  <a:pt x="3393986" y="709622"/>
                </a:lnTo>
                <a:lnTo>
                  <a:pt x="3415436" y="714566"/>
                </a:lnTo>
                <a:lnTo>
                  <a:pt x="3436896" y="719461"/>
                </a:lnTo>
                <a:lnTo>
                  <a:pt x="3458366" y="724319"/>
                </a:lnTo>
                <a:lnTo>
                  <a:pt x="3479854" y="729139"/>
                </a:lnTo>
                <a:lnTo>
                  <a:pt x="3501342" y="733911"/>
                </a:lnTo>
                <a:lnTo>
                  <a:pt x="3522840" y="738635"/>
                </a:lnTo>
                <a:lnTo>
                  <a:pt x="3544348" y="743312"/>
                </a:lnTo>
                <a:lnTo>
                  <a:pt x="3565874" y="747951"/>
                </a:lnTo>
                <a:lnTo>
                  <a:pt x="3587401" y="752542"/>
                </a:lnTo>
                <a:lnTo>
                  <a:pt x="3608937" y="757085"/>
                </a:lnTo>
                <a:lnTo>
                  <a:pt x="3630492" y="761581"/>
                </a:lnTo>
                <a:lnTo>
                  <a:pt x="3652047" y="766029"/>
                </a:lnTo>
                <a:lnTo>
                  <a:pt x="3673621" y="770430"/>
                </a:lnTo>
                <a:lnTo>
                  <a:pt x="3695205" y="774783"/>
                </a:lnTo>
                <a:lnTo>
                  <a:pt x="3716788" y="779078"/>
                </a:lnTo>
                <a:lnTo>
                  <a:pt x="3738391" y="783326"/>
                </a:lnTo>
                <a:lnTo>
                  <a:pt x="3760003" y="787527"/>
                </a:lnTo>
                <a:lnTo>
                  <a:pt x="3781616" y="791670"/>
                </a:lnTo>
                <a:lnTo>
                  <a:pt x="3803247" y="795766"/>
                </a:lnTo>
                <a:lnTo>
                  <a:pt x="3824888" y="799805"/>
                </a:lnTo>
                <a:lnTo>
                  <a:pt x="3846538" y="803796"/>
                </a:lnTo>
                <a:lnTo>
                  <a:pt x="3868198" y="807730"/>
                </a:lnTo>
                <a:lnTo>
                  <a:pt x="3889867" y="811606"/>
                </a:lnTo>
                <a:lnTo>
                  <a:pt x="3911546" y="815435"/>
                </a:lnTo>
                <a:lnTo>
                  <a:pt x="3933234" y="819198"/>
                </a:lnTo>
                <a:lnTo>
                  <a:pt x="3954932" y="822912"/>
                </a:lnTo>
                <a:lnTo>
                  <a:pt x="3976640" y="826570"/>
                </a:lnTo>
                <a:lnTo>
                  <a:pt x="3998357" y="830170"/>
                </a:lnTo>
                <a:lnTo>
                  <a:pt x="4020083" y="833714"/>
                </a:lnTo>
                <a:lnTo>
                  <a:pt x="4041819" y="837190"/>
                </a:lnTo>
                <a:lnTo>
                  <a:pt x="4063565" y="840619"/>
                </a:lnTo>
                <a:lnTo>
                  <a:pt x="4085320" y="843982"/>
                </a:lnTo>
                <a:lnTo>
                  <a:pt x="4107085" y="847287"/>
                </a:lnTo>
                <a:lnTo>
                  <a:pt x="4128859" y="850535"/>
                </a:lnTo>
                <a:lnTo>
                  <a:pt x="4150643" y="853716"/>
                </a:lnTo>
                <a:lnTo>
                  <a:pt x="4172436" y="856850"/>
                </a:lnTo>
                <a:lnTo>
                  <a:pt x="4194238" y="859907"/>
                </a:lnTo>
                <a:lnTo>
                  <a:pt x="4216041" y="862908"/>
                </a:lnTo>
                <a:lnTo>
                  <a:pt x="4237863" y="865851"/>
                </a:lnTo>
                <a:lnTo>
                  <a:pt x="4259685" y="868728"/>
                </a:lnTo>
                <a:lnTo>
                  <a:pt x="4281516" y="871547"/>
                </a:lnTo>
                <a:lnTo>
                  <a:pt x="4303357" y="874300"/>
                </a:lnTo>
                <a:lnTo>
                  <a:pt x="4325207" y="876995"/>
                </a:lnTo>
                <a:lnTo>
                  <a:pt x="4347067" y="879615"/>
                </a:lnTo>
                <a:lnTo>
                  <a:pt x="4368927" y="882177"/>
                </a:lnTo>
                <a:lnTo>
                  <a:pt x="4390796" y="884672"/>
                </a:lnTo>
                <a:lnTo>
                  <a:pt x="4412675" y="887101"/>
                </a:lnTo>
                <a:lnTo>
                  <a:pt x="4434564" y="889473"/>
                </a:lnTo>
                <a:lnTo>
                  <a:pt x="4456462" y="891778"/>
                </a:lnTo>
                <a:lnTo>
                  <a:pt x="4478360" y="894007"/>
                </a:lnTo>
                <a:lnTo>
                  <a:pt x="4500267" y="896179"/>
                </a:lnTo>
                <a:lnTo>
                  <a:pt x="4522175" y="898284"/>
                </a:lnTo>
                <a:lnTo>
                  <a:pt x="4544092" y="900322"/>
                </a:lnTo>
                <a:lnTo>
                  <a:pt x="4566018" y="902294"/>
                </a:lnTo>
                <a:lnTo>
                  <a:pt x="4587954" y="904189"/>
                </a:lnTo>
                <a:lnTo>
                  <a:pt x="4609890" y="906028"/>
                </a:lnTo>
                <a:lnTo>
                  <a:pt x="4631836" y="907799"/>
                </a:lnTo>
                <a:lnTo>
                  <a:pt x="4653782" y="909504"/>
                </a:lnTo>
                <a:lnTo>
                  <a:pt x="4675737" y="911133"/>
                </a:lnTo>
                <a:lnTo>
                  <a:pt x="4697692" y="912705"/>
                </a:lnTo>
                <a:lnTo>
                  <a:pt x="4719657" y="914200"/>
                </a:lnTo>
                <a:lnTo>
                  <a:pt x="4741621" y="915629"/>
                </a:lnTo>
                <a:lnTo>
                  <a:pt x="4763595" y="916991"/>
                </a:lnTo>
                <a:lnTo>
                  <a:pt x="4785570" y="918277"/>
                </a:lnTo>
                <a:lnTo>
                  <a:pt x="4807553" y="919505"/>
                </a:lnTo>
                <a:lnTo>
                  <a:pt x="4829537" y="920658"/>
                </a:lnTo>
                <a:lnTo>
                  <a:pt x="4851521" y="921744"/>
                </a:lnTo>
                <a:lnTo>
                  <a:pt x="4873514" y="922763"/>
                </a:lnTo>
                <a:lnTo>
                  <a:pt x="4895507" y="923706"/>
                </a:lnTo>
                <a:lnTo>
                  <a:pt x="4917500" y="924582"/>
                </a:lnTo>
                <a:lnTo>
                  <a:pt x="4939503" y="925392"/>
                </a:lnTo>
                <a:lnTo>
                  <a:pt x="4961496" y="926125"/>
                </a:lnTo>
                <a:lnTo>
                  <a:pt x="4983509" y="926792"/>
                </a:lnTo>
                <a:lnTo>
                  <a:pt x="5005511" y="927383"/>
                </a:lnTo>
                <a:lnTo>
                  <a:pt x="5027514" y="927906"/>
                </a:lnTo>
                <a:lnTo>
                  <a:pt x="5049526" y="928364"/>
                </a:lnTo>
                <a:lnTo>
                  <a:pt x="5071539" y="928754"/>
                </a:lnTo>
                <a:lnTo>
                  <a:pt x="5093551" y="929069"/>
                </a:lnTo>
                <a:lnTo>
                  <a:pt x="5115563" y="929316"/>
                </a:lnTo>
                <a:lnTo>
                  <a:pt x="5137575" y="929497"/>
                </a:lnTo>
                <a:lnTo>
                  <a:pt x="5159588" y="929602"/>
                </a:lnTo>
                <a:lnTo>
                  <a:pt x="5181600" y="92964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8BB2CA"/>
            </a:solidFill>
            <a:prstDash val="solid"/>
          </a:ln>
        </p:spPr>
      </p:sp>
      <p:sp>
        <p:nvSpPr>
          <p:cNvPr id="3" name="merge-lane-3">
            <a:extLst xmlns:a="http://schemas.openxmlformats.org/drawingml/2006/main">
              <a:ext uri="{FF2B5EF4-FFF2-40B4-BE49-F238E27FC236}">
                <a16:creationId xmlns:a16="http://schemas.microsoft.com/office/drawing/2014/main" id="{3E984D1B-E4AD-4C8C-BB7B-3901EBC7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741420"/>
            <a:ext cx="5181600" cy="182880"/>
          </a:xfrm>
          <a:custGeom xmlns:a="http://schemas.openxmlformats.org/drawingml/2006/main">
            <a:pathLst>
              <a:path w="5181600" h="182880">
                <a:moveTo>
                  <a:pt x="0" y="0"/>
                </a:moveTo>
                <a:lnTo>
                  <a:pt x="21603" y="19"/>
                </a:lnTo>
                <a:lnTo>
                  <a:pt x="43215" y="38"/>
                </a:lnTo>
                <a:lnTo>
                  <a:pt x="64818" y="95"/>
                </a:lnTo>
                <a:lnTo>
                  <a:pt x="86430" y="152"/>
                </a:lnTo>
                <a:lnTo>
                  <a:pt x="108033" y="238"/>
                </a:lnTo>
                <a:lnTo>
                  <a:pt x="129635" y="343"/>
                </a:lnTo>
                <a:lnTo>
                  <a:pt x="151247" y="467"/>
                </a:lnTo>
                <a:lnTo>
                  <a:pt x="172850" y="610"/>
                </a:lnTo>
                <a:lnTo>
                  <a:pt x="194453" y="762"/>
                </a:lnTo>
                <a:lnTo>
                  <a:pt x="216065" y="943"/>
                </a:lnTo>
                <a:lnTo>
                  <a:pt x="237668" y="1133"/>
                </a:lnTo>
                <a:lnTo>
                  <a:pt x="259271" y="1353"/>
                </a:lnTo>
                <a:lnTo>
                  <a:pt x="280883" y="1572"/>
                </a:lnTo>
                <a:lnTo>
                  <a:pt x="302485" y="1829"/>
                </a:lnTo>
                <a:lnTo>
                  <a:pt x="324088" y="2096"/>
                </a:lnTo>
                <a:lnTo>
                  <a:pt x="345691" y="2381"/>
                </a:lnTo>
                <a:lnTo>
                  <a:pt x="367303" y="2686"/>
                </a:lnTo>
                <a:lnTo>
                  <a:pt x="388906" y="3000"/>
                </a:lnTo>
                <a:lnTo>
                  <a:pt x="410508" y="3343"/>
                </a:lnTo>
                <a:lnTo>
                  <a:pt x="432111" y="3696"/>
                </a:lnTo>
                <a:lnTo>
                  <a:pt x="453714" y="4067"/>
                </a:lnTo>
                <a:lnTo>
                  <a:pt x="475317" y="4448"/>
                </a:lnTo>
                <a:lnTo>
                  <a:pt x="496919" y="4867"/>
                </a:lnTo>
                <a:lnTo>
                  <a:pt x="518522" y="5277"/>
                </a:lnTo>
                <a:lnTo>
                  <a:pt x="540125" y="5725"/>
                </a:lnTo>
                <a:lnTo>
                  <a:pt x="561727" y="6182"/>
                </a:lnTo>
                <a:lnTo>
                  <a:pt x="583330" y="6648"/>
                </a:lnTo>
                <a:lnTo>
                  <a:pt x="604933" y="7144"/>
                </a:lnTo>
                <a:lnTo>
                  <a:pt x="626535" y="7649"/>
                </a:lnTo>
                <a:lnTo>
                  <a:pt x="648129" y="8172"/>
                </a:lnTo>
                <a:lnTo>
                  <a:pt x="669731" y="8706"/>
                </a:lnTo>
                <a:lnTo>
                  <a:pt x="691334" y="9258"/>
                </a:lnTo>
                <a:lnTo>
                  <a:pt x="712927" y="9820"/>
                </a:lnTo>
                <a:lnTo>
                  <a:pt x="734530" y="10411"/>
                </a:lnTo>
                <a:lnTo>
                  <a:pt x="756123" y="11011"/>
                </a:lnTo>
                <a:lnTo>
                  <a:pt x="777726" y="11630"/>
                </a:lnTo>
                <a:lnTo>
                  <a:pt x="799319" y="12259"/>
                </a:lnTo>
                <a:lnTo>
                  <a:pt x="820922" y="12897"/>
                </a:lnTo>
                <a:lnTo>
                  <a:pt x="842515" y="13564"/>
                </a:lnTo>
                <a:lnTo>
                  <a:pt x="864108" y="14230"/>
                </a:lnTo>
                <a:lnTo>
                  <a:pt x="885711" y="14926"/>
                </a:lnTo>
                <a:lnTo>
                  <a:pt x="907304" y="15621"/>
                </a:lnTo>
                <a:lnTo>
                  <a:pt x="928897" y="16345"/>
                </a:lnTo>
                <a:lnTo>
                  <a:pt x="950490" y="17078"/>
                </a:lnTo>
                <a:lnTo>
                  <a:pt x="972083" y="17821"/>
                </a:lnTo>
                <a:lnTo>
                  <a:pt x="993677" y="18583"/>
                </a:lnTo>
                <a:lnTo>
                  <a:pt x="1015270" y="19355"/>
                </a:lnTo>
                <a:lnTo>
                  <a:pt x="1036863" y="20145"/>
                </a:lnTo>
                <a:lnTo>
                  <a:pt x="1058456" y="20955"/>
                </a:lnTo>
                <a:lnTo>
                  <a:pt x="1080049" y="21755"/>
                </a:lnTo>
                <a:lnTo>
                  <a:pt x="1101642" y="22574"/>
                </a:lnTo>
                <a:lnTo>
                  <a:pt x="1123226" y="23422"/>
                </a:lnTo>
                <a:lnTo>
                  <a:pt x="1144819" y="24270"/>
                </a:lnTo>
                <a:lnTo>
                  <a:pt x="1166412" y="25117"/>
                </a:lnTo>
                <a:lnTo>
                  <a:pt x="1187996" y="26003"/>
                </a:lnTo>
                <a:lnTo>
                  <a:pt x="1209589" y="26889"/>
                </a:lnTo>
                <a:lnTo>
                  <a:pt x="1231173" y="27784"/>
                </a:lnTo>
                <a:lnTo>
                  <a:pt x="1252757" y="28680"/>
                </a:lnTo>
                <a:lnTo>
                  <a:pt x="1274350" y="29613"/>
                </a:lnTo>
                <a:lnTo>
                  <a:pt x="1295933" y="30547"/>
                </a:lnTo>
                <a:lnTo>
                  <a:pt x="1317517" y="31480"/>
                </a:lnTo>
                <a:lnTo>
                  <a:pt x="1339110" y="32433"/>
                </a:lnTo>
                <a:lnTo>
                  <a:pt x="1360694" y="33404"/>
                </a:lnTo>
                <a:lnTo>
                  <a:pt x="1382278" y="34366"/>
                </a:lnTo>
                <a:lnTo>
                  <a:pt x="1403861" y="35338"/>
                </a:lnTo>
                <a:lnTo>
                  <a:pt x="1425445" y="36347"/>
                </a:lnTo>
                <a:lnTo>
                  <a:pt x="1447028" y="37348"/>
                </a:lnTo>
                <a:lnTo>
                  <a:pt x="1468612" y="38348"/>
                </a:lnTo>
                <a:lnTo>
                  <a:pt x="1490196" y="39376"/>
                </a:lnTo>
                <a:lnTo>
                  <a:pt x="1511779" y="40405"/>
                </a:lnTo>
                <a:lnTo>
                  <a:pt x="1533354" y="41443"/>
                </a:lnTo>
                <a:lnTo>
                  <a:pt x="1554937" y="42482"/>
                </a:lnTo>
                <a:lnTo>
                  <a:pt x="1576521" y="43548"/>
                </a:lnTo>
                <a:lnTo>
                  <a:pt x="1598095" y="44606"/>
                </a:lnTo>
                <a:lnTo>
                  <a:pt x="1619679" y="45672"/>
                </a:lnTo>
                <a:lnTo>
                  <a:pt x="1641262" y="46749"/>
                </a:lnTo>
                <a:lnTo>
                  <a:pt x="1662836" y="47844"/>
                </a:lnTo>
                <a:lnTo>
                  <a:pt x="1684420" y="48930"/>
                </a:lnTo>
                <a:lnTo>
                  <a:pt x="1705994" y="50025"/>
                </a:lnTo>
                <a:lnTo>
                  <a:pt x="1727578" y="51140"/>
                </a:lnTo>
                <a:lnTo>
                  <a:pt x="1749152" y="52254"/>
                </a:lnTo>
                <a:lnTo>
                  <a:pt x="1770726" y="53369"/>
                </a:lnTo>
                <a:lnTo>
                  <a:pt x="1792310" y="54493"/>
                </a:lnTo>
                <a:lnTo>
                  <a:pt x="1813884" y="55636"/>
                </a:lnTo>
                <a:lnTo>
                  <a:pt x="1835458" y="56769"/>
                </a:lnTo>
                <a:lnTo>
                  <a:pt x="1857042" y="57902"/>
                </a:lnTo>
                <a:lnTo>
                  <a:pt x="1878616" y="59055"/>
                </a:lnTo>
                <a:lnTo>
                  <a:pt x="1900190" y="60208"/>
                </a:lnTo>
                <a:lnTo>
                  <a:pt x="1921764" y="61360"/>
                </a:lnTo>
                <a:lnTo>
                  <a:pt x="1943338" y="62522"/>
                </a:lnTo>
                <a:lnTo>
                  <a:pt x="1964912" y="63694"/>
                </a:lnTo>
                <a:lnTo>
                  <a:pt x="1986486" y="64865"/>
                </a:lnTo>
                <a:lnTo>
                  <a:pt x="2008070" y="66037"/>
                </a:lnTo>
                <a:lnTo>
                  <a:pt x="2029644" y="67218"/>
                </a:lnTo>
                <a:lnTo>
                  <a:pt x="2051218" y="68409"/>
                </a:lnTo>
                <a:lnTo>
                  <a:pt x="2072783" y="69590"/>
                </a:lnTo>
                <a:lnTo>
                  <a:pt x="2094357" y="70780"/>
                </a:lnTo>
                <a:lnTo>
                  <a:pt x="2115931" y="71971"/>
                </a:lnTo>
                <a:lnTo>
                  <a:pt x="2137505" y="73152"/>
                </a:lnTo>
                <a:lnTo>
                  <a:pt x="2159079" y="74343"/>
                </a:lnTo>
                <a:lnTo>
                  <a:pt x="2180654" y="75543"/>
                </a:lnTo>
                <a:lnTo>
                  <a:pt x="2202228" y="76743"/>
                </a:lnTo>
                <a:lnTo>
                  <a:pt x="2223802" y="77953"/>
                </a:lnTo>
                <a:lnTo>
                  <a:pt x="2245376" y="79153"/>
                </a:lnTo>
                <a:lnTo>
                  <a:pt x="2266950" y="80353"/>
                </a:lnTo>
                <a:lnTo>
                  <a:pt x="2288524" y="81553"/>
                </a:lnTo>
                <a:lnTo>
                  <a:pt x="2310098" y="82763"/>
                </a:lnTo>
                <a:lnTo>
                  <a:pt x="2331672" y="83963"/>
                </a:lnTo>
                <a:lnTo>
                  <a:pt x="2353247" y="85163"/>
                </a:lnTo>
                <a:lnTo>
                  <a:pt x="2374811" y="86373"/>
                </a:lnTo>
                <a:lnTo>
                  <a:pt x="2396385" y="87573"/>
                </a:lnTo>
                <a:lnTo>
                  <a:pt x="2417959" y="88773"/>
                </a:lnTo>
                <a:lnTo>
                  <a:pt x="2439533" y="89973"/>
                </a:lnTo>
                <a:lnTo>
                  <a:pt x="2461108" y="91183"/>
                </a:lnTo>
                <a:lnTo>
                  <a:pt x="2482682" y="92373"/>
                </a:lnTo>
                <a:lnTo>
                  <a:pt x="2504256" y="93574"/>
                </a:lnTo>
                <a:lnTo>
                  <a:pt x="2525830" y="94774"/>
                </a:lnTo>
                <a:lnTo>
                  <a:pt x="2547404" y="95964"/>
                </a:lnTo>
                <a:lnTo>
                  <a:pt x="2568978" y="97165"/>
                </a:lnTo>
                <a:lnTo>
                  <a:pt x="2590552" y="98365"/>
                </a:lnTo>
                <a:lnTo>
                  <a:pt x="2612126" y="99555"/>
                </a:lnTo>
                <a:lnTo>
                  <a:pt x="2633691" y="100746"/>
                </a:lnTo>
                <a:lnTo>
                  <a:pt x="2655275" y="101918"/>
                </a:lnTo>
                <a:lnTo>
                  <a:pt x="2676849" y="103099"/>
                </a:lnTo>
                <a:lnTo>
                  <a:pt x="2698423" y="104280"/>
                </a:lnTo>
                <a:lnTo>
                  <a:pt x="2719997" y="105461"/>
                </a:lnTo>
                <a:lnTo>
                  <a:pt x="2741571" y="106632"/>
                </a:lnTo>
                <a:lnTo>
                  <a:pt x="2763145" y="107813"/>
                </a:lnTo>
                <a:lnTo>
                  <a:pt x="2784719" y="108985"/>
                </a:lnTo>
                <a:lnTo>
                  <a:pt x="2806294" y="110147"/>
                </a:lnTo>
                <a:lnTo>
                  <a:pt x="2827868" y="111300"/>
                </a:lnTo>
                <a:lnTo>
                  <a:pt x="2849442" y="112462"/>
                </a:lnTo>
                <a:lnTo>
                  <a:pt x="2871016" y="113605"/>
                </a:lnTo>
                <a:lnTo>
                  <a:pt x="2892600" y="114748"/>
                </a:lnTo>
                <a:lnTo>
                  <a:pt x="2914174" y="115891"/>
                </a:lnTo>
                <a:lnTo>
                  <a:pt x="2935748" y="117024"/>
                </a:lnTo>
                <a:lnTo>
                  <a:pt x="2957332" y="118148"/>
                </a:lnTo>
                <a:lnTo>
                  <a:pt x="2978906" y="119272"/>
                </a:lnTo>
                <a:lnTo>
                  <a:pt x="3000480" y="120396"/>
                </a:lnTo>
                <a:lnTo>
                  <a:pt x="3022063" y="121501"/>
                </a:lnTo>
                <a:lnTo>
                  <a:pt x="3043638" y="122606"/>
                </a:lnTo>
                <a:lnTo>
                  <a:pt x="3065221" y="123711"/>
                </a:lnTo>
                <a:lnTo>
                  <a:pt x="3086795" y="124806"/>
                </a:lnTo>
                <a:lnTo>
                  <a:pt x="3108379" y="125892"/>
                </a:lnTo>
                <a:lnTo>
                  <a:pt x="3129953" y="126968"/>
                </a:lnTo>
                <a:lnTo>
                  <a:pt x="3151537" y="128045"/>
                </a:lnTo>
                <a:lnTo>
                  <a:pt x="3173111" y="129111"/>
                </a:lnTo>
                <a:lnTo>
                  <a:pt x="3194695" y="130169"/>
                </a:lnTo>
                <a:lnTo>
                  <a:pt x="3216278" y="131216"/>
                </a:lnTo>
                <a:lnTo>
                  <a:pt x="3237862" y="132264"/>
                </a:lnTo>
                <a:lnTo>
                  <a:pt x="3259436" y="133302"/>
                </a:lnTo>
                <a:lnTo>
                  <a:pt x="3281020" y="134331"/>
                </a:lnTo>
                <a:lnTo>
                  <a:pt x="3302603" y="135350"/>
                </a:lnTo>
                <a:lnTo>
                  <a:pt x="3324187" y="136369"/>
                </a:lnTo>
                <a:lnTo>
                  <a:pt x="3345771" y="137370"/>
                </a:lnTo>
                <a:lnTo>
                  <a:pt x="3367354" y="138360"/>
                </a:lnTo>
                <a:lnTo>
                  <a:pt x="3388938" y="139351"/>
                </a:lnTo>
                <a:lnTo>
                  <a:pt x="3410522" y="140341"/>
                </a:lnTo>
                <a:lnTo>
                  <a:pt x="3432105" y="141303"/>
                </a:lnTo>
                <a:lnTo>
                  <a:pt x="3453689" y="142265"/>
                </a:lnTo>
                <a:lnTo>
                  <a:pt x="3475282" y="143227"/>
                </a:lnTo>
                <a:lnTo>
                  <a:pt x="3496866" y="144180"/>
                </a:lnTo>
                <a:lnTo>
                  <a:pt x="3518449" y="145104"/>
                </a:lnTo>
                <a:lnTo>
                  <a:pt x="3540042" y="146028"/>
                </a:lnTo>
                <a:lnTo>
                  <a:pt x="3561626" y="146952"/>
                </a:lnTo>
                <a:lnTo>
                  <a:pt x="3583210" y="147866"/>
                </a:lnTo>
                <a:lnTo>
                  <a:pt x="3604803" y="148752"/>
                </a:lnTo>
                <a:lnTo>
                  <a:pt x="3626387" y="149638"/>
                </a:lnTo>
                <a:lnTo>
                  <a:pt x="3647980" y="150524"/>
                </a:lnTo>
                <a:lnTo>
                  <a:pt x="3669563" y="151390"/>
                </a:lnTo>
                <a:lnTo>
                  <a:pt x="3691157" y="152238"/>
                </a:lnTo>
                <a:lnTo>
                  <a:pt x="3712750" y="153086"/>
                </a:lnTo>
                <a:lnTo>
                  <a:pt x="3734333" y="153934"/>
                </a:lnTo>
                <a:lnTo>
                  <a:pt x="3755927" y="154762"/>
                </a:lnTo>
                <a:lnTo>
                  <a:pt x="3777520" y="155562"/>
                </a:lnTo>
                <a:lnTo>
                  <a:pt x="3799113" y="156372"/>
                </a:lnTo>
                <a:lnTo>
                  <a:pt x="3820706" y="157182"/>
                </a:lnTo>
                <a:lnTo>
                  <a:pt x="3842299" y="157963"/>
                </a:lnTo>
                <a:lnTo>
                  <a:pt x="3863892" y="158725"/>
                </a:lnTo>
                <a:lnTo>
                  <a:pt x="3885476" y="159487"/>
                </a:lnTo>
                <a:lnTo>
                  <a:pt x="3907079" y="160258"/>
                </a:lnTo>
                <a:lnTo>
                  <a:pt x="3928672" y="160992"/>
                </a:lnTo>
                <a:lnTo>
                  <a:pt x="3950265" y="161725"/>
                </a:lnTo>
                <a:lnTo>
                  <a:pt x="3971858" y="162439"/>
                </a:lnTo>
                <a:lnTo>
                  <a:pt x="3993452" y="163154"/>
                </a:lnTo>
                <a:lnTo>
                  <a:pt x="4015045" y="163840"/>
                </a:lnTo>
                <a:lnTo>
                  <a:pt x="4036647" y="164525"/>
                </a:lnTo>
                <a:lnTo>
                  <a:pt x="4058241" y="165202"/>
                </a:lnTo>
                <a:lnTo>
                  <a:pt x="4079834" y="165859"/>
                </a:lnTo>
                <a:lnTo>
                  <a:pt x="4101436" y="166507"/>
                </a:lnTo>
                <a:lnTo>
                  <a:pt x="4123030" y="167145"/>
                </a:lnTo>
                <a:lnTo>
                  <a:pt x="4144632" y="167764"/>
                </a:lnTo>
                <a:lnTo>
                  <a:pt x="4166225" y="168383"/>
                </a:lnTo>
                <a:lnTo>
                  <a:pt x="4187828" y="168983"/>
                </a:lnTo>
                <a:lnTo>
                  <a:pt x="4209421" y="169574"/>
                </a:lnTo>
                <a:lnTo>
                  <a:pt x="4231024" y="170145"/>
                </a:lnTo>
                <a:lnTo>
                  <a:pt x="4252617" y="170717"/>
                </a:lnTo>
                <a:lnTo>
                  <a:pt x="4274220" y="171260"/>
                </a:lnTo>
                <a:lnTo>
                  <a:pt x="4295823" y="171802"/>
                </a:lnTo>
                <a:lnTo>
                  <a:pt x="4317425" y="172326"/>
                </a:lnTo>
                <a:lnTo>
                  <a:pt x="4339019" y="172850"/>
                </a:lnTo>
                <a:lnTo>
                  <a:pt x="4360621" y="173345"/>
                </a:lnTo>
                <a:lnTo>
                  <a:pt x="4382224" y="173841"/>
                </a:lnTo>
                <a:lnTo>
                  <a:pt x="4403827" y="174317"/>
                </a:lnTo>
                <a:lnTo>
                  <a:pt x="4425429" y="174784"/>
                </a:lnTo>
                <a:lnTo>
                  <a:pt x="4447032" y="175231"/>
                </a:lnTo>
                <a:lnTo>
                  <a:pt x="4468635" y="175670"/>
                </a:lnTo>
                <a:lnTo>
                  <a:pt x="4490228" y="176098"/>
                </a:lnTo>
                <a:lnTo>
                  <a:pt x="4511831" y="176508"/>
                </a:lnTo>
                <a:lnTo>
                  <a:pt x="4533433" y="176917"/>
                </a:lnTo>
                <a:lnTo>
                  <a:pt x="4555046" y="177298"/>
                </a:lnTo>
                <a:lnTo>
                  <a:pt x="4576648" y="177679"/>
                </a:lnTo>
                <a:lnTo>
                  <a:pt x="4598251" y="178041"/>
                </a:lnTo>
                <a:lnTo>
                  <a:pt x="4619854" y="178394"/>
                </a:lnTo>
                <a:lnTo>
                  <a:pt x="4641456" y="178727"/>
                </a:lnTo>
                <a:lnTo>
                  <a:pt x="4663059" y="179060"/>
                </a:lnTo>
                <a:lnTo>
                  <a:pt x="4684662" y="179365"/>
                </a:lnTo>
                <a:lnTo>
                  <a:pt x="4706264" y="179661"/>
                </a:lnTo>
                <a:lnTo>
                  <a:pt x="4727877" y="179946"/>
                </a:lnTo>
                <a:lnTo>
                  <a:pt x="4749479" y="180223"/>
                </a:lnTo>
                <a:lnTo>
                  <a:pt x="4771082" y="180470"/>
                </a:lnTo>
                <a:lnTo>
                  <a:pt x="4792685" y="180718"/>
                </a:lnTo>
                <a:lnTo>
                  <a:pt x="4814297" y="180956"/>
                </a:lnTo>
                <a:lnTo>
                  <a:pt x="4835900" y="181175"/>
                </a:lnTo>
                <a:lnTo>
                  <a:pt x="4857502" y="181375"/>
                </a:lnTo>
                <a:lnTo>
                  <a:pt x="4879115" y="181566"/>
                </a:lnTo>
                <a:lnTo>
                  <a:pt x="4900717" y="181756"/>
                </a:lnTo>
                <a:lnTo>
                  <a:pt x="4922320" y="181918"/>
                </a:lnTo>
                <a:lnTo>
                  <a:pt x="4943932" y="182070"/>
                </a:lnTo>
                <a:lnTo>
                  <a:pt x="4965535" y="182204"/>
                </a:lnTo>
                <a:lnTo>
                  <a:pt x="4987138" y="182337"/>
                </a:lnTo>
                <a:lnTo>
                  <a:pt x="5008750" y="182442"/>
                </a:lnTo>
                <a:lnTo>
                  <a:pt x="5030353" y="182547"/>
                </a:lnTo>
                <a:lnTo>
                  <a:pt x="5051965" y="182632"/>
                </a:lnTo>
                <a:lnTo>
                  <a:pt x="5073567" y="182709"/>
                </a:lnTo>
                <a:lnTo>
                  <a:pt x="5095170" y="182766"/>
                </a:lnTo>
                <a:lnTo>
                  <a:pt x="5116782" y="182813"/>
                </a:lnTo>
                <a:lnTo>
                  <a:pt x="5138385" y="182851"/>
                </a:lnTo>
                <a:lnTo>
                  <a:pt x="5159997" y="182861"/>
                </a:lnTo>
                <a:lnTo>
                  <a:pt x="5181600" y="18288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699ABB"/>
            </a:solidFill>
            <a:prstDash val="solid"/>
          </a:ln>
        </p:spPr>
      </p:sp>
      <p:sp>
        <p:nvSpPr>
          <p:cNvPr id="4" name="merge-lane-4">
            <a:extLst xmlns:a="http://schemas.openxmlformats.org/drawingml/2006/main">
              <a:ext uri="{FF2B5EF4-FFF2-40B4-BE49-F238E27FC236}">
                <a16:creationId xmlns:a16="http://schemas.microsoft.com/office/drawing/2014/main" id="{99DE6E2E-088B-4AD7-8E40-C050639E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563880"/>
          </a:xfrm>
          <a:custGeom xmlns:a="http://schemas.openxmlformats.org/drawingml/2006/main">
            <a:pathLst>
              <a:path w="5181600" h="563880">
                <a:moveTo>
                  <a:pt x="0" y="563880"/>
                </a:moveTo>
                <a:lnTo>
                  <a:pt x="21746" y="563851"/>
                </a:lnTo>
                <a:lnTo>
                  <a:pt x="43491" y="563756"/>
                </a:lnTo>
                <a:lnTo>
                  <a:pt x="65237" y="563613"/>
                </a:lnTo>
                <a:lnTo>
                  <a:pt x="86992" y="563404"/>
                </a:lnTo>
                <a:lnTo>
                  <a:pt x="108737" y="563137"/>
                </a:lnTo>
                <a:lnTo>
                  <a:pt x="130483" y="562813"/>
                </a:lnTo>
                <a:lnTo>
                  <a:pt x="152219" y="562432"/>
                </a:lnTo>
                <a:lnTo>
                  <a:pt x="173965" y="562004"/>
                </a:lnTo>
                <a:lnTo>
                  <a:pt x="195710" y="561508"/>
                </a:lnTo>
                <a:lnTo>
                  <a:pt x="217446" y="560956"/>
                </a:lnTo>
                <a:lnTo>
                  <a:pt x="239182" y="560346"/>
                </a:lnTo>
                <a:lnTo>
                  <a:pt x="260928" y="559679"/>
                </a:lnTo>
                <a:lnTo>
                  <a:pt x="282654" y="558965"/>
                </a:lnTo>
                <a:lnTo>
                  <a:pt x="304390" y="558184"/>
                </a:lnTo>
                <a:lnTo>
                  <a:pt x="326126" y="557346"/>
                </a:lnTo>
                <a:lnTo>
                  <a:pt x="347853" y="556460"/>
                </a:lnTo>
                <a:lnTo>
                  <a:pt x="369580" y="555517"/>
                </a:lnTo>
                <a:lnTo>
                  <a:pt x="391306" y="554517"/>
                </a:lnTo>
                <a:lnTo>
                  <a:pt x="413023" y="553469"/>
                </a:lnTo>
                <a:lnTo>
                  <a:pt x="434750" y="552364"/>
                </a:lnTo>
                <a:lnTo>
                  <a:pt x="456467" y="551202"/>
                </a:lnTo>
                <a:lnTo>
                  <a:pt x="478174" y="549993"/>
                </a:lnTo>
                <a:lnTo>
                  <a:pt x="499891" y="548726"/>
                </a:lnTo>
                <a:lnTo>
                  <a:pt x="521589" y="547411"/>
                </a:lnTo>
                <a:lnTo>
                  <a:pt x="543296" y="546040"/>
                </a:lnTo>
                <a:lnTo>
                  <a:pt x="564994" y="544620"/>
                </a:lnTo>
                <a:lnTo>
                  <a:pt x="586692" y="543144"/>
                </a:lnTo>
                <a:lnTo>
                  <a:pt x="608390" y="541630"/>
                </a:lnTo>
                <a:lnTo>
                  <a:pt x="630079" y="540058"/>
                </a:lnTo>
                <a:lnTo>
                  <a:pt x="651767" y="538429"/>
                </a:lnTo>
                <a:lnTo>
                  <a:pt x="673446" y="536762"/>
                </a:lnTo>
                <a:lnTo>
                  <a:pt x="695135" y="535048"/>
                </a:lnTo>
                <a:lnTo>
                  <a:pt x="716804" y="533276"/>
                </a:lnTo>
                <a:lnTo>
                  <a:pt x="738473" y="531457"/>
                </a:lnTo>
                <a:lnTo>
                  <a:pt x="760143" y="529590"/>
                </a:lnTo>
                <a:lnTo>
                  <a:pt x="781802" y="527685"/>
                </a:lnTo>
                <a:lnTo>
                  <a:pt x="803462" y="525723"/>
                </a:lnTo>
                <a:lnTo>
                  <a:pt x="825122" y="523723"/>
                </a:lnTo>
                <a:lnTo>
                  <a:pt x="846773" y="521675"/>
                </a:lnTo>
                <a:lnTo>
                  <a:pt x="868423" y="519579"/>
                </a:lnTo>
                <a:lnTo>
                  <a:pt x="890064" y="517446"/>
                </a:lnTo>
                <a:lnTo>
                  <a:pt x="911695" y="515264"/>
                </a:lnTo>
                <a:lnTo>
                  <a:pt x="933336" y="513036"/>
                </a:lnTo>
                <a:lnTo>
                  <a:pt x="954957" y="510769"/>
                </a:lnTo>
                <a:lnTo>
                  <a:pt x="976589" y="508454"/>
                </a:lnTo>
                <a:lnTo>
                  <a:pt x="998201" y="506092"/>
                </a:lnTo>
                <a:lnTo>
                  <a:pt x="1019823" y="503720"/>
                </a:lnTo>
                <a:lnTo>
                  <a:pt x="1041425" y="501272"/>
                </a:lnTo>
                <a:lnTo>
                  <a:pt x="1063038" y="498805"/>
                </a:lnTo>
                <a:lnTo>
                  <a:pt x="1084640" y="496291"/>
                </a:lnTo>
                <a:lnTo>
                  <a:pt x="1106234" y="493738"/>
                </a:lnTo>
                <a:lnTo>
                  <a:pt x="1127827" y="491147"/>
                </a:lnTo>
                <a:lnTo>
                  <a:pt x="1149420" y="488518"/>
                </a:lnTo>
                <a:lnTo>
                  <a:pt x="1171004" y="485870"/>
                </a:lnTo>
                <a:lnTo>
                  <a:pt x="1192578" y="483156"/>
                </a:lnTo>
                <a:lnTo>
                  <a:pt x="1214152" y="480431"/>
                </a:lnTo>
                <a:lnTo>
                  <a:pt x="1235726" y="477650"/>
                </a:lnTo>
                <a:lnTo>
                  <a:pt x="1257290" y="474850"/>
                </a:lnTo>
                <a:lnTo>
                  <a:pt x="1278855" y="472011"/>
                </a:lnTo>
                <a:lnTo>
                  <a:pt x="1300410" y="469144"/>
                </a:lnTo>
                <a:lnTo>
                  <a:pt x="1321965" y="466239"/>
                </a:lnTo>
                <a:lnTo>
                  <a:pt x="1343511" y="463296"/>
                </a:lnTo>
                <a:lnTo>
                  <a:pt x="1365056" y="460343"/>
                </a:lnTo>
                <a:lnTo>
                  <a:pt x="1386592" y="457333"/>
                </a:lnTo>
                <a:lnTo>
                  <a:pt x="1408128" y="454304"/>
                </a:lnTo>
                <a:lnTo>
                  <a:pt x="1429655" y="451247"/>
                </a:lnTo>
                <a:lnTo>
                  <a:pt x="1451181" y="448161"/>
                </a:lnTo>
                <a:lnTo>
                  <a:pt x="1472708" y="445046"/>
                </a:lnTo>
                <a:lnTo>
                  <a:pt x="1494225" y="441903"/>
                </a:lnTo>
                <a:lnTo>
                  <a:pt x="1515742" y="438741"/>
                </a:lnTo>
                <a:lnTo>
                  <a:pt x="1537259" y="435540"/>
                </a:lnTo>
                <a:lnTo>
                  <a:pt x="1558766" y="432321"/>
                </a:lnTo>
                <a:lnTo>
                  <a:pt x="1580264" y="429073"/>
                </a:lnTo>
                <a:lnTo>
                  <a:pt x="1601762" y="425806"/>
                </a:lnTo>
                <a:lnTo>
                  <a:pt x="1623260" y="422519"/>
                </a:lnTo>
                <a:lnTo>
                  <a:pt x="1644758" y="419195"/>
                </a:lnTo>
                <a:lnTo>
                  <a:pt x="1666246" y="415861"/>
                </a:lnTo>
                <a:lnTo>
                  <a:pt x="1687735" y="412499"/>
                </a:lnTo>
                <a:lnTo>
                  <a:pt x="1709214" y="409127"/>
                </a:lnTo>
                <a:lnTo>
                  <a:pt x="1730693" y="405717"/>
                </a:lnTo>
                <a:lnTo>
                  <a:pt x="1752171" y="402298"/>
                </a:lnTo>
                <a:lnTo>
                  <a:pt x="1773650" y="398859"/>
                </a:lnTo>
                <a:lnTo>
                  <a:pt x="1795120" y="395402"/>
                </a:lnTo>
                <a:lnTo>
                  <a:pt x="1816589" y="391935"/>
                </a:lnTo>
                <a:lnTo>
                  <a:pt x="1838049" y="388439"/>
                </a:lnTo>
                <a:lnTo>
                  <a:pt x="1859518" y="384943"/>
                </a:lnTo>
                <a:lnTo>
                  <a:pt x="1880978" y="381410"/>
                </a:lnTo>
                <a:lnTo>
                  <a:pt x="1902428" y="377876"/>
                </a:lnTo>
                <a:lnTo>
                  <a:pt x="1923888" y="374333"/>
                </a:lnTo>
                <a:lnTo>
                  <a:pt x="1945338" y="370761"/>
                </a:lnTo>
                <a:lnTo>
                  <a:pt x="1966789" y="367170"/>
                </a:lnTo>
                <a:lnTo>
                  <a:pt x="1988239" y="363588"/>
                </a:lnTo>
                <a:lnTo>
                  <a:pt x="2009689" y="359997"/>
                </a:lnTo>
                <a:lnTo>
                  <a:pt x="2031130" y="356378"/>
                </a:lnTo>
                <a:lnTo>
                  <a:pt x="2052580" y="352758"/>
                </a:lnTo>
                <a:lnTo>
                  <a:pt x="2074021" y="349139"/>
                </a:lnTo>
                <a:lnTo>
                  <a:pt x="2095462" y="345500"/>
                </a:lnTo>
                <a:lnTo>
                  <a:pt x="2116903" y="341843"/>
                </a:lnTo>
                <a:lnTo>
                  <a:pt x="2138334" y="338195"/>
                </a:lnTo>
                <a:lnTo>
                  <a:pt x="2159775" y="334547"/>
                </a:lnTo>
                <a:lnTo>
                  <a:pt x="2181215" y="330870"/>
                </a:lnTo>
                <a:lnTo>
                  <a:pt x="2202647" y="327193"/>
                </a:lnTo>
                <a:lnTo>
                  <a:pt x="2224078" y="323526"/>
                </a:lnTo>
                <a:lnTo>
                  <a:pt x="2245519" y="319840"/>
                </a:lnTo>
                <a:lnTo>
                  <a:pt x="2266950" y="316163"/>
                </a:lnTo>
                <a:lnTo>
                  <a:pt x="2288381" y="312477"/>
                </a:lnTo>
                <a:lnTo>
                  <a:pt x="2309813" y="308791"/>
                </a:lnTo>
                <a:lnTo>
                  <a:pt x="2331244" y="305095"/>
                </a:lnTo>
                <a:lnTo>
                  <a:pt x="2352675" y="301409"/>
                </a:lnTo>
                <a:lnTo>
                  <a:pt x="2374106" y="297723"/>
                </a:lnTo>
                <a:lnTo>
                  <a:pt x="2395538" y="294027"/>
                </a:lnTo>
                <a:lnTo>
                  <a:pt x="2416978" y="290341"/>
                </a:lnTo>
                <a:lnTo>
                  <a:pt x="2438410" y="286655"/>
                </a:lnTo>
                <a:lnTo>
                  <a:pt x="2459841" y="282959"/>
                </a:lnTo>
                <a:lnTo>
                  <a:pt x="2481272" y="279283"/>
                </a:lnTo>
                <a:lnTo>
                  <a:pt x="2502703" y="275606"/>
                </a:lnTo>
                <a:lnTo>
                  <a:pt x="2524144" y="271929"/>
                </a:lnTo>
                <a:lnTo>
                  <a:pt x="2545575" y="268262"/>
                </a:lnTo>
                <a:lnTo>
                  <a:pt x="2567016" y="264605"/>
                </a:lnTo>
                <a:lnTo>
                  <a:pt x="2588447" y="260947"/>
                </a:lnTo>
                <a:lnTo>
                  <a:pt x="2609888" y="257289"/>
                </a:lnTo>
                <a:lnTo>
                  <a:pt x="2631329" y="253641"/>
                </a:lnTo>
                <a:lnTo>
                  <a:pt x="2652770" y="250012"/>
                </a:lnTo>
                <a:lnTo>
                  <a:pt x="2674210" y="246383"/>
                </a:lnTo>
                <a:lnTo>
                  <a:pt x="2695661" y="242754"/>
                </a:lnTo>
                <a:lnTo>
                  <a:pt x="2717102" y="239154"/>
                </a:lnTo>
                <a:lnTo>
                  <a:pt x="2738552" y="235563"/>
                </a:lnTo>
                <a:lnTo>
                  <a:pt x="2760002" y="231972"/>
                </a:lnTo>
                <a:lnTo>
                  <a:pt x="2781452" y="228390"/>
                </a:lnTo>
                <a:lnTo>
                  <a:pt x="2802903" y="224838"/>
                </a:lnTo>
                <a:lnTo>
                  <a:pt x="2824363" y="221285"/>
                </a:lnTo>
                <a:lnTo>
                  <a:pt x="2845813" y="217732"/>
                </a:lnTo>
                <a:lnTo>
                  <a:pt x="2867273" y="214198"/>
                </a:lnTo>
                <a:lnTo>
                  <a:pt x="2888742" y="210683"/>
                </a:lnTo>
                <a:lnTo>
                  <a:pt x="2910202" y="207197"/>
                </a:lnTo>
                <a:lnTo>
                  <a:pt x="2931671" y="203702"/>
                </a:lnTo>
                <a:lnTo>
                  <a:pt x="2953141" y="200244"/>
                </a:lnTo>
                <a:lnTo>
                  <a:pt x="2974610" y="196787"/>
                </a:lnTo>
                <a:lnTo>
                  <a:pt x="2996089" y="193358"/>
                </a:lnTo>
                <a:lnTo>
                  <a:pt x="3017558" y="189938"/>
                </a:lnTo>
                <a:lnTo>
                  <a:pt x="3039047" y="186547"/>
                </a:lnTo>
                <a:lnTo>
                  <a:pt x="3060525" y="183166"/>
                </a:lnTo>
                <a:lnTo>
                  <a:pt x="3082014" y="179803"/>
                </a:lnTo>
                <a:lnTo>
                  <a:pt x="3103502" y="176460"/>
                </a:lnTo>
                <a:lnTo>
                  <a:pt x="3124991" y="173136"/>
                </a:lnTo>
                <a:lnTo>
                  <a:pt x="3146488" y="169840"/>
                </a:lnTo>
                <a:lnTo>
                  <a:pt x="3167986" y="166554"/>
                </a:lnTo>
                <a:lnTo>
                  <a:pt x="3189484" y="163297"/>
                </a:lnTo>
                <a:lnTo>
                  <a:pt x="3210992" y="160049"/>
                </a:lnTo>
                <a:lnTo>
                  <a:pt x="3232499" y="156848"/>
                </a:lnTo>
                <a:lnTo>
                  <a:pt x="3254016" y="153648"/>
                </a:lnTo>
                <a:lnTo>
                  <a:pt x="3275524" y="150476"/>
                </a:lnTo>
                <a:lnTo>
                  <a:pt x="3297050" y="147323"/>
                </a:lnTo>
                <a:lnTo>
                  <a:pt x="3318567" y="144209"/>
                </a:lnTo>
                <a:lnTo>
                  <a:pt x="3340094" y="141103"/>
                </a:lnTo>
                <a:lnTo>
                  <a:pt x="3361620" y="138036"/>
                </a:lnTo>
                <a:lnTo>
                  <a:pt x="3383156" y="134988"/>
                </a:lnTo>
                <a:lnTo>
                  <a:pt x="3404692" y="131959"/>
                </a:lnTo>
                <a:lnTo>
                  <a:pt x="3426228" y="128968"/>
                </a:lnTo>
                <a:lnTo>
                  <a:pt x="3447774" y="125997"/>
                </a:lnTo>
                <a:lnTo>
                  <a:pt x="3469319" y="123053"/>
                </a:lnTo>
                <a:lnTo>
                  <a:pt x="3490874" y="120129"/>
                </a:lnTo>
                <a:lnTo>
                  <a:pt x="3512429" y="117253"/>
                </a:lnTo>
                <a:lnTo>
                  <a:pt x="3533985" y="114376"/>
                </a:lnTo>
                <a:lnTo>
                  <a:pt x="3555549" y="111557"/>
                </a:lnTo>
                <a:lnTo>
                  <a:pt x="3577114" y="108747"/>
                </a:lnTo>
                <a:lnTo>
                  <a:pt x="3598688" y="105985"/>
                </a:lnTo>
                <a:lnTo>
                  <a:pt x="3620252" y="103222"/>
                </a:lnTo>
                <a:lnTo>
                  <a:pt x="3641836" y="100527"/>
                </a:lnTo>
                <a:lnTo>
                  <a:pt x="3663410" y="97831"/>
                </a:lnTo>
                <a:lnTo>
                  <a:pt x="3685003" y="95183"/>
                </a:lnTo>
                <a:lnTo>
                  <a:pt x="3706587" y="92554"/>
                </a:lnTo>
                <a:lnTo>
                  <a:pt x="3728180" y="89973"/>
                </a:lnTo>
                <a:lnTo>
                  <a:pt x="3749773" y="87401"/>
                </a:lnTo>
                <a:lnTo>
                  <a:pt x="3771376" y="84887"/>
                </a:lnTo>
                <a:lnTo>
                  <a:pt x="3792979" y="82382"/>
                </a:lnTo>
                <a:lnTo>
                  <a:pt x="3814591" y="79924"/>
                </a:lnTo>
                <a:lnTo>
                  <a:pt x="3836203" y="77486"/>
                </a:lnTo>
                <a:lnTo>
                  <a:pt x="3857816" y="75095"/>
                </a:lnTo>
                <a:lnTo>
                  <a:pt x="3879437" y="72723"/>
                </a:lnTo>
                <a:lnTo>
                  <a:pt x="3901059" y="70390"/>
                </a:lnTo>
                <a:lnTo>
                  <a:pt x="3922681" y="68094"/>
                </a:lnTo>
                <a:lnTo>
                  <a:pt x="3944312" y="65837"/>
                </a:lnTo>
                <a:lnTo>
                  <a:pt x="3965943" y="63608"/>
                </a:lnTo>
                <a:lnTo>
                  <a:pt x="3987584" y="61417"/>
                </a:lnTo>
                <a:lnTo>
                  <a:pt x="4009225" y="59265"/>
                </a:lnTo>
                <a:lnTo>
                  <a:pt x="4030866" y="57140"/>
                </a:lnTo>
                <a:lnTo>
                  <a:pt x="4052507" y="55055"/>
                </a:lnTo>
                <a:lnTo>
                  <a:pt x="4074157" y="53007"/>
                </a:lnTo>
                <a:lnTo>
                  <a:pt x="4095817" y="50987"/>
                </a:lnTo>
                <a:lnTo>
                  <a:pt x="4117477" y="49016"/>
                </a:lnTo>
                <a:lnTo>
                  <a:pt x="4139136" y="47073"/>
                </a:lnTo>
                <a:lnTo>
                  <a:pt x="4160796" y="45168"/>
                </a:lnTo>
                <a:lnTo>
                  <a:pt x="4182466" y="43301"/>
                </a:lnTo>
                <a:lnTo>
                  <a:pt x="4204135" y="41472"/>
                </a:lnTo>
                <a:lnTo>
                  <a:pt x="4225804" y="39672"/>
                </a:lnTo>
                <a:lnTo>
                  <a:pt x="4247483" y="37919"/>
                </a:lnTo>
                <a:lnTo>
                  <a:pt x="4269162" y="36205"/>
                </a:lnTo>
                <a:lnTo>
                  <a:pt x="4290841" y="34519"/>
                </a:lnTo>
                <a:lnTo>
                  <a:pt x="4312529" y="32880"/>
                </a:lnTo>
                <a:lnTo>
                  <a:pt x="4334218" y="31280"/>
                </a:lnTo>
                <a:lnTo>
                  <a:pt x="4355906" y="29718"/>
                </a:lnTo>
                <a:lnTo>
                  <a:pt x="4377604" y="28184"/>
                </a:lnTo>
                <a:lnTo>
                  <a:pt x="4399302" y="26699"/>
                </a:lnTo>
                <a:lnTo>
                  <a:pt x="4421000" y="25251"/>
                </a:lnTo>
                <a:lnTo>
                  <a:pt x="4442698" y="23841"/>
                </a:lnTo>
                <a:lnTo>
                  <a:pt x="4464406" y="22469"/>
                </a:lnTo>
                <a:lnTo>
                  <a:pt x="4486113" y="21146"/>
                </a:lnTo>
                <a:lnTo>
                  <a:pt x="4507821" y="19850"/>
                </a:lnTo>
                <a:lnTo>
                  <a:pt x="4529528" y="18602"/>
                </a:lnTo>
                <a:lnTo>
                  <a:pt x="4551245" y="17393"/>
                </a:lnTo>
                <a:lnTo>
                  <a:pt x="4572962" y="16212"/>
                </a:lnTo>
                <a:lnTo>
                  <a:pt x="4594679" y="15088"/>
                </a:lnTo>
                <a:lnTo>
                  <a:pt x="4616396" y="13992"/>
                </a:lnTo>
                <a:lnTo>
                  <a:pt x="4638123" y="12944"/>
                </a:lnTo>
                <a:lnTo>
                  <a:pt x="4659849" y="11935"/>
                </a:lnTo>
                <a:lnTo>
                  <a:pt x="4681576" y="10963"/>
                </a:lnTo>
                <a:lnTo>
                  <a:pt x="4703302" y="10039"/>
                </a:lnTo>
                <a:lnTo>
                  <a:pt x="4725029" y="9154"/>
                </a:lnTo>
                <a:lnTo>
                  <a:pt x="4746755" y="8306"/>
                </a:lnTo>
                <a:lnTo>
                  <a:pt x="4768491" y="7496"/>
                </a:lnTo>
                <a:lnTo>
                  <a:pt x="4790227" y="6734"/>
                </a:lnTo>
                <a:lnTo>
                  <a:pt x="4811963" y="6010"/>
                </a:lnTo>
                <a:lnTo>
                  <a:pt x="4833699" y="5324"/>
                </a:lnTo>
                <a:lnTo>
                  <a:pt x="4855435" y="4677"/>
                </a:lnTo>
                <a:lnTo>
                  <a:pt x="4877171" y="4077"/>
                </a:lnTo>
                <a:lnTo>
                  <a:pt x="4898917" y="3515"/>
                </a:lnTo>
                <a:lnTo>
                  <a:pt x="4920653" y="2991"/>
                </a:lnTo>
                <a:lnTo>
                  <a:pt x="4942399" y="2515"/>
                </a:lnTo>
                <a:lnTo>
                  <a:pt x="4964144" y="2076"/>
                </a:lnTo>
                <a:lnTo>
                  <a:pt x="4985880" y="1686"/>
                </a:lnTo>
                <a:lnTo>
                  <a:pt x="5007626" y="1334"/>
                </a:lnTo>
                <a:lnTo>
                  <a:pt x="5029371" y="1029"/>
                </a:lnTo>
                <a:lnTo>
                  <a:pt x="5051117" y="752"/>
                </a:lnTo>
                <a:lnTo>
                  <a:pt x="5072863" y="524"/>
                </a:lnTo>
                <a:lnTo>
                  <a:pt x="5094608" y="343"/>
                </a:lnTo>
                <a:lnTo>
                  <a:pt x="5116354" y="191"/>
                </a:lnTo>
                <a:lnTo>
                  <a:pt x="5138109" y="86"/>
                </a:lnTo>
                <a:lnTo>
                  <a:pt x="5159854" y="19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4D80A7"/>
            </a:solidFill>
            <a:prstDash val="solid"/>
          </a:ln>
        </p:spPr>
      </p:sp>
      <p:sp>
        <p:nvSpPr>
          <p:cNvPr id="5" name="merge-lane-5">
            <a:extLst xmlns:a="http://schemas.openxmlformats.org/drawingml/2006/main">
              <a:ext uri="{FF2B5EF4-FFF2-40B4-BE49-F238E27FC236}">
                <a16:creationId xmlns:a16="http://schemas.microsoft.com/office/drawing/2014/main" id="{39806E8F-FB0F-4509-8D02-14953E94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1310640"/>
          </a:xfrm>
          <a:custGeom xmlns:a="http://schemas.openxmlformats.org/drawingml/2006/main">
            <a:pathLst>
              <a:path w="5181600" h="1310640">
                <a:moveTo>
                  <a:pt x="0" y="1310640"/>
                </a:moveTo>
                <a:lnTo>
                  <a:pt x="22422" y="1310564"/>
                </a:lnTo>
                <a:lnTo>
                  <a:pt x="44844" y="1310345"/>
                </a:lnTo>
                <a:lnTo>
                  <a:pt x="67256" y="1309983"/>
                </a:lnTo>
                <a:lnTo>
                  <a:pt x="89678" y="1309478"/>
                </a:lnTo>
                <a:lnTo>
                  <a:pt x="112081" y="1308821"/>
                </a:lnTo>
                <a:lnTo>
                  <a:pt x="134493" y="1308030"/>
                </a:lnTo>
                <a:lnTo>
                  <a:pt x="156896" y="1307087"/>
                </a:lnTo>
                <a:lnTo>
                  <a:pt x="179289" y="1306011"/>
                </a:lnTo>
                <a:lnTo>
                  <a:pt x="201673" y="1304792"/>
                </a:lnTo>
                <a:lnTo>
                  <a:pt x="224057" y="1303430"/>
                </a:lnTo>
                <a:lnTo>
                  <a:pt x="246421" y="1301925"/>
                </a:lnTo>
                <a:lnTo>
                  <a:pt x="268786" y="1300296"/>
                </a:lnTo>
                <a:lnTo>
                  <a:pt x="291141" y="1298524"/>
                </a:lnTo>
                <a:lnTo>
                  <a:pt x="313477" y="1296610"/>
                </a:lnTo>
                <a:lnTo>
                  <a:pt x="335804" y="1294562"/>
                </a:lnTo>
                <a:lnTo>
                  <a:pt x="358121" y="1292381"/>
                </a:lnTo>
                <a:lnTo>
                  <a:pt x="380419" y="1290076"/>
                </a:lnTo>
                <a:lnTo>
                  <a:pt x="402707" y="1287628"/>
                </a:lnTo>
                <a:lnTo>
                  <a:pt x="424977" y="1285046"/>
                </a:lnTo>
                <a:lnTo>
                  <a:pt x="447237" y="1282341"/>
                </a:lnTo>
                <a:lnTo>
                  <a:pt x="469478" y="1279512"/>
                </a:lnTo>
                <a:lnTo>
                  <a:pt x="491700" y="1276550"/>
                </a:lnTo>
                <a:lnTo>
                  <a:pt x="513912" y="1273464"/>
                </a:lnTo>
                <a:lnTo>
                  <a:pt x="536096" y="1270254"/>
                </a:lnTo>
                <a:lnTo>
                  <a:pt x="558270" y="1266920"/>
                </a:lnTo>
                <a:lnTo>
                  <a:pt x="580425" y="1263463"/>
                </a:lnTo>
                <a:lnTo>
                  <a:pt x="602552" y="1259881"/>
                </a:lnTo>
                <a:lnTo>
                  <a:pt x="624669" y="1256195"/>
                </a:lnTo>
                <a:lnTo>
                  <a:pt x="646767" y="1252376"/>
                </a:lnTo>
                <a:lnTo>
                  <a:pt x="668836" y="1248451"/>
                </a:lnTo>
                <a:lnTo>
                  <a:pt x="690896" y="1244403"/>
                </a:lnTo>
                <a:lnTo>
                  <a:pt x="712927" y="1240250"/>
                </a:lnTo>
                <a:lnTo>
                  <a:pt x="734930" y="1235974"/>
                </a:lnTo>
                <a:lnTo>
                  <a:pt x="756923" y="1231592"/>
                </a:lnTo>
                <a:lnTo>
                  <a:pt x="778888" y="1227106"/>
                </a:lnTo>
                <a:lnTo>
                  <a:pt x="800833" y="1222505"/>
                </a:lnTo>
                <a:lnTo>
                  <a:pt x="822760" y="1217809"/>
                </a:lnTo>
                <a:lnTo>
                  <a:pt x="844658" y="1213009"/>
                </a:lnTo>
                <a:lnTo>
                  <a:pt x="866537" y="1208103"/>
                </a:lnTo>
                <a:lnTo>
                  <a:pt x="888387" y="1203093"/>
                </a:lnTo>
                <a:lnTo>
                  <a:pt x="910219" y="1197978"/>
                </a:lnTo>
                <a:lnTo>
                  <a:pt x="932031" y="1192778"/>
                </a:lnTo>
                <a:lnTo>
                  <a:pt x="953814" y="1187472"/>
                </a:lnTo>
                <a:lnTo>
                  <a:pt x="975570" y="1182072"/>
                </a:lnTo>
                <a:lnTo>
                  <a:pt x="997315" y="1176585"/>
                </a:lnTo>
                <a:lnTo>
                  <a:pt x="1019023" y="1171004"/>
                </a:lnTo>
                <a:lnTo>
                  <a:pt x="1040721" y="1165336"/>
                </a:lnTo>
                <a:lnTo>
                  <a:pt x="1062390" y="1159574"/>
                </a:lnTo>
                <a:lnTo>
                  <a:pt x="1084031" y="1153725"/>
                </a:lnTo>
                <a:lnTo>
                  <a:pt x="1105652" y="1147791"/>
                </a:lnTo>
                <a:lnTo>
                  <a:pt x="1127246" y="1141771"/>
                </a:lnTo>
                <a:lnTo>
                  <a:pt x="1148829" y="1135675"/>
                </a:lnTo>
                <a:lnTo>
                  <a:pt x="1170375" y="1129494"/>
                </a:lnTo>
                <a:lnTo>
                  <a:pt x="1191911" y="1123245"/>
                </a:lnTo>
                <a:lnTo>
                  <a:pt x="1213418" y="1116911"/>
                </a:lnTo>
                <a:lnTo>
                  <a:pt x="1234897" y="1110491"/>
                </a:lnTo>
                <a:lnTo>
                  <a:pt x="1256367" y="1104005"/>
                </a:lnTo>
                <a:lnTo>
                  <a:pt x="1277807" y="1097451"/>
                </a:lnTo>
                <a:lnTo>
                  <a:pt x="1299220" y="1090822"/>
                </a:lnTo>
                <a:lnTo>
                  <a:pt x="1320622" y="1084126"/>
                </a:lnTo>
                <a:lnTo>
                  <a:pt x="1341996" y="1077363"/>
                </a:lnTo>
                <a:lnTo>
                  <a:pt x="1363351" y="1070534"/>
                </a:lnTo>
                <a:lnTo>
                  <a:pt x="1384687" y="1063628"/>
                </a:lnTo>
                <a:lnTo>
                  <a:pt x="1405995" y="1056665"/>
                </a:lnTo>
                <a:lnTo>
                  <a:pt x="1427293" y="1049645"/>
                </a:lnTo>
                <a:lnTo>
                  <a:pt x="1448562" y="1042559"/>
                </a:lnTo>
                <a:lnTo>
                  <a:pt x="1469812" y="1035425"/>
                </a:lnTo>
                <a:lnTo>
                  <a:pt x="1491053" y="1028224"/>
                </a:lnTo>
                <a:lnTo>
                  <a:pt x="1512265" y="1020975"/>
                </a:lnTo>
                <a:lnTo>
                  <a:pt x="1533458" y="1013670"/>
                </a:lnTo>
                <a:lnTo>
                  <a:pt x="1554642" y="1006307"/>
                </a:lnTo>
                <a:lnTo>
                  <a:pt x="1575797" y="998896"/>
                </a:lnTo>
                <a:lnTo>
                  <a:pt x="1596942" y="991429"/>
                </a:lnTo>
                <a:lnTo>
                  <a:pt x="1618069" y="983923"/>
                </a:lnTo>
                <a:lnTo>
                  <a:pt x="1639176" y="976370"/>
                </a:lnTo>
                <a:lnTo>
                  <a:pt x="1660274" y="968769"/>
                </a:lnTo>
                <a:lnTo>
                  <a:pt x="1681353" y="961120"/>
                </a:lnTo>
                <a:lnTo>
                  <a:pt x="1702413" y="953433"/>
                </a:lnTo>
                <a:lnTo>
                  <a:pt x="1723454" y="945709"/>
                </a:lnTo>
                <a:lnTo>
                  <a:pt x="1744485" y="937936"/>
                </a:lnTo>
                <a:lnTo>
                  <a:pt x="1765506" y="930116"/>
                </a:lnTo>
                <a:lnTo>
                  <a:pt x="1786509" y="922287"/>
                </a:lnTo>
                <a:lnTo>
                  <a:pt x="1807502" y="914400"/>
                </a:lnTo>
                <a:lnTo>
                  <a:pt x="1828476" y="906494"/>
                </a:lnTo>
                <a:lnTo>
                  <a:pt x="1849441" y="898550"/>
                </a:lnTo>
                <a:lnTo>
                  <a:pt x="1870396" y="890568"/>
                </a:lnTo>
                <a:lnTo>
                  <a:pt x="1891341" y="882567"/>
                </a:lnTo>
                <a:lnTo>
                  <a:pt x="1912268" y="874528"/>
                </a:lnTo>
                <a:lnTo>
                  <a:pt x="1933194" y="866480"/>
                </a:lnTo>
                <a:lnTo>
                  <a:pt x="1954101" y="858383"/>
                </a:lnTo>
                <a:lnTo>
                  <a:pt x="1975009" y="850278"/>
                </a:lnTo>
                <a:lnTo>
                  <a:pt x="1995897" y="842134"/>
                </a:lnTo>
                <a:lnTo>
                  <a:pt x="2016785" y="833980"/>
                </a:lnTo>
                <a:lnTo>
                  <a:pt x="2037664" y="825808"/>
                </a:lnTo>
                <a:lnTo>
                  <a:pt x="2058533" y="817607"/>
                </a:lnTo>
                <a:lnTo>
                  <a:pt x="2079393" y="809396"/>
                </a:lnTo>
                <a:lnTo>
                  <a:pt x="2100253" y="801167"/>
                </a:lnTo>
                <a:lnTo>
                  <a:pt x="2121103" y="792918"/>
                </a:lnTo>
                <a:lnTo>
                  <a:pt x="2141944" y="784660"/>
                </a:lnTo>
                <a:lnTo>
                  <a:pt x="2162785" y="776383"/>
                </a:lnTo>
                <a:lnTo>
                  <a:pt x="2183616" y="768086"/>
                </a:lnTo>
                <a:lnTo>
                  <a:pt x="2204447" y="759790"/>
                </a:lnTo>
                <a:lnTo>
                  <a:pt x="2225269" y="751503"/>
                </a:lnTo>
                <a:lnTo>
                  <a:pt x="2246100" y="743188"/>
                </a:lnTo>
                <a:lnTo>
                  <a:pt x="2266912" y="734873"/>
                </a:lnTo>
                <a:lnTo>
                  <a:pt x="2287734" y="726548"/>
                </a:lnTo>
                <a:lnTo>
                  <a:pt x="2308555" y="718223"/>
                </a:lnTo>
                <a:lnTo>
                  <a:pt x="2329367" y="709898"/>
                </a:lnTo>
                <a:lnTo>
                  <a:pt x="2350189" y="701564"/>
                </a:lnTo>
                <a:lnTo>
                  <a:pt x="2371001" y="693239"/>
                </a:lnTo>
                <a:lnTo>
                  <a:pt x="2391823" y="684914"/>
                </a:lnTo>
                <a:lnTo>
                  <a:pt x="2412635" y="676580"/>
                </a:lnTo>
                <a:lnTo>
                  <a:pt x="2433457" y="668255"/>
                </a:lnTo>
                <a:lnTo>
                  <a:pt x="2454269" y="659930"/>
                </a:lnTo>
                <a:lnTo>
                  <a:pt x="2475090" y="651605"/>
                </a:lnTo>
                <a:lnTo>
                  <a:pt x="2495921" y="643309"/>
                </a:lnTo>
                <a:lnTo>
                  <a:pt x="2516743" y="635003"/>
                </a:lnTo>
                <a:lnTo>
                  <a:pt x="2537574" y="626707"/>
                </a:lnTo>
                <a:lnTo>
                  <a:pt x="2558405" y="618420"/>
                </a:lnTo>
                <a:lnTo>
                  <a:pt x="2579246" y="610143"/>
                </a:lnTo>
                <a:lnTo>
                  <a:pt x="2600096" y="601894"/>
                </a:lnTo>
                <a:lnTo>
                  <a:pt x="2620937" y="593636"/>
                </a:lnTo>
                <a:lnTo>
                  <a:pt x="2641797" y="585416"/>
                </a:lnTo>
                <a:lnTo>
                  <a:pt x="2662657" y="577196"/>
                </a:lnTo>
                <a:lnTo>
                  <a:pt x="2683526" y="569004"/>
                </a:lnTo>
                <a:lnTo>
                  <a:pt x="2704405" y="560822"/>
                </a:lnTo>
                <a:lnTo>
                  <a:pt x="2725283" y="552660"/>
                </a:lnTo>
                <a:lnTo>
                  <a:pt x="2746181" y="544525"/>
                </a:lnTo>
                <a:lnTo>
                  <a:pt x="2767079" y="536400"/>
                </a:lnTo>
                <a:lnTo>
                  <a:pt x="2787987" y="528314"/>
                </a:lnTo>
                <a:lnTo>
                  <a:pt x="2808903" y="520236"/>
                </a:lnTo>
                <a:lnTo>
                  <a:pt x="2829830" y="512197"/>
                </a:lnTo>
                <a:lnTo>
                  <a:pt x="2850766" y="504168"/>
                </a:lnTo>
                <a:lnTo>
                  <a:pt x="2871721" y="496186"/>
                </a:lnTo>
                <a:lnTo>
                  <a:pt x="2892676" y="488204"/>
                </a:lnTo>
                <a:lnTo>
                  <a:pt x="2913650" y="480279"/>
                </a:lnTo>
                <a:lnTo>
                  <a:pt x="2934624" y="472364"/>
                </a:lnTo>
                <a:lnTo>
                  <a:pt x="2955617" y="464506"/>
                </a:lnTo>
                <a:lnTo>
                  <a:pt x="2976620" y="456657"/>
                </a:lnTo>
                <a:lnTo>
                  <a:pt x="2997641" y="448856"/>
                </a:lnTo>
                <a:lnTo>
                  <a:pt x="3018673" y="441074"/>
                </a:lnTo>
                <a:lnTo>
                  <a:pt x="3039713" y="433340"/>
                </a:lnTo>
                <a:lnTo>
                  <a:pt x="3060773" y="425634"/>
                </a:lnTo>
                <a:lnTo>
                  <a:pt x="3081842" y="417976"/>
                </a:lnTo>
                <a:lnTo>
                  <a:pt x="3102931" y="410347"/>
                </a:lnTo>
                <a:lnTo>
                  <a:pt x="3124029" y="402765"/>
                </a:lnTo>
                <a:lnTo>
                  <a:pt x="3145136" y="395221"/>
                </a:lnTo>
                <a:lnTo>
                  <a:pt x="3166272" y="387725"/>
                </a:lnTo>
                <a:lnTo>
                  <a:pt x="3187417" y="380267"/>
                </a:lnTo>
                <a:lnTo>
                  <a:pt x="3208572" y="372856"/>
                </a:lnTo>
                <a:lnTo>
                  <a:pt x="3229747" y="365484"/>
                </a:lnTo>
                <a:lnTo>
                  <a:pt x="3250940" y="358169"/>
                </a:lnTo>
                <a:lnTo>
                  <a:pt x="3272152" y="350891"/>
                </a:lnTo>
                <a:lnTo>
                  <a:pt x="3293374" y="343672"/>
                </a:lnTo>
                <a:lnTo>
                  <a:pt x="3314614" y="336499"/>
                </a:lnTo>
                <a:lnTo>
                  <a:pt x="3335874" y="329375"/>
                </a:lnTo>
                <a:lnTo>
                  <a:pt x="3357153" y="322297"/>
                </a:lnTo>
                <a:lnTo>
                  <a:pt x="3378451" y="315278"/>
                </a:lnTo>
                <a:lnTo>
                  <a:pt x="3399758" y="308315"/>
                </a:lnTo>
                <a:lnTo>
                  <a:pt x="3421085" y="301400"/>
                </a:lnTo>
                <a:lnTo>
                  <a:pt x="3442430" y="294551"/>
                </a:lnTo>
                <a:lnTo>
                  <a:pt x="3463795" y="287750"/>
                </a:lnTo>
                <a:lnTo>
                  <a:pt x="3485178" y="281007"/>
                </a:lnTo>
                <a:lnTo>
                  <a:pt x="3506581" y="274320"/>
                </a:lnTo>
                <a:lnTo>
                  <a:pt x="3528003" y="267700"/>
                </a:lnTo>
                <a:lnTo>
                  <a:pt x="3549444" y="261137"/>
                </a:lnTo>
                <a:lnTo>
                  <a:pt x="3570894" y="254632"/>
                </a:lnTo>
                <a:lnTo>
                  <a:pt x="3592373" y="248193"/>
                </a:lnTo>
                <a:lnTo>
                  <a:pt x="3613871" y="241811"/>
                </a:lnTo>
                <a:lnTo>
                  <a:pt x="3635378" y="235506"/>
                </a:lnTo>
                <a:lnTo>
                  <a:pt x="3656914" y="229257"/>
                </a:lnTo>
                <a:lnTo>
                  <a:pt x="3678469" y="223076"/>
                </a:lnTo>
                <a:lnTo>
                  <a:pt x="3700043" y="216960"/>
                </a:lnTo>
                <a:lnTo>
                  <a:pt x="3721627" y="210912"/>
                </a:lnTo>
                <a:lnTo>
                  <a:pt x="3743239" y="204930"/>
                </a:lnTo>
                <a:lnTo>
                  <a:pt x="3764871" y="199025"/>
                </a:lnTo>
                <a:lnTo>
                  <a:pt x="3786511" y="193196"/>
                </a:lnTo>
                <a:lnTo>
                  <a:pt x="3808181" y="187433"/>
                </a:lnTo>
                <a:lnTo>
                  <a:pt x="3829869" y="181737"/>
                </a:lnTo>
                <a:lnTo>
                  <a:pt x="3851577" y="176127"/>
                </a:lnTo>
                <a:lnTo>
                  <a:pt x="3873303" y="170583"/>
                </a:lnTo>
                <a:lnTo>
                  <a:pt x="3895049" y="165116"/>
                </a:lnTo>
                <a:lnTo>
                  <a:pt x="3916804" y="159715"/>
                </a:lnTo>
                <a:lnTo>
                  <a:pt x="3938588" y="154410"/>
                </a:lnTo>
                <a:lnTo>
                  <a:pt x="3960390" y="149171"/>
                </a:lnTo>
                <a:lnTo>
                  <a:pt x="3982212" y="144008"/>
                </a:lnTo>
                <a:lnTo>
                  <a:pt x="4004043" y="138932"/>
                </a:lnTo>
                <a:lnTo>
                  <a:pt x="4025903" y="133931"/>
                </a:lnTo>
                <a:lnTo>
                  <a:pt x="4047782" y="129016"/>
                </a:lnTo>
                <a:lnTo>
                  <a:pt x="4069671" y="124177"/>
                </a:lnTo>
                <a:lnTo>
                  <a:pt x="4091578" y="119424"/>
                </a:lnTo>
                <a:lnTo>
                  <a:pt x="4113514" y="114748"/>
                </a:lnTo>
                <a:lnTo>
                  <a:pt x="4135460" y="110166"/>
                </a:lnTo>
                <a:lnTo>
                  <a:pt x="4157424" y="105661"/>
                </a:lnTo>
                <a:lnTo>
                  <a:pt x="4179399" y="101241"/>
                </a:lnTo>
                <a:lnTo>
                  <a:pt x="4201401" y="96917"/>
                </a:lnTo>
                <a:lnTo>
                  <a:pt x="4223414" y="92669"/>
                </a:lnTo>
                <a:lnTo>
                  <a:pt x="4245445" y="88516"/>
                </a:lnTo>
                <a:lnTo>
                  <a:pt x="4267495" y="84449"/>
                </a:lnTo>
                <a:lnTo>
                  <a:pt x="4289565" y="80467"/>
                </a:lnTo>
                <a:lnTo>
                  <a:pt x="4311644" y="76581"/>
                </a:lnTo>
                <a:lnTo>
                  <a:pt x="4333742" y="72781"/>
                </a:lnTo>
                <a:lnTo>
                  <a:pt x="4355849" y="69075"/>
                </a:lnTo>
                <a:lnTo>
                  <a:pt x="4377976" y="65456"/>
                </a:lnTo>
                <a:lnTo>
                  <a:pt x="4400121" y="61932"/>
                </a:lnTo>
                <a:lnTo>
                  <a:pt x="4422277" y="58493"/>
                </a:lnTo>
                <a:lnTo>
                  <a:pt x="4444451" y="55159"/>
                </a:lnTo>
                <a:lnTo>
                  <a:pt x="4466634" y="51902"/>
                </a:lnTo>
                <a:lnTo>
                  <a:pt x="4488828" y="48758"/>
                </a:lnTo>
                <a:lnTo>
                  <a:pt x="4511040" y="45701"/>
                </a:lnTo>
                <a:lnTo>
                  <a:pt x="4533271" y="42739"/>
                </a:lnTo>
                <a:lnTo>
                  <a:pt x="4555503" y="39872"/>
                </a:lnTo>
                <a:lnTo>
                  <a:pt x="4577753" y="37100"/>
                </a:lnTo>
                <a:lnTo>
                  <a:pt x="4600013" y="34433"/>
                </a:lnTo>
                <a:lnTo>
                  <a:pt x="4622282" y="31861"/>
                </a:lnTo>
                <a:lnTo>
                  <a:pt x="4644571" y="29375"/>
                </a:lnTo>
                <a:lnTo>
                  <a:pt x="4666859" y="27003"/>
                </a:lnTo>
                <a:lnTo>
                  <a:pt x="4689167" y="24717"/>
                </a:lnTo>
                <a:lnTo>
                  <a:pt x="4711484" y="22536"/>
                </a:lnTo>
                <a:lnTo>
                  <a:pt x="4733801" y="20450"/>
                </a:lnTo>
                <a:lnTo>
                  <a:pt x="4756137" y="18469"/>
                </a:lnTo>
                <a:lnTo>
                  <a:pt x="4778483" y="16583"/>
                </a:lnTo>
                <a:lnTo>
                  <a:pt x="4800829" y="14802"/>
                </a:lnTo>
                <a:lnTo>
                  <a:pt x="4823184" y="13116"/>
                </a:lnTo>
                <a:lnTo>
                  <a:pt x="4845548" y="11535"/>
                </a:lnTo>
                <a:lnTo>
                  <a:pt x="4867923" y="10049"/>
                </a:lnTo>
                <a:lnTo>
                  <a:pt x="4890297" y="8668"/>
                </a:lnTo>
                <a:lnTo>
                  <a:pt x="4912690" y="7391"/>
                </a:lnTo>
                <a:lnTo>
                  <a:pt x="4935074" y="6210"/>
                </a:lnTo>
                <a:lnTo>
                  <a:pt x="4957467" y="5134"/>
                </a:lnTo>
                <a:lnTo>
                  <a:pt x="4979870" y="4162"/>
                </a:lnTo>
                <a:lnTo>
                  <a:pt x="5002273" y="3286"/>
                </a:lnTo>
                <a:lnTo>
                  <a:pt x="5024685" y="2515"/>
                </a:lnTo>
                <a:lnTo>
                  <a:pt x="5047097" y="1848"/>
                </a:lnTo>
                <a:lnTo>
                  <a:pt x="5069510" y="1286"/>
                </a:lnTo>
                <a:lnTo>
                  <a:pt x="5091922" y="829"/>
                </a:lnTo>
                <a:lnTo>
                  <a:pt x="5114334" y="467"/>
                </a:lnTo>
                <a:lnTo>
                  <a:pt x="5136756" y="210"/>
                </a:lnTo>
                <a:lnTo>
                  <a:pt x="5159178" y="57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35688F"/>
            </a:solidFill>
            <a:prstDash val="solid"/>
          </a:ln>
        </p:spPr>
      </p:sp>
      <p:sp>
        <p:nvSpPr>
          <p:cNvPr id="6" name="merge-lane-6">
            <a:extLst xmlns:a="http://schemas.openxmlformats.org/drawingml/2006/main">
              <a:ext uri="{FF2B5EF4-FFF2-40B4-BE49-F238E27FC236}">
                <a16:creationId xmlns:a16="http://schemas.microsoft.com/office/drawing/2014/main" id="{32C2F785-2A0F-4FE3-BB1B-F17C569D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2057400"/>
          </a:xfrm>
          <a:custGeom xmlns:a="http://schemas.openxmlformats.org/drawingml/2006/main">
            <a:pathLst>
              <a:path w="5181600" h="2057400">
                <a:moveTo>
                  <a:pt x="0" y="2057400"/>
                </a:moveTo>
                <a:lnTo>
                  <a:pt x="23565" y="2057267"/>
                </a:lnTo>
                <a:lnTo>
                  <a:pt x="47120" y="2056886"/>
                </a:lnTo>
                <a:lnTo>
                  <a:pt x="70676" y="2056267"/>
                </a:lnTo>
                <a:lnTo>
                  <a:pt x="94221" y="2055381"/>
                </a:lnTo>
                <a:lnTo>
                  <a:pt x="117758" y="2054247"/>
                </a:lnTo>
                <a:lnTo>
                  <a:pt x="141275" y="2052876"/>
                </a:lnTo>
                <a:lnTo>
                  <a:pt x="164783" y="2051256"/>
                </a:lnTo>
                <a:lnTo>
                  <a:pt x="188271" y="2049389"/>
                </a:lnTo>
                <a:lnTo>
                  <a:pt x="211741" y="2047284"/>
                </a:lnTo>
                <a:lnTo>
                  <a:pt x="235182" y="2044941"/>
                </a:lnTo>
                <a:lnTo>
                  <a:pt x="258604" y="2042350"/>
                </a:lnTo>
                <a:lnTo>
                  <a:pt x="281997" y="2039541"/>
                </a:lnTo>
                <a:lnTo>
                  <a:pt x="305362" y="2036483"/>
                </a:lnTo>
                <a:lnTo>
                  <a:pt x="328698" y="2033207"/>
                </a:lnTo>
                <a:lnTo>
                  <a:pt x="351996" y="2029701"/>
                </a:lnTo>
                <a:lnTo>
                  <a:pt x="375256" y="2025968"/>
                </a:lnTo>
                <a:lnTo>
                  <a:pt x="398488" y="2022015"/>
                </a:lnTo>
                <a:lnTo>
                  <a:pt x="421681" y="2017843"/>
                </a:lnTo>
                <a:lnTo>
                  <a:pt x="444827" y="2013452"/>
                </a:lnTo>
                <a:lnTo>
                  <a:pt x="467935" y="2008851"/>
                </a:lnTo>
                <a:lnTo>
                  <a:pt x="491004" y="2004031"/>
                </a:lnTo>
                <a:lnTo>
                  <a:pt x="514017" y="1999012"/>
                </a:lnTo>
                <a:lnTo>
                  <a:pt x="537000" y="1993792"/>
                </a:lnTo>
                <a:lnTo>
                  <a:pt x="559927" y="1988363"/>
                </a:lnTo>
                <a:lnTo>
                  <a:pt x="582806" y="1982743"/>
                </a:lnTo>
                <a:lnTo>
                  <a:pt x="605638" y="1976933"/>
                </a:lnTo>
                <a:lnTo>
                  <a:pt x="628421" y="1970923"/>
                </a:lnTo>
                <a:lnTo>
                  <a:pt x="651158" y="1964731"/>
                </a:lnTo>
                <a:lnTo>
                  <a:pt x="673846" y="1958350"/>
                </a:lnTo>
                <a:lnTo>
                  <a:pt x="696468" y="1951787"/>
                </a:lnTo>
                <a:lnTo>
                  <a:pt x="719052" y="1945053"/>
                </a:lnTo>
                <a:lnTo>
                  <a:pt x="741578" y="1938147"/>
                </a:lnTo>
                <a:lnTo>
                  <a:pt x="764048" y="1931060"/>
                </a:lnTo>
                <a:lnTo>
                  <a:pt x="786470" y="1923812"/>
                </a:lnTo>
                <a:lnTo>
                  <a:pt x="808834" y="1916401"/>
                </a:lnTo>
                <a:lnTo>
                  <a:pt x="831142" y="1908820"/>
                </a:lnTo>
                <a:lnTo>
                  <a:pt x="853402" y="1901085"/>
                </a:lnTo>
                <a:lnTo>
                  <a:pt x="875605" y="1893199"/>
                </a:lnTo>
                <a:lnTo>
                  <a:pt x="897750" y="1885159"/>
                </a:lnTo>
                <a:lnTo>
                  <a:pt x="919848" y="1876968"/>
                </a:lnTo>
                <a:lnTo>
                  <a:pt x="941889" y="1868643"/>
                </a:lnTo>
                <a:lnTo>
                  <a:pt x="963873" y="1860166"/>
                </a:lnTo>
                <a:lnTo>
                  <a:pt x="985809" y="1851555"/>
                </a:lnTo>
                <a:lnTo>
                  <a:pt x="1007678" y="1842811"/>
                </a:lnTo>
                <a:lnTo>
                  <a:pt x="1029510" y="1833924"/>
                </a:lnTo>
                <a:lnTo>
                  <a:pt x="1051284" y="1824914"/>
                </a:lnTo>
                <a:lnTo>
                  <a:pt x="1073001" y="1815779"/>
                </a:lnTo>
                <a:lnTo>
                  <a:pt x="1094661" y="1806521"/>
                </a:lnTo>
                <a:lnTo>
                  <a:pt x="1116282" y="1797139"/>
                </a:lnTo>
                <a:lnTo>
                  <a:pt x="1137847" y="1787642"/>
                </a:lnTo>
                <a:lnTo>
                  <a:pt x="1159354" y="1778032"/>
                </a:lnTo>
                <a:lnTo>
                  <a:pt x="1180814" y="1768307"/>
                </a:lnTo>
                <a:lnTo>
                  <a:pt x="1202226" y="1758477"/>
                </a:lnTo>
                <a:lnTo>
                  <a:pt x="1223591" y="1748523"/>
                </a:lnTo>
                <a:lnTo>
                  <a:pt x="1244908" y="1738484"/>
                </a:lnTo>
                <a:lnTo>
                  <a:pt x="1266168" y="1728340"/>
                </a:lnTo>
                <a:lnTo>
                  <a:pt x="1287389" y="1718100"/>
                </a:lnTo>
                <a:lnTo>
                  <a:pt x="1308564" y="1707766"/>
                </a:lnTo>
                <a:lnTo>
                  <a:pt x="1329690" y="1697326"/>
                </a:lnTo>
                <a:lnTo>
                  <a:pt x="1350769" y="1686801"/>
                </a:lnTo>
                <a:lnTo>
                  <a:pt x="1371810" y="1676190"/>
                </a:lnTo>
                <a:lnTo>
                  <a:pt x="1392803" y="1665494"/>
                </a:lnTo>
                <a:lnTo>
                  <a:pt x="1413758" y="1654721"/>
                </a:lnTo>
                <a:lnTo>
                  <a:pt x="1434665" y="1643853"/>
                </a:lnTo>
                <a:lnTo>
                  <a:pt x="1455534" y="1632918"/>
                </a:lnTo>
                <a:lnTo>
                  <a:pt x="1476365" y="1621907"/>
                </a:lnTo>
                <a:lnTo>
                  <a:pt x="1497159" y="1610820"/>
                </a:lnTo>
                <a:lnTo>
                  <a:pt x="1517904" y="1599648"/>
                </a:lnTo>
                <a:lnTo>
                  <a:pt x="1538611" y="1588418"/>
                </a:lnTo>
                <a:lnTo>
                  <a:pt x="1559290" y="1577111"/>
                </a:lnTo>
                <a:lnTo>
                  <a:pt x="1579931" y="1565748"/>
                </a:lnTo>
                <a:lnTo>
                  <a:pt x="1600533" y="1554318"/>
                </a:lnTo>
                <a:lnTo>
                  <a:pt x="1621107" y="1542831"/>
                </a:lnTo>
                <a:lnTo>
                  <a:pt x="1641643" y="1531277"/>
                </a:lnTo>
                <a:lnTo>
                  <a:pt x="1662151" y="1519676"/>
                </a:lnTo>
                <a:lnTo>
                  <a:pt x="1682620" y="1508008"/>
                </a:lnTo>
                <a:lnTo>
                  <a:pt x="1703070" y="1496292"/>
                </a:lnTo>
                <a:lnTo>
                  <a:pt x="1723482" y="1484528"/>
                </a:lnTo>
                <a:lnTo>
                  <a:pt x="1743866" y="1472708"/>
                </a:lnTo>
                <a:lnTo>
                  <a:pt x="1764221" y="1460840"/>
                </a:lnTo>
                <a:lnTo>
                  <a:pt x="1784547" y="1448933"/>
                </a:lnTo>
                <a:lnTo>
                  <a:pt x="1804854" y="1436980"/>
                </a:lnTo>
                <a:lnTo>
                  <a:pt x="1825133" y="1424978"/>
                </a:lnTo>
                <a:lnTo>
                  <a:pt x="1845383" y="1412939"/>
                </a:lnTo>
                <a:lnTo>
                  <a:pt x="1865614" y="1400861"/>
                </a:lnTo>
                <a:lnTo>
                  <a:pt x="1885826" y="1388745"/>
                </a:lnTo>
                <a:lnTo>
                  <a:pt x="1906019" y="1376601"/>
                </a:lnTo>
                <a:lnTo>
                  <a:pt x="1926184" y="1364409"/>
                </a:lnTo>
                <a:lnTo>
                  <a:pt x="1946329" y="1352188"/>
                </a:lnTo>
                <a:lnTo>
                  <a:pt x="1966455" y="1339948"/>
                </a:lnTo>
                <a:lnTo>
                  <a:pt x="1986563" y="1327661"/>
                </a:lnTo>
                <a:lnTo>
                  <a:pt x="2006670" y="1315374"/>
                </a:lnTo>
                <a:lnTo>
                  <a:pt x="2026739" y="1303039"/>
                </a:lnTo>
                <a:lnTo>
                  <a:pt x="2046818" y="1290695"/>
                </a:lnTo>
                <a:lnTo>
                  <a:pt x="2066858" y="1278312"/>
                </a:lnTo>
                <a:lnTo>
                  <a:pt x="2086899" y="1265920"/>
                </a:lnTo>
                <a:lnTo>
                  <a:pt x="2106920" y="1253500"/>
                </a:lnTo>
                <a:lnTo>
                  <a:pt x="2126942" y="1241069"/>
                </a:lnTo>
                <a:lnTo>
                  <a:pt x="2146945" y="1228620"/>
                </a:lnTo>
                <a:lnTo>
                  <a:pt x="2166938" y="1216152"/>
                </a:lnTo>
                <a:lnTo>
                  <a:pt x="2186930" y="1203674"/>
                </a:lnTo>
                <a:lnTo>
                  <a:pt x="2206904" y="1191187"/>
                </a:lnTo>
                <a:lnTo>
                  <a:pt x="2226878" y="1178681"/>
                </a:lnTo>
                <a:lnTo>
                  <a:pt x="2246843" y="1166165"/>
                </a:lnTo>
                <a:lnTo>
                  <a:pt x="2266798" y="1153649"/>
                </a:lnTo>
                <a:lnTo>
                  <a:pt x="2286762" y="1141124"/>
                </a:lnTo>
                <a:lnTo>
                  <a:pt x="2306717" y="1128598"/>
                </a:lnTo>
                <a:lnTo>
                  <a:pt x="2326672" y="1116063"/>
                </a:lnTo>
                <a:lnTo>
                  <a:pt x="2346627" y="1103528"/>
                </a:lnTo>
                <a:lnTo>
                  <a:pt x="2366572" y="1090994"/>
                </a:lnTo>
                <a:lnTo>
                  <a:pt x="2386527" y="1078459"/>
                </a:lnTo>
                <a:lnTo>
                  <a:pt x="2406482" y="1065933"/>
                </a:lnTo>
                <a:lnTo>
                  <a:pt x="2426437" y="1053398"/>
                </a:lnTo>
                <a:lnTo>
                  <a:pt x="2446391" y="1040873"/>
                </a:lnTo>
                <a:lnTo>
                  <a:pt x="2466346" y="1028348"/>
                </a:lnTo>
                <a:lnTo>
                  <a:pt x="2486320" y="1015851"/>
                </a:lnTo>
                <a:lnTo>
                  <a:pt x="2506294" y="1003354"/>
                </a:lnTo>
                <a:lnTo>
                  <a:pt x="2526268" y="990848"/>
                </a:lnTo>
                <a:lnTo>
                  <a:pt x="2546252" y="978360"/>
                </a:lnTo>
                <a:lnTo>
                  <a:pt x="2566245" y="965892"/>
                </a:lnTo>
                <a:lnTo>
                  <a:pt x="2586238" y="953433"/>
                </a:lnTo>
                <a:lnTo>
                  <a:pt x="2606259" y="941003"/>
                </a:lnTo>
                <a:lnTo>
                  <a:pt x="2626271" y="928573"/>
                </a:lnTo>
                <a:lnTo>
                  <a:pt x="2646312" y="916172"/>
                </a:lnTo>
                <a:lnTo>
                  <a:pt x="2666352" y="903789"/>
                </a:lnTo>
                <a:lnTo>
                  <a:pt x="2686412" y="891426"/>
                </a:lnTo>
                <a:lnTo>
                  <a:pt x="2706481" y="879081"/>
                </a:lnTo>
                <a:lnTo>
                  <a:pt x="2726569" y="866765"/>
                </a:lnTo>
                <a:lnTo>
                  <a:pt x="2746677" y="854478"/>
                </a:lnTo>
                <a:lnTo>
                  <a:pt x="2766793" y="842210"/>
                </a:lnTo>
                <a:lnTo>
                  <a:pt x="2786929" y="829970"/>
                </a:lnTo>
                <a:lnTo>
                  <a:pt x="2807075" y="817759"/>
                </a:lnTo>
                <a:lnTo>
                  <a:pt x="2827249" y="805577"/>
                </a:lnTo>
                <a:lnTo>
                  <a:pt x="2847432" y="793423"/>
                </a:lnTo>
                <a:lnTo>
                  <a:pt x="2867644" y="781307"/>
                </a:lnTo>
                <a:lnTo>
                  <a:pt x="2887875" y="769229"/>
                </a:lnTo>
                <a:lnTo>
                  <a:pt x="2908125" y="757190"/>
                </a:lnTo>
                <a:lnTo>
                  <a:pt x="2928395" y="745179"/>
                </a:lnTo>
                <a:lnTo>
                  <a:pt x="2948692" y="733215"/>
                </a:lnTo>
                <a:lnTo>
                  <a:pt x="2969019" y="721281"/>
                </a:lnTo>
                <a:lnTo>
                  <a:pt x="2989364" y="709403"/>
                </a:lnTo>
                <a:lnTo>
                  <a:pt x="3009729" y="697554"/>
                </a:lnTo>
                <a:lnTo>
                  <a:pt x="3030122" y="685752"/>
                </a:lnTo>
                <a:lnTo>
                  <a:pt x="3050543" y="673999"/>
                </a:lnTo>
                <a:lnTo>
                  <a:pt x="3070993" y="662292"/>
                </a:lnTo>
                <a:lnTo>
                  <a:pt x="3091472" y="650643"/>
                </a:lnTo>
                <a:lnTo>
                  <a:pt x="3111979" y="639032"/>
                </a:lnTo>
                <a:lnTo>
                  <a:pt x="3132515" y="627478"/>
                </a:lnTo>
                <a:lnTo>
                  <a:pt x="3153080" y="615972"/>
                </a:lnTo>
                <a:lnTo>
                  <a:pt x="3173673" y="604533"/>
                </a:lnTo>
                <a:lnTo>
                  <a:pt x="3194294" y="593141"/>
                </a:lnTo>
                <a:lnTo>
                  <a:pt x="3214954" y="581806"/>
                </a:lnTo>
                <a:lnTo>
                  <a:pt x="3235643" y="570528"/>
                </a:lnTo>
                <a:lnTo>
                  <a:pt x="3256369" y="559318"/>
                </a:lnTo>
                <a:lnTo>
                  <a:pt x="3277124" y="548164"/>
                </a:lnTo>
                <a:lnTo>
                  <a:pt x="3297917" y="537077"/>
                </a:lnTo>
                <a:lnTo>
                  <a:pt x="3318739" y="526056"/>
                </a:lnTo>
                <a:lnTo>
                  <a:pt x="3339598" y="515093"/>
                </a:lnTo>
                <a:lnTo>
                  <a:pt x="3360496" y="504206"/>
                </a:lnTo>
                <a:lnTo>
                  <a:pt x="3381423" y="493385"/>
                </a:lnTo>
                <a:lnTo>
                  <a:pt x="3402397" y="482641"/>
                </a:lnTo>
                <a:lnTo>
                  <a:pt x="3423399" y="471964"/>
                </a:lnTo>
                <a:lnTo>
                  <a:pt x="3444440" y="461362"/>
                </a:lnTo>
                <a:lnTo>
                  <a:pt x="3465519" y="450837"/>
                </a:lnTo>
                <a:lnTo>
                  <a:pt x="3486645" y="440398"/>
                </a:lnTo>
                <a:lnTo>
                  <a:pt x="3507800" y="430025"/>
                </a:lnTo>
                <a:lnTo>
                  <a:pt x="3529003" y="419738"/>
                </a:lnTo>
                <a:lnTo>
                  <a:pt x="3550234" y="409537"/>
                </a:lnTo>
                <a:lnTo>
                  <a:pt x="3571513" y="399421"/>
                </a:lnTo>
                <a:lnTo>
                  <a:pt x="3592840" y="389382"/>
                </a:lnTo>
                <a:lnTo>
                  <a:pt x="3614195" y="379438"/>
                </a:lnTo>
                <a:lnTo>
                  <a:pt x="3635597" y="369580"/>
                </a:lnTo>
                <a:lnTo>
                  <a:pt x="3657038" y="359816"/>
                </a:lnTo>
                <a:lnTo>
                  <a:pt x="3678526" y="350149"/>
                </a:lnTo>
                <a:lnTo>
                  <a:pt x="3700053" y="340566"/>
                </a:lnTo>
                <a:lnTo>
                  <a:pt x="3721627" y="331079"/>
                </a:lnTo>
                <a:lnTo>
                  <a:pt x="3743239" y="321697"/>
                </a:lnTo>
                <a:lnTo>
                  <a:pt x="3764890" y="312420"/>
                </a:lnTo>
                <a:lnTo>
                  <a:pt x="3786597" y="303238"/>
                </a:lnTo>
                <a:lnTo>
                  <a:pt x="3808333" y="294161"/>
                </a:lnTo>
                <a:lnTo>
                  <a:pt x="3830126" y="285179"/>
                </a:lnTo>
                <a:lnTo>
                  <a:pt x="3851958" y="276311"/>
                </a:lnTo>
                <a:lnTo>
                  <a:pt x="3873827" y="267557"/>
                </a:lnTo>
                <a:lnTo>
                  <a:pt x="3895744" y="258909"/>
                </a:lnTo>
                <a:lnTo>
                  <a:pt x="3917709" y="250374"/>
                </a:lnTo>
                <a:lnTo>
                  <a:pt x="3939711" y="241945"/>
                </a:lnTo>
                <a:lnTo>
                  <a:pt x="3961762" y="233639"/>
                </a:lnTo>
                <a:lnTo>
                  <a:pt x="3983850" y="225447"/>
                </a:lnTo>
                <a:lnTo>
                  <a:pt x="4005986" y="217380"/>
                </a:lnTo>
                <a:lnTo>
                  <a:pt x="4028170" y="209426"/>
                </a:lnTo>
                <a:lnTo>
                  <a:pt x="4050392" y="201597"/>
                </a:lnTo>
                <a:lnTo>
                  <a:pt x="4072661" y="193891"/>
                </a:lnTo>
                <a:lnTo>
                  <a:pt x="4094969" y="186309"/>
                </a:lnTo>
                <a:lnTo>
                  <a:pt x="4117324" y="178860"/>
                </a:lnTo>
                <a:lnTo>
                  <a:pt x="4139717" y="171536"/>
                </a:lnTo>
                <a:lnTo>
                  <a:pt x="4162158" y="164344"/>
                </a:lnTo>
                <a:lnTo>
                  <a:pt x="4184637" y="157286"/>
                </a:lnTo>
                <a:lnTo>
                  <a:pt x="4207154" y="150362"/>
                </a:lnTo>
                <a:lnTo>
                  <a:pt x="4229719" y="143580"/>
                </a:lnTo>
                <a:lnTo>
                  <a:pt x="4252322" y="136931"/>
                </a:lnTo>
                <a:lnTo>
                  <a:pt x="4274972" y="130416"/>
                </a:lnTo>
                <a:lnTo>
                  <a:pt x="4297661" y="124054"/>
                </a:lnTo>
                <a:lnTo>
                  <a:pt x="4320378" y="117824"/>
                </a:lnTo>
                <a:lnTo>
                  <a:pt x="4343143" y="111747"/>
                </a:lnTo>
                <a:lnTo>
                  <a:pt x="4365946" y="105804"/>
                </a:lnTo>
                <a:lnTo>
                  <a:pt x="4388787" y="100022"/>
                </a:lnTo>
                <a:lnTo>
                  <a:pt x="4411666" y="94374"/>
                </a:lnTo>
                <a:lnTo>
                  <a:pt x="4434583" y="88887"/>
                </a:lnTo>
                <a:lnTo>
                  <a:pt x="4457529" y="83553"/>
                </a:lnTo>
                <a:lnTo>
                  <a:pt x="4480512" y="78372"/>
                </a:lnTo>
                <a:lnTo>
                  <a:pt x="4503534" y="73343"/>
                </a:lnTo>
                <a:lnTo>
                  <a:pt x="4526585" y="68466"/>
                </a:lnTo>
                <a:lnTo>
                  <a:pt x="4549673" y="63751"/>
                </a:lnTo>
                <a:lnTo>
                  <a:pt x="4572791" y="59198"/>
                </a:lnTo>
                <a:lnTo>
                  <a:pt x="4595936" y="54807"/>
                </a:lnTo>
                <a:lnTo>
                  <a:pt x="4619120" y="50568"/>
                </a:lnTo>
                <a:lnTo>
                  <a:pt x="4642323" y="46501"/>
                </a:lnTo>
                <a:lnTo>
                  <a:pt x="4665564" y="42596"/>
                </a:lnTo>
                <a:lnTo>
                  <a:pt x="4688824" y="38852"/>
                </a:lnTo>
                <a:lnTo>
                  <a:pt x="4712113" y="35281"/>
                </a:lnTo>
                <a:lnTo>
                  <a:pt x="4735430" y="31871"/>
                </a:lnTo>
                <a:lnTo>
                  <a:pt x="4758766" y="28632"/>
                </a:lnTo>
                <a:lnTo>
                  <a:pt x="4782131" y="25565"/>
                </a:lnTo>
                <a:lnTo>
                  <a:pt x="4805515" y="22670"/>
                </a:lnTo>
                <a:lnTo>
                  <a:pt x="4828918" y="19936"/>
                </a:lnTo>
                <a:lnTo>
                  <a:pt x="4852340" y="17383"/>
                </a:lnTo>
                <a:lnTo>
                  <a:pt x="4875781" y="15002"/>
                </a:lnTo>
                <a:lnTo>
                  <a:pt x="4899241" y="12792"/>
                </a:lnTo>
                <a:lnTo>
                  <a:pt x="4922711" y="10754"/>
                </a:lnTo>
                <a:lnTo>
                  <a:pt x="4946199" y="8896"/>
                </a:lnTo>
                <a:lnTo>
                  <a:pt x="4969707" y="7210"/>
                </a:lnTo>
                <a:lnTo>
                  <a:pt x="4993215" y="5696"/>
                </a:lnTo>
                <a:lnTo>
                  <a:pt x="5016741" y="4362"/>
                </a:lnTo>
                <a:lnTo>
                  <a:pt x="5040278" y="3210"/>
                </a:lnTo>
                <a:lnTo>
                  <a:pt x="5063814" y="2229"/>
                </a:lnTo>
                <a:lnTo>
                  <a:pt x="5087369" y="1429"/>
                </a:lnTo>
                <a:lnTo>
                  <a:pt x="5110915" y="800"/>
                </a:lnTo>
                <a:lnTo>
                  <a:pt x="5134480" y="362"/>
                </a:lnTo>
                <a:lnTo>
                  <a:pt x="5158035" y="86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28557A"/>
            </a:solidFill>
            <a:prstDash val="solid"/>
          </a:ln>
        </p:spPr>
      </p:sp>
      <p:sp>
        <p:nvSpPr>
          <p:cNvPr id="7" name="merge-input-1">
            <a:extLst xmlns:a="http://schemas.openxmlformats.org/drawingml/2006/main">
              <a:ext uri="{FF2B5EF4-FFF2-40B4-BE49-F238E27FC236}">
                <a16:creationId xmlns:a16="http://schemas.microsoft.com/office/drawing/2014/main" id="{FD074D7F-FAF5-4BE9-8990-3485D98A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790700"/>
            <a:ext cx="295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merge-input-1-title">
            <a:extLst xmlns:a="http://schemas.openxmlformats.org/drawingml/2006/main">
              <a:ext uri="{FF2B5EF4-FFF2-40B4-BE49-F238E27FC236}">
                <a16:creationId xmlns:a16="http://schemas.microsoft.com/office/drawing/2014/main" id="{E8AD6B84-85DC-4B76-8EAF-EDDBD49E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1879702"/>
            <a:ext cx="2524125" cy="204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内容需求</a:t>
            </a:r>
          </a:p>
        </p:txBody>
      </p:sp>
      <p:sp>
        <p:nvSpPr>
          <p:cNvPr id="9" name="merge-input-1-body">
            <a:extLst xmlns:a="http://schemas.openxmlformats.org/drawingml/2006/main">
              <a:ext uri="{FF2B5EF4-FFF2-40B4-BE49-F238E27FC236}">
                <a16:creationId xmlns:a16="http://schemas.microsoft.com/office/drawing/2014/main" id="{5388559E-14B2-465C-8732-AD6ADD8D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141344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事实、叙事与页面目标</a:t>
            </a:r>
          </a:p>
        </p:txBody>
      </p:sp>
      <p:sp>
        <p:nvSpPr>
          <p:cNvPr id="10" name="merge-input-2">
            <a:extLst xmlns:a="http://schemas.openxmlformats.org/drawingml/2006/main">
              <a:ext uri="{FF2B5EF4-FFF2-40B4-BE49-F238E27FC236}">
                <a16:creationId xmlns:a16="http://schemas.microsoft.com/office/drawing/2014/main" id="{4EA34663-6DF6-471E-B193-FA7E6F09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537374"/>
            <a:ext cx="295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1" name="merge-input-2-title">
            <a:extLst xmlns:a="http://schemas.openxmlformats.org/drawingml/2006/main">
              <a:ext uri="{FF2B5EF4-FFF2-40B4-BE49-F238E27FC236}">
                <a16:creationId xmlns:a16="http://schemas.microsoft.com/office/drawing/2014/main" id="{8FD94A1E-26AC-471D-A49B-D60B545F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626366"/>
            <a:ext cx="2524125" cy="204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逻辑结构</a:t>
            </a:r>
          </a:p>
        </p:txBody>
      </p:sp>
      <p:sp>
        <p:nvSpPr>
          <p:cNvPr id="12" name="merge-input-2-body">
            <a:extLst xmlns:a="http://schemas.openxmlformats.org/drawingml/2006/main">
              <a:ext uri="{FF2B5EF4-FFF2-40B4-BE49-F238E27FC236}">
                <a16:creationId xmlns:a16="http://schemas.microsoft.com/office/drawing/2014/main" id="{AE197868-4653-4D02-91D8-C2C28FAC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888009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关系类型与内容角色</a:t>
            </a:r>
          </a:p>
        </p:txBody>
      </p:sp>
      <p:sp>
        <p:nvSpPr>
          <p:cNvPr id="13" name="merge-input-3">
            <a:extLst xmlns:a="http://schemas.openxmlformats.org/drawingml/2006/main">
              <a:ext uri="{FF2B5EF4-FFF2-40B4-BE49-F238E27FC236}">
                <a16:creationId xmlns:a16="http://schemas.microsoft.com/office/drawing/2014/main" id="{DA985556-5AFB-471C-B1A7-FCE00A41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3284191"/>
            <a:ext cx="295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merge-input-3-title">
            <a:extLst xmlns:a="http://schemas.openxmlformats.org/drawingml/2006/main">
              <a:ext uri="{FF2B5EF4-FFF2-40B4-BE49-F238E27FC236}">
                <a16:creationId xmlns:a16="http://schemas.microsoft.com/office/drawing/2014/main" id="{E38CA279-E0EB-464A-97F9-6FE32AAD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373193"/>
            <a:ext cx="2524125" cy="204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视觉意图</a:t>
            </a:r>
          </a:p>
        </p:txBody>
      </p:sp>
      <p:sp>
        <p:nvSpPr>
          <p:cNvPr id="15" name="merge-input-3-body">
            <a:extLst xmlns:a="http://schemas.openxmlformats.org/drawingml/2006/main">
              <a:ext uri="{FF2B5EF4-FFF2-40B4-BE49-F238E27FC236}">
                <a16:creationId xmlns:a16="http://schemas.microsoft.com/office/drawing/2014/main" id="{2FB90FC1-BDA0-4669-BE09-12036B22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634826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参考模板的结构精髓</a:t>
            </a:r>
          </a:p>
        </p:txBody>
      </p:sp>
      <p:sp>
        <p:nvSpPr>
          <p:cNvPr id="16" name="merge-input-4">
            <a:extLst xmlns:a="http://schemas.openxmlformats.org/drawingml/2006/main">
              <a:ext uri="{FF2B5EF4-FFF2-40B4-BE49-F238E27FC236}">
                <a16:creationId xmlns:a16="http://schemas.microsoft.com/office/drawing/2014/main" id="{95A40246-32FC-4AE8-A009-9D2432D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4030866"/>
            <a:ext cx="295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merge-input-4-title">
            <a:extLst xmlns:a="http://schemas.openxmlformats.org/drawingml/2006/main">
              <a:ext uri="{FF2B5EF4-FFF2-40B4-BE49-F238E27FC236}">
                <a16:creationId xmlns:a16="http://schemas.microsoft.com/office/drawing/2014/main" id="{7491A1B2-5EA5-44F9-92F2-8AAD4947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119858"/>
            <a:ext cx="2524125" cy="204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容量契约</a:t>
            </a:r>
          </a:p>
        </p:txBody>
      </p:sp>
      <p:sp>
        <p:nvSpPr>
          <p:cNvPr id="18" name="merge-input-4-body">
            <a:extLst xmlns:a="http://schemas.openxmlformats.org/drawingml/2006/main">
              <a:ext uri="{FF2B5EF4-FFF2-40B4-BE49-F238E27FC236}">
                <a16:creationId xmlns:a16="http://schemas.microsoft.com/office/drawing/2014/main" id="{D1F0A81C-062C-4E65-8044-2B7F95D4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381500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数量、字数和失败边界</a:t>
            </a:r>
          </a:p>
        </p:txBody>
      </p:sp>
      <p:sp>
        <p:nvSpPr>
          <p:cNvPr id="19" name="merge-input-5">
            <a:extLst xmlns:a="http://schemas.openxmlformats.org/drawingml/2006/main">
              <a:ext uri="{FF2B5EF4-FFF2-40B4-BE49-F238E27FC236}">
                <a16:creationId xmlns:a16="http://schemas.microsoft.com/office/drawing/2014/main" id="{832CCA40-C62D-43E2-B705-F03494F6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4777683"/>
            <a:ext cx="295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merge-input-5-title">
            <a:extLst xmlns:a="http://schemas.openxmlformats.org/drawingml/2006/main">
              <a:ext uri="{FF2B5EF4-FFF2-40B4-BE49-F238E27FC236}">
                <a16:creationId xmlns:a16="http://schemas.microsoft.com/office/drawing/2014/main" id="{9A4C675C-A21C-41E5-94C9-5D4499C5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866684"/>
            <a:ext cx="2524125" cy="204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Shell 规范</a:t>
            </a:r>
          </a:p>
        </p:txBody>
      </p:sp>
      <p:sp>
        <p:nvSpPr>
          <p:cNvPr id="21" name="merge-input-5-body">
            <a:extLst xmlns:a="http://schemas.openxmlformats.org/drawingml/2006/main">
              <a:ext uri="{FF2B5EF4-FFF2-40B4-BE49-F238E27FC236}">
                <a16:creationId xmlns:a16="http://schemas.microsoft.com/office/drawing/2014/main" id="{A5709ADD-99FD-439C-9FB7-3EDF6754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12831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标题、页脚与正文空间</a:t>
            </a:r>
          </a:p>
        </p:txBody>
      </p:sp>
      <p:sp>
        <p:nvSpPr>
          <p:cNvPr id="22" name="merge-input-6">
            <a:extLst xmlns:a="http://schemas.openxmlformats.org/drawingml/2006/main">
              <a:ext uri="{FF2B5EF4-FFF2-40B4-BE49-F238E27FC236}">
                <a16:creationId xmlns:a16="http://schemas.microsoft.com/office/drawing/2014/main" id="{81459C9E-72C0-416C-BF94-89C0FC1F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5524500"/>
            <a:ext cx="2952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3" name="merge-input-6-title">
            <a:extLst xmlns:a="http://schemas.openxmlformats.org/drawingml/2006/main">
              <a:ext uri="{FF2B5EF4-FFF2-40B4-BE49-F238E27FC236}">
                <a16:creationId xmlns:a16="http://schemas.microsoft.com/office/drawing/2014/main" id="{5D88E135-27E7-46F4-A345-D54D6C9B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613502"/>
            <a:ext cx="2524125" cy="204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D587B"/>
                </a:solidFill>
                <a:latin typeface="Microsoft YaHei"/>
                <a:ea typeface="Microsoft YaHei"/>
                <a:cs typeface="Microsoft YaHei"/>
              </a:rPr>
              <a:t>质量反馈</a:t>
            </a:r>
          </a:p>
        </p:txBody>
      </p:sp>
      <p:sp>
        <p:nvSpPr>
          <p:cNvPr id="24" name="merge-input-6-body">
            <a:extLst xmlns:a="http://schemas.openxmlformats.org/drawingml/2006/main">
              <a:ext uri="{FF2B5EF4-FFF2-40B4-BE49-F238E27FC236}">
                <a16:creationId xmlns:a16="http://schemas.microsoft.com/office/drawing/2014/main" id="{B47898FC-EBB6-4978-9FB8-F9629B3B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875144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66676"/>
                </a:solidFill>
                <a:latin typeface="Microsoft YaHei"/>
                <a:ea typeface="Microsoft YaHei"/>
                <a:cs typeface="Microsoft YaHei"/>
              </a:rPr>
              <a:t>审核意见与修正记录</a:t>
            </a:r>
          </a:p>
        </p:txBody>
      </p:sp>
      <p:sp>
        <p:nvSpPr>
          <p:cNvPr id="25" name="merge-result">
            <a:extLst xmlns:a="http://schemas.openxmlformats.org/drawingml/2006/main">
              <a:ext uri="{FF2B5EF4-FFF2-40B4-BE49-F238E27FC236}">
                <a16:creationId xmlns:a16="http://schemas.microsoft.com/office/drawing/2014/main" id="{553970A1-A1CA-4875-9B40-9691DC3B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686050"/>
            <a:ext cx="2857500" cy="24765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2A5A82"/>
          </a:solidFill>
          <a:ln xmlns:a="http://schemas.openxmlformats.org/drawingml/2006/main" w="95250">
            <a:solidFill>
              <a:srgbClr val="E2ED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6" name="merge-result-label">
            <a:extLst xmlns:a="http://schemas.openxmlformats.org/drawingml/2006/main">
              <a:ext uri="{FF2B5EF4-FFF2-40B4-BE49-F238E27FC236}">
                <a16:creationId xmlns:a16="http://schemas.microsoft.com/office/drawing/2014/main" id="{1B951560-E63E-4D04-B74B-EBE81418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303832"/>
            <a:ext cx="1981200" cy="175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 i="0">
                <a:solidFill>
                  <a:srgbClr val="C9DD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C9DDEB"/>
                </a:solidFill>
                <a:latin typeface="Microsoft YaHei"/>
                <a:ea typeface="Microsoft YaHei"/>
                <a:cs typeface="Microsoft YaHei"/>
              </a:rPr>
              <a:t>共同结果</a:t>
            </a:r>
          </a:p>
        </p:txBody>
      </p:sp>
      <p:sp>
        <p:nvSpPr>
          <p:cNvPr id="27" name="merge-result-title">
            <a:extLst xmlns:a="http://schemas.openxmlformats.org/drawingml/2006/main">
              <a:ext uri="{FF2B5EF4-FFF2-40B4-BE49-F238E27FC236}">
                <a16:creationId xmlns:a16="http://schemas.microsoft.com/office/drawing/2014/main" id="{77C0111B-0220-43D2-A8C5-76F8B7AD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621881"/>
            <a:ext cx="1981200" cy="340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可靠可编辑页面</a:t>
            </a:r>
          </a:p>
        </p:txBody>
      </p:sp>
      <p:sp>
        <p:nvSpPr>
          <p:cNvPr id="28" name="merge-result-body">
            <a:extLst xmlns:a="http://schemas.openxmlformats.org/drawingml/2006/main">
              <a:ext uri="{FF2B5EF4-FFF2-40B4-BE49-F238E27FC236}">
                <a16:creationId xmlns:a16="http://schemas.microsoft.com/office/drawing/2014/main" id="{3CADFC1B-A3DC-4A1E-A52F-F33DA43D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4105427"/>
            <a:ext cx="1981200" cy="5155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rPr>
              <a:t>统一编排并编译为原生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E3EDF4"/>
                </a:solidFill>
                <a:latin typeface="Microsoft YaHei"/>
                <a:ea typeface="Microsoft YaHei"/>
                <a:cs typeface="Microsoft YaHei"/>
              </a:rPr>
              <a:t>PPTX</a:t>
            </a:r>
          </a:p>
        </p:txBody>
      </p:sp>
    </p:spTree>
    <p:extLst>
      <p:ext uri="{BB962C8B-B14F-4D97-AF65-F5344CB8AC3E}">
        <p14:creationId xmlns:p14="http://schemas.microsoft.com/office/powerpoint/2010/main" val="597119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2026-08-25T15:15:18.1250000Z</dcterms:created>
  <dcterms:modified xsi:type="dcterms:W3CDTF">2026-08-25T15:15:18.1250000Z</dcterms:modified>
</coreProperties>
</file>