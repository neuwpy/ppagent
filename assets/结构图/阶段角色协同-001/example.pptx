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cf238b9800a4a30" /><Relationship Type="http://schemas.openxmlformats.org/officeDocument/2006/relationships/extended-properties" Target="/docProps/app.xml" Id="Rb0047fd2c0654055" /><Relationship Type="http://schemas.openxmlformats.org/officeDocument/2006/relationships/officeDocument" Target="/ppt/presentation.xml" Id="Rb01987c5ae6f4b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9297c6d02a4ebf"/>
  </p:sldMasterIdLst>
  <p:notesMasterIdLst>
    <p:notesMasterId xmlns:r="http://schemas.openxmlformats.org/officeDocument/2006/relationships" r:id="R1216204b04654000"/>
  </p:notesMasterIdLst>
  <p:sldIdLst>
    <p:sldId xmlns:r="http://schemas.openxmlformats.org/officeDocument/2006/relationships" id="256" r:id="Rd1d652afd7274551"/>
    <p:sldId xmlns:r="http://schemas.openxmlformats.org/officeDocument/2006/relationships" id="257" r:id="Rf6d5c10ec3504f1a"/>
    <p:sldId xmlns:r="http://schemas.openxmlformats.org/officeDocument/2006/relationships" id="258" r:id="R8dcabc374abc4895"/>
    <p:sldId xmlns:r="http://schemas.openxmlformats.org/officeDocument/2006/relationships" id="259" r:id="R341be7169cd644a3"/>
    <p:sldId xmlns:r="http://schemas.openxmlformats.org/officeDocument/2006/relationships" id="260" r:id="Rd1e5f44d68394d64"/>
    <p:sldId xmlns:r="http://schemas.openxmlformats.org/officeDocument/2006/relationships" id="261" r:id="Rb999074d79354ecd"/>
    <p:sldId xmlns:r="http://schemas.openxmlformats.org/officeDocument/2006/relationships" id="262" r:id="R448f683a54ee461e"/>
    <p:sldId xmlns:r="http://schemas.openxmlformats.org/officeDocument/2006/relationships" id="263" r:id="R8111a8fb032e4014"/>
    <p:sldId xmlns:r="http://schemas.openxmlformats.org/officeDocument/2006/relationships" id="264" r:id="R4fb81e63ad6d44c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b95fc5eea74686" /><Relationship Type="http://schemas.openxmlformats.org/officeDocument/2006/relationships/slideMaster" Target="/ppt/slideMasters/slideMaster1.xml" Id="R4c9297c6d02a4ebf" /><Relationship Type="http://schemas.openxmlformats.org/officeDocument/2006/relationships/notesMaster" Target="/ppt/notesMasters/notesMaster1.xml" Id="R1216204b04654000" /><Relationship Type="http://schemas.openxmlformats.org/officeDocument/2006/relationships/presProps" Target="/ppt/presProps.xml" Id="Re8416c4bb0e04db5" /><Relationship Type="http://schemas.openxmlformats.org/officeDocument/2006/relationships/tableStyles" Target="/ppt/tableStyles.xml" Id="R7c81a1c9055a433e" /><Relationship Type="http://schemas.openxmlformats.org/officeDocument/2006/relationships/slide" Target="/ppt/slides/slide1.xml" Id="Rd1d652afd7274551" /><Relationship Type="http://schemas.openxmlformats.org/officeDocument/2006/relationships/slide" Target="/ppt/slides/slide2.xml" Id="Rf6d5c10ec3504f1a" /><Relationship Type="http://schemas.openxmlformats.org/officeDocument/2006/relationships/slide" Target="/ppt/slides/slide3.xml" Id="R8dcabc374abc4895" /><Relationship Type="http://schemas.openxmlformats.org/officeDocument/2006/relationships/slide" Target="/ppt/slides/slide4.xml" Id="R341be7169cd644a3" /><Relationship Type="http://schemas.openxmlformats.org/officeDocument/2006/relationships/slide" Target="/ppt/slides/slide5.xml" Id="Rd1e5f44d68394d64" /><Relationship Type="http://schemas.openxmlformats.org/officeDocument/2006/relationships/slide" Target="/ppt/slides/slide6.xml" Id="Rb999074d79354ecd" /><Relationship Type="http://schemas.openxmlformats.org/officeDocument/2006/relationships/slide" Target="/ppt/slides/slide7.xml" Id="R448f683a54ee461e" /><Relationship Type="http://schemas.openxmlformats.org/officeDocument/2006/relationships/slide" Target="/ppt/slides/slide8.xml" Id="R8111a8fb032e4014" /><Relationship Type="http://schemas.openxmlformats.org/officeDocument/2006/relationships/slide" Target="/ppt/slides/slide9.xml" Id="R4fb81e63ad6d44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757b1cbde046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66700" dist="114300" dir="5400000">
              <a:srgbClr val="2F5EA8">
                <a:alpha val="22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10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16000"/>
              </a:srgbClr>
            </a:outerShdw>
          </a:effectLst>
        </a:effectStyle>
        <a:effectStyle>
          <a:effectLst>
            <a:outerShdw blurRad="114300" dist="47625" dir="5400000">
              <a:srgbClr val="2F5EA8">
                <a:alpha val="7000"/>
              </a:srgbClr>
            </a:outerShdw>
          </a:effectLst>
        </a:effectStyle>
        <a:effectStyle>
          <a:effectLst>
            <a:outerShdw blurRad="95250" dist="38100" dir="5400000">
              <a:srgbClr val="2F5EA8">
                <a:alpha val="8000"/>
              </a:srgbClr>
            </a:outerShdw>
          </a:effectLst>
        </a:effectStyle>
        <a:effectStyle>
          <a:effectLst>
            <a:outerShdw blurRad="209550" dist="95250" dir="5400000">
              <a:srgbClr val="2F5EA8">
                <a:alpha val="8000"/>
              </a:srgbClr>
            </a:outerShdw>
          </a:effectLst>
        </a:effectStyle>
        <a:effectStyle>
          <a:effectLst>
            <a:outerShdw blurRad="133350" dist="57150" dir="5400000">
              <a:srgbClr val="2F5EA8">
                <a:alpha val="18000"/>
              </a:srgbClr>
            </a:outerShdw>
          </a:effectLst>
        </a:effectStyle>
        <a:effectStyle>
          <a:effectLst>
            <a:outerShdw blurRad="200025" dist="85725" dir="5400000">
              <a:srgbClr val="2F5EA8">
                <a:alpha val="14000"/>
              </a:srgbClr>
            </a:outerShdw>
          </a:effectLst>
        </a:effectStyle>
        <a:effectStyle>
          <a:effectLst>
            <a:outerShdw blurRad="171450" dist="76200" dir="5400000">
              <a:srgbClr val="264E80">
                <a:alpha val="10000"/>
              </a:srgbClr>
            </a:outerShdw>
          </a:effectLst>
        </a:effectStyle>
        <a:effectStyle>
          <a:effectLst>
            <a:outerShdw blurRad="171450" dist="76200" dir="5400000">
              <a:srgbClr val="1F497E">
                <a:alpha val="8000"/>
              </a:srgbClr>
            </a:outerShdw>
          </a:effectLst>
        </a:effectStyle>
        <a:effectStyle>
          <a:effectLst>
            <a:outerShdw blurRad="95250" dist="38100" dir="5400000">
              <a:srgbClr val="2F5EA8">
                <a:alpha val="16000"/>
              </a:srgbClr>
            </a:outerShdw>
          </a:effectLst>
        </a:effectStyle>
        <a:effectStyle>
          <a:effectLst>
            <a:outerShdw blurRad="114300" dist="57150" dir="5400000">
              <a:srgbClr val="2F5EA8">
                <a:alpha val="15000"/>
              </a:srgbClr>
            </a:outerShdw>
          </a:effectLst>
        </a:effectStyle>
        <a:effectStyle>
          <a:effectLst>
            <a:outerShdw blurRad="114300" dist="47625" dir="5400000">
              <a:srgbClr val="2F5EA8">
                <a:alpha val="20000"/>
              </a:srgbClr>
            </a:outerShdw>
          </a:effectLst>
        </a:effectStyle>
        <a:effectStyle>
          <a:effectLst>
            <a:outerShdw blurRad="190500" dist="8572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266700" dist="133350" dir="5400000">
              <a:srgbClr val="2F5EA8">
                <a:alpha val="24000"/>
              </a:srgbClr>
            </a:outerShdw>
          </a:effectLst>
        </a:effectStyle>
        <a:effectStyle>
          <a:effectLst>
            <a:outerShdw blurRad="133350" dist="57150" dir="5400000">
              <a:srgbClr val="2F5EA8">
                <a:alpha val="6000"/>
              </a:srgbClr>
            </a:outerShdw>
          </a:effectLst>
        </a:effectStyle>
        <a:effectStyle>
          <a:effectLst>
            <a:outerShdw blurRad="171450" dist="66675" dir="5400000">
              <a:srgbClr val="2F5EA8">
                <a:alpha val="7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5727d36de64b60" /><Relationship Type="http://schemas.openxmlformats.org/officeDocument/2006/relationships/notesMaster" Target="/ppt/notesMasters/notesMaster1.xml" Id="Rc5de45a0e15740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5bc9417be046ce" /><Relationship Type="http://schemas.openxmlformats.org/officeDocument/2006/relationships/notesMaster" Target="/ppt/notesMasters/notesMaster1.xml" Id="R8157748f2e6e414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23755e23f84eaf" /><Relationship Type="http://schemas.openxmlformats.org/officeDocument/2006/relationships/notesMaster" Target="/ppt/notesMasters/notesMaster1.xml" Id="R23f4e403a0e443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3ad6af5a1a24d93" /><Relationship Type="http://schemas.openxmlformats.org/officeDocument/2006/relationships/notesMaster" Target="/ppt/notesMasters/notesMaster1.xml" Id="R7aecef48cf2042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82f7046efe407f" /><Relationship Type="http://schemas.openxmlformats.org/officeDocument/2006/relationships/notesMaster" Target="/ppt/notesMasters/notesMaster1.xml" Id="R12c72bc18f1145b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5034f3aded64c21" /><Relationship Type="http://schemas.openxmlformats.org/officeDocument/2006/relationships/notesMaster" Target="/ppt/notesMasters/notesMaster1.xml" Id="Rcaf0252947494b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f11d62e367e4096" /><Relationship Type="http://schemas.openxmlformats.org/officeDocument/2006/relationships/notesMaster" Target="/ppt/notesMasters/notesMaster1.xml" Id="R1b0e7fff91b8418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e3f86d081a146f9" /><Relationship Type="http://schemas.openxmlformats.org/officeDocument/2006/relationships/notesMaster" Target="/ppt/notesMasters/notesMaster1.xml" Id="R25b6c71031544c4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1df431f3dc248bf" /><Relationship Type="http://schemas.openxmlformats.org/officeDocument/2006/relationships/notesMaster" Target="/ppt/notesMasters/notesMaster1.xml" Id="Reae310427b7e45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949887880c4f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cb5fc62f774166" /><Relationship Type="http://schemas.openxmlformats.org/officeDocument/2006/relationships/slideLayout" Target="/ppt/slideLayouts/slideLayout1.xml" Id="Rda4b5aa3a1a14e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4b5aa3a1a14e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66700" dist="114300" dir="5400000">
              <a:srgbClr val="2F5EA8">
                <a:alpha val="22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10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16000"/>
              </a:srgbClr>
            </a:outerShdw>
          </a:effectLst>
        </a:effectStyle>
        <a:effectStyle>
          <a:effectLst>
            <a:outerShdw blurRad="114300" dist="47625" dir="5400000">
              <a:srgbClr val="2F5EA8">
                <a:alpha val="7000"/>
              </a:srgbClr>
            </a:outerShdw>
          </a:effectLst>
        </a:effectStyle>
        <a:effectStyle>
          <a:effectLst>
            <a:outerShdw blurRad="95250" dist="38100" dir="5400000">
              <a:srgbClr val="2F5EA8">
                <a:alpha val="8000"/>
              </a:srgbClr>
            </a:outerShdw>
          </a:effectLst>
        </a:effectStyle>
        <a:effectStyle>
          <a:effectLst>
            <a:outerShdw blurRad="209550" dist="95250" dir="5400000">
              <a:srgbClr val="2F5EA8">
                <a:alpha val="8000"/>
              </a:srgbClr>
            </a:outerShdw>
          </a:effectLst>
        </a:effectStyle>
        <a:effectStyle>
          <a:effectLst>
            <a:outerShdw blurRad="133350" dist="57150" dir="5400000">
              <a:srgbClr val="2F5EA8">
                <a:alpha val="18000"/>
              </a:srgbClr>
            </a:outerShdw>
          </a:effectLst>
        </a:effectStyle>
        <a:effectStyle>
          <a:effectLst>
            <a:outerShdw blurRad="200025" dist="85725" dir="5400000">
              <a:srgbClr val="2F5EA8">
                <a:alpha val="14000"/>
              </a:srgbClr>
            </a:outerShdw>
          </a:effectLst>
        </a:effectStyle>
        <a:effectStyle>
          <a:effectLst>
            <a:outerShdw blurRad="171450" dist="76200" dir="5400000">
              <a:srgbClr val="264E80">
                <a:alpha val="10000"/>
              </a:srgbClr>
            </a:outerShdw>
          </a:effectLst>
        </a:effectStyle>
        <a:effectStyle>
          <a:effectLst>
            <a:outerShdw blurRad="171450" dist="76200" dir="5400000">
              <a:srgbClr val="1F497E">
                <a:alpha val="8000"/>
              </a:srgbClr>
            </a:outerShdw>
          </a:effectLst>
        </a:effectStyle>
        <a:effectStyle>
          <a:effectLst>
            <a:outerShdw blurRad="95250" dist="38100" dir="5400000">
              <a:srgbClr val="2F5EA8">
                <a:alpha val="16000"/>
              </a:srgbClr>
            </a:outerShdw>
          </a:effectLst>
        </a:effectStyle>
        <a:effectStyle>
          <a:effectLst>
            <a:outerShdw blurRad="114300" dist="57150" dir="5400000">
              <a:srgbClr val="2F5EA8">
                <a:alpha val="15000"/>
              </a:srgbClr>
            </a:outerShdw>
          </a:effectLst>
        </a:effectStyle>
        <a:effectStyle>
          <a:effectLst>
            <a:outerShdw blurRad="114300" dist="47625" dir="5400000">
              <a:srgbClr val="2F5EA8">
                <a:alpha val="20000"/>
              </a:srgbClr>
            </a:outerShdw>
          </a:effectLst>
        </a:effectStyle>
        <a:effectStyle>
          <a:effectLst>
            <a:outerShdw blurRad="190500" dist="8572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266700" dist="133350" dir="5400000">
              <a:srgbClr val="2F5EA8">
                <a:alpha val="24000"/>
              </a:srgbClr>
            </a:outerShdw>
          </a:effectLst>
        </a:effectStyle>
        <a:effectStyle>
          <a:effectLst>
            <a:outerShdw blurRad="133350" dist="57150" dir="5400000">
              <a:srgbClr val="2F5EA8">
                <a:alpha val="6000"/>
              </a:srgbClr>
            </a:outerShdw>
          </a:effectLst>
        </a:effectStyle>
        <a:effectStyle>
          <a:effectLst>
            <a:outerShdw blurRad="171450" dist="66675" dir="5400000">
              <a:srgbClr val="2F5EA8">
                <a:alpha val="7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6d4d5e1a0d472e" /><Relationship Type="http://schemas.openxmlformats.org/officeDocument/2006/relationships/notesSlide" Target="/ppt/notesSlides/notesSlide1.xml" Id="Rb547ab50cb3a4d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254b8b4786475a" /><Relationship Type="http://schemas.openxmlformats.org/officeDocument/2006/relationships/notesSlide" Target="/ppt/notesSlides/notesSlide2.xml" Id="Rfb19f243cb714e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e013e219154710" /><Relationship Type="http://schemas.openxmlformats.org/officeDocument/2006/relationships/notesSlide" Target="/ppt/notesSlides/notesSlide3.xml" Id="Re3570042932f48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3a49ccfb5f4252" /><Relationship Type="http://schemas.openxmlformats.org/officeDocument/2006/relationships/notesSlide" Target="/ppt/notesSlides/notesSlide4.xml" Id="R444dbdfcead94f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420e85b584478b" /><Relationship Type="http://schemas.openxmlformats.org/officeDocument/2006/relationships/notesSlide" Target="/ppt/notesSlides/notesSlide5.xml" Id="Rc6827328941d43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98eed9b89141bf" /><Relationship Type="http://schemas.openxmlformats.org/officeDocument/2006/relationships/notesSlide" Target="/ppt/notesSlides/notesSlide6.xml" Id="R8ca62df5866d4e0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afa3a33cc045ea" /><Relationship Type="http://schemas.openxmlformats.org/officeDocument/2006/relationships/notesSlide" Target="/ppt/notesSlides/notesSlide7.xml" Id="Re7ef41facb2f4d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75ca00a6be46ec" /><Relationship Type="http://schemas.openxmlformats.org/officeDocument/2006/relationships/notesSlide" Target="/ppt/notesSlides/notesSlide8.xml" Id="R4d2678a8f548495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0fe6e51b884062" /><Relationship Type="http://schemas.openxmlformats.org/officeDocument/2006/relationships/notesSlide" Target="/ppt/notesSlides/notesSlide9.xml" Id="R1304e31b425d4a0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stage-band-underlay">
            <a:extLst xmlns:a="http://schemas.openxmlformats.org/drawingml/2006/main">
              <a:ext uri="{FF2B5EF4-FFF2-40B4-BE49-F238E27FC236}">
                <a16:creationId xmlns:a16="http://schemas.microsoft.com/office/drawing/2014/main" id="{29E83A08-A0DF-49D9-9E8B-F1FC6647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5025" y="1704975"/>
            <a:ext cx="956310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ane-1-surface">
            <a:extLst xmlns:a="http://schemas.openxmlformats.org/drawingml/2006/main">
              <a:ext uri="{FF2B5EF4-FFF2-40B4-BE49-F238E27FC236}">
                <a16:creationId xmlns:a16="http://schemas.microsoft.com/office/drawing/2014/main" id="{13CAF946-5603-4DD5-8B5D-98C201C9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5025" y="2362200"/>
            <a:ext cx="9563100" cy="1876425"/>
          </a:xfrm>
          <a:prstGeom xmlns:a="http://schemas.openxmlformats.org/drawingml/2006/main" prst="roundRect">
            <a:avLst>
              <a:gd name="adj" fmla="val 8122"/>
            </a:avLst>
          </a:prstGeom>
          <a:solidFill xmlns:a="http://schemas.openxmlformats.org/drawingml/2006/main">
            <a:srgbClr val="F8FBFE"/>
          </a:solidFill>
          <a:ln xmlns:a="http://schemas.openxmlformats.org/drawingml/2006/main" w="9525">
            <a:solidFill>
              <a:srgbClr val="DCE8F5"/>
            </a:solidFill>
            <a:prstDash val="solid"/>
          </a:ln>
        </p:spPr>
      </p:sp>
      <p:sp>
        <p:nvSpPr>
          <p:cNvPr id="3" name="role-1-underlay">
            <a:extLst xmlns:a="http://schemas.openxmlformats.org/drawingml/2006/main">
              <a:ext uri="{FF2B5EF4-FFF2-40B4-BE49-F238E27FC236}">
                <a16:creationId xmlns:a16="http://schemas.microsoft.com/office/drawing/2014/main" id="{BF363873-3F01-4FC4-AF8D-2E672A40C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2476500"/>
            <a:ext cx="1409700" cy="172402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ole-1-label">
            <a:extLst xmlns:a="http://schemas.openxmlformats.org/drawingml/2006/main">
              <a:ext uri="{FF2B5EF4-FFF2-40B4-BE49-F238E27FC236}">
                <a16:creationId xmlns:a16="http://schemas.microsoft.com/office/drawing/2014/main" id="{497BA29F-AFCC-41FF-A345-6716EDA7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2438400"/>
            <a:ext cx="1409700" cy="172402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6"/>
          <a:fontRef xmlns:a="http://schemas.openxmlformats.org/drawingml/2006/main" idx="major"/>
        </p:style>
      </p:sp>
      <p:sp>
        <p:nvSpPr>
          <p:cNvPr id="5" name="role-1-accent">
            <a:extLst xmlns:a="http://schemas.openxmlformats.org/drawingml/2006/main">
              <a:ext uri="{FF2B5EF4-FFF2-40B4-BE49-F238E27FC236}">
                <a16:creationId xmlns:a16="http://schemas.microsoft.com/office/drawing/2014/main" id="{D61712C7-1A32-4807-BC97-C408DB42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2438400"/>
            <a:ext cx="66675" cy="1724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ole-1-name">
            <a:extLst xmlns:a="http://schemas.openxmlformats.org/drawingml/2006/main">
              <a:ext uri="{FF2B5EF4-FFF2-40B4-BE49-F238E27FC236}">
                <a16:creationId xmlns:a16="http://schemas.microsoft.com/office/drawing/2014/main" id="{2D9BF167-C46D-4DD2-A1EF-3A612479A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" y="3176588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42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业务团队</a:t>
            </a:r>
          </a:p>
        </p:txBody>
      </p:sp>
      <p:sp>
        <p:nvSpPr>
          <p:cNvPr id="7" name="lane-2-surface">
            <a:extLst xmlns:a="http://schemas.openxmlformats.org/drawingml/2006/main">
              <a:ext uri="{FF2B5EF4-FFF2-40B4-BE49-F238E27FC236}">
                <a16:creationId xmlns:a16="http://schemas.microsoft.com/office/drawing/2014/main" id="{9F35545F-A2FD-437F-B376-C58756AB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5025" y="4314825"/>
            <a:ext cx="9563100" cy="1876425"/>
          </a:xfrm>
          <a:prstGeom xmlns:a="http://schemas.openxmlformats.org/drawingml/2006/main" prst="roundRect">
            <a:avLst>
              <a:gd name="adj" fmla="val 8122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CE8F5"/>
            </a:solidFill>
            <a:prstDash val="solid"/>
          </a:ln>
        </p:spPr>
      </p:sp>
      <p:sp>
        <p:nvSpPr>
          <p:cNvPr id="8" name="role-2-underlay">
            <a:extLst xmlns:a="http://schemas.openxmlformats.org/drawingml/2006/main">
              <a:ext uri="{FF2B5EF4-FFF2-40B4-BE49-F238E27FC236}">
                <a16:creationId xmlns:a16="http://schemas.microsoft.com/office/drawing/2014/main" id="{0DE64035-CB80-4601-A7A4-B553AE9A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4429125"/>
            <a:ext cx="1409700" cy="172402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ole-2-label">
            <a:extLst xmlns:a="http://schemas.openxmlformats.org/drawingml/2006/main">
              <a:ext uri="{FF2B5EF4-FFF2-40B4-BE49-F238E27FC236}">
                <a16:creationId xmlns:a16="http://schemas.microsoft.com/office/drawing/2014/main" id="{C14AB62C-9D91-4900-B1FC-7F770DE8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4391025"/>
            <a:ext cx="1409700" cy="172402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6"/>
          <a:fontRef xmlns:a="http://schemas.openxmlformats.org/drawingml/2006/main" idx="major"/>
        </p:style>
      </p:sp>
      <p:sp>
        <p:nvSpPr>
          <p:cNvPr id="10" name="role-2-accent">
            <a:extLst xmlns:a="http://schemas.openxmlformats.org/drawingml/2006/main">
              <a:ext uri="{FF2B5EF4-FFF2-40B4-BE49-F238E27FC236}">
                <a16:creationId xmlns:a16="http://schemas.microsoft.com/office/drawing/2014/main" id="{3458F947-0F85-4A2B-A7F2-2C07FC08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4391025"/>
            <a:ext cx="66675" cy="1724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ole-2-name">
            <a:extLst xmlns:a="http://schemas.openxmlformats.org/drawingml/2006/main">
              <a:ext uri="{FF2B5EF4-FFF2-40B4-BE49-F238E27FC236}">
                <a16:creationId xmlns:a16="http://schemas.microsoft.com/office/drawing/2014/main" id="{BC5AFFE0-084A-45F8-959E-70ED6638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" y="5129213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42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技术团队</a:t>
            </a:r>
          </a:p>
        </p:txBody>
      </p:sp>
      <p:sp>
        <p:nvSpPr>
          <p:cNvPr id="12" name="stage-band">
            <a:extLst xmlns:a="http://schemas.openxmlformats.org/drawingml/2006/main">
              <a:ext uri="{FF2B5EF4-FFF2-40B4-BE49-F238E27FC236}">
                <a16:creationId xmlns:a16="http://schemas.microsoft.com/office/drawing/2014/main" id="{A7E7066A-863C-44A7-88B4-EB82FEBE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5025" y="1657350"/>
            <a:ext cx="956310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9525">
            <a:solidFill>
              <a:srgbClr val="D4E4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7"/>
          <a:fontRef xmlns:a="http://schemas.openxmlformats.org/drawingml/2006/main" idx="major"/>
        </p:style>
      </p:sp>
      <p:sp>
        <p:nvSpPr>
          <p:cNvPr id="13" name="column-divider-1">
            <a:extLst xmlns:a="http://schemas.openxmlformats.org/drawingml/2006/main">
              <a:ext uri="{FF2B5EF4-FFF2-40B4-BE49-F238E27FC236}">
                <a16:creationId xmlns:a16="http://schemas.microsoft.com/office/drawing/2014/main" id="{25D4A188-D0C6-4739-8848-B71BF00A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92623" y="24574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olumn-divider-2">
            <a:extLst xmlns:a="http://schemas.openxmlformats.org/drawingml/2006/main">
              <a:ext uri="{FF2B5EF4-FFF2-40B4-BE49-F238E27FC236}">
                <a16:creationId xmlns:a16="http://schemas.microsoft.com/office/drawing/2014/main" id="{C30A2A74-0B4E-4A95-84D0-A0F91B04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80374" y="24574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handoff-1">
            <a:extLst xmlns:a="http://schemas.openxmlformats.org/drawingml/2006/main">
              <a:ext uri="{FF2B5EF4-FFF2-40B4-BE49-F238E27FC236}">
                <a16:creationId xmlns:a16="http://schemas.microsoft.com/office/drawing/2014/main" id="{B198FDD4-D3EB-4E45-9B0A-1E23F562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8047" y="3338513"/>
            <a:ext cx="1149353" cy="1952625"/>
          </a:xfrm>
          <a:custGeom xmlns:a="http://schemas.openxmlformats.org/drawingml/2006/main">
            <a:pathLst>
              <a:path w="1149353" h="1952625">
                <a:moveTo>
                  <a:pt x="0" y="0"/>
                </a:moveTo>
                <a:lnTo>
                  <a:pt x="19031" y="0"/>
                </a:lnTo>
                <a:lnTo>
                  <a:pt x="38062" y="0"/>
                </a:lnTo>
                <a:lnTo>
                  <a:pt x="57093" y="0"/>
                </a:lnTo>
                <a:lnTo>
                  <a:pt x="76124" y="0"/>
                </a:lnTo>
                <a:lnTo>
                  <a:pt x="95155" y="0"/>
                </a:lnTo>
                <a:lnTo>
                  <a:pt x="114186" y="0"/>
                </a:lnTo>
                <a:lnTo>
                  <a:pt x="133217" y="0"/>
                </a:lnTo>
                <a:lnTo>
                  <a:pt x="152248" y="0"/>
                </a:lnTo>
                <a:lnTo>
                  <a:pt x="171279" y="0"/>
                </a:lnTo>
                <a:lnTo>
                  <a:pt x="190310" y="0"/>
                </a:lnTo>
                <a:lnTo>
                  <a:pt x="209340" y="0"/>
                </a:lnTo>
                <a:lnTo>
                  <a:pt x="228362" y="0"/>
                </a:lnTo>
                <a:lnTo>
                  <a:pt x="247393" y="0"/>
                </a:lnTo>
                <a:lnTo>
                  <a:pt x="266424" y="0"/>
                </a:lnTo>
                <a:lnTo>
                  <a:pt x="285455" y="0"/>
                </a:lnTo>
                <a:lnTo>
                  <a:pt x="304486" y="0"/>
                </a:lnTo>
                <a:lnTo>
                  <a:pt x="323517" y="0"/>
                </a:lnTo>
                <a:lnTo>
                  <a:pt x="342548" y="0"/>
                </a:lnTo>
                <a:lnTo>
                  <a:pt x="361579" y="0"/>
                </a:lnTo>
                <a:lnTo>
                  <a:pt x="380609" y="0"/>
                </a:lnTo>
                <a:lnTo>
                  <a:pt x="399640" y="0"/>
                </a:lnTo>
                <a:lnTo>
                  <a:pt x="418671" y="0"/>
                </a:lnTo>
                <a:lnTo>
                  <a:pt x="437702" y="0"/>
                </a:lnTo>
                <a:lnTo>
                  <a:pt x="456733" y="0"/>
                </a:lnTo>
                <a:lnTo>
                  <a:pt x="475764" y="0"/>
                </a:lnTo>
                <a:lnTo>
                  <a:pt x="494795" y="0"/>
                </a:lnTo>
                <a:lnTo>
                  <a:pt x="513826" y="0"/>
                </a:lnTo>
                <a:lnTo>
                  <a:pt x="532857" y="0"/>
                </a:lnTo>
                <a:lnTo>
                  <a:pt x="551888" y="0"/>
                </a:lnTo>
                <a:lnTo>
                  <a:pt x="570919" y="0"/>
                </a:lnTo>
                <a:lnTo>
                  <a:pt x="574672" y="15269"/>
                </a:lnTo>
                <a:lnTo>
                  <a:pt x="574672" y="34300"/>
                </a:lnTo>
                <a:lnTo>
                  <a:pt x="574672" y="53330"/>
                </a:lnTo>
                <a:lnTo>
                  <a:pt x="574672" y="72361"/>
                </a:lnTo>
                <a:lnTo>
                  <a:pt x="574672" y="91392"/>
                </a:lnTo>
                <a:lnTo>
                  <a:pt x="574672" y="110423"/>
                </a:lnTo>
                <a:lnTo>
                  <a:pt x="574672" y="129454"/>
                </a:lnTo>
                <a:lnTo>
                  <a:pt x="574672" y="148485"/>
                </a:lnTo>
                <a:lnTo>
                  <a:pt x="574672" y="167516"/>
                </a:lnTo>
                <a:lnTo>
                  <a:pt x="574672" y="186547"/>
                </a:lnTo>
                <a:lnTo>
                  <a:pt x="574672" y="205578"/>
                </a:lnTo>
                <a:lnTo>
                  <a:pt x="574672" y="224609"/>
                </a:lnTo>
                <a:lnTo>
                  <a:pt x="574672" y="243640"/>
                </a:lnTo>
                <a:lnTo>
                  <a:pt x="574672" y="262671"/>
                </a:lnTo>
                <a:lnTo>
                  <a:pt x="574672" y="281702"/>
                </a:lnTo>
                <a:lnTo>
                  <a:pt x="574672" y="300733"/>
                </a:lnTo>
                <a:lnTo>
                  <a:pt x="574672" y="319764"/>
                </a:lnTo>
                <a:lnTo>
                  <a:pt x="574672" y="338795"/>
                </a:lnTo>
                <a:lnTo>
                  <a:pt x="574672" y="357816"/>
                </a:lnTo>
                <a:lnTo>
                  <a:pt x="574672" y="376847"/>
                </a:lnTo>
                <a:lnTo>
                  <a:pt x="574672" y="395878"/>
                </a:lnTo>
                <a:lnTo>
                  <a:pt x="574672" y="414909"/>
                </a:lnTo>
                <a:lnTo>
                  <a:pt x="574672" y="433940"/>
                </a:lnTo>
                <a:lnTo>
                  <a:pt x="574672" y="452971"/>
                </a:lnTo>
                <a:lnTo>
                  <a:pt x="574672" y="472002"/>
                </a:lnTo>
                <a:lnTo>
                  <a:pt x="574672" y="491033"/>
                </a:lnTo>
                <a:lnTo>
                  <a:pt x="574672" y="510064"/>
                </a:lnTo>
                <a:lnTo>
                  <a:pt x="574672" y="529095"/>
                </a:lnTo>
                <a:lnTo>
                  <a:pt x="574672" y="548126"/>
                </a:lnTo>
                <a:lnTo>
                  <a:pt x="574672" y="567157"/>
                </a:lnTo>
                <a:lnTo>
                  <a:pt x="574672" y="586188"/>
                </a:lnTo>
                <a:lnTo>
                  <a:pt x="574672" y="605219"/>
                </a:lnTo>
                <a:lnTo>
                  <a:pt x="574672" y="624249"/>
                </a:lnTo>
                <a:lnTo>
                  <a:pt x="574672" y="643280"/>
                </a:lnTo>
                <a:lnTo>
                  <a:pt x="574672" y="662311"/>
                </a:lnTo>
                <a:lnTo>
                  <a:pt x="574672" y="681342"/>
                </a:lnTo>
                <a:lnTo>
                  <a:pt x="574672" y="700373"/>
                </a:lnTo>
                <a:lnTo>
                  <a:pt x="574672" y="719404"/>
                </a:lnTo>
                <a:lnTo>
                  <a:pt x="574672" y="738435"/>
                </a:lnTo>
                <a:lnTo>
                  <a:pt x="574672" y="757466"/>
                </a:lnTo>
                <a:lnTo>
                  <a:pt x="574672" y="776488"/>
                </a:lnTo>
                <a:lnTo>
                  <a:pt x="574672" y="795518"/>
                </a:lnTo>
                <a:lnTo>
                  <a:pt x="574672" y="814549"/>
                </a:lnTo>
                <a:lnTo>
                  <a:pt x="574672" y="833580"/>
                </a:lnTo>
                <a:lnTo>
                  <a:pt x="574672" y="852611"/>
                </a:lnTo>
                <a:lnTo>
                  <a:pt x="574672" y="871642"/>
                </a:lnTo>
                <a:lnTo>
                  <a:pt x="574672" y="890673"/>
                </a:lnTo>
                <a:lnTo>
                  <a:pt x="574672" y="909704"/>
                </a:lnTo>
                <a:lnTo>
                  <a:pt x="574672" y="928735"/>
                </a:lnTo>
                <a:lnTo>
                  <a:pt x="574672" y="947766"/>
                </a:lnTo>
                <a:lnTo>
                  <a:pt x="574672" y="966797"/>
                </a:lnTo>
                <a:lnTo>
                  <a:pt x="574672" y="985828"/>
                </a:lnTo>
                <a:lnTo>
                  <a:pt x="574672" y="1004859"/>
                </a:lnTo>
                <a:lnTo>
                  <a:pt x="574672" y="1023890"/>
                </a:lnTo>
                <a:lnTo>
                  <a:pt x="574672" y="1042921"/>
                </a:lnTo>
                <a:lnTo>
                  <a:pt x="574672" y="1061952"/>
                </a:lnTo>
                <a:lnTo>
                  <a:pt x="574672" y="1080983"/>
                </a:lnTo>
                <a:lnTo>
                  <a:pt x="574672" y="1100014"/>
                </a:lnTo>
                <a:lnTo>
                  <a:pt x="574672" y="1119045"/>
                </a:lnTo>
                <a:lnTo>
                  <a:pt x="574672" y="1138076"/>
                </a:lnTo>
                <a:lnTo>
                  <a:pt x="574672" y="1157107"/>
                </a:lnTo>
                <a:lnTo>
                  <a:pt x="574672" y="1176137"/>
                </a:lnTo>
                <a:lnTo>
                  <a:pt x="574672" y="1195168"/>
                </a:lnTo>
                <a:lnTo>
                  <a:pt x="574672" y="1214190"/>
                </a:lnTo>
                <a:lnTo>
                  <a:pt x="574672" y="1233221"/>
                </a:lnTo>
                <a:lnTo>
                  <a:pt x="574672" y="1252252"/>
                </a:lnTo>
                <a:lnTo>
                  <a:pt x="574672" y="1271283"/>
                </a:lnTo>
                <a:lnTo>
                  <a:pt x="574672" y="1290314"/>
                </a:lnTo>
                <a:lnTo>
                  <a:pt x="574672" y="1309345"/>
                </a:lnTo>
                <a:lnTo>
                  <a:pt x="574672" y="1328376"/>
                </a:lnTo>
                <a:lnTo>
                  <a:pt x="574672" y="1347407"/>
                </a:lnTo>
                <a:lnTo>
                  <a:pt x="574672" y="1366437"/>
                </a:lnTo>
                <a:lnTo>
                  <a:pt x="574672" y="1385468"/>
                </a:lnTo>
                <a:lnTo>
                  <a:pt x="574672" y="1404499"/>
                </a:lnTo>
                <a:lnTo>
                  <a:pt x="574672" y="1423530"/>
                </a:lnTo>
                <a:lnTo>
                  <a:pt x="574672" y="1442561"/>
                </a:lnTo>
                <a:lnTo>
                  <a:pt x="574672" y="1461592"/>
                </a:lnTo>
                <a:lnTo>
                  <a:pt x="574672" y="1480623"/>
                </a:lnTo>
                <a:lnTo>
                  <a:pt x="574672" y="1499654"/>
                </a:lnTo>
                <a:lnTo>
                  <a:pt x="574672" y="1518685"/>
                </a:lnTo>
                <a:lnTo>
                  <a:pt x="574672" y="1537716"/>
                </a:lnTo>
                <a:lnTo>
                  <a:pt x="574672" y="1556747"/>
                </a:lnTo>
                <a:lnTo>
                  <a:pt x="574672" y="1575778"/>
                </a:lnTo>
                <a:lnTo>
                  <a:pt x="574672" y="1594809"/>
                </a:lnTo>
                <a:lnTo>
                  <a:pt x="574672" y="1613840"/>
                </a:lnTo>
                <a:lnTo>
                  <a:pt x="574672" y="1632861"/>
                </a:lnTo>
                <a:lnTo>
                  <a:pt x="574672" y="1651892"/>
                </a:lnTo>
                <a:lnTo>
                  <a:pt x="574672" y="1670923"/>
                </a:lnTo>
                <a:lnTo>
                  <a:pt x="574672" y="1689954"/>
                </a:lnTo>
                <a:lnTo>
                  <a:pt x="574672" y="1708985"/>
                </a:lnTo>
                <a:lnTo>
                  <a:pt x="574672" y="1728016"/>
                </a:lnTo>
                <a:lnTo>
                  <a:pt x="574672" y="1747047"/>
                </a:lnTo>
                <a:lnTo>
                  <a:pt x="574672" y="1766078"/>
                </a:lnTo>
                <a:lnTo>
                  <a:pt x="574672" y="1785109"/>
                </a:lnTo>
                <a:lnTo>
                  <a:pt x="574672" y="1804140"/>
                </a:lnTo>
                <a:lnTo>
                  <a:pt x="574672" y="1823171"/>
                </a:lnTo>
                <a:lnTo>
                  <a:pt x="574672" y="1842202"/>
                </a:lnTo>
                <a:lnTo>
                  <a:pt x="574672" y="1861233"/>
                </a:lnTo>
                <a:lnTo>
                  <a:pt x="574672" y="1880264"/>
                </a:lnTo>
                <a:lnTo>
                  <a:pt x="574672" y="1899295"/>
                </a:lnTo>
                <a:lnTo>
                  <a:pt x="574672" y="1918325"/>
                </a:lnTo>
                <a:lnTo>
                  <a:pt x="574672" y="1937356"/>
                </a:lnTo>
                <a:lnTo>
                  <a:pt x="578434" y="1952625"/>
                </a:lnTo>
                <a:lnTo>
                  <a:pt x="597465" y="1952625"/>
                </a:lnTo>
                <a:lnTo>
                  <a:pt x="616496" y="1952625"/>
                </a:lnTo>
                <a:lnTo>
                  <a:pt x="635527" y="1952625"/>
                </a:lnTo>
                <a:lnTo>
                  <a:pt x="654558" y="1952625"/>
                </a:lnTo>
                <a:lnTo>
                  <a:pt x="673589" y="1952625"/>
                </a:lnTo>
                <a:lnTo>
                  <a:pt x="692620" y="1952625"/>
                </a:lnTo>
                <a:lnTo>
                  <a:pt x="711651" y="1952625"/>
                </a:lnTo>
                <a:lnTo>
                  <a:pt x="730682" y="1952625"/>
                </a:lnTo>
                <a:lnTo>
                  <a:pt x="749713" y="1952625"/>
                </a:lnTo>
                <a:lnTo>
                  <a:pt x="768744" y="1952625"/>
                </a:lnTo>
                <a:lnTo>
                  <a:pt x="787765" y="1952625"/>
                </a:lnTo>
                <a:lnTo>
                  <a:pt x="806796" y="1952625"/>
                </a:lnTo>
                <a:lnTo>
                  <a:pt x="825827" y="1952625"/>
                </a:lnTo>
                <a:lnTo>
                  <a:pt x="844858" y="1952625"/>
                </a:lnTo>
                <a:lnTo>
                  <a:pt x="863889" y="1952625"/>
                </a:lnTo>
                <a:lnTo>
                  <a:pt x="882920" y="1952625"/>
                </a:lnTo>
                <a:lnTo>
                  <a:pt x="901951" y="1952625"/>
                </a:lnTo>
                <a:lnTo>
                  <a:pt x="920982" y="1952625"/>
                </a:lnTo>
                <a:lnTo>
                  <a:pt x="940013" y="1952625"/>
                </a:lnTo>
                <a:lnTo>
                  <a:pt x="959044" y="1952625"/>
                </a:lnTo>
                <a:lnTo>
                  <a:pt x="978075" y="1952625"/>
                </a:lnTo>
                <a:lnTo>
                  <a:pt x="997106" y="1952625"/>
                </a:lnTo>
                <a:lnTo>
                  <a:pt x="1016137" y="1952625"/>
                </a:lnTo>
                <a:lnTo>
                  <a:pt x="1035167" y="1952625"/>
                </a:lnTo>
                <a:lnTo>
                  <a:pt x="1054198" y="1952625"/>
                </a:lnTo>
                <a:lnTo>
                  <a:pt x="1073229" y="1952625"/>
                </a:lnTo>
                <a:lnTo>
                  <a:pt x="1092260" y="1952625"/>
                </a:lnTo>
                <a:lnTo>
                  <a:pt x="1111291" y="1952625"/>
                </a:lnTo>
                <a:lnTo>
                  <a:pt x="1130322" y="1952625"/>
                </a:lnTo>
                <a:lnTo>
                  <a:pt x="1149353" y="19526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8A9DF"/>
            </a:solidFill>
            <a:prstDash val="solid"/>
          </a:ln>
        </p:spPr>
      </p:sp>
      <p:sp>
        <p:nvSpPr>
          <p:cNvPr id="16" name="handoff-2">
            <a:extLst xmlns:a="http://schemas.openxmlformats.org/drawingml/2006/main">
              <a:ext uri="{FF2B5EF4-FFF2-40B4-BE49-F238E27FC236}">
                <a16:creationId xmlns:a16="http://schemas.microsoft.com/office/drawing/2014/main" id="{046A2FFF-76A8-4558-B224-998BACD0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0" y="5291138"/>
            <a:ext cx="1149353" cy="9525"/>
          </a:xfrm>
          <a:custGeom xmlns:a="http://schemas.openxmlformats.org/drawingml/2006/main">
            <a:pathLst>
              <a:path w="1149353" h="9525">
                <a:moveTo>
                  <a:pt x="0" y="0"/>
                </a:moveTo>
                <a:lnTo>
                  <a:pt x="18840" y="0"/>
                </a:lnTo>
                <a:lnTo>
                  <a:pt x="37681" y="0"/>
                </a:lnTo>
                <a:lnTo>
                  <a:pt x="56521" y="0"/>
                </a:lnTo>
                <a:lnTo>
                  <a:pt x="75371" y="0"/>
                </a:lnTo>
                <a:lnTo>
                  <a:pt x="94212" y="0"/>
                </a:lnTo>
                <a:lnTo>
                  <a:pt x="113052" y="0"/>
                </a:lnTo>
                <a:lnTo>
                  <a:pt x="131893" y="0"/>
                </a:lnTo>
                <a:lnTo>
                  <a:pt x="150733" y="0"/>
                </a:lnTo>
                <a:lnTo>
                  <a:pt x="169574" y="0"/>
                </a:lnTo>
                <a:lnTo>
                  <a:pt x="188414" y="0"/>
                </a:lnTo>
                <a:lnTo>
                  <a:pt x="207264" y="0"/>
                </a:lnTo>
                <a:lnTo>
                  <a:pt x="226104" y="0"/>
                </a:lnTo>
                <a:lnTo>
                  <a:pt x="244945" y="0"/>
                </a:lnTo>
                <a:lnTo>
                  <a:pt x="263785" y="0"/>
                </a:lnTo>
                <a:lnTo>
                  <a:pt x="282626" y="0"/>
                </a:lnTo>
                <a:lnTo>
                  <a:pt x="301466" y="0"/>
                </a:lnTo>
                <a:lnTo>
                  <a:pt x="320307" y="0"/>
                </a:lnTo>
                <a:lnTo>
                  <a:pt x="339157" y="0"/>
                </a:lnTo>
                <a:lnTo>
                  <a:pt x="357997" y="0"/>
                </a:lnTo>
                <a:lnTo>
                  <a:pt x="376838" y="0"/>
                </a:lnTo>
                <a:lnTo>
                  <a:pt x="395678" y="0"/>
                </a:lnTo>
                <a:lnTo>
                  <a:pt x="414518" y="0"/>
                </a:lnTo>
                <a:lnTo>
                  <a:pt x="433359" y="0"/>
                </a:lnTo>
                <a:lnTo>
                  <a:pt x="452199" y="0"/>
                </a:lnTo>
                <a:lnTo>
                  <a:pt x="471049" y="0"/>
                </a:lnTo>
                <a:lnTo>
                  <a:pt x="489890" y="0"/>
                </a:lnTo>
                <a:lnTo>
                  <a:pt x="508730" y="0"/>
                </a:lnTo>
                <a:lnTo>
                  <a:pt x="527571" y="0"/>
                </a:lnTo>
                <a:lnTo>
                  <a:pt x="546411" y="0"/>
                </a:lnTo>
                <a:lnTo>
                  <a:pt x="565252" y="0"/>
                </a:lnTo>
                <a:lnTo>
                  <a:pt x="584092" y="0"/>
                </a:lnTo>
                <a:lnTo>
                  <a:pt x="602942" y="0"/>
                </a:lnTo>
                <a:lnTo>
                  <a:pt x="621782" y="0"/>
                </a:lnTo>
                <a:lnTo>
                  <a:pt x="640623" y="0"/>
                </a:lnTo>
                <a:lnTo>
                  <a:pt x="659463" y="0"/>
                </a:lnTo>
                <a:lnTo>
                  <a:pt x="678304" y="0"/>
                </a:lnTo>
                <a:lnTo>
                  <a:pt x="697144" y="0"/>
                </a:lnTo>
                <a:lnTo>
                  <a:pt x="715985" y="0"/>
                </a:lnTo>
                <a:lnTo>
                  <a:pt x="734835" y="0"/>
                </a:lnTo>
                <a:lnTo>
                  <a:pt x="753675" y="0"/>
                </a:lnTo>
                <a:lnTo>
                  <a:pt x="772516" y="0"/>
                </a:lnTo>
                <a:lnTo>
                  <a:pt x="791356" y="0"/>
                </a:lnTo>
                <a:lnTo>
                  <a:pt x="810197" y="0"/>
                </a:lnTo>
                <a:lnTo>
                  <a:pt x="829037" y="0"/>
                </a:lnTo>
                <a:lnTo>
                  <a:pt x="847877" y="0"/>
                </a:lnTo>
                <a:lnTo>
                  <a:pt x="866727" y="0"/>
                </a:lnTo>
                <a:lnTo>
                  <a:pt x="885568" y="0"/>
                </a:lnTo>
                <a:lnTo>
                  <a:pt x="904408" y="0"/>
                </a:lnTo>
                <a:lnTo>
                  <a:pt x="923249" y="0"/>
                </a:lnTo>
                <a:lnTo>
                  <a:pt x="942089" y="0"/>
                </a:lnTo>
                <a:lnTo>
                  <a:pt x="960930" y="0"/>
                </a:lnTo>
                <a:lnTo>
                  <a:pt x="979770" y="0"/>
                </a:lnTo>
                <a:lnTo>
                  <a:pt x="998620" y="0"/>
                </a:lnTo>
                <a:lnTo>
                  <a:pt x="1017460" y="0"/>
                </a:lnTo>
                <a:lnTo>
                  <a:pt x="1036301" y="0"/>
                </a:lnTo>
                <a:lnTo>
                  <a:pt x="1055141" y="0"/>
                </a:lnTo>
                <a:lnTo>
                  <a:pt x="1073982" y="0"/>
                </a:lnTo>
                <a:lnTo>
                  <a:pt x="1092822" y="0"/>
                </a:lnTo>
                <a:lnTo>
                  <a:pt x="1111663" y="0"/>
                </a:lnTo>
                <a:lnTo>
                  <a:pt x="1130513" y="0"/>
                </a:lnTo>
                <a:lnTo>
                  <a:pt x="11493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8A9DF"/>
            </a:solidFill>
            <a:prstDash val="solid"/>
          </a:ln>
        </p:spPr>
      </p:sp>
      <p:sp>
        <p:nvSpPr>
          <p:cNvPr id="17" name="handoff-3">
            <a:extLst xmlns:a="http://schemas.openxmlformats.org/drawingml/2006/main">
              <a:ext uri="{FF2B5EF4-FFF2-40B4-BE49-F238E27FC236}">
                <a16:creationId xmlns:a16="http://schemas.microsoft.com/office/drawing/2014/main" id="{53953626-A8FF-4C6D-9B0B-24D742E5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93453" y="3338513"/>
            <a:ext cx="66675" cy="1952625"/>
          </a:xfrm>
          <a:custGeom xmlns:a="http://schemas.openxmlformats.org/drawingml/2006/main">
            <a:pathLst>
              <a:path w="66675" h="1952625">
                <a:moveTo>
                  <a:pt x="0" y="1952625"/>
                </a:moveTo>
                <a:lnTo>
                  <a:pt x="18964" y="1952625"/>
                </a:lnTo>
                <a:lnTo>
                  <a:pt x="37929" y="1952625"/>
                </a:lnTo>
                <a:lnTo>
                  <a:pt x="56893" y="1952625"/>
                </a:lnTo>
                <a:lnTo>
                  <a:pt x="66675" y="1943443"/>
                </a:lnTo>
                <a:lnTo>
                  <a:pt x="66675" y="1924479"/>
                </a:lnTo>
                <a:lnTo>
                  <a:pt x="66675" y="1905524"/>
                </a:lnTo>
                <a:lnTo>
                  <a:pt x="66675" y="1886560"/>
                </a:lnTo>
                <a:lnTo>
                  <a:pt x="66675" y="1867595"/>
                </a:lnTo>
                <a:lnTo>
                  <a:pt x="66675" y="1848631"/>
                </a:lnTo>
                <a:lnTo>
                  <a:pt x="66675" y="1829667"/>
                </a:lnTo>
                <a:lnTo>
                  <a:pt x="66675" y="1810703"/>
                </a:lnTo>
                <a:lnTo>
                  <a:pt x="66675" y="1791738"/>
                </a:lnTo>
                <a:lnTo>
                  <a:pt x="66675" y="1772774"/>
                </a:lnTo>
                <a:lnTo>
                  <a:pt x="66675" y="1753810"/>
                </a:lnTo>
                <a:lnTo>
                  <a:pt x="66675" y="1734845"/>
                </a:lnTo>
                <a:lnTo>
                  <a:pt x="66675" y="1715881"/>
                </a:lnTo>
                <a:lnTo>
                  <a:pt x="66675" y="1696926"/>
                </a:lnTo>
                <a:lnTo>
                  <a:pt x="66675" y="1677962"/>
                </a:lnTo>
                <a:lnTo>
                  <a:pt x="66675" y="1658998"/>
                </a:lnTo>
                <a:lnTo>
                  <a:pt x="66675" y="1640034"/>
                </a:lnTo>
                <a:lnTo>
                  <a:pt x="66675" y="1621069"/>
                </a:lnTo>
                <a:lnTo>
                  <a:pt x="66675" y="1602105"/>
                </a:lnTo>
                <a:lnTo>
                  <a:pt x="66675" y="1583141"/>
                </a:lnTo>
                <a:lnTo>
                  <a:pt x="66675" y="1564176"/>
                </a:lnTo>
                <a:lnTo>
                  <a:pt x="66675" y="1545212"/>
                </a:lnTo>
                <a:lnTo>
                  <a:pt x="66675" y="1526248"/>
                </a:lnTo>
                <a:lnTo>
                  <a:pt x="66675" y="1507284"/>
                </a:lnTo>
                <a:lnTo>
                  <a:pt x="66675" y="1488329"/>
                </a:lnTo>
                <a:lnTo>
                  <a:pt x="66675" y="1469365"/>
                </a:lnTo>
                <a:lnTo>
                  <a:pt x="66675" y="1450400"/>
                </a:lnTo>
                <a:lnTo>
                  <a:pt x="66675" y="1431436"/>
                </a:lnTo>
                <a:lnTo>
                  <a:pt x="66675" y="1412472"/>
                </a:lnTo>
                <a:lnTo>
                  <a:pt x="66675" y="1393508"/>
                </a:lnTo>
                <a:lnTo>
                  <a:pt x="66675" y="1374543"/>
                </a:lnTo>
                <a:lnTo>
                  <a:pt x="66675" y="1355579"/>
                </a:lnTo>
                <a:lnTo>
                  <a:pt x="66675" y="1336615"/>
                </a:lnTo>
                <a:lnTo>
                  <a:pt x="66675" y="1317650"/>
                </a:lnTo>
                <a:lnTo>
                  <a:pt x="66675" y="1298686"/>
                </a:lnTo>
                <a:lnTo>
                  <a:pt x="66675" y="1279731"/>
                </a:lnTo>
                <a:lnTo>
                  <a:pt x="66675" y="1260767"/>
                </a:lnTo>
                <a:lnTo>
                  <a:pt x="66675" y="1241803"/>
                </a:lnTo>
                <a:lnTo>
                  <a:pt x="66675" y="1222839"/>
                </a:lnTo>
                <a:lnTo>
                  <a:pt x="66675" y="1203874"/>
                </a:lnTo>
                <a:lnTo>
                  <a:pt x="66675" y="1184910"/>
                </a:lnTo>
                <a:lnTo>
                  <a:pt x="66675" y="1165946"/>
                </a:lnTo>
                <a:lnTo>
                  <a:pt x="66675" y="1146981"/>
                </a:lnTo>
                <a:lnTo>
                  <a:pt x="66675" y="1128017"/>
                </a:lnTo>
                <a:lnTo>
                  <a:pt x="66675" y="1109053"/>
                </a:lnTo>
                <a:lnTo>
                  <a:pt x="66675" y="1090089"/>
                </a:lnTo>
                <a:lnTo>
                  <a:pt x="66675" y="1071134"/>
                </a:lnTo>
                <a:lnTo>
                  <a:pt x="66675" y="1052170"/>
                </a:lnTo>
                <a:lnTo>
                  <a:pt x="66675" y="1033205"/>
                </a:lnTo>
                <a:lnTo>
                  <a:pt x="66675" y="1014241"/>
                </a:lnTo>
                <a:lnTo>
                  <a:pt x="66675" y="995277"/>
                </a:lnTo>
                <a:lnTo>
                  <a:pt x="66675" y="976313"/>
                </a:lnTo>
                <a:lnTo>
                  <a:pt x="66675" y="957348"/>
                </a:lnTo>
                <a:lnTo>
                  <a:pt x="66675" y="938384"/>
                </a:lnTo>
                <a:lnTo>
                  <a:pt x="66675" y="919420"/>
                </a:lnTo>
                <a:lnTo>
                  <a:pt x="66675" y="900455"/>
                </a:lnTo>
                <a:lnTo>
                  <a:pt x="66675" y="881491"/>
                </a:lnTo>
                <a:lnTo>
                  <a:pt x="66675" y="862536"/>
                </a:lnTo>
                <a:lnTo>
                  <a:pt x="66675" y="843572"/>
                </a:lnTo>
                <a:lnTo>
                  <a:pt x="66675" y="824608"/>
                </a:lnTo>
                <a:lnTo>
                  <a:pt x="66675" y="805644"/>
                </a:lnTo>
                <a:lnTo>
                  <a:pt x="66675" y="786679"/>
                </a:lnTo>
                <a:lnTo>
                  <a:pt x="66675" y="767715"/>
                </a:lnTo>
                <a:lnTo>
                  <a:pt x="66675" y="748751"/>
                </a:lnTo>
                <a:lnTo>
                  <a:pt x="66675" y="729786"/>
                </a:lnTo>
                <a:lnTo>
                  <a:pt x="66675" y="710822"/>
                </a:lnTo>
                <a:lnTo>
                  <a:pt x="66675" y="691858"/>
                </a:lnTo>
                <a:lnTo>
                  <a:pt x="66675" y="672894"/>
                </a:lnTo>
                <a:lnTo>
                  <a:pt x="66675" y="653939"/>
                </a:lnTo>
                <a:lnTo>
                  <a:pt x="66675" y="634975"/>
                </a:lnTo>
                <a:lnTo>
                  <a:pt x="66675" y="616010"/>
                </a:lnTo>
                <a:lnTo>
                  <a:pt x="66675" y="597046"/>
                </a:lnTo>
                <a:lnTo>
                  <a:pt x="66675" y="578082"/>
                </a:lnTo>
                <a:lnTo>
                  <a:pt x="66675" y="559118"/>
                </a:lnTo>
                <a:lnTo>
                  <a:pt x="66675" y="540153"/>
                </a:lnTo>
                <a:lnTo>
                  <a:pt x="66675" y="521189"/>
                </a:lnTo>
                <a:lnTo>
                  <a:pt x="66675" y="502225"/>
                </a:lnTo>
                <a:lnTo>
                  <a:pt x="66675" y="483260"/>
                </a:lnTo>
                <a:lnTo>
                  <a:pt x="66675" y="464296"/>
                </a:lnTo>
                <a:lnTo>
                  <a:pt x="66675" y="445341"/>
                </a:lnTo>
                <a:lnTo>
                  <a:pt x="66675" y="426377"/>
                </a:lnTo>
                <a:lnTo>
                  <a:pt x="66675" y="407413"/>
                </a:lnTo>
                <a:lnTo>
                  <a:pt x="66675" y="388449"/>
                </a:lnTo>
                <a:lnTo>
                  <a:pt x="66675" y="369484"/>
                </a:lnTo>
                <a:lnTo>
                  <a:pt x="66675" y="350520"/>
                </a:lnTo>
                <a:lnTo>
                  <a:pt x="66675" y="331556"/>
                </a:lnTo>
                <a:lnTo>
                  <a:pt x="66675" y="312591"/>
                </a:lnTo>
                <a:lnTo>
                  <a:pt x="66675" y="293627"/>
                </a:lnTo>
                <a:lnTo>
                  <a:pt x="66675" y="274663"/>
                </a:lnTo>
                <a:lnTo>
                  <a:pt x="66675" y="255699"/>
                </a:lnTo>
                <a:lnTo>
                  <a:pt x="66675" y="236744"/>
                </a:lnTo>
                <a:lnTo>
                  <a:pt x="66675" y="217780"/>
                </a:lnTo>
                <a:lnTo>
                  <a:pt x="66675" y="198815"/>
                </a:lnTo>
                <a:lnTo>
                  <a:pt x="66675" y="179851"/>
                </a:lnTo>
                <a:lnTo>
                  <a:pt x="66675" y="160887"/>
                </a:lnTo>
                <a:lnTo>
                  <a:pt x="66675" y="141923"/>
                </a:lnTo>
                <a:lnTo>
                  <a:pt x="66675" y="122958"/>
                </a:lnTo>
                <a:lnTo>
                  <a:pt x="66675" y="103994"/>
                </a:lnTo>
                <a:lnTo>
                  <a:pt x="66675" y="85030"/>
                </a:lnTo>
                <a:lnTo>
                  <a:pt x="66675" y="66065"/>
                </a:lnTo>
                <a:lnTo>
                  <a:pt x="66675" y="47101"/>
                </a:lnTo>
                <a:lnTo>
                  <a:pt x="66675" y="28146"/>
                </a:lnTo>
                <a:lnTo>
                  <a:pt x="66675" y="9182"/>
                </a:lnTo>
                <a:lnTo>
                  <a:pt x="56893" y="0"/>
                </a:lnTo>
                <a:lnTo>
                  <a:pt x="37929" y="0"/>
                </a:lnTo>
                <a:lnTo>
                  <a:pt x="18964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8A9DF"/>
            </a:solidFill>
            <a:prstDash val="solid"/>
          </a:ln>
        </p:spPr>
      </p:sp>
      <p:sp>
        <p:nvSpPr>
          <p:cNvPr id="18" name="handoff-target-1">
            <a:extLst xmlns:a="http://schemas.openxmlformats.org/drawingml/2006/main">
              <a:ext uri="{FF2B5EF4-FFF2-40B4-BE49-F238E27FC236}">
                <a16:creationId xmlns:a16="http://schemas.microsoft.com/office/drawing/2014/main" id="{C05F5219-3E54-4D13-8CC2-BFA3FA06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4538" y="5248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B86C5"/>
            </a:solidFill>
            <a:prstDash val="solid"/>
          </a:ln>
        </p:spPr>
      </p:sp>
      <p:sp>
        <p:nvSpPr>
          <p:cNvPr id="19" name="handoff-target-2">
            <a:extLst xmlns:a="http://schemas.openxmlformats.org/drawingml/2006/main">
              <a:ext uri="{FF2B5EF4-FFF2-40B4-BE49-F238E27FC236}">
                <a16:creationId xmlns:a16="http://schemas.microsoft.com/office/drawing/2014/main" id="{87B7A4AB-E7EB-40B1-937F-13513044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12241" y="5248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B86C5"/>
            </a:solidFill>
            <a:prstDash val="solid"/>
          </a:ln>
        </p:spPr>
      </p:sp>
      <p:sp>
        <p:nvSpPr>
          <p:cNvPr id="20" name="handoff-target-3">
            <a:extLst xmlns:a="http://schemas.openxmlformats.org/drawingml/2006/main">
              <a:ext uri="{FF2B5EF4-FFF2-40B4-BE49-F238E27FC236}">
                <a16:creationId xmlns:a16="http://schemas.microsoft.com/office/drawing/2014/main" id="{9A46E702-4F1A-4FD6-B2A7-1743A9ED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12241" y="3295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B86C5"/>
            </a:solidFill>
            <a:prstDash val="solid"/>
          </a:ln>
        </p:spPr>
      </p:sp>
      <p:sp>
        <p:nvSpPr>
          <p:cNvPr id="21" name="stage-order-1">
            <a:extLst xmlns:a="http://schemas.openxmlformats.org/drawingml/2006/main">
              <a:ext uri="{FF2B5EF4-FFF2-40B4-BE49-F238E27FC236}">
                <a16:creationId xmlns:a16="http://schemas.microsoft.com/office/drawing/2014/main" id="{00820D14-D5F7-4777-BA0F-D3D40CCB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6950" y="18002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stage-1-title">
            <a:extLst xmlns:a="http://schemas.openxmlformats.org/drawingml/2006/main">
              <a:ext uri="{FF2B5EF4-FFF2-40B4-BE49-F238E27FC236}">
                <a16:creationId xmlns:a16="http://schemas.microsoft.com/office/drawing/2014/main" id="{97A69A8F-1A8C-49A0-B0BD-A64B06D9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57475" y="1790700"/>
            <a:ext cx="252084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42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需求澄清</a:t>
            </a:r>
          </a:p>
        </p:txBody>
      </p:sp>
      <p:sp>
        <p:nvSpPr>
          <p:cNvPr id="23" name="stage-divider-2">
            <a:extLst xmlns:a="http://schemas.openxmlformats.org/drawingml/2006/main">
              <a:ext uri="{FF2B5EF4-FFF2-40B4-BE49-F238E27FC236}">
                <a16:creationId xmlns:a16="http://schemas.microsoft.com/office/drawing/2014/main" id="{0C27117F-E902-4A5F-A6EB-8A76F2D9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92623" y="17907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tage-order-2">
            <a:extLst xmlns:a="http://schemas.openxmlformats.org/drawingml/2006/main">
              <a:ext uri="{FF2B5EF4-FFF2-40B4-BE49-F238E27FC236}">
                <a16:creationId xmlns:a16="http://schemas.microsoft.com/office/drawing/2014/main" id="{A1720B19-ADAE-47A4-8E30-F2F6C0FF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54548" y="18002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5" name="stage-2-title">
            <a:extLst xmlns:a="http://schemas.openxmlformats.org/drawingml/2006/main">
              <a:ext uri="{FF2B5EF4-FFF2-40B4-BE49-F238E27FC236}">
                <a16:creationId xmlns:a16="http://schemas.microsoft.com/office/drawing/2014/main" id="{97D6E1E4-71DF-4A3D-B33A-DF0725E5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45073" y="1790700"/>
            <a:ext cx="2521001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42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方案设计</a:t>
            </a:r>
          </a:p>
        </p:txBody>
      </p:sp>
      <p:sp>
        <p:nvSpPr>
          <p:cNvPr id="26" name="stage-divider-3">
            <a:extLst xmlns:a="http://schemas.openxmlformats.org/drawingml/2006/main">
              <a:ext uri="{FF2B5EF4-FFF2-40B4-BE49-F238E27FC236}">
                <a16:creationId xmlns:a16="http://schemas.microsoft.com/office/drawing/2014/main" id="{D3F2D529-C82E-4A8F-8FD8-BC91984E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80374" y="17907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tage-order-3">
            <a:extLst xmlns:a="http://schemas.openxmlformats.org/drawingml/2006/main">
              <a:ext uri="{FF2B5EF4-FFF2-40B4-BE49-F238E27FC236}">
                <a16:creationId xmlns:a16="http://schemas.microsoft.com/office/drawing/2014/main" id="{15F83DD5-6EE6-45F9-BF8A-B4711547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2299" y="18002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8" name="stage-3-title">
            <a:extLst xmlns:a="http://schemas.openxmlformats.org/drawingml/2006/main">
              <a:ext uri="{FF2B5EF4-FFF2-40B4-BE49-F238E27FC236}">
                <a16:creationId xmlns:a16="http://schemas.microsoft.com/office/drawing/2014/main" id="{B5131C7D-812B-4BC8-9736-01EBAA77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32824" y="1790700"/>
            <a:ext cx="252084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42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联合执行</a:t>
            </a:r>
          </a:p>
        </p:txBody>
      </p:sp>
      <p:sp>
        <p:nvSpPr>
          <p:cNvPr id="29" name="task-1-shadow">
            <a:extLst xmlns:a="http://schemas.openxmlformats.org/drawingml/2006/main">
              <a:ext uri="{FF2B5EF4-FFF2-40B4-BE49-F238E27FC236}">
                <a16:creationId xmlns:a16="http://schemas.microsoft.com/office/drawing/2014/main" id="{51A30E1E-6FA2-4C73-838C-08375D86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9649" y="2947988"/>
            <a:ext cx="2038350" cy="876300"/>
          </a:xfrm>
          <a:prstGeom xmlns:a="http://schemas.openxmlformats.org/drawingml/2006/main" prst="roundRect">
            <a:avLst>
              <a:gd name="adj" fmla="val 16304"/>
            </a:avLst>
          </a:prstGeom>
          <a:solidFill xmlns:a="http://schemas.openxmlformats.org/drawingml/2006/main">
            <a:srgbClr val="DCE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ask-1-surface">
            <a:extLst xmlns:a="http://schemas.openxmlformats.org/drawingml/2006/main">
              <a:ext uri="{FF2B5EF4-FFF2-40B4-BE49-F238E27FC236}">
                <a16:creationId xmlns:a16="http://schemas.microsoft.com/office/drawing/2014/main" id="{A0B32073-B678-418B-B526-BBA3F172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9649" y="2900363"/>
            <a:ext cx="2038350" cy="876300"/>
          </a:xfrm>
          <a:prstGeom xmlns:a="http://schemas.openxmlformats.org/drawingml/2006/main" prst="roundRect">
            <a:avLst>
              <a:gd name="adj" fmla="val 163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31" name="task-1-accent">
            <a:extLst xmlns:a="http://schemas.openxmlformats.org/drawingml/2006/main">
              <a:ext uri="{FF2B5EF4-FFF2-40B4-BE49-F238E27FC236}">
                <a16:creationId xmlns:a16="http://schemas.microsoft.com/office/drawing/2014/main" id="{CA62EFC9-9BBC-4415-B605-8A2D1F78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9649" y="2900363"/>
            <a:ext cx="5715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ask-2-shadow">
            <a:extLst xmlns:a="http://schemas.openxmlformats.org/drawingml/2006/main">
              <a:ext uri="{FF2B5EF4-FFF2-40B4-BE49-F238E27FC236}">
                <a16:creationId xmlns:a16="http://schemas.microsoft.com/office/drawing/2014/main" id="{62D011D9-256C-404A-8E4F-3AA7430B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7400" y="4900613"/>
            <a:ext cx="2038350" cy="876300"/>
          </a:xfrm>
          <a:prstGeom xmlns:a="http://schemas.openxmlformats.org/drawingml/2006/main" prst="roundRect">
            <a:avLst>
              <a:gd name="adj" fmla="val 16304"/>
            </a:avLst>
          </a:prstGeom>
          <a:solidFill xmlns:a="http://schemas.openxmlformats.org/drawingml/2006/main">
            <a:srgbClr val="DCE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ask-2-surface">
            <a:extLst xmlns:a="http://schemas.openxmlformats.org/drawingml/2006/main">
              <a:ext uri="{FF2B5EF4-FFF2-40B4-BE49-F238E27FC236}">
                <a16:creationId xmlns:a16="http://schemas.microsoft.com/office/drawing/2014/main" id="{43F3333C-2478-4D99-9433-255EDFEE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7400" y="4852988"/>
            <a:ext cx="2038350" cy="876300"/>
          </a:xfrm>
          <a:prstGeom xmlns:a="http://schemas.openxmlformats.org/drawingml/2006/main" prst="roundRect">
            <a:avLst>
              <a:gd name="adj" fmla="val 163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34" name="task-2-accent">
            <a:extLst xmlns:a="http://schemas.openxmlformats.org/drawingml/2006/main">
              <a:ext uri="{FF2B5EF4-FFF2-40B4-BE49-F238E27FC236}">
                <a16:creationId xmlns:a16="http://schemas.microsoft.com/office/drawing/2014/main" id="{92C62285-FE8F-47EC-9E20-2C361F75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7400" y="4852988"/>
            <a:ext cx="5715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task-3-shadow">
            <a:extLst xmlns:a="http://schemas.openxmlformats.org/drawingml/2006/main">
              <a:ext uri="{FF2B5EF4-FFF2-40B4-BE49-F238E27FC236}">
                <a16:creationId xmlns:a16="http://schemas.microsoft.com/office/drawing/2014/main" id="{061C3ECB-DCC3-4EAB-90DF-6ED27308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54998" y="4900613"/>
            <a:ext cx="2038350" cy="876300"/>
          </a:xfrm>
          <a:prstGeom xmlns:a="http://schemas.openxmlformats.org/drawingml/2006/main" prst="roundRect">
            <a:avLst>
              <a:gd name="adj" fmla="val 16304"/>
            </a:avLst>
          </a:prstGeom>
          <a:solidFill xmlns:a="http://schemas.openxmlformats.org/drawingml/2006/main">
            <a:srgbClr val="DCE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task-3-surface">
            <a:extLst xmlns:a="http://schemas.openxmlformats.org/drawingml/2006/main">
              <a:ext uri="{FF2B5EF4-FFF2-40B4-BE49-F238E27FC236}">
                <a16:creationId xmlns:a16="http://schemas.microsoft.com/office/drawing/2014/main" id="{EF9B4CED-D04B-410E-B66E-BB934A96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54998" y="4852988"/>
            <a:ext cx="2038350" cy="876300"/>
          </a:xfrm>
          <a:prstGeom xmlns:a="http://schemas.openxmlformats.org/drawingml/2006/main" prst="roundRect">
            <a:avLst>
              <a:gd name="adj" fmla="val 163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37" name="task-3-accent">
            <a:extLst xmlns:a="http://schemas.openxmlformats.org/drawingml/2006/main">
              <a:ext uri="{FF2B5EF4-FFF2-40B4-BE49-F238E27FC236}">
                <a16:creationId xmlns:a16="http://schemas.microsoft.com/office/drawing/2014/main" id="{B96A5577-F0C7-4DDA-A444-A280175D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54998" y="4852988"/>
            <a:ext cx="5715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task-4-shadow">
            <a:extLst xmlns:a="http://schemas.openxmlformats.org/drawingml/2006/main">
              <a:ext uri="{FF2B5EF4-FFF2-40B4-BE49-F238E27FC236}">
                <a16:creationId xmlns:a16="http://schemas.microsoft.com/office/drawing/2014/main" id="{FFA52029-8E1E-4FEE-ACF1-2AC61A59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54998" y="2947988"/>
            <a:ext cx="2038350" cy="876300"/>
          </a:xfrm>
          <a:prstGeom xmlns:a="http://schemas.openxmlformats.org/drawingml/2006/main" prst="roundRect">
            <a:avLst>
              <a:gd name="adj" fmla="val 16304"/>
            </a:avLst>
          </a:prstGeom>
          <a:solidFill xmlns:a="http://schemas.openxmlformats.org/drawingml/2006/main">
            <a:srgbClr val="DCE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task-4-surface">
            <a:extLst xmlns:a="http://schemas.openxmlformats.org/drawingml/2006/main">
              <a:ext uri="{FF2B5EF4-FFF2-40B4-BE49-F238E27FC236}">
                <a16:creationId xmlns:a16="http://schemas.microsoft.com/office/drawing/2014/main" id="{B92230A2-846C-45FF-80D2-59B7FF80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54998" y="2900363"/>
            <a:ext cx="2038350" cy="876300"/>
          </a:xfrm>
          <a:prstGeom xmlns:a="http://schemas.openxmlformats.org/drawingml/2006/main" prst="roundRect">
            <a:avLst>
              <a:gd name="adj" fmla="val 163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40" name="task-4-accent">
            <a:extLst xmlns:a="http://schemas.openxmlformats.org/drawingml/2006/main">
              <a:ext uri="{FF2B5EF4-FFF2-40B4-BE49-F238E27FC236}">
                <a16:creationId xmlns:a16="http://schemas.microsoft.com/office/drawing/2014/main" id="{48EB1FA8-3794-4FEF-840C-734BDEA30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54998" y="2900363"/>
            <a:ext cx="5715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task-1-title">
            <a:extLst xmlns:a="http://schemas.openxmlformats.org/drawingml/2006/main">
              <a:ext uri="{FF2B5EF4-FFF2-40B4-BE49-F238E27FC236}">
                <a16:creationId xmlns:a16="http://schemas.microsoft.com/office/drawing/2014/main" id="{852A370A-4944-4CA7-9785-505264BA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0149" y="2965256"/>
            <a:ext cx="1733550" cy="279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收集真实需求</a:t>
            </a:r>
          </a:p>
        </p:txBody>
      </p:sp>
      <p:sp>
        <p:nvSpPr>
          <p:cNvPr id="42" name="task-1-body">
            <a:extLst xmlns:a="http://schemas.openxmlformats.org/drawingml/2006/main">
              <a:ext uri="{FF2B5EF4-FFF2-40B4-BE49-F238E27FC236}">
                <a16:creationId xmlns:a16="http://schemas.microsoft.com/office/drawing/2014/main" id="{25A85F2D-D47B-4B71-91C6-69129622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0149" y="3245196"/>
            <a:ext cx="1733550" cy="466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梳理场景与核心问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题</a:t>
            </a:r>
          </a:p>
        </p:txBody>
      </p:sp>
      <p:sp>
        <p:nvSpPr>
          <p:cNvPr id="43" name="task-2-title">
            <a:extLst xmlns:a="http://schemas.openxmlformats.org/drawingml/2006/main">
              <a:ext uri="{FF2B5EF4-FFF2-40B4-BE49-F238E27FC236}">
                <a16:creationId xmlns:a16="http://schemas.microsoft.com/office/drawing/2014/main" id="{EA392281-6BB0-4DE1-9CEC-8A4CE298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57900" y="4917881"/>
            <a:ext cx="1733550" cy="279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形成实施方案</a:t>
            </a:r>
          </a:p>
        </p:txBody>
      </p:sp>
      <p:sp>
        <p:nvSpPr>
          <p:cNvPr id="44" name="task-2-body">
            <a:extLst xmlns:a="http://schemas.openxmlformats.org/drawingml/2006/main">
              <a:ext uri="{FF2B5EF4-FFF2-40B4-BE49-F238E27FC236}">
                <a16:creationId xmlns:a16="http://schemas.microsoft.com/office/drawing/2014/main" id="{D8EA7CB5-8A9B-48D6-BC8B-4A8B19A8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57900" y="5197821"/>
            <a:ext cx="1733550" cy="466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设计路径与关键机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制</a:t>
            </a:r>
          </a:p>
        </p:txBody>
      </p:sp>
      <p:sp>
        <p:nvSpPr>
          <p:cNvPr id="45" name="task-3-title">
            <a:extLst xmlns:a="http://schemas.openxmlformats.org/drawingml/2006/main">
              <a:ext uri="{FF2B5EF4-FFF2-40B4-BE49-F238E27FC236}">
                <a16:creationId xmlns:a16="http://schemas.microsoft.com/office/drawing/2014/main" id="{FD628FE9-C3FD-46EF-B368-98098A1D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45498" y="4917881"/>
            <a:ext cx="1733550" cy="279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完成方案交付</a:t>
            </a:r>
          </a:p>
        </p:txBody>
      </p:sp>
      <p:sp>
        <p:nvSpPr>
          <p:cNvPr id="46" name="task-3-body">
            <a:extLst xmlns:a="http://schemas.openxmlformats.org/drawingml/2006/main">
              <a:ext uri="{FF2B5EF4-FFF2-40B4-BE49-F238E27FC236}">
                <a16:creationId xmlns:a16="http://schemas.microsoft.com/office/drawing/2014/main" id="{BC824AE3-20FB-44B2-B732-0D7E2D9C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45498" y="5197821"/>
            <a:ext cx="1733550" cy="466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实现功能并联调验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证</a:t>
            </a:r>
          </a:p>
        </p:txBody>
      </p:sp>
      <p:sp>
        <p:nvSpPr>
          <p:cNvPr id="47" name="task-4-title">
            <a:extLst xmlns:a="http://schemas.openxmlformats.org/drawingml/2006/main">
              <a:ext uri="{FF2B5EF4-FFF2-40B4-BE49-F238E27FC236}">
                <a16:creationId xmlns:a16="http://schemas.microsoft.com/office/drawing/2014/main" id="{24F3FAC1-C26B-4CAE-A0BE-44E75FF1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45498" y="2965256"/>
            <a:ext cx="1733550" cy="279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组织场景试用</a:t>
            </a:r>
          </a:p>
        </p:txBody>
      </p:sp>
      <p:sp>
        <p:nvSpPr>
          <p:cNvPr id="48" name="task-4-body">
            <a:extLst xmlns:a="http://schemas.openxmlformats.org/drawingml/2006/main">
              <a:ext uri="{FF2B5EF4-FFF2-40B4-BE49-F238E27FC236}">
                <a16:creationId xmlns:a16="http://schemas.microsoft.com/office/drawing/2014/main" id="{071F2638-35C9-4F0D-88B3-16E6DA5CD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45498" y="3245196"/>
            <a:ext cx="1733550" cy="466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反馈问题与使用体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验</a:t>
            </a:r>
          </a:p>
        </p:txBody>
      </p:sp>
      <p:sp>
        <p:nvSpPr>
          <p:cNvPr id="49" name="corner-label">
            <a:extLst xmlns:a="http://schemas.openxmlformats.org/drawingml/2006/main">
              <a:ext uri="{FF2B5EF4-FFF2-40B4-BE49-F238E27FC236}">
                <a16:creationId xmlns:a16="http://schemas.microsoft.com/office/drawing/2014/main" id="{0F2A542B-3AA9-4E00-83AA-A10D992E4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1657350"/>
            <a:ext cx="140970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F0F6FD"/>
          </a:solidFill>
          <a:ln xmlns:a="http://schemas.openxmlformats.org/drawingml/2006/main" w="9525">
            <a:solidFill>
              <a:srgbClr val="D4E3F4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476B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476B95"/>
                </a:solidFill>
                <a:latin typeface="Microsoft YaHei"/>
                <a:ea typeface="Microsoft YaHei"/>
                <a:cs typeface="Microsoft YaHei"/>
              </a:rPr>
              <a:t>角色 × 阶段</a:t>
            </a:r>
          </a:p>
        </p:txBody>
      </p:sp>
    </p:spTree>
    <p:extLst>
      <p:ext uri="{BB962C8B-B14F-4D97-AF65-F5344CB8AC3E}">
        <p14:creationId xmlns:p14="http://schemas.microsoft.com/office/powerpoint/2010/main" val="10493171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tage-band-underlay">
            <a:extLst xmlns:a="http://schemas.openxmlformats.org/drawingml/2006/main">
              <a:ext uri="{FF2B5EF4-FFF2-40B4-BE49-F238E27FC236}">
                <a16:creationId xmlns:a16="http://schemas.microsoft.com/office/drawing/2014/main" id="{53D8D3FD-89ED-4685-8F93-CEF0476F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5025" y="1704975"/>
            <a:ext cx="956310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ane-1-surface">
            <a:extLst xmlns:a="http://schemas.openxmlformats.org/drawingml/2006/main">
              <a:ext uri="{FF2B5EF4-FFF2-40B4-BE49-F238E27FC236}">
                <a16:creationId xmlns:a16="http://schemas.microsoft.com/office/drawing/2014/main" id="{C1ECBE94-7D36-4A66-A751-E21CC873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5025" y="2362200"/>
            <a:ext cx="9563100" cy="1225448"/>
          </a:xfrm>
          <a:prstGeom xmlns:a="http://schemas.openxmlformats.org/drawingml/2006/main" prst="roundRect">
            <a:avLst>
              <a:gd name="adj" fmla="val 12436"/>
            </a:avLst>
          </a:prstGeom>
          <a:solidFill xmlns:a="http://schemas.openxmlformats.org/drawingml/2006/main">
            <a:srgbClr val="F8FBFE"/>
          </a:solidFill>
          <a:ln xmlns:a="http://schemas.openxmlformats.org/drawingml/2006/main" w="9525">
            <a:solidFill>
              <a:srgbClr val="DCE8F5"/>
            </a:solidFill>
            <a:prstDash val="solid"/>
          </a:ln>
        </p:spPr>
      </p:sp>
      <p:sp>
        <p:nvSpPr>
          <p:cNvPr id="3" name="role-1-underlay">
            <a:extLst xmlns:a="http://schemas.openxmlformats.org/drawingml/2006/main">
              <a:ext uri="{FF2B5EF4-FFF2-40B4-BE49-F238E27FC236}">
                <a16:creationId xmlns:a16="http://schemas.microsoft.com/office/drawing/2014/main" id="{2466E555-F23E-4CDB-89D6-A0081E71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2476500"/>
            <a:ext cx="1409700" cy="1073048"/>
          </a:xfrm>
          <a:prstGeom xmlns:a="http://schemas.openxmlformats.org/drawingml/2006/main" prst="roundRect">
            <a:avLst>
              <a:gd name="adj" fmla="val 1420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ole-1-label">
            <a:extLst xmlns:a="http://schemas.openxmlformats.org/drawingml/2006/main">
              <a:ext uri="{FF2B5EF4-FFF2-40B4-BE49-F238E27FC236}">
                <a16:creationId xmlns:a16="http://schemas.microsoft.com/office/drawing/2014/main" id="{44BCD187-5390-472E-B7CC-2639AEB3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2438400"/>
            <a:ext cx="1409700" cy="1073048"/>
          </a:xfrm>
          <a:prstGeom xmlns:a="http://schemas.openxmlformats.org/drawingml/2006/main" prst="roundRect">
            <a:avLst>
              <a:gd name="adj" fmla="val 142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6"/>
          <a:fontRef xmlns:a="http://schemas.openxmlformats.org/drawingml/2006/main" idx="major"/>
        </p:style>
      </p:sp>
      <p:sp>
        <p:nvSpPr>
          <p:cNvPr id="5" name="role-1-accent">
            <a:extLst xmlns:a="http://schemas.openxmlformats.org/drawingml/2006/main">
              <a:ext uri="{FF2B5EF4-FFF2-40B4-BE49-F238E27FC236}">
                <a16:creationId xmlns:a16="http://schemas.microsoft.com/office/drawing/2014/main" id="{A34487E5-5041-401C-863D-7968C66F8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2438400"/>
            <a:ext cx="66675" cy="1073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ole-1-name">
            <a:extLst xmlns:a="http://schemas.openxmlformats.org/drawingml/2006/main">
              <a:ext uri="{FF2B5EF4-FFF2-40B4-BE49-F238E27FC236}">
                <a16:creationId xmlns:a16="http://schemas.microsoft.com/office/drawing/2014/main" id="{4E0CE141-3597-42E8-834D-50707CCF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" y="2851099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42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业务团队</a:t>
            </a:r>
          </a:p>
        </p:txBody>
      </p:sp>
      <p:sp>
        <p:nvSpPr>
          <p:cNvPr id="7" name="lane-2-surface">
            <a:extLst xmlns:a="http://schemas.openxmlformats.org/drawingml/2006/main">
              <a:ext uri="{FF2B5EF4-FFF2-40B4-BE49-F238E27FC236}">
                <a16:creationId xmlns:a16="http://schemas.microsoft.com/office/drawing/2014/main" id="{EEB33217-9F3A-4B91-AF1E-D257FA8A9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5025" y="3663848"/>
            <a:ext cx="9563100" cy="1225448"/>
          </a:xfrm>
          <a:prstGeom xmlns:a="http://schemas.openxmlformats.org/drawingml/2006/main" prst="roundRect">
            <a:avLst>
              <a:gd name="adj" fmla="val 12436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CE8F5"/>
            </a:solidFill>
            <a:prstDash val="solid"/>
          </a:ln>
        </p:spPr>
      </p:sp>
      <p:sp>
        <p:nvSpPr>
          <p:cNvPr id="8" name="role-2-underlay">
            <a:extLst xmlns:a="http://schemas.openxmlformats.org/drawingml/2006/main">
              <a:ext uri="{FF2B5EF4-FFF2-40B4-BE49-F238E27FC236}">
                <a16:creationId xmlns:a16="http://schemas.microsoft.com/office/drawing/2014/main" id="{1FB8A559-DB74-4BED-A4AF-470D3EE2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3778148"/>
            <a:ext cx="1409700" cy="1073048"/>
          </a:xfrm>
          <a:prstGeom xmlns:a="http://schemas.openxmlformats.org/drawingml/2006/main" prst="roundRect">
            <a:avLst>
              <a:gd name="adj" fmla="val 1420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ole-2-label">
            <a:extLst xmlns:a="http://schemas.openxmlformats.org/drawingml/2006/main">
              <a:ext uri="{FF2B5EF4-FFF2-40B4-BE49-F238E27FC236}">
                <a16:creationId xmlns:a16="http://schemas.microsoft.com/office/drawing/2014/main" id="{B32FF253-E683-453B-AB4E-8CE210DF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3740048"/>
            <a:ext cx="1409700" cy="1073048"/>
          </a:xfrm>
          <a:prstGeom xmlns:a="http://schemas.openxmlformats.org/drawingml/2006/main" prst="roundRect">
            <a:avLst>
              <a:gd name="adj" fmla="val 142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6"/>
          <a:fontRef xmlns:a="http://schemas.openxmlformats.org/drawingml/2006/main" idx="major"/>
        </p:style>
      </p:sp>
      <p:sp>
        <p:nvSpPr>
          <p:cNvPr id="10" name="role-2-accent">
            <a:extLst xmlns:a="http://schemas.openxmlformats.org/drawingml/2006/main">
              <a:ext uri="{FF2B5EF4-FFF2-40B4-BE49-F238E27FC236}">
                <a16:creationId xmlns:a16="http://schemas.microsoft.com/office/drawing/2014/main" id="{3CB21BCE-9D4C-4B4A-A700-B881D9D4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3740048"/>
            <a:ext cx="66675" cy="1073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ole-2-name">
            <a:extLst xmlns:a="http://schemas.openxmlformats.org/drawingml/2006/main">
              <a:ext uri="{FF2B5EF4-FFF2-40B4-BE49-F238E27FC236}">
                <a16:creationId xmlns:a16="http://schemas.microsoft.com/office/drawing/2014/main" id="{D18236A8-F589-42BD-A525-DDA34838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" y="4152748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42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技术团队</a:t>
            </a:r>
          </a:p>
        </p:txBody>
      </p:sp>
      <p:sp>
        <p:nvSpPr>
          <p:cNvPr id="12" name="lane-3-surface">
            <a:extLst xmlns:a="http://schemas.openxmlformats.org/drawingml/2006/main">
              <a:ext uri="{FF2B5EF4-FFF2-40B4-BE49-F238E27FC236}">
                <a16:creationId xmlns:a16="http://schemas.microsoft.com/office/drawing/2014/main" id="{98E32B32-FF2C-4618-AE2F-FBED58A61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5025" y="4965649"/>
            <a:ext cx="9563100" cy="1225448"/>
          </a:xfrm>
          <a:prstGeom xmlns:a="http://schemas.openxmlformats.org/drawingml/2006/main" prst="roundRect">
            <a:avLst>
              <a:gd name="adj" fmla="val 12436"/>
            </a:avLst>
          </a:prstGeom>
          <a:solidFill xmlns:a="http://schemas.openxmlformats.org/drawingml/2006/main">
            <a:srgbClr val="F8FBFE"/>
          </a:solidFill>
          <a:ln xmlns:a="http://schemas.openxmlformats.org/drawingml/2006/main" w="9525">
            <a:solidFill>
              <a:srgbClr val="DCE8F5"/>
            </a:solidFill>
            <a:prstDash val="solid"/>
          </a:ln>
        </p:spPr>
      </p:sp>
      <p:sp>
        <p:nvSpPr>
          <p:cNvPr id="13" name="role-3-underlay">
            <a:extLst xmlns:a="http://schemas.openxmlformats.org/drawingml/2006/main">
              <a:ext uri="{FF2B5EF4-FFF2-40B4-BE49-F238E27FC236}">
                <a16:creationId xmlns:a16="http://schemas.microsoft.com/office/drawing/2014/main" id="{2FD9A2BE-7C39-4718-9A2C-1D4FC093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5079949"/>
            <a:ext cx="1409700" cy="1073048"/>
          </a:xfrm>
          <a:prstGeom xmlns:a="http://schemas.openxmlformats.org/drawingml/2006/main" prst="roundRect">
            <a:avLst>
              <a:gd name="adj" fmla="val 1420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ole-3-label">
            <a:extLst xmlns:a="http://schemas.openxmlformats.org/drawingml/2006/main">
              <a:ext uri="{FF2B5EF4-FFF2-40B4-BE49-F238E27FC236}">
                <a16:creationId xmlns:a16="http://schemas.microsoft.com/office/drawing/2014/main" id="{F2F9F964-FE82-4C13-8F36-117F7007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5041849"/>
            <a:ext cx="1409700" cy="1073048"/>
          </a:xfrm>
          <a:prstGeom xmlns:a="http://schemas.openxmlformats.org/drawingml/2006/main" prst="roundRect">
            <a:avLst>
              <a:gd name="adj" fmla="val 142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6"/>
          <a:fontRef xmlns:a="http://schemas.openxmlformats.org/drawingml/2006/main" idx="major"/>
        </p:style>
      </p:sp>
      <p:sp>
        <p:nvSpPr>
          <p:cNvPr id="15" name="role-3-accent">
            <a:extLst xmlns:a="http://schemas.openxmlformats.org/drawingml/2006/main">
              <a:ext uri="{FF2B5EF4-FFF2-40B4-BE49-F238E27FC236}">
                <a16:creationId xmlns:a16="http://schemas.microsoft.com/office/drawing/2014/main" id="{75AC70C7-353A-49AA-899C-E911B3DF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5041849"/>
            <a:ext cx="66675" cy="1073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9E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ole-3-name">
            <a:extLst xmlns:a="http://schemas.openxmlformats.org/drawingml/2006/main">
              <a:ext uri="{FF2B5EF4-FFF2-40B4-BE49-F238E27FC236}">
                <a16:creationId xmlns:a16="http://schemas.microsoft.com/office/drawing/2014/main" id="{DE6A25B6-C692-4E57-9433-D0E8AEF81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" y="5454548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42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管理团队</a:t>
            </a:r>
          </a:p>
        </p:txBody>
      </p:sp>
      <p:sp>
        <p:nvSpPr>
          <p:cNvPr id="17" name="stage-band">
            <a:extLst xmlns:a="http://schemas.openxmlformats.org/drawingml/2006/main">
              <a:ext uri="{FF2B5EF4-FFF2-40B4-BE49-F238E27FC236}">
                <a16:creationId xmlns:a16="http://schemas.microsoft.com/office/drawing/2014/main" id="{27938E74-9C76-4F1B-B1EC-ABE45CBC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5025" y="1657350"/>
            <a:ext cx="956310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9525">
            <a:solidFill>
              <a:srgbClr val="D4E4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7"/>
          <a:fontRef xmlns:a="http://schemas.openxmlformats.org/drawingml/2006/main" idx="major"/>
        </p:style>
      </p:sp>
      <p:sp>
        <p:nvSpPr>
          <p:cNvPr id="18" name="column-divider-1">
            <a:extLst xmlns:a="http://schemas.openxmlformats.org/drawingml/2006/main">
              <a:ext uri="{FF2B5EF4-FFF2-40B4-BE49-F238E27FC236}">
                <a16:creationId xmlns:a16="http://schemas.microsoft.com/office/drawing/2014/main" id="{216051AE-051C-4793-B968-71BCE7837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92623" y="24574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olumn-divider-2">
            <a:extLst xmlns:a="http://schemas.openxmlformats.org/drawingml/2006/main">
              <a:ext uri="{FF2B5EF4-FFF2-40B4-BE49-F238E27FC236}">
                <a16:creationId xmlns:a16="http://schemas.microsoft.com/office/drawing/2014/main" id="{8415D515-DB9F-4A20-BEB8-E78875578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80374" y="24574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handoff-1">
            <a:extLst xmlns:a="http://schemas.openxmlformats.org/drawingml/2006/main">
              <a:ext uri="{FF2B5EF4-FFF2-40B4-BE49-F238E27FC236}">
                <a16:creationId xmlns:a16="http://schemas.microsoft.com/office/drawing/2014/main" id="{0522D8C8-3F1A-43E4-A073-F3BE60BA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8047" y="3013072"/>
            <a:ext cx="66675" cy="2603497"/>
          </a:xfrm>
          <a:custGeom xmlns:a="http://schemas.openxmlformats.org/drawingml/2006/main">
            <a:pathLst>
              <a:path w="66675" h="2603497">
                <a:moveTo>
                  <a:pt x="0" y="0"/>
                </a:moveTo>
                <a:lnTo>
                  <a:pt x="19002" y="0"/>
                </a:lnTo>
                <a:lnTo>
                  <a:pt x="38014" y="0"/>
                </a:lnTo>
                <a:lnTo>
                  <a:pt x="57017" y="0"/>
                </a:lnTo>
                <a:lnTo>
                  <a:pt x="66675" y="9344"/>
                </a:lnTo>
                <a:lnTo>
                  <a:pt x="66675" y="28356"/>
                </a:lnTo>
                <a:lnTo>
                  <a:pt x="66675" y="47358"/>
                </a:lnTo>
                <a:lnTo>
                  <a:pt x="66675" y="66370"/>
                </a:lnTo>
                <a:lnTo>
                  <a:pt x="66675" y="85373"/>
                </a:lnTo>
                <a:lnTo>
                  <a:pt x="66675" y="104375"/>
                </a:lnTo>
                <a:lnTo>
                  <a:pt x="66675" y="123387"/>
                </a:lnTo>
                <a:lnTo>
                  <a:pt x="66675" y="142389"/>
                </a:lnTo>
                <a:lnTo>
                  <a:pt x="66675" y="161392"/>
                </a:lnTo>
                <a:lnTo>
                  <a:pt x="66675" y="180404"/>
                </a:lnTo>
                <a:lnTo>
                  <a:pt x="66675" y="199406"/>
                </a:lnTo>
                <a:lnTo>
                  <a:pt x="66675" y="218418"/>
                </a:lnTo>
                <a:lnTo>
                  <a:pt x="66675" y="237420"/>
                </a:lnTo>
                <a:lnTo>
                  <a:pt x="66675" y="256423"/>
                </a:lnTo>
                <a:lnTo>
                  <a:pt x="66675" y="275434"/>
                </a:lnTo>
                <a:lnTo>
                  <a:pt x="66675" y="294437"/>
                </a:lnTo>
                <a:lnTo>
                  <a:pt x="66675" y="313439"/>
                </a:lnTo>
                <a:lnTo>
                  <a:pt x="66675" y="332451"/>
                </a:lnTo>
                <a:lnTo>
                  <a:pt x="66675" y="351453"/>
                </a:lnTo>
                <a:lnTo>
                  <a:pt x="66675" y="370465"/>
                </a:lnTo>
                <a:lnTo>
                  <a:pt x="66675" y="389468"/>
                </a:lnTo>
                <a:lnTo>
                  <a:pt x="66675" y="408470"/>
                </a:lnTo>
                <a:lnTo>
                  <a:pt x="66675" y="427482"/>
                </a:lnTo>
                <a:lnTo>
                  <a:pt x="66675" y="446484"/>
                </a:lnTo>
                <a:lnTo>
                  <a:pt x="66675" y="465487"/>
                </a:lnTo>
                <a:lnTo>
                  <a:pt x="66675" y="484499"/>
                </a:lnTo>
                <a:lnTo>
                  <a:pt x="66675" y="503501"/>
                </a:lnTo>
                <a:lnTo>
                  <a:pt x="66675" y="522503"/>
                </a:lnTo>
                <a:lnTo>
                  <a:pt x="66675" y="541515"/>
                </a:lnTo>
                <a:lnTo>
                  <a:pt x="66675" y="560518"/>
                </a:lnTo>
                <a:lnTo>
                  <a:pt x="66675" y="579530"/>
                </a:lnTo>
                <a:lnTo>
                  <a:pt x="66675" y="598532"/>
                </a:lnTo>
                <a:lnTo>
                  <a:pt x="66675" y="617534"/>
                </a:lnTo>
                <a:lnTo>
                  <a:pt x="66675" y="636546"/>
                </a:lnTo>
                <a:lnTo>
                  <a:pt x="66675" y="655549"/>
                </a:lnTo>
                <a:lnTo>
                  <a:pt x="66675" y="674551"/>
                </a:lnTo>
                <a:lnTo>
                  <a:pt x="66675" y="693563"/>
                </a:lnTo>
                <a:lnTo>
                  <a:pt x="66675" y="712565"/>
                </a:lnTo>
                <a:lnTo>
                  <a:pt x="66675" y="731577"/>
                </a:lnTo>
                <a:lnTo>
                  <a:pt x="66675" y="750580"/>
                </a:lnTo>
                <a:lnTo>
                  <a:pt x="66675" y="769582"/>
                </a:lnTo>
                <a:lnTo>
                  <a:pt x="66675" y="788594"/>
                </a:lnTo>
                <a:lnTo>
                  <a:pt x="66675" y="807596"/>
                </a:lnTo>
                <a:lnTo>
                  <a:pt x="66675" y="826599"/>
                </a:lnTo>
                <a:lnTo>
                  <a:pt x="66675" y="845610"/>
                </a:lnTo>
                <a:lnTo>
                  <a:pt x="66675" y="864613"/>
                </a:lnTo>
                <a:lnTo>
                  <a:pt x="66675" y="883625"/>
                </a:lnTo>
                <a:lnTo>
                  <a:pt x="66675" y="902627"/>
                </a:lnTo>
                <a:lnTo>
                  <a:pt x="66675" y="921629"/>
                </a:lnTo>
                <a:lnTo>
                  <a:pt x="66675" y="940641"/>
                </a:lnTo>
                <a:lnTo>
                  <a:pt x="66675" y="959644"/>
                </a:lnTo>
                <a:lnTo>
                  <a:pt x="66675" y="978646"/>
                </a:lnTo>
                <a:lnTo>
                  <a:pt x="66675" y="997658"/>
                </a:lnTo>
                <a:lnTo>
                  <a:pt x="66675" y="1016660"/>
                </a:lnTo>
                <a:lnTo>
                  <a:pt x="66675" y="1035663"/>
                </a:lnTo>
                <a:lnTo>
                  <a:pt x="66675" y="1054675"/>
                </a:lnTo>
                <a:lnTo>
                  <a:pt x="66675" y="1073677"/>
                </a:lnTo>
                <a:lnTo>
                  <a:pt x="66675" y="1092689"/>
                </a:lnTo>
                <a:lnTo>
                  <a:pt x="66675" y="1111691"/>
                </a:lnTo>
                <a:lnTo>
                  <a:pt x="66675" y="1130694"/>
                </a:lnTo>
                <a:lnTo>
                  <a:pt x="66675" y="1149706"/>
                </a:lnTo>
                <a:lnTo>
                  <a:pt x="66675" y="1168708"/>
                </a:lnTo>
                <a:lnTo>
                  <a:pt x="66675" y="1187710"/>
                </a:lnTo>
                <a:lnTo>
                  <a:pt x="66675" y="1206722"/>
                </a:lnTo>
                <a:lnTo>
                  <a:pt x="66675" y="1225725"/>
                </a:lnTo>
                <a:lnTo>
                  <a:pt x="66675" y="1244737"/>
                </a:lnTo>
                <a:lnTo>
                  <a:pt x="66675" y="1263739"/>
                </a:lnTo>
                <a:lnTo>
                  <a:pt x="66675" y="1282741"/>
                </a:lnTo>
                <a:lnTo>
                  <a:pt x="66675" y="1301753"/>
                </a:lnTo>
                <a:lnTo>
                  <a:pt x="66675" y="1320756"/>
                </a:lnTo>
                <a:lnTo>
                  <a:pt x="66675" y="1339758"/>
                </a:lnTo>
                <a:lnTo>
                  <a:pt x="66675" y="1358770"/>
                </a:lnTo>
                <a:lnTo>
                  <a:pt x="66675" y="1377772"/>
                </a:lnTo>
                <a:lnTo>
                  <a:pt x="66675" y="1396784"/>
                </a:lnTo>
                <a:lnTo>
                  <a:pt x="66675" y="1415786"/>
                </a:lnTo>
                <a:lnTo>
                  <a:pt x="66675" y="1434789"/>
                </a:lnTo>
                <a:lnTo>
                  <a:pt x="66675" y="1453801"/>
                </a:lnTo>
                <a:lnTo>
                  <a:pt x="66675" y="1472803"/>
                </a:lnTo>
                <a:lnTo>
                  <a:pt x="66675" y="1491806"/>
                </a:lnTo>
                <a:lnTo>
                  <a:pt x="66675" y="1510817"/>
                </a:lnTo>
                <a:lnTo>
                  <a:pt x="66675" y="1529820"/>
                </a:lnTo>
                <a:lnTo>
                  <a:pt x="66675" y="1548822"/>
                </a:lnTo>
                <a:lnTo>
                  <a:pt x="66675" y="1567834"/>
                </a:lnTo>
                <a:lnTo>
                  <a:pt x="66675" y="1586836"/>
                </a:lnTo>
                <a:lnTo>
                  <a:pt x="66675" y="1605848"/>
                </a:lnTo>
                <a:lnTo>
                  <a:pt x="66675" y="1624851"/>
                </a:lnTo>
                <a:lnTo>
                  <a:pt x="66675" y="1643853"/>
                </a:lnTo>
                <a:lnTo>
                  <a:pt x="66675" y="1662865"/>
                </a:lnTo>
                <a:lnTo>
                  <a:pt x="66675" y="1681867"/>
                </a:lnTo>
                <a:lnTo>
                  <a:pt x="66675" y="1700870"/>
                </a:lnTo>
                <a:lnTo>
                  <a:pt x="66675" y="1719882"/>
                </a:lnTo>
                <a:lnTo>
                  <a:pt x="66675" y="1738884"/>
                </a:lnTo>
                <a:lnTo>
                  <a:pt x="66675" y="1757896"/>
                </a:lnTo>
                <a:lnTo>
                  <a:pt x="66675" y="1776898"/>
                </a:lnTo>
                <a:lnTo>
                  <a:pt x="66675" y="1795901"/>
                </a:lnTo>
                <a:lnTo>
                  <a:pt x="66675" y="1814913"/>
                </a:lnTo>
                <a:lnTo>
                  <a:pt x="66675" y="1833915"/>
                </a:lnTo>
                <a:lnTo>
                  <a:pt x="66675" y="1852917"/>
                </a:lnTo>
                <a:lnTo>
                  <a:pt x="66675" y="1871929"/>
                </a:lnTo>
                <a:lnTo>
                  <a:pt x="66675" y="1890932"/>
                </a:lnTo>
                <a:lnTo>
                  <a:pt x="66675" y="1909943"/>
                </a:lnTo>
                <a:lnTo>
                  <a:pt x="66675" y="1928946"/>
                </a:lnTo>
                <a:lnTo>
                  <a:pt x="66675" y="1947948"/>
                </a:lnTo>
                <a:lnTo>
                  <a:pt x="66675" y="1966960"/>
                </a:lnTo>
                <a:lnTo>
                  <a:pt x="66675" y="1985963"/>
                </a:lnTo>
                <a:lnTo>
                  <a:pt x="66675" y="2004965"/>
                </a:lnTo>
                <a:lnTo>
                  <a:pt x="66675" y="2023977"/>
                </a:lnTo>
                <a:lnTo>
                  <a:pt x="66675" y="2042979"/>
                </a:lnTo>
                <a:lnTo>
                  <a:pt x="66675" y="2061982"/>
                </a:lnTo>
                <a:lnTo>
                  <a:pt x="66675" y="2080993"/>
                </a:lnTo>
                <a:lnTo>
                  <a:pt x="66675" y="2099996"/>
                </a:lnTo>
                <a:lnTo>
                  <a:pt x="66675" y="2119008"/>
                </a:lnTo>
                <a:lnTo>
                  <a:pt x="66675" y="2138010"/>
                </a:lnTo>
                <a:lnTo>
                  <a:pt x="66675" y="2157012"/>
                </a:lnTo>
                <a:lnTo>
                  <a:pt x="66675" y="2176024"/>
                </a:lnTo>
                <a:lnTo>
                  <a:pt x="66675" y="2195027"/>
                </a:lnTo>
                <a:lnTo>
                  <a:pt x="66675" y="2214029"/>
                </a:lnTo>
                <a:lnTo>
                  <a:pt x="66675" y="2233041"/>
                </a:lnTo>
                <a:lnTo>
                  <a:pt x="66675" y="2252043"/>
                </a:lnTo>
                <a:lnTo>
                  <a:pt x="66675" y="2271055"/>
                </a:lnTo>
                <a:lnTo>
                  <a:pt x="66675" y="2290058"/>
                </a:lnTo>
                <a:lnTo>
                  <a:pt x="66675" y="2309060"/>
                </a:lnTo>
                <a:lnTo>
                  <a:pt x="66675" y="2328072"/>
                </a:lnTo>
                <a:lnTo>
                  <a:pt x="66675" y="2347074"/>
                </a:lnTo>
                <a:lnTo>
                  <a:pt x="66675" y="2366077"/>
                </a:lnTo>
                <a:lnTo>
                  <a:pt x="66675" y="2385089"/>
                </a:lnTo>
                <a:lnTo>
                  <a:pt x="66675" y="2404091"/>
                </a:lnTo>
                <a:lnTo>
                  <a:pt x="66675" y="2423093"/>
                </a:lnTo>
                <a:lnTo>
                  <a:pt x="66675" y="2442105"/>
                </a:lnTo>
                <a:lnTo>
                  <a:pt x="66675" y="2461108"/>
                </a:lnTo>
                <a:lnTo>
                  <a:pt x="66675" y="2480120"/>
                </a:lnTo>
                <a:lnTo>
                  <a:pt x="66675" y="2499122"/>
                </a:lnTo>
                <a:lnTo>
                  <a:pt x="66675" y="2518124"/>
                </a:lnTo>
                <a:lnTo>
                  <a:pt x="66675" y="2537136"/>
                </a:lnTo>
                <a:lnTo>
                  <a:pt x="66675" y="2556139"/>
                </a:lnTo>
                <a:lnTo>
                  <a:pt x="66675" y="2575141"/>
                </a:lnTo>
                <a:lnTo>
                  <a:pt x="66675" y="2594153"/>
                </a:lnTo>
                <a:lnTo>
                  <a:pt x="57017" y="2603497"/>
                </a:lnTo>
                <a:lnTo>
                  <a:pt x="38014" y="2603497"/>
                </a:lnTo>
                <a:lnTo>
                  <a:pt x="19002" y="2603497"/>
                </a:lnTo>
                <a:lnTo>
                  <a:pt x="0" y="2603497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8A9DF"/>
            </a:solidFill>
            <a:prstDash val="solid"/>
          </a:ln>
        </p:spPr>
      </p:sp>
      <p:sp>
        <p:nvSpPr>
          <p:cNvPr id="21" name="handoff-2">
            <a:extLst xmlns:a="http://schemas.openxmlformats.org/drawingml/2006/main">
              <a:ext uri="{FF2B5EF4-FFF2-40B4-BE49-F238E27FC236}">
                <a16:creationId xmlns:a16="http://schemas.microsoft.com/office/drawing/2014/main" id="{6FA2EACD-C5B5-4EC0-8B35-4357E4CF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8047" y="4314825"/>
            <a:ext cx="1149353" cy="1301753"/>
          </a:xfrm>
          <a:custGeom xmlns:a="http://schemas.openxmlformats.org/drawingml/2006/main">
            <a:pathLst>
              <a:path w="1149353" h="1301753">
                <a:moveTo>
                  <a:pt x="0" y="1301753"/>
                </a:moveTo>
                <a:lnTo>
                  <a:pt x="19002" y="1301753"/>
                </a:lnTo>
                <a:lnTo>
                  <a:pt x="38005" y="1301753"/>
                </a:lnTo>
                <a:lnTo>
                  <a:pt x="56998" y="1301753"/>
                </a:lnTo>
                <a:lnTo>
                  <a:pt x="76000" y="1301753"/>
                </a:lnTo>
                <a:lnTo>
                  <a:pt x="95002" y="1301753"/>
                </a:lnTo>
                <a:lnTo>
                  <a:pt x="114005" y="1301753"/>
                </a:lnTo>
                <a:lnTo>
                  <a:pt x="133007" y="1301753"/>
                </a:lnTo>
                <a:lnTo>
                  <a:pt x="152009" y="1301753"/>
                </a:lnTo>
                <a:lnTo>
                  <a:pt x="171002" y="1301753"/>
                </a:lnTo>
                <a:lnTo>
                  <a:pt x="190005" y="1301753"/>
                </a:lnTo>
                <a:lnTo>
                  <a:pt x="209007" y="1301753"/>
                </a:lnTo>
                <a:lnTo>
                  <a:pt x="228009" y="1301753"/>
                </a:lnTo>
                <a:lnTo>
                  <a:pt x="247012" y="1301753"/>
                </a:lnTo>
                <a:lnTo>
                  <a:pt x="266014" y="1301753"/>
                </a:lnTo>
                <a:lnTo>
                  <a:pt x="285007" y="1301753"/>
                </a:lnTo>
                <a:lnTo>
                  <a:pt x="304009" y="1301753"/>
                </a:lnTo>
                <a:lnTo>
                  <a:pt x="323012" y="1301753"/>
                </a:lnTo>
                <a:lnTo>
                  <a:pt x="342014" y="1301753"/>
                </a:lnTo>
                <a:lnTo>
                  <a:pt x="361017" y="1301753"/>
                </a:lnTo>
                <a:lnTo>
                  <a:pt x="380019" y="1301753"/>
                </a:lnTo>
                <a:lnTo>
                  <a:pt x="399012" y="1301753"/>
                </a:lnTo>
                <a:lnTo>
                  <a:pt x="418014" y="1301753"/>
                </a:lnTo>
                <a:lnTo>
                  <a:pt x="437017" y="1301753"/>
                </a:lnTo>
                <a:lnTo>
                  <a:pt x="456019" y="1301753"/>
                </a:lnTo>
                <a:lnTo>
                  <a:pt x="475021" y="1301753"/>
                </a:lnTo>
                <a:lnTo>
                  <a:pt x="494024" y="1301753"/>
                </a:lnTo>
                <a:lnTo>
                  <a:pt x="513017" y="1301753"/>
                </a:lnTo>
                <a:lnTo>
                  <a:pt x="532019" y="1301753"/>
                </a:lnTo>
                <a:lnTo>
                  <a:pt x="551021" y="1301753"/>
                </a:lnTo>
                <a:lnTo>
                  <a:pt x="570024" y="1301753"/>
                </a:lnTo>
                <a:lnTo>
                  <a:pt x="574672" y="1287399"/>
                </a:lnTo>
                <a:lnTo>
                  <a:pt x="574672" y="1268397"/>
                </a:lnTo>
                <a:lnTo>
                  <a:pt x="574672" y="1249404"/>
                </a:lnTo>
                <a:lnTo>
                  <a:pt x="574672" y="1230401"/>
                </a:lnTo>
                <a:lnTo>
                  <a:pt x="574672" y="1211399"/>
                </a:lnTo>
                <a:lnTo>
                  <a:pt x="574672" y="1192397"/>
                </a:lnTo>
                <a:lnTo>
                  <a:pt x="574672" y="1173394"/>
                </a:lnTo>
                <a:lnTo>
                  <a:pt x="574672" y="1154392"/>
                </a:lnTo>
                <a:lnTo>
                  <a:pt x="574672" y="1135399"/>
                </a:lnTo>
                <a:lnTo>
                  <a:pt x="574672" y="1116397"/>
                </a:lnTo>
                <a:lnTo>
                  <a:pt x="574672" y="1097394"/>
                </a:lnTo>
                <a:lnTo>
                  <a:pt x="574672" y="1078392"/>
                </a:lnTo>
                <a:lnTo>
                  <a:pt x="574672" y="1059390"/>
                </a:lnTo>
                <a:lnTo>
                  <a:pt x="574672" y="1040387"/>
                </a:lnTo>
                <a:lnTo>
                  <a:pt x="574672" y="1021394"/>
                </a:lnTo>
                <a:lnTo>
                  <a:pt x="574672" y="1002392"/>
                </a:lnTo>
                <a:lnTo>
                  <a:pt x="574672" y="983390"/>
                </a:lnTo>
                <a:lnTo>
                  <a:pt x="574672" y="964387"/>
                </a:lnTo>
                <a:lnTo>
                  <a:pt x="574672" y="945385"/>
                </a:lnTo>
                <a:lnTo>
                  <a:pt x="574672" y="926382"/>
                </a:lnTo>
                <a:lnTo>
                  <a:pt x="574672" y="907390"/>
                </a:lnTo>
                <a:lnTo>
                  <a:pt x="574672" y="888387"/>
                </a:lnTo>
                <a:lnTo>
                  <a:pt x="574672" y="869385"/>
                </a:lnTo>
                <a:lnTo>
                  <a:pt x="574672" y="850382"/>
                </a:lnTo>
                <a:lnTo>
                  <a:pt x="574672" y="831380"/>
                </a:lnTo>
                <a:lnTo>
                  <a:pt x="574672" y="812378"/>
                </a:lnTo>
                <a:lnTo>
                  <a:pt x="574672" y="793385"/>
                </a:lnTo>
                <a:lnTo>
                  <a:pt x="574672" y="774383"/>
                </a:lnTo>
                <a:lnTo>
                  <a:pt x="574672" y="755380"/>
                </a:lnTo>
                <a:lnTo>
                  <a:pt x="574672" y="736378"/>
                </a:lnTo>
                <a:lnTo>
                  <a:pt x="574672" y="717375"/>
                </a:lnTo>
                <a:lnTo>
                  <a:pt x="574672" y="698373"/>
                </a:lnTo>
                <a:lnTo>
                  <a:pt x="574672" y="679380"/>
                </a:lnTo>
                <a:lnTo>
                  <a:pt x="574672" y="660378"/>
                </a:lnTo>
                <a:lnTo>
                  <a:pt x="574672" y="641375"/>
                </a:lnTo>
                <a:lnTo>
                  <a:pt x="574672" y="622373"/>
                </a:lnTo>
                <a:lnTo>
                  <a:pt x="574672" y="603371"/>
                </a:lnTo>
                <a:lnTo>
                  <a:pt x="574672" y="584368"/>
                </a:lnTo>
                <a:lnTo>
                  <a:pt x="574672" y="565375"/>
                </a:lnTo>
                <a:lnTo>
                  <a:pt x="574672" y="546373"/>
                </a:lnTo>
                <a:lnTo>
                  <a:pt x="574672" y="527371"/>
                </a:lnTo>
                <a:lnTo>
                  <a:pt x="574672" y="508368"/>
                </a:lnTo>
                <a:lnTo>
                  <a:pt x="574672" y="489366"/>
                </a:lnTo>
                <a:lnTo>
                  <a:pt x="574672" y="470364"/>
                </a:lnTo>
                <a:lnTo>
                  <a:pt x="574672" y="451371"/>
                </a:lnTo>
                <a:lnTo>
                  <a:pt x="574672" y="432368"/>
                </a:lnTo>
                <a:lnTo>
                  <a:pt x="574672" y="413366"/>
                </a:lnTo>
                <a:lnTo>
                  <a:pt x="574672" y="394364"/>
                </a:lnTo>
                <a:lnTo>
                  <a:pt x="574672" y="375361"/>
                </a:lnTo>
                <a:lnTo>
                  <a:pt x="574672" y="356359"/>
                </a:lnTo>
                <a:lnTo>
                  <a:pt x="574672" y="337366"/>
                </a:lnTo>
                <a:lnTo>
                  <a:pt x="574672" y="318364"/>
                </a:lnTo>
                <a:lnTo>
                  <a:pt x="574672" y="299361"/>
                </a:lnTo>
                <a:lnTo>
                  <a:pt x="574672" y="280359"/>
                </a:lnTo>
                <a:lnTo>
                  <a:pt x="574672" y="261356"/>
                </a:lnTo>
                <a:lnTo>
                  <a:pt x="574672" y="242354"/>
                </a:lnTo>
                <a:lnTo>
                  <a:pt x="574672" y="223361"/>
                </a:lnTo>
                <a:lnTo>
                  <a:pt x="574672" y="204359"/>
                </a:lnTo>
                <a:lnTo>
                  <a:pt x="574672" y="185357"/>
                </a:lnTo>
                <a:lnTo>
                  <a:pt x="574672" y="166354"/>
                </a:lnTo>
                <a:lnTo>
                  <a:pt x="574672" y="147352"/>
                </a:lnTo>
                <a:lnTo>
                  <a:pt x="574672" y="128349"/>
                </a:lnTo>
                <a:lnTo>
                  <a:pt x="574672" y="109357"/>
                </a:lnTo>
                <a:lnTo>
                  <a:pt x="574672" y="90354"/>
                </a:lnTo>
                <a:lnTo>
                  <a:pt x="574672" y="71352"/>
                </a:lnTo>
                <a:lnTo>
                  <a:pt x="574672" y="52349"/>
                </a:lnTo>
                <a:lnTo>
                  <a:pt x="574672" y="33347"/>
                </a:lnTo>
                <a:lnTo>
                  <a:pt x="574672" y="14345"/>
                </a:lnTo>
                <a:lnTo>
                  <a:pt x="579330" y="0"/>
                </a:lnTo>
                <a:lnTo>
                  <a:pt x="598332" y="0"/>
                </a:lnTo>
                <a:lnTo>
                  <a:pt x="617325" y="0"/>
                </a:lnTo>
                <a:lnTo>
                  <a:pt x="636327" y="0"/>
                </a:lnTo>
                <a:lnTo>
                  <a:pt x="655330" y="0"/>
                </a:lnTo>
                <a:lnTo>
                  <a:pt x="674332" y="0"/>
                </a:lnTo>
                <a:lnTo>
                  <a:pt x="693334" y="0"/>
                </a:lnTo>
                <a:lnTo>
                  <a:pt x="712337" y="0"/>
                </a:lnTo>
                <a:lnTo>
                  <a:pt x="731330" y="0"/>
                </a:lnTo>
                <a:lnTo>
                  <a:pt x="750332" y="0"/>
                </a:lnTo>
                <a:lnTo>
                  <a:pt x="769334" y="0"/>
                </a:lnTo>
                <a:lnTo>
                  <a:pt x="788337" y="0"/>
                </a:lnTo>
                <a:lnTo>
                  <a:pt x="807339" y="0"/>
                </a:lnTo>
                <a:lnTo>
                  <a:pt x="826341" y="0"/>
                </a:lnTo>
                <a:lnTo>
                  <a:pt x="845334" y="0"/>
                </a:lnTo>
                <a:lnTo>
                  <a:pt x="864337" y="0"/>
                </a:lnTo>
                <a:lnTo>
                  <a:pt x="883339" y="0"/>
                </a:lnTo>
                <a:lnTo>
                  <a:pt x="902341" y="0"/>
                </a:lnTo>
                <a:lnTo>
                  <a:pt x="921344" y="0"/>
                </a:lnTo>
                <a:lnTo>
                  <a:pt x="940346" y="0"/>
                </a:lnTo>
                <a:lnTo>
                  <a:pt x="959339" y="0"/>
                </a:lnTo>
                <a:lnTo>
                  <a:pt x="978341" y="0"/>
                </a:lnTo>
                <a:lnTo>
                  <a:pt x="997344" y="0"/>
                </a:lnTo>
                <a:lnTo>
                  <a:pt x="1016346" y="0"/>
                </a:lnTo>
                <a:lnTo>
                  <a:pt x="1035348" y="0"/>
                </a:lnTo>
                <a:lnTo>
                  <a:pt x="1054341" y="0"/>
                </a:lnTo>
                <a:lnTo>
                  <a:pt x="1073344" y="0"/>
                </a:lnTo>
                <a:lnTo>
                  <a:pt x="1092346" y="0"/>
                </a:lnTo>
                <a:lnTo>
                  <a:pt x="1111348" y="0"/>
                </a:lnTo>
                <a:lnTo>
                  <a:pt x="1130351" y="0"/>
                </a:lnTo>
                <a:lnTo>
                  <a:pt x="11493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8A9DF"/>
            </a:solidFill>
            <a:prstDash val="solid"/>
          </a:ln>
        </p:spPr>
      </p:sp>
      <p:sp>
        <p:nvSpPr>
          <p:cNvPr id="22" name="handoff-3">
            <a:extLst xmlns:a="http://schemas.openxmlformats.org/drawingml/2006/main">
              <a:ext uri="{FF2B5EF4-FFF2-40B4-BE49-F238E27FC236}">
                <a16:creationId xmlns:a16="http://schemas.microsoft.com/office/drawing/2014/main" id="{73FE12D0-CB55-49B1-9E0A-B43DE90D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0" y="4314825"/>
            <a:ext cx="1149353" cy="9525"/>
          </a:xfrm>
          <a:custGeom xmlns:a="http://schemas.openxmlformats.org/drawingml/2006/main">
            <a:pathLst>
              <a:path w="1149353" h="9525">
                <a:moveTo>
                  <a:pt x="0" y="0"/>
                </a:moveTo>
                <a:lnTo>
                  <a:pt x="18840" y="0"/>
                </a:lnTo>
                <a:lnTo>
                  <a:pt x="37681" y="0"/>
                </a:lnTo>
                <a:lnTo>
                  <a:pt x="56521" y="0"/>
                </a:lnTo>
                <a:lnTo>
                  <a:pt x="75371" y="0"/>
                </a:lnTo>
                <a:lnTo>
                  <a:pt x="94212" y="0"/>
                </a:lnTo>
                <a:lnTo>
                  <a:pt x="113052" y="0"/>
                </a:lnTo>
                <a:lnTo>
                  <a:pt x="131893" y="0"/>
                </a:lnTo>
                <a:lnTo>
                  <a:pt x="150733" y="0"/>
                </a:lnTo>
                <a:lnTo>
                  <a:pt x="169574" y="0"/>
                </a:lnTo>
                <a:lnTo>
                  <a:pt x="188414" y="0"/>
                </a:lnTo>
                <a:lnTo>
                  <a:pt x="207264" y="0"/>
                </a:lnTo>
                <a:lnTo>
                  <a:pt x="226104" y="0"/>
                </a:lnTo>
                <a:lnTo>
                  <a:pt x="244945" y="0"/>
                </a:lnTo>
                <a:lnTo>
                  <a:pt x="263785" y="0"/>
                </a:lnTo>
                <a:lnTo>
                  <a:pt x="282626" y="0"/>
                </a:lnTo>
                <a:lnTo>
                  <a:pt x="301466" y="0"/>
                </a:lnTo>
                <a:lnTo>
                  <a:pt x="320307" y="0"/>
                </a:lnTo>
                <a:lnTo>
                  <a:pt x="339157" y="0"/>
                </a:lnTo>
                <a:lnTo>
                  <a:pt x="357997" y="0"/>
                </a:lnTo>
                <a:lnTo>
                  <a:pt x="376838" y="0"/>
                </a:lnTo>
                <a:lnTo>
                  <a:pt x="395678" y="0"/>
                </a:lnTo>
                <a:lnTo>
                  <a:pt x="414518" y="0"/>
                </a:lnTo>
                <a:lnTo>
                  <a:pt x="433359" y="0"/>
                </a:lnTo>
                <a:lnTo>
                  <a:pt x="452199" y="0"/>
                </a:lnTo>
                <a:lnTo>
                  <a:pt x="471049" y="0"/>
                </a:lnTo>
                <a:lnTo>
                  <a:pt x="489890" y="0"/>
                </a:lnTo>
                <a:lnTo>
                  <a:pt x="508730" y="0"/>
                </a:lnTo>
                <a:lnTo>
                  <a:pt x="527571" y="0"/>
                </a:lnTo>
                <a:lnTo>
                  <a:pt x="546411" y="0"/>
                </a:lnTo>
                <a:lnTo>
                  <a:pt x="565252" y="0"/>
                </a:lnTo>
                <a:lnTo>
                  <a:pt x="584092" y="0"/>
                </a:lnTo>
                <a:lnTo>
                  <a:pt x="602942" y="0"/>
                </a:lnTo>
                <a:lnTo>
                  <a:pt x="621782" y="0"/>
                </a:lnTo>
                <a:lnTo>
                  <a:pt x="640623" y="0"/>
                </a:lnTo>
                <a:lnTo>
                  <a:pt x="659463" y="0"/>
                </a:lnTo>
                <a:lnTo>
                  <a:pt x="678304" y="0"/>
                </a:lnTo>
                <a:lnTo>
                  <a:pt x="697144" y="0"/>
                </a:lnTo>
                <a:lnTo>
                  <a:pt x="715985" y="0"/>
                </a:lnTo>
                <a:lnTo>
                  <a:pt x="734835" y="0"/>
                </a:lnTo>
                <a:lnTo>
                  <a:pt x="753675" y="0"/>
                </a:lnTo>
                <a:lnTo>
                  <a:pt x="772516" y="0"/>
                </a:lnTo>
                <a:lnTo>
                  <a:pt x="791356" y="0"/>
                </a:lnTo>
                <a:lnTo>
                  <a:pt x="810197" y="0"/>
                </a:lnTo>
                <a:lnTo>
                  <a:pt x="829037" y="0"/>
                </a:lnTo>
                <a:lnTo>
                  <a:pt x="847877" y="0"/>
                </a:lnTo>
                <a:lnTo>
                  <a:pt x="866727" y="0"/>
                </a:lnTo>
                <a:lnTo>
                  <a:pt x="885568" y="0"/>
                </a:lnTo>
                <a:lnTo>
                  <a:pt x="904408" y="0"/>
                </a:lnTo>
                <a:lnTo>
                  <a:pt x="923249" y="0"/>
                </a:lnTo>
                <a:lnTo>
                  <a:pt x="942089" y="0"/>
                </a:lnTo>
                <a:lnTo>
                  <a:pt x="960930" y="0"/>
                </a:lnTo>
                <a:lnTo>
                  <a:pt x="979770" y="0"/>
                </a:lnTo>
                <a:lnTo>
                  <a:pt x="998620" y="0"/>
                </a:lnTo>
                <a:lnTo>
                  <a:pt x="1017460" y="0"/>
                </a:lnTo>
                <a:lnTo>
                  <a:pt x="1036301" y="0"/>
                </a:lnTo>
                <a:lnTo>
                  <a:pt x="1055141" y="0"/>
                </a:lnTo>
                <a:lnTo>
                  <a:pt x="1073982" y="0"/>
                </a:lnTo>
                <a:lnTo>
                  <a:pt x="1092822" y="0"/>
                </a:lnTo>
                <a:lnTo>
                  <a:pt x="1111663" y="0"/>
                </a:lnTo>
                <a:lnTo>
                  <a:pt x="1130513" y="0"/>
                </a:lnTo>
                <a:lnTo>
                  <a:pt x="11493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8A9DF"/>
            </a:solidFill>
            <a:prstDash val="solid"/>
          </a:ln>
        </p:spPr>
      </p:sp>
      <p:sp>
        <p:nvSpPr>
          <p:cNvPr id="23" name="handoff-4">
            <a:extLst xmlns:a="http://schemas.openxmlformats.org/drawingml/2006/main">
              <a:ext uri="{FF2B5EF4-FFF2-40B4-BE49-F238E27FC236}">
                <a16:creationId xmlns:a16="http://schemas.microsoft.com/office/drawing/2014/main" id="{6A5EC876-0FDC-4115-A349-DF7CD89B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93453" y="3013072"/>
            <a:ext cx="66675" cy="1301753"/>
          </a:xfrm>
          <a:custGeom xmlns:a="http://schemas.openxmlformats.org/drawingml/2006/main">
            <a:pathLst>
              <a:path w="66675" h="1301753">
                <a:moveTo>
                  <a:pt x="0" y="1301753"/>
                </a:moveTo>
                <a:lnTo>
                  <a:pt x="18879" y="1301753"/>
                </a:lnTo>
                <a:lnTo>
                  <a:pt x="37767" y="1301753"/>
                </a:lnTo>
                <a:lnTo>
                  <a:pt x="56645" y="1301753"/>
                </a:lnTo>
                <a:lnTo>
                  <a:pt x="66675" y="1292895"/>
                </a:lnTo>
                <a:lnTo>
                  <a:pt x="66675" y="1274007"/>
                </a:lnTo>
                <a:lnTo>
                  <a:pt x="66675" y="1255128"/>
                </a:lnTo>
                <a:lnTo>
                  <a:pt x="66675" y="1236240"/>
                </a:lnTo>
                <a:lnTo>
                  <a:pt x="66675" y="1217362"/>
                </a:lnTo>
                <a:lnTo>
                  <a:pt x="66675" y="1198483"/>
                </a:lnTo>
                <a:lnTo>
                  <a:pt x="66675" y="1179595"/>
                </a:lnTo>
                <a:lnTo>
                  <a:pt x="66675" y="1160717"/>
                </a:lnTo>
                <a:lnTo>
                  <a:pt x="66675" y="1141828"/>
                </a:lnTo>
                <a:lnTo>
                  <a:pt x="66675" y="1122950"/>
                </a:lnTo>
                <a:lnTo>
                  <a:pt x="66675" y="1104062"/>
                </a:lnTo>
                <a:lnTo>
                  <a:pt x="66675" y="1085183"/>
                </a:lnTo>
                <a:lnTo>
                  <a:pt x="66675" y="1066295"/>
                </a:lnTo>
                <a:lnTo>
                  <a:pt x="66675" y="1047417"/>
                </a:lnTo>
                <a:lnTo>
                  <a:pt x="66675" y="1028529"/>
                </a:lnTo>
                <a:lnTo>
                  <a:pt x="66675" y="1009650"/>
                </a:lnTo>
                <a:lnTo>
                  <a:pt x="66675" y="990771"/>
                </a:lnTo>
                <a:lnTo>
                  <a:pt x="66675" y="971883"/>
                </a:lnTo>
                <a:lnTo>
                  <a:pt x="66675" y="953005"/>
                </a:lnTo>
                <a:lnTo>
                  <a:pt x="66675" y="934117"/>
                </a:lnTo>
                <a:lnTo>
                  <a:pt x="66675" y="915238"/>
                </a:lnTo>
                <a:lnTo>
                  <a:pt x="66675" y="896350"/>
                </a:lnTo>
                <a:lnTo>
                  <a:pt x="66675" y="877472"/>
                </a:lnTo>
                <a:lnTo>
                  <a:pt x="66675" y="858584"/>
                </a:lnTo>
                <a:lnTo>
                  <a:pt x="66675" y="839705"/>
                </a:lnTo>
                <a:lnTo>
                  <a:pt x="66675" y="820817"/>
                </a:lnTo>
                <a:lnTo>
                  <a:pt x="66675" y="801938"/>
                </a:lnTo>
                <a:lnTo>
                  <a:pt x="66675" y="783060"/>
                </a:lnTo>
                <a:lnTo>
                  <a:pt x="66675" y="764172"/>
                </a:lnTo>
                <a:lnTo>
                  <a:pt x="66675" y="745293"/>
                </a:lnTo>
                <a:lnTo>
                  <a:pt x="66675" y="726405"/>
                </a:lnTo>
                <a:lnTo>
                  <a:pt x="66675" y="707527"/>
                </a:lnTo>
                <a:lnTo>
                  <a:pt x="66675" y="688638"/>
                </a:lnTo>
                <a:lnTo>
                  <a:pt x="66675" y="669760"/>
                </a:lnTo>
                <a:lnTo>
                  <a:pt x="66675" y="650872"/>
                </a:lnTo>
                <a:lnTo>
                  <a:pt x="66675" y="631993"/>
                </a:lnTo>
                <a:lnTo>
                  <a:pt x="66675" y="613105"/>
                </a:lnTo>
                <a:lnTo>
                  <a:pt x="66675" y="594227"/>
                </a:lnTo>
                <a:lnTo>
                  <a:pt x="66675" y="575348"/>
                </a:lnTo>
                <a:lnTo>
                  <a:pt x="66675" y="556460"/>
                </a:lnTo>
                <a:lnTo>
                  <a:pt x="66675" y="537581"/>
                </a:lnTo>
                <a:lnTo>
                  <a:pt x="66675" y="518693"/>
                </a:lnTo>
                <a:lnTo>
                  <a:pt x="66675" y="499815"/>
                </a:lnTo>
                <a:lnTo>
                  <a:pt x="66675" y="480927"/>
                </a:lnTo>
                <a:lnTo>
                  <a:pt x="66675" y="462048"/>
                </a:lnTo>
                <a:lnTo>
                  <a:pt x="66675" y="443160"/>
                </a:lnTo>
                <a:lnTo>
                  <a:pt x="66675" y="424282"/>
                </a:lnTo>
                <a:lnTo>
                  <a:pt x="66675" y="405394"/>
                </a:lnTo>
                <a:lnTo>
                  <a:pt x="66675" y="386515"/>
                </a:lnTo>
                <a:lnTo>
                  <a:pt x="66675" y="367627"/>
                </a:lnTo>
                <a:lnTo>
                  <a:pt x="66675" y="348748"/>
                </a:lnTo>
                <a:lnTo>
                  <a:pt x="66675" y="329870"/>
                </a:lnTo>
                <a:lnTo>
                  <a:pt x="66675" y="310982"/>
                </a:lnTo>
                <a:lnTo>
                  <a:pt x="66675" y="292103"/>
                </a:lnTo>
                <a:lnTo>
                  <a:pt x="66675" y="273215"/>
                </a:lnTo>
                <a:lnTo>
                  <a:pt x="66675" y="254337"/>
                </a:lnTo>
                <a:lnTo>
                  <a:pt x="66675" y="235448"/>
                </a:lnTo>
                <a:lnTo>
                  <a:pt x="66675" y="216570"/>
                </a:lnTo>
                <a:lnTo>
                  <a:pt x="66675" y="197682"/>
                </a:lnTo>
                <a:lnTo>
                  <a:pt x="66675" y="178803"/>
                </a:lnTo>
                <a:lnTo>
                  <a:pt x="66675" y="159915"/>
                </a:lnTo>
                <a:lnTo>
                  <a:pt x="66675" y="141037"/>
                </a:lnTo>
                <a:lnTo>
                  <a:pt x="66675" y="122158"/>
                </a:lnTo>
                <a:lnTo>
                  <a:pt x="66675" y="103270"/>
                </a:lnTo>
                <a:lnTo>
                  <a:pt x="66675" y="84392"/>
                </a:lnTo>
                <a:lnTo>
                  <a:pt x="66675" y="65503"/>
                </a:lnTo>
                <a:lnTo>
                  <a:pt x="66675" y="46625"/>
                </a:lnTo>
                <a:lnTo>
                  <a:pt x="66675" y="27737"/>
                </a:lnTo>
                <a:lnTo>
                  <a:pt x="66675" y="8858"/>
                </a:lnTo>
                <a:lnTo>
                  <a:pt x="56645" y="0"/>
                </a:lnTo>
                <a:lnTo>
                  <a:pt x="37767" y="0"/>
                </a:lnTo>
                <a:lnTo>
                  <a:pt x="18879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8A9DF"/>
            </a:solidFill>
            <a:prstDash val="solid"/>
          </a:ln>
        </p:spPr>
      </p:sp>
      <p:sp>
        <p:nvSpPr>
          <p:cNvPr id="24" name="handoff-target-1">
            <a:extLst xmlns:a="http://schemas.openxmlformats.org/drawingml/2006/main">
              <a:ext uri="{FF2B5EF4-FFF2-40B4-BE49-F238E27FC236}">
                <a16:creationId xmlns:a16="http://schemas.microsoft.com/office/drawing/2014/main" id="{BD52AABF-E1A2-46FB-BF11-DDC7C136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6834" y="5573716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B86C5"/>
            </a:solidFill>
            <a:prstDash val="solid"/>
          </a:ln>
        </p:spPr>
      </p:sp>
      <p:sp>
        <p:nvSpPr>
          <p:cNvPr id="25" name="handoff-target-2">
            <a:extLst xmlns:a="http://schemas.openxmlformats.org/drawingml/2006/main">
              <a:ext uri="{FF2B5EF4-FFF2-40B4-BE49-F238E27FC236}">
                <a16:creationId xmlns:a16="http://schemas.microsoft.com/office/drawing/2014/main" id="{4CA8E1CE-5B85-41A2-A88D-035C4904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4538" y="427196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B86C5"/>
            </a:solidFill>
            <a:prstDash val="solid"/>
          </a:ln>
        </p:spPr>
      </p:sp>
      <p:sp>
        <p:nvSpPr>
          <p:cNvPr id="26" name="handoff-target-3">
            <a:extLst xmlns:a="http://schemas.openxmlformats.org/drawingml/2006/main">
              <a:ext uri="{FF2B5EF4-FFF2-40B4-BE49-F238E27FC236}">
                <a16:creationId xmlns:a16="http://schemas.microsoft.com/office/drawing/2014/main" id="{465DB081-C1D7-4964-8B09-48077D527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12241" y="427196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B86C5"/>
            </a:solidFill>
            <a:prstDash val="solid"/>
          </a:ln>
        </p:spPr>
      </p:sp>
      <p:sp>
        <p:nvSpPr>
          <p:cNvPr id="27" name="handoff-target-4">
            <a:extLst xmlns:a="http://schemas.openxmlformats.org/drawingml/2006/main">
              <a:ext uri="{FF2B5EF4-FFF2-40B4-BE49-F238E27FC236}">
                <a16:creationId xmlns:a16="http://schemas.microsoft.com/office/drawing/2014/main" id="{BF37DEB0-A513-49AD-A65E-F7E0F7C4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12241" y="2970209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B86C5"/>
            </a:solidFill>
            <a:prstDash val="solid"/>
          </a:ln>
        </p:spPr>
      </p:sp>
      <p:sp>
        <p:nvSpPr>
          <p:cNvPr id="28" name="stage-order-1">
            <a:extLst xmlns:a="http://schemas.openxmlformats.org/drawingml/2006/main">
              <a:ext uri="{FF2B5EF4-FFF2-40B4-BE49-F238E27FC236}">
                <a16:creationId xmlns:a16="http://schemas.microsoft.com/office/drawing/2014/main" id="{EB8F8B73-F95B-4891-AA23-C7BFDE30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6950" y="18002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9" name="stage-1-title">
            <a:extLst xmlns:a="http://schemas.openxmlformats.org/drawingml/2006/main">
              <a:ext uri="{FF2B5EF4-FFF2-40B4-BE49-F238E27FC236}">
                <a16:creationId xmlns:a16="http://schemas.microsoft.com/office/drawing/2014/main" id="{C09F2B2C-1CDC-4BAF-9308-32C82751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57475" y="1790700"/>
            <a:ext cx="252084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42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需求澄清</a:t>
            </a:r>
          </a:p>
        </p:txBody>
      </p:sp>
      <p:sp>
        <p:nvSpPr>
          <p:cNvPr id="30" name="stage-divider-2">
            <a:extLst xmlns:a="http://schemas.openxmlformats.org/drawingml/2006/main">
              <a:ext uri="{FF2B5EF4-FFF2-40B4-BE49-F238E27FC236}">
                <a16:creationId xmlns:a16="http://schemas.microsoft.com/office/drawing/2014/main" id="{DA4BC4EF-50C3-44CF-A34D-14F00C3AC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92623" y="17907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tage-order-2">
            <a:extLst xmlns:a="http://schemas.openxmlformats.org/drawingml/2006/main">
              <a:ext uri="{FF2B5EF4-FFF2-40B4-BE49-F238E27FC236}">
                <a16:creationId xmlns:a16="http://schemas.microsoft.com/office/drawing/2014/main" id="{7D14BADC-A6BD-480A-94BE-76D45F46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54548" y="18002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2" name="stage-2-title">
            <a:extLst xmlns:a="http://schemas.openxmlformats.org/drawingml/2006/main">
              <a:ext uri="{FF2B5EF4-FFF2-40B4-BE49-F238E27FC236}">
                <a16:creationId xmlns:a16="http://schemas.microsoft.com/office/drawing/2014/main" id="{1EBB6D15-3AE2-4320-94AE-49005562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45073" y="1790700"/>
            <a:ext cx="2521001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42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方案设计</a:t>
            </a:r>
          </a:p>
        </p:txBody>
      </p:sp>
      <p:sp>
        <p:nvSpPr>
          <p:cNvPr id="33" name="stage-divider-3">
            <a:extLst xmlns:a="http://schemas.openxmlformats.org/drawingml/2006/main">
              <a:ext uri="{FF2B5EF4-FFF2-40B4-BE49-F238E27FC236}">
                <a16:creationId xmlns:a16="http://schemas.microsoft.com/office/drawing/2014/main" id="{276D4CA1-A328-4AA8-8194-8052C3AA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80374" y="17907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stage-order-3">
            <a:extLst xmlns:a="http://schemas.openxmlformats.org/drawingml/2006/main">
              <a:ext uri="{FF2B5EF4-FFF2-40B4-BE49-F238E27FC236}">
                <a16:creationId xmlns:a16="http://schemas.microsoft.com/office/drawing/2014/main" id="{976E7683-2674-44C0-94A9-4E4C0F3C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2299" y="18002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5" name="stage-3-title">
            <a:extLst xmlns:a="http://schemas.openxmlformats.org/drawingml/2006/main">
              <a:ext uri="{FF2B5EF4-FFF2-40B4-BE49-F238E27FC236}">
                <a16:creationId xmlns:a16="http://schemas.microsoft.com/office/drawing/2014/main" id="{F586F7C8-C567-47E0-A88E-7F931B30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32824" y="1790700"/>
            <a:ext cx="252084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42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联合执行</a:t>
            </a:r>
          </a:p>
        </p:txBody>
      </p:sp>
      <p:sp>
        <p:nvSpPr>
          <p:cNvPr id="36" name="task-1-shadow">
            <a:extLst xmlns:a="http://schemas.openxmlformats.org/drawingml/2006/main">
              <a:ext uri="{FF2B5EF4-FFF2-40B4-BE49-F238E27FC236}">
                <a16:creationId xmlns:a16="http://schemas.microsoft.com/office/drawing/2014/main" id="{1B1C0B00-C64B-4547-9879-EBE51A2F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9649" y="2670124"/>
            <a:ext cx="2038350" cy="781050"/>
          </a:xfrm>
          <a:prstGeom xmlns:a="http://schemas.openxmlformats.org/drawingml/2006/main" prst="roundRect">
            <a:avLst>
              <a:gd name="adj" fmla="val 18293"/>
            </a:avLst>
          </a:prstGeom>
          <a:solidFill xmlns:a="http://schemas.openxmlformats.org/drawingml/2006/main">
            <a:srgbClr val="DCE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task-1-surface">
            <a:extLst xmlns:a="http://schemas.openxmlformats.org/drawingml/2006/main">
              <a:ext uri="{FF2B5EF4-FFF2-40B4-BE49-F238E27FC236}">
                <a16:creationId xmlns:a16="http://schemas.microsoft.com/office/drawing/2014/main" id="{2B475756-9EA2-48A0-90B3-6C4B99E6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9649" y="2622499"/>
            <a:ext cx="2038350" cy="781050"/>
          </a:xfrm>
          <a:prstGeom xmlns:a="http://schemas.openxmlformats.org/drawingml/2006/main" prst="roundRect">
            <a:avLst>
              <a:gd name="adj" fmla="val 182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38" name="task-1-accent">
            <a:extLst xmlns:a="http://schemas.openxmlformats.org/drawingml/2006/main">
              <a:ext uri="{FF2B5EF4-FFF2-40B4-BE49-F238E27FC236}">
                <a16:creationId xmlns:a16="http://schemas.microsoft.com/office/drawing/2014/main" id="{EC407BAC-5702-47C0-8CA1-D2D63905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9649" y="2622499"/>
            <a:ext cx="5715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task-2-shadow">
            <a:extLst xmlns:a="http://schemas.openxmlformats.org/drawingml/2006/main">
              <a:ext uri="{FF2B5EF4-FFF2-40B4-BE49-F238E27FC236}">
                <a16:creationId xmlns:a16="http://schemas.microsoft.com/office/drawing/2014/main" id="{351531B9-A8C5-4A96-88AD-661AE27C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9649" y="5273573"/>
            <a:ext cx="2038350" cy="781050"/>
          </a:xfrm>
          <a:prstGeom xmlns:a="http://schemas.openxmlformats.org/drawingml/2006/main" prst="roundRect">
            <a:avLst>
              <a:gd name="adj" fmla="val 18293"/>
            </a:avLst>
          </a:prstGeom>
          <a:solidFill xmlns:a="http://schemas.openxmlformats.org/drawingml/2006/main">
            <a:srgbClr val="DCE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task-2-surface">
            <a:extLst xmlns:a="http://schemas.openxmlformats.org/drawingml/2006/main">
              <a:ext uri="{FF2B5EF4-FFF2-40B4-BE49-F238E27FC236}">
                <a16:creationId xmlns:a16="http://schemas.microsoft.com/office/drawing/2014/main" id="{5122278B-4E5A-42CA-AF5B-119CBAE5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9649" y="5225948"/>
            <a:ext cx="2038350" cy="781050"/>
          </a:xfrm>
          <a:prstGeom xmlns:a="http://schemas.openxmlformats.org/drawingml/2006/main" prst="roundRect">
            <a:avLst>
              <a:gd name="adj" fmla="val 182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41" name="task-2-accent">
            <a:extLst xmlns:a="http://schemas.openxmlformats.org/drawingml/2006/main">
              <a:ext uri="{FF2B5EF4-FFF2-40B4-BE49-F238E27FC236}">
                <a16:creationId xmlns:a16="http://schemas.microsoft.com/office/drawing/2014/main" id="{FC68EBD3-03A4-4F42-8578-401060FF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9649" y="5225948"/>
            <a:ext cx="5715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task-3-shadow">
            <a:extLst xmlns:a="http://schemas.openxmlformats.org/drawingml/2006/main">
              <a:ext uri="{FF2B5EF4-FFF2-40B4-BE49-F238E27FC236}">
                <a16:creationId xmlns:a16="http://schemas.microsoft.com/office/drawing/2014/main" id="{45903697-A318-43ED-B4B1-E51A6199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7400" y="3971925"/>
            <a:ext cx="2038350" cy="781050"/>
          </a:xfrm>
          <a:prstGeom xmlns:a="http://schemas.openxmlformats.org/drawingml/2006/main" prst="roundRect">
            <a:avLst>
              <a:gd name="adj" fmla="val 18293"/>
            </a:avLst>
          </a:prstGeom>
          <a:solidFill xmlns:a="http://schemas.openxmlformats.org/drawingml/2006/main">
            <a:srgbClr val="DCE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task-3-surface">
            <a:extLst xmlns:a="http://schemas.openxmlformats.org/drawingml/2006/main">
              <a:ext uri="{FF2B5EF4-FFF2-40B4-BE49-F238E27FC236}">
                <a16:creationId xmlns:a16="http://schemas.microsoft.com/office/drawing/2014/main" id="{4D8055F7-5635-4E5D-808A-8A2795EC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7400" y="3924300"/>
            <a:ext cx="2038350" cy="781050"/>
          </a:xfrm>
          <a:prstGeom xmlns:a="http://schemas.openxmlformats.org/drawingml/2006/main" prst="roundRect">
            <a:avLst>
              <a:gd name="adj" fmla="val 182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44" name="task-3-accent">
            <a:extLst xmlns:a="http://schemas.openxmlformats.org/drawingml/2006/main">
              <a:ext uri="{FF2B5EF4-FFF2-40B4-BE49-F238E27FC236}">
                <a16:creationId xmlns:a16="http://schemas.microsoft.com/office/drawing/2014/main" id="{6EFEF164-9771-4C8A-BB1C-09EC0650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7400" y="3924300"/>
            <a:ext cx="5715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task-4-shadow">
            <a:extLst xmlns:a="http://schemas.openxmlformats.org/drawingml/2006/main">
              <a:ext uri="{FF2B5EF4-FFF2-40B4-BE49-F238E27FC236}">
                <a16:creationId xmlns:a16="http://schemas.microsoft.com/office/drawing/2014/main" id="{BE4120F3-9E39-4808-AB46-B93711886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54998" y="3971925"/>
            <a:ext cx="2038350" cy="781050"/>
          </a:xfrm>
          <a:prstGeom xmlns:a="http://schemas.openxmlformats.org/drawingml/2006/main" prst="roundRect">
            <a:avLst>
              <a:gd name="adj" fmla="val 18293"/>
            </a:avLst>
          </a:prstGeom>
          <a:solidFill xmlns:a="http://schemas.openxmlformats.org/drawingml/2006/main">
            <a:srgbClr val="DCE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task-4-surface">
            <a:extLst xmlns:a="http://schemas.openxmlformats.org/drawingml/2006/main">
              <a:ext uri="{FF2B5EF4-FFF2-40B4-BE49-F238E27FC236}">
                <a16:creationId xmlns:a16="http://schemas.microsoft.com/office/drawing/2014/main" id="{F4CBF429-9F80-4DF1-945D-225A6588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54998" y="3924300"/>
            <a:ext cx="2038350" cy="781050"/>
          </a:xfrm>
          <a:prstGeom xmlns:a="http://schemas.openxmlformats.org/drawingml/2006/main" prst="roundRect">
            <a:avLst>
              <a:gd name="adj" fmla="val 182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47" name="task-4-accent">
            <a:extLst xmlns:a="http://schemas.openxmlformats.org/drawingml/2006/main">
              <a:ext uri="{FF2B5EF4-FFF2-40B4-BE49-F238E27FC236}">
                <a16:creationId xmlns:a16="http://schemas.microsoft.com/office/drawing/2014/main" id="{5D46A4E8-DF20-4EC1-943D-340A5377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54998" y="3924300"/>
            <a:ext cx="5715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task-5-shadow">
            <a:extLst xmlns:a="http://schemas.openxmlformats.org/drawingml/2006/main">
              <a:ext uri="{FF2B5EF4-FFF2-40B4-BE49-F238E27FC236}">
                <a16:creationId xmlns:a16="http://schemas.microsoft.com/office/drawing/2014/main" id="{3D819447-6B35-406E-836C-64E0E2B4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54998" y="2670124"/>
            <a:ext cx="2038350" cy="781050"/>
          </a:xfrm>
          <a:prstGeom xmlns:a="http://schemas.openxmlformats.org/drawingml/2006/main" prst="roundRect">
            <a:avLst>
              <a:gd name="adj" fmla="val 18293"/>
            </a:avLst>
          </a:prstGeom>
          <a:solidFill xmlns:a="http://schemas.openxmlformats.org/drawingml/2006/main">
            <a:srgbClr val="DCE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task-5-surface">
            <a:extLst xmlns:a="http://schemas.openxmlformats.org/drawingml/2006/main">
              <a:ext uri="{FF2B5EF4-FFF2-40B4-BE49-F238E27FC236}">
                <a16:creationId xmlns:a16="http://schemas.microsoft.com/office/drawing/2014/main" id="{577FA56C-38D0-408D-B6FD-58BCE6C6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54998" y="2622499"/>
            <a:ext cx="2038350" cy="781050"/>
          </a:xfrm>
          <a:prstGeom xmlns:a="http://schemas.openxmlformats.org/drawingml/2006/main" prst="roundRect">
            <a:avLst>
              <a:gd name="adj" fmla="val 182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50" name="task-5-accent">
            <a:extLst xmlns:a="http://schemas.openxmlformats.org/drawingml/2006/main">
              <a:ext uri="{FF2B5EF4-FFF2-40B4-BE49-F238E27FC236}">
                <a16:creationId xmlns:a16="http://schemas.microsoft.com/office/drawing/2014/main" id="{A0E986FC-98E3-42C7-932D-CF4694D5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54998" y="2622499"/>
            <a:ext cx="5715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task-1-title">
            <a:extLst xmlns:a="http://schemas.openxmlformats.org/drawingml/2006/main">
              <a:ext uri="{FF2B5EF4-FFF2-40B4-BE49-F238E27FC236}">
                <a16:creationId xmlns:a16="http://schemas.microsoft.com/office/drawing/2014/main" id="{4FA8B281-F1E8-4AEB-9C6D-70EB4530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0149" y="2770137"/>
            <a:ext cx="1733550" cy="279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收集真实需求</a:t>
            </a:r>
          </a:p>
        </p:txBody>
      </p:sp>
      <p:sp>
        <p:nvSpPr>
          <p:cNvPr id="52" name="task-1-body">
            <a:extLst xmlns:a="http://schemas.openxmlformats.org/drawingml/2006/main">
              <a:ext uri="{FF2B5EF4-FFF2-40B4-BE49-F238E27FC236}">
                <a16:creationId xmlns:a16="http://schemas.microsoft.com/office/drawing/2014/main" id="{4A91090B-6ADB-4004-A714-EABBAAF0E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0149" y="3050086"/>
            <a:ext cx="1733550" cy="205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梳理场景与核心问题</a:t>
            </a:r>
          </a:p>
        </p:txBody>
      </p:sp>
      <p:sp>
        <p:nvSpPr>
          <p:cNvPr id="53" name="task-2-title">
            <a:extLst xmlns:a="http://schemas.openxmlformats.org/drawingml/2006/main">
              <a:ext uri="{FF2B5EF4-FFF2-40B4-BE49-F238E27FC236}">
                <a16:creationId xmlns:a16="http://schemas.microsoft.com/office/drawing/2014/main" id="{34EBD18F-919B-4AEE-89B1-32A45856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0149" y="5373586"/>
            <a:ext cx="1733550" cy="279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确认目标边界</a:t>
            </a:r>
          </a:p>
        </p:txBody>
      </p:sp>
      <p:sp>
        <p:nvSpPr>
          <p:cNvPr id="54" name="task-2-body">
            <a:extLst xmlns:a="http://schemas.openxmlformats.org/drawingml/2006/main">
              <a:ext uri="{FF2B5EF4-FFF2-40B4-BE49-F238E27FC236}">
                <a16:creationId xmlns:a16="http://schemas.microsoft.com/office/drawing/2014/main" id="{78A36181-DBDB-4DAC-B2B9-AF1F97055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0149" y="5653535"/>
            <a:ext cx="1733550" cy="205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明确范围与验收标准</a:t>
            </a:r>
          </a:p>
        </p:txBody>
      </p:sp>
      <p:sp>
        <p:nvSpPr>
          <p:cNvPr id="55" name="task-3-title">
            <a:extLst xmlns:a="http://schemas.openxmlformats.org/drawingml/2006/main">
              <a:ext uri="{FF2B5EF4-FFF2-40B4-BE49-F238E27FC236}">
                <a16:creationId xmlns:a16="http://schemas.microsoft.com/office/drawing/2014/main" id="{BDE4DF0C-BF4A-455E-9BE9-9386305FF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57900" y="4071938"/>
            <a:ext cx="1733550" cy="279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形成实施方案</a:t>
            </a:r>
          </a:p>
        </p:txBody>
      </p:sp>
      <p:sp>
        <p:nvSpPr>
          <p:cNvPr id="56" name="task-3-body">
            <a:extLst xmlns:a="http://schemas.openxmlformats.org/drawingml/2006/main">
              <a:ext uri="{FF2B5EF4-FFF2-40B4-BE49-F238E27FC236}">
                <a16:creationId xmlns:a16="http://schemas.microsoft.com/office/drawing/2014/main" id="{22A19C02-975C-4A4C-B8D8-58857E04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57900" y="4351887"/>
            <a:ext cx="1733550" cy="205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设计路径与关键机制</a:t>
            </a:r>
          </a:p>
        </p:txBody>
      </p:sp>
      <p:sp>
        <p:nvSpPr>
          <p:cNvPr id="57" name="task-4-title">
            <a:extLst xmlns:a="http://schemas.openxmlformats.org/drawingml/2006/main">
              <a:ext uri="{FF2B5EF4-FFF2-40B4-BE49-F238E27FC236}">
                <a16:creationId xmlns:a16="http://schemas.microsoft.com/office/drawing/2014/main" id="{00077105-F7F5-4A81-8F3B-8D042E10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45498" y="4071938"/>
            <a:ext cx="1733550" cy="279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完成方案交付</a:t>
            </a:r>
          </a:p>
        </p:txBody>
      </p:sp>
      <p:sp>
        <p:nvSpPr>
          <p:cNvPr id="58" name="task-4-body">
            <a:extLst xmlns:a="http://schemas.openxmlformats.org/drawingml/2006/main">
              <a:ext uri="{FF2B5EF4-FFF2-40B4-BE49-F238E27FC236}">
                <a16:creationId xmlns:a16="http://schemas.microsoft.com/office/drawing/2014/main" id="{48A3604B-3E6F-4F84-A60B-64BEC512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45498" y="4351887"/>
            <a:ext cx="1733550" cy="205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实现功能并联调验证</a:t>
            </a:r>
          </a:p>
        </p:txBody>
      </p:sp>
      <p:sp>
        <p:nvSpPr>
          <p:cNvPr id="59" name="task-5-title">
            <a:extLst xmlns:a="http://schemas.openxmlformats.org/drawingml/2006/main">
              <a:ext uri="{FF2B5EF4-FFF2-40B4-BE49-F238E27FC236}">
                <a16:creationId xmlns:a16="http://schemas.microsoft.com/office/drawing/2014/main" id="{147AD216-7187-4EBC-96A5-1CF688F7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45498" y="2770137"/>
            <a:ext cx="1733550" cy="279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组织场景试用</a:t>
            </a:r>
          </a:p>
        </p:txBody>
      </p:sp>
      <p:sp>
        <p:nvSpPr>
          <p:cNvPr id="60" name="task-5-body">
            <a:extLst xmlns:a="http://schemas.openxmlformats.org/drawingml/2006/main">
              <a:ext uri="{FF2B5EF4-FFF2-40B4-BE49-F238E27FC236}">
                <a16:creationId xmlns:a16="http://schemas.microsoft.com/office/drawing/2014/main" id="{A271BD03-8976-43C3-A327-349ECF49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45498" y="3050086"/>
            <a:ext cx="1733550" cy="205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反馈问题与使用体验</a:t>
            </a:r>
          </a:p>
        </p:txBody>
      </p:sp>
      <p:sp>
        <p:nvSpPr>
          <p:cNvPr id="61" name="corner-label">
            <a:extLst xmlns:a="http://schemas.openxmlformats.org/drawingml/2006/main">
              <a:ext uri="{FF2B5EF4-FFF2-40B4-BE49-F238E27FC236}">
                <a16:creationId xmlns:a16="http://schemas.microsoft.com/office/drawing/2014/main" id="{17F9E1FB-8DDA-467E-82C3-22F09628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1657350"/>
            <a:ext cx="140970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F0F6FD"/>
          </a:solidFill>
          <a:ln xmlns:a="http://schemas.openxmlformats.org/drawingml/2006/main" w="9525">
            <a:solidFill>
              <a:srgbClr val="D4E3F4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476B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476B95"/>
                </a:solidFill>
                <a:latin typeface="Microsoft YaHei"/>
                <a:ea typeface="Microsoft YaHei"/>
                <a:cs typeface="Microsoft YaHei"/>
              </a:rPr>
              <a:t>角色 × 阶段</a:t>
            </a:r>
          </a:p>
        </p:txBody>
      </p:sp>
    </p:spTree>
    <p:extLst>
      <p:ext uri="{BB962C8B-B14F-4D97-AF65-F5344CB8AC3E}">
        <p14:creationId xmlns:p14="http://schemas.microsoft.com/office/powerpoint/2010/main" val="10312233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" name="stage-band-underlay">
            <a:extLst xmlns:a="http://schemas.openxmlformats.org/drawingml/2006/main">
              <a:ext uri="{FF2B5EF4-FFF2-40B4-BE49-F238E27FC236}">
                <a16:creationId xmlns:a16="http://schemas.microsoft.com/office/drawing/2014/main" id="{D16FB3CE-4AD5-4624-97BE-97D09ED1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5025" y="1704975"/>
            <a:ext cx="956310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ane-1-surface">
            <a:extLst xmlns:a="http://schemas.openxmlformats.org/drawingml/2006/main">
              <a:ext uri="{FF2B5EF4-FFF2-40B4-BE49-F238E27FC236}">
                <a16:creationId xmlns:a16="http://schemas.microsoft.com/office/drawing/2014/main" id="{D8849917-5B19-4CAF-BD8B-18920679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5025" y="2362200"/>
            <a:ext cx="9563100" cy="900113"/>
          </a:xfrm>
          <a:prstGeom xmlns:a="http://schemas.openxmlformats.org/drawingml/2006/main" prst="roundRect">
            <a:avLst>
              <a:gd name="adj" fmla="val 16931"/>
            </a:avLst>
          </a:prstGeom>
          <a:solidFill xmlns:a="http://schemas.openxmlformats.org/drawingml/2006/main">
            <a:srgbClr val="F8FBFE"/>
          </a:solidFill>
          <a:ln xmlns:a="http://schemas.openxmlformats.org/drawingml/2006/main" w="9525">
            <a:solidFill>
              <a:srgbClr val="DCE8F5"/>
            </a:solidFill>
            <a:prstDash val="solid"/>
          </a:ln>
        </p:spPr>
      </p:sp>
      <p:sp>
        <p:nvSpPr>
          <p:cNvPr id="3" name="role-1-underlay">
            <a:extLst xmlns:a="http://schemas.openxmlformats.org/drawingml/2006/main">
              <a:ext uri="{FF2B5EF4-FFF2-40B4-BE49-F238E27FC236}">
                <a16:creationId xmlns:a16="http://schemas.microsoft.com/office/drawing/2014/main" id="{91F93ED7-698B-4241-9802-9F3DA5ED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2476500"/>
            <a:ext cx="1409700" cy="747713"/>
          </a:xfrm>
          <a:prstGeom xmlns:a="http://schemas.openxmlformats.org/drawingml/2006/main" prst="roundRect">
            <a:avLst>
              <a:gd name="adj" fmla="val 20382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ole-1-label">
            <a:extLst xmlns:a="http://schemas.openxmlformats.org/drawingml/2006/main">
              <a:ext uri="{FF2B5EF4-FFF2-40B4-BE49-F238E27FC236}">
                <a16:creationId xmlns:a16="http://schemas.microsoft.com/office/drawing/2014/main" id="{57710469-D673-4DC1-BC08-34BCCF6F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2438400"/>
            <a:ext cx="1409700" cy="747713"/>
          </a:xfrm>
          <a:prstGeom xmlns:a="http://schemas.openxmlformats.org/drawingml/2006/main" prst="roundRect">
            <a:avLst>
              <a:gd name="adj" fmla="val 203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6"/>
          <a:fontRef xmlns:a="http://schemas.openxmlformats.org/drawingml/2006/main" idx="major"/>
        </p:style>
      </p:sp>
      <p:sp>
        <p:nvSpPr>
          <p:cNvPr id="5" name="role-1-accent">
            <a:extLst xmlns:a="http://schemas.openxmlformats.org/drawingml/2006/main">
              <a:ext uri="{FF2B5EF4-FFF2-40B4-BE49-F238E27FC236}">
                <a16:creationId xmlns:a16="http://schemas.microsoft.com/office/drawing/2014/main" id="{B1D6390D-4F88-4F4B-A539-D87FD80AD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2438400"/>
            <a:ext cx="66675" cy="74771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ole-1-name">
            <a:extLst xmlns:a="http://schemas.openxmlformats.org/drawingml/2006/main">
              <a:ext uri="{FF2B5EF4-FFF2-40B4-BE49-F238E27FC236}">
                <a16:creationId xmlns:a16="http://schemas.microsoft.com/office/drawing/2014/main" id="{CFF228D9-1C20-4889-8941-B1BA1410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" y="2688431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42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业务团队</a:t>
            </a:r>
          </a:p>
        </p:txBody>
      </p:sp>
      <p:sp>
        <p:nvSpPr>
          <p:cNvPr id="7" name="lane-2-surface">
            <a:extLst xmlns:a="http://schemas.openxmlformats.org/drawingml/2006/main">
              <a:ext uri="{FF2B5EF4-FFF2-40B4-BE49-F238E27FC236}">
                <a16:creationId xmlns:a16="http://schemas.microsoft.com/office/drawing/2014/main" id="{2D03E85E-7D2B-4B00-ACD2-B52D3E81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5025" y="3338513"/>
            <a:ext cx="9563100" cy="900113"/>
          </a:xfrm>
          <a:prstGeom xmlns:a="http://schemas.openxmlformats.org/drawingml/2006/main" prst="roundRect">
            <a:avLst>
              <a:gd name="adj" fmla="val 16931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CE8F5"/>
            </a:solidFill>
            <a:prstDash val="solid"/>
          </a:ln>
        </p:spPr>
      </p:sp>
      <p:sp>
        <p:nvSpPr>
          <p:cNvPr id="8" name="role-2-underlay">
            <a:extLst xmlns:a="http://schemas.openxmlformats.org/drawingml/2006/main">
              <a:ext uri="{FF2B5EF4-FFF2-40B4-BE49-F238E27FC236}">
                <a16:creationId xmlns:a16="http://schemas.microsoft.com/office/drawing/2014/main" id="{16BCFC8D-54A9-4DF5-83C7-AF3153BE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3452813"/>
            <a:ext cx="1409700" cy="747713"/>
          </a:xfrm>
          <a:prstGeom xmlns:a="http://schemas.openxmlformats.org/drawingml/2006/main" prst="roundRect">
            <a:avLst>
              <a:gd name="adj" fmla="val 20382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ole-2-label">
            <a:extLst xmlns:a="http://schemas.openxmlformats.org/drawingml/2006/main">
              <a:ext uri="{FF2B5EF4-FFF2-40B4-BE49-F238E27FC236}">
                <a16:creationId xmlns:a16="http://schemas.microsoft.com/office/drawing/2014/main" id="{CA054B5E-B426-4DC3-86B7-01BA37DE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3414713"/>
            <a:ext cx="1409700" cy="747713"/>
          </a:xfrm>
          <a:prstGeom xmlns:a="http://schemas.openxmlformats.org/drawingml/2006/main" prst="roundRect">
            <a:avLst>
              <a:gd name="adj" fmla="val 203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6"/>
          <a:fontRef xmlns:a="http://schemas.openxmlformats.org/drawingml/2006/main" idx="major"/>
        </p:style>
      </p:sp>
      <p:sp>
        <p:nvSpPr>
          <p:cNvPr id="10" name="role-2-accent">
            <a:extLst xmlns:a="http://schemas.openxmlformats.org/drawingml/2006/main">
              <a:ext uri="{FF2B5EF4-FFF2-40B4-BE49-F238E27FC236}">
                <a16:creationId xmlns:a16="http://schemas.microsoft.com/office/drawing/2014/main" id="{8235880D-45B3-4E5E-B7B6-A9842133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3414713"/>
            <a:ext cx="66675" cy="74771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ole-2-name">
            <a:extLst xmlns:a="http://schemas.openxmlformats.org/drawingml/2006/main">
              <a:ext uri="{FF2B5EF4-FFF2-40B4-BE49-F238E27FC236}">
                <a16:creationId xmlns:a16="http://schemas.microsoft.com/office/drawing/2014/main" id="{27E4DAF6-26A2-46FC-956C-2E53231D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" y="3664744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42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技术团队</a:t>
            </a:r>
          </a:p>
        </p:txBody>
      </p:sp>
      <p:sp>
        <p:nvSpPr>
          <p:cNvPr id="12" name="lane-3-surface">
            <a:extLst xmlns:a="http://schemas.openxmlformats.org/drawingml/2006/main">
              <a:ext uri="{FF2B5EF4-FFF2-40B4-BE49-F238E27FC236}">
                <a16:creationId xmlns:a16="http://schemas.microsoft.com/office/drawing/2014/main" id="{A44E9363-9F46-41A3-A860-A3356562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5025" y="4314825"/>
            <a:ext cx="9563100" cy="900113"/>
          </a:xfrm>
          <a:prstGeom xmlns:a="http://schemas.openxmlformats.org/drawingml/2006/main" prst="roundRect">
            <a:avLst>
              <a:gd name="adj" fmla="val 16931"/>
            </a:avLst>
          </a:prstGeom>
          <a:solidFill xmlns:a="http://schemas.openxmlformats.org/drawingml/2006/main">
            <a:srgbClr val="F8FBFE"/>
          </a:solidFill>
          <a:ln xmlns:a="http://schemas.openxmlformats.org/drawingml/2006/main" w="9525">
            <a:solidFill>
              <a:srgbClr val="DCE8F5"/>
            </a:solidFill>
            <a:prstDash val="solid"/>
          </a:ln>
        </p:spPr>
      </p:sp>
      <p:sp>
        <p:nvSpPr>
          <p:cNvPr id="13" name="role-3-underlay">
            <a:extLst xmlns:a="http://schemas.openxmlformats.org/drawingml/2006/main">
              <a:ext uri="{FF2B5EF4-FFF2-40B4-BE49-F238E27FC236}">
                <a16:creationId xmlns:a16="http://schemas.microsoft.com/office/drawing/2014/main" id="{D8524857-7CF6-4F93-9E8D-D7B92CA7F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4429125"/>
            <a:ext cx="1409700" cy="747713"/>
          </a:xfrm>
          <a:prstGeom xmlns:a="http://schemas.openxmlformats.org/drawingml/2006/main" prst="roundRect">
            <a:avLst>
              <a:gd name="adj" fmla="val 20382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ole-3-label">
            <a:extLst xmlns:a="http://schemas.openxmlformats.org/drawingml/2006/main">
              <a:ext uri="{FF2B5EF4-FFF2-40B4-BE49-F238E27FC236}">
                <a16:creationId xmlns:a16="http://schemas.microsoft.com/office/drawing/2014/main" id="{629DBD0D-822D-4F7B-A583-AA011F43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4391025"/>
            <a:ext cx="1409700" cy="747713"/>
          </a:xfrm>
          <a:prstGeom xmlns:a="http://schemas.openxmlformats.org/drawingml/2006/main" prst="roundRect">
            <a:avLst>
              <a:gd name="adj" fmla="val 203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6"/>
          <a:fontRef xmlns:a="http://schemas.openxmlformats.org/drawingml/2006/main" idx="major"/>
        </p:style>
      </p:sp>
      <p:sp>
        <p:nvSpPr>
          <p:cNvPr id="15" name="role-3-accent">
            <a:extLst xmlns:a="http://schemas.openxmlformats.org/drawingml/2006/main">
              <a:ext uri="{FF2B5EF4-FFF2-40B4-BE49-F238E27FC236}">
                <a16:creationId xmlns:a16="http://schemas.microsoft.com/office/drawing/2014/main" id="{C6202349-25F9-47C1-B358-8BFF510F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4391025"/>
            <a:ext cx="66675" cy="74771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9E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ole-3-name">
            <a:extLst xmlns:a="http://schemas.openxmlformats.org/drawingml/2006/main">
              <a:ext uri="{FF2B5EF4-FFF2-40B4-BE49-F238E27FC236}">
                <a16:creationId xmlns:a16="http://schemas.microsoft.com/office/drawing/2014/main" id="{35170700-7398-4DFE-94AF-DDC13F0E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" y="4641056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42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管理团队</a:t>
            </a:r>
          </a:p>
        </p:txBody>
      </p:sp>
      <p:sp>
        <p:nvSpPr>
          <p:cNvPr id="17" name="lane-4-surface">
            <a:extLst xmlns:a="http://schemas.openxmlformats.org/drawingml/2006/main">
              <a:ext uri="{FF2B5EF4-FFF2-40B4-BE49-F238E27FC236}">
                <a16:creationId xmlns:a16="http://schemas.microsoft.com/office/drawing/2014/main" id="{02988F77-4162-46D8-97EF-0C615677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5025" y="5291138"/>
            <a:ext cx="9563100" cy="900113"/>
          </a:xfrm>
          <a:prstGeom xmlns:a="http://schemas.openxmlformats.org/drawingml/2006/main" prst="roundRect">
            <a:avLst>
              <a:gd name="adj" fmla="val 16931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CE8F5"/>
            </a:solidFill>
            <a:prstDash val="solid"/>
          </a:ln>
        </p:spPr>
      </p:sp>
      <p:sp>
        <p:nvSpPr>
          <p:cNvPr id="18" name="role-4-underlay">
            <a:extLst xmlns:a="http://schemas.openxmlformats.org/drawingml/2006/main">
              <a:ext uri="{FF2B5EF4-FFF2-40B4-BE49-F238E27FC236}">
                <a16:creationId xmlns:a16="http://schemas.microsoft.com/office/drawing/2014/main" id="{E8241E52-C647-4388-B6C5-2230A9EB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5405438"/>
            <a:ext cx="1409700" cy="747713"/>
          </a:xfrm>
          <a:prstGeom xmlns:a="http://schemas.openxmlformats.org/drawingml/2006/main" prst="roundRect">
            <a:avLst>
              <a:gd name="adj" fmla="val 20382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ole-4-label">
            <a:extLst xmlns:a="http://schemas.openxmlformats.org/drawingml/2006/main">
              <a:ext uri="{FF2B5EF4-FFF2-40B4-BE49-F238E27FC236}">
                <a16:creationId xmlns:a16="http://schemas.microsoft.com/office/drawing/2014/main" id="{48ADDA6E-9EE0-4980-B488-4BAC76769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5367338"/>
            <a:ext cx="1409700" cy="747713"/>
          </a:xfrm>
          <a:prstGeom xmlns:a="http://schemas.openxmlformats.org/drawingml/2006/main" prst="roundRect">
            <a:avLst>
              <a:gd name="adj" fmla="val 203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6"/>
          <a:fontRef xmlns:a="http://schemas.openxmlformats.org/drawingml/2006/main" idx="major"/>
        </p:style>
      </p:sp>
      <p:sp>
        <p:nvSpPr>
          <p:cNvPr id="20" name="role-4-accent">
            <a:extLst xmlns:a="http://schemas.openxmlformats.org/drawingml/2006/main">
              <a:ext uri="{FF2B5EF4-FFF2-40B4-BE49-F238E27FC236}">
                <a16:creationId xmlns:a16="http://schemas.microsoft.com/office/drawing/2014/main" id="{0F0A6131-8832-4679-869E-6FE26195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5367338"/>
            <a:ext cx="66675" cy="74771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8B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ole-4-name">
            <a:extLst xmlns:a="http://schemas.openxmlformats.org/drawingml/2006/main">
              <a:ext uri="{FF2B5EF4-FFF2-40B4-BE49-F238E27FC236}">
                <a16:creationId xmlns:a16="http://schemas.microsoft.com/office/drawing/2014/main" id="{A6A43FE5-77E0-4DAB-B0EC-CA910803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" y="5617369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42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支持团队</a:t>
            </a:r>
          </a:p>
        </p:txBody>
      </p:sp>
      <p:sp>
        <p:nvSpPr>
          <p:cNvPr id="22" name="stage-band">
            <a:extLst xmlns:a="http://schemas.openxmlformats.org/drawingml/2006/main">
              <a:ext uri="{FF2B5EF4-FFF2-40B4-BE49-F238E27FC236}">
                <a16:creationId xmlns:a16="http://schemas.microsoft.com/office/drawing/2014/main" id="{A0BDB987-99AA-4EFD-B32C-78361B514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5025" y="1657350"/>
            <a:ext cx="956310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9525">
            <a:solidFill>
              <a:srgbClr val="D4E4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7"/>
          <a:fontRef xmlns:a="http://schemas.openxmlformats.org/drawingml/2006/main" idx="major"/>
        </p:style>
      </p:sp>
      <p:sp>
        <p:nvSpPr>
          <p:cNvPr id="23" name="column-divider-1">
            <a:extLst xmlns:a="http://schemas.openxmlformats.org/drawingml/2006/main">
              <a:ext uri="{FF2B5EF4-FFF2-40B4-BE49-F238E27FC236}">
                <a16:creationId xmlns:a16="http://schemas.microsoft.com/office/drawing/2014/main" id="{4193A600-0BFD-42B7-B1CB-AD3366DF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92623" y="24574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olumn-divider-2">
            <a:extLst xmlns:a="http://schemas.openxmlformats.org/drawingml/2006/main">
              <a:ext uri="{FF2B5EF4-FFF2-40B4-BE49-F238E27FC236}">
                <a16:creationId xmlns:a16="http://schemas.microsoft.com/office/drawing/2014/main" id="{7B07D944-3FE2-4ABD-A0AD-B014ACEF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80374" y="24574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handoff-1">
            <a:extLst xmlns:a="http://schemas.openxmlformats.org/drawingml/2006/main">
              <a:ext uri="{FF2B5EF4-FFF2-40B4-BE49-F238E27FC236}">
                <a16:creationId xmlns:a16="http://schemas.microsoft.com/office/drawing/2014/main" id="{F4517F09-D197-4261-BDF0-F59EF5F3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8047" y="2850356"/>
            <a:ext cx="66675" cy="1952625"/>
          </a:xfrm>
          <a:custGeom xmlns:a="http://schemas.openxmlformats.org/drawingml/2006/main">
            <a:pathLst>
              <a:path w="66675" h="1952625">
                <a:moveTo>
                  <a:pt x="0" y="0"/>
                </a:moveTo>
                <a:lnTo>
                  <a:pt x="18964" y="0"/>
                </a:lnTo>
                <a:lnTo>
                  <a:pt x="37929" y="0"/>
                </a:lnTo>
                <a:lnTo>
                  <a:pt x="56893" y="0"/>
                </a:lnTo>
                <a:lnTo>
                  <a:pt x="66675" y="9182"/>
                </a:lnTo>
                <a:lnTo>
                  <a:pt x="66675" y="28146"/>
                </a:lnTo>
                <a:lnTo>
                  <a:pt x="66675" y="47101"/>
                </a:lnTo>
                <a:lnTo>
                  <a:pt x="66675" y="66065"/>
                </a:lnTo>
                <a:lnTo>
                  <a:pt x="66675" y="85030"/>
                </a:lnTo>
                <a:lnTo>
                  <a:pt x="66675" y="103994"/>
                </a:lnTo>
                <a:lnTo>
                  <a:pt x="66675" y="122958"/>
                </a:lnTo>
                <a:lnTo>
                  <a:pt x="66675" y="141923"/>
                </a:lnTo>
                <a:lnTo>
                  <a:pt x="66675" y="160887"/>
                </a:lnTo>
                <a:lnTo>
                  <a:pt x="66675" y="179851"/>
                </a:lnTo>
                <a:lnTo>
                  <a:pt x="66675" y="198815"/>
                </a:lnTo>
                <a:lnTo>
                  <a:pt x="66675" y="217780"/>
                </a:lnTo>
                <a:lnTo>
                  <a:pt x="66675" y="236744"/>
                </a:lnTo>
                <a:lnTo>
                  <a:pt x="66675" y="255699"/>
                </a:lnTo>
                <a:lnTo>
                  <a:pt x="66675" y="274663"/>
                </a:lnTo>
                <a:lnTo>
                  <a:pt x="66675" y="293627"/>
                </a:lnTo>
                <a:lnTo>
                  <a:pt x="66675" y="312591"/>
                </a:lnTo>
                <a:lnTo>
                  <a:pt x="66675" y="331556"/>
                </a:lnTo>
                <a:lnTo>
                  <a:pt x="66675" y="350520"/>
                </a:lnTo>
                <a:lnTo>
                  <a:pt x="66675" y="369484"/>
                </a:lnTo>
                <a:lnTo>
                  <a:pt x="66675" y="388449"/>
                </a:lnTo>
                <a:lnTo>
                  <a:pt x="66675" y="407413"/>
                </a:lnTo>
                <a:lnTo>
                  <a:pt x="66675" y="426377"/>
                </a:lnTo>
                <a:lnTo>
                  <a:pt x="66675" y="445341"/>
                </a:lnTo>
                <a:lnTo>
                  <a:pt x="66675" y="464296"/>
                </a:lnTo>
                <a:lnTo>
                  <a:pt x="66675" y="483260"/>
                </a:lnTo>
                <a:lnTo>
                  <a:pt x="66675" y="502225"/>
                </a:lnTo>
                <a:lnTo>
                  <a:pt x="66675" y="521189"/>
                </a:lnTo>
                <a:lnTo>
                  <a:pt x="66675" y="540153"/>
                </a:lnTo>
                <a:lnTo>
                  <a:pt x="66675" y="559118"/>
                </a:lnTo>
                <a:lnTo>
                  <a:pt x="66675" y="578082"/>
                </a:lnTo>
                <a:lnTo>
                  <a:pt x="66675" y="597046"/>
                </a:lnTo>
                <a:lnTo>
                  <a:pt x="66675" y="616010"/>
                </a:lnTo>
                <a:lnTo>
                  <a:pt x="66675" y="634975"/>
                </a:lnTo>
                <a:lnTo>
                  <a:pt x="66675" y="653939"/>
                </a:lnTo>
                <a:lnTo>
                  <a:pt x="66675" y="672894"/>
                </a:lnTo>
                <a:lnTo>
                  <a:pt x="66675" y="691858"/>
                </a:lnTo>
                <a:lnTo>
                  <a:pt x="66675" y="710822"/>
                </a:lnTo>
                <a:lnTo>
                  <a:pt x="66675" y="729786"/>
                </a:lnTo>
                <a:lnTo>
                  <a:pt x="66675" y="748751"/>
                </a:lnTo>
                <a:lnTo>
                  <a:pt x="66675" y="767715"/>
                </a:lnTo>
                <a:lnTo>
                  <a:pt x="66675" y="786679"/>
                </a:lnTo>
                <a:lnTo>
                  <a:pt x="66675" y="805644"/>
                </a:lnTo>
                <a:lnTo>
                  <a:pt x="66675" y="824608"/>
                </a:lnTo>
                <a:lnTo>
                  <a:pt x="66675" y="843572"/>
                </a:lnTo>
                <a:lnTo>
                  <a:pt x="66675" y="862536"/>
                </a:lnTo>
                <a:lnTo>
                  <a:pt x="66675" y="881491"/>
                </a:lnTo>
                <a:lnTo>
                  <a:pt x="66675" y="900455"/>
                </a:lnTo>
                <a:lnTo>
                  <a:pt x="66675" y="919420"/>
                </a:lnTo>
                <a:lnTo>
                  <a:pt x="66675" y="938384"/>
                </a:lnTo>
                <a:lnTo>
                  <a:pt x="66675" y="957348"/>
                </a:lnTo>
                <a:lnTo>
                  <a:pt x="66675" y="976313"/>
                </a:lnTo>
                <a:lnTo>
                  <a:pt x="66675" y="995277"/>
                </a:lnTo>
                <a:lnTo>
                  <a:pt x="66675" y="1014241"/>
                </a:lnTo>
                <a:lnTo>
                  <a:pt x="66675" y="1033205"/>
                </a:lnTo>
                <a:lnTo>
                  <a:pt x="66675" y="1052170"/>
                </a:lnTo>
                <a:lnTo>
                  <a:pt x="66675" y="1071134"/>
                </a:lnTo>
                <a:lnTo>
                  <a:pt x="66675" y="1090089"/>
                </a:lnTo>
                <a:lnTo>
                  <a:pt x="66675" y="1109053"/>
                </a:lnTo>
                <a:lnTo>
                  <a:pt x="66675" y="1128017"/>
                </a:lnTo>
                <a:lnTo>
                  <a:pt x="66675" y="1146981"/>
                </a:lnTo>
                <a:lnTo>
                  <a:pt x="66675" y="1165946"/>
                </a:lnTo>
                <a:lnTo>
                  <a:pt x="66675" y="1184910"/>
                </a:lnTo>
                <a:lnTo>
                  <a:pt x="66675" y="1203874"/>
                </a:lnTo>
                <a:lnTo>
                  <a:pt x="66675" y="1222839"/>
                </a:lnTo>
                <a:lnTo>
                  <a:pt x="66675" y="1241803"/>
                </a:lnTo>
                <a:lnTo>
                  <a:pt x="66675" y="1260767"/>
                </a:lnTo>
                <a:lnTo>
                  <a:pt x="66675" y="1279731"/>
                </a:lnTo>
                <a:lnTo>
                  <a:pt x="66675" y="1298686"/>
                </a:lnTo>
                <a:lnTo>
                  <a:pt x="66675" y="1317650"/>
                </a:lnTo>
                <a:lnTo>
                  <a:pt x="66675" y="1336615"/>
                </a:lnTo>
                <a:lnTo>
                  <a:pt x="66675" y="1355579"/>
                </a:lnTo>
                <a:lnTo>
                  <a:pt x="66675" y="1374543"/>
                </a:lnTo>
                <a:lnTo>
                  <a:pt x="66675" y="1393508"/>
                </a:lnTo>
                <a:lnTo>
                  <a:pt x="66675" y="1412472"/>
                </a:lnTo>
                <a:lnTo>
                  <a:pt x="66675" y="1431436"/>
                </a:lnTo>
                <a:lnTo>
                  <a:pt x="66675" y="1450400"/>
                </a:lnTo>
                <a:lnTo>
                  <a:pt x="66675" y="1469365"/>
                </a:lnTo>
                <a:lnTo>
                  <a:pt x="66675" y="1488329"/>
                </a:lnTo>
                <a:lnTo>
                  <a:pt x="66675" y="1507284"/>
                </a:lnTo>
                <a:lnTo>
                  <a:pt x="66675" y="1526248"/>
                </a:lnTo>
                <a:lnTo>
                  <a:pt x="66675" y="1545212"/>
                </a:lnTo>
                <a:lnTo>
                  <a:pt x="66675" y="1564176"/>
                </a:lnTo>
                <a:lnTo>
                  <a:pt x="66675" y="1583141"/>
                </a:lnTo>
                <a:lnTo>
                  <a:pt x="66675" y="1602105"/>
                </a:lnTo>
                <a:lnTo>
                  <a:pt x="66675" y="1621069"/>
                </a:lnTo>
                <a:lnTo>
                  <a:pt x="66675" y="1640034"/>
                </a:lnTo>
                <a:lnTo>
                  <a:pt x="66675" y="1658998"/>
                </a:lnTo>
                <a:lnTo>
                  <a:pt x="66675" y="1677962"/>
                </a:lnTo>
                <a:lnTo>
                  <a:pt x="66675" y="1696926"/>
                </a:lnTo>
                <a:lnTo>
                  <a:pt x="66675" y="1715881"/>
                </a:lnTo>
                <a:lnTo>
                  <a:pt x="66675" y="1734845"/>
                </a:lnTo>
                <a:lnTo>
                  <a:pt x="66675" y="1753810"/>
                </a:lnTo>
                <a:lnTo>
                  <a:pt x="66675" y="1772774"/>
                </a:lnTo>
                <a:lnTo>
                  <a:pt x="66675" y="1791738"/>
                </a:lnTo>
                <a:lnTo>
                  <a:pt x="66675" y="1810703"/>
                </a:lnTo>
                <a:lnTo>
                  <a:pt x="66675" y="1829667"/>
                </a:lnTo>
                <a:lnTo>
                  <a:pt x="66675" y="1848631"/>
                </a:lnTo>
                <a:lnTo>
                  <a:pt x="66675" y="1867595"/>
                </a:lnTo>
                <a:lnTo>
                  <a:pt x="66675" y="1886560"/>
                </a:lnTo>
                <a:lnTo>
                  <a:pt x="66675" y="1905524"/>
                </a:lnTo>
                <a:lnTo>
                  <a:pt x="66675" y="1924479"/>
                </a:lnTo>
                <a:lnTo>
                  <a:pt x="66675" y="1943443"/>
                </a:lnTo>
                <a:lnTo>
                  <a:pt x="56893" y="1952625"/>
                </a:lnTo>
                <a:lnTo>
                  <a:pt x="37929" y="1952625"/>
                </a:lnTo>
                <a:lnTo>
                  <a:pt x="18964" y="1952625"/>
                </a:lnTo>
                <a:lnTo>
                  <a:pt x="0" y="19526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8A9DF"/>
            </a:solidFill>
            <a:prstDash val="solid"/>
          </a:ln>
        </p:spPr>
      </p:sp>
      <p:sp>
        <p:nvSpPr>
          <p:cNvPr id="26" name="handoff-2">
            <a:extLst xmlns:a="http://schemas.openxmlformats.org/drawingml/2006/main">
              <a:ext uri="{FF2B5EF4-FFF2-40B4-BE49-F238E27FC236}">
                <a16:creationId xmlns:a16="http://schemas.microsoft.com/office/drawing/2014/main" id="{E05D968D-0507-422D-AC3A-1A8A1139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8047" y="3826669"/>
            <a:ext cx="1149353" cy="976313"/>
          </a:xfrm>
          <a:custGeom xmlns:a="http://schemas.openxmlformats.org/drawingml/2006/main">
            <a:pathLst>
              <a:path w="1149353" h="976313">
                <a:moveTo>
                  <a:pt x="0" y="976313"/>
                </a:moveTo>
                <a:lnTo>
                  <a:pt x="18983" y="976313"/>
                </a:lnTo>
                <a:lnTo>
                  <a:pt x="37957" y="976313"/>
                </a:lnTo>
                <a:lnTo>
                  <a:pt x="56940" y="976313"/>
                </a:lnTo>
                <a:lnTo>
                  <a:pt x="75914" y="976313"/>
                </a:lnTo>
                <a:lnTo>
                  <a:pt x="94898" y="976313"/>
                </a:lnTo>
                <a:lnTo>
                  <a:pt x="113871" y="976313"/>
                </a:lnTo>
                <a:lnTo>
                  <a:pt x="132855" y="976313"/>
                </a:lnTo>
                <a:lnTo>
                  <a:pt x="151829" y="976313"/>
                </a:lnTo>
                <a:lnTo>
                  <a:pt x="170812" y="976313"/>
                </a:lnTo>
                <a:lnTo>
                  <a:pt x="189795" y="976313"/>
                </a:lnTo>
                <a:lnTo>
                  <a:pt x="208769" y="976313"/>
                </a:lnTo>
                <a:lnTo>
                  <a:pt x="227752" y="976313"/>
                </a:lnTo>
                <a:lnTo>
                  <a:pt x="246726" y="976313"/>
                </a:lnTo>
                <a:lnTo>
                  <a:pt x="265709" y="976313"/>
                </a:lnTo>
                <a:lnTo>
                  <a:pt x="284683" y="976313"/>
                </a:lnTo>
                <a:lnTo>
                  <a:pt x="303667" y="976313"/>
                </a:lnTo>
                <a:lnTo>
                  <a:pt x="322650" y="976313"/>
                </a:lnTo>
                <a:lnTo>
                  <a:pt x="341624" y="976313"/>
                </a:lnTo>
                <a:lnTo>
                  <a:pt x="360607" y="976313"/>
                </a:lnTo>
                <a:lnTo>
                  <a:pt x="379581" y="976313"/>
                </a:lnTo>
                <a:lnTo>
                  <a:pt x="398564" y="976313"/>
                </a:lnTo>
                <a:lnTo>
                  <a:pt x="417538" y="976313"/>
                </a:lnTo>
                <a:lnTo>
                  <a:pt x="436521" y="976313"/>
                </a:lnTo>
                <a:lnTo>
                  <a:pt x="455495" y="976313"/>
                </a:lnTo>
                <a:lnTo>
                  <a:pt x="474478" y="976313"/>
                </a:lnTo>
                <a:lnTo>
                  <a:pt x="493462" y="976313"/>
                </a:lnTo>
                <a:lnTo>
                  <a:pt x="512435" y="976313"/>
                </a:lnTo>
                <a:lnTo>
                  <a:pt x="531419" y="976313"/>
                </a:lnTo>
                <a:lnTo>
                  <a:pt x="550393" y="976313"/>
                </a:lnTo>
                <a:lnTo>
                  <a:pt x="569376" y="976313"/>
                </a:lnTo>
                <a:lnTo>
                  <a:pt x="574672" y="962635"/>
                </a:lnTo>
                <a:lnTo>
                  <a:pt x="574672" y="943651"/>
                </a:lnTo>
                <a:lnTo>
                  <a:pt x="574672" y="924677"/>
                </a:lnTo>
                <a:lnTo>
                  <a:pt x="574672" y="905694"/>
                </a:lnTo>
                <a:lnTo>
                  <a:pt x="574672" y="886720"/>
                </a:lnTo>
                <a:lnTo>
                  <a:pt x="574672" y="867737"/>
                </a:lnTo>
                <a:lnTo>
                  <a:pt x="574672" y="848763"/>
                </a:lnTo>
                <a:lnTo>
                  <a:pt x="574672" y="829780"/>
                </a:lnTo>
                <a:lnTo>
                  <a:pt x="574672" y="810806"/>
                </a:lnTo>
                <a:lnTo>
                  <a:pt x="574672" y="791823"/>
                </a:lnTo>
                <a:lnTo>
                  <a:pt x="574672" y="772839"/>
                </a:lnTo>
                <a:lnTo>
                  <a:pt x="574672" y="753866"/>
                </a:lnTo>
                <a:lnTo>
                  <a:pt x="574672" y="734882"/>
                </a:lnTo>
                <a:lnTo>
                  <a:pt x="574672" y="715909"/>
                </a:lnTo>
                <a:lnTo>
                  <a:pt x="574672" y="696925"/>
                </a:lnTo>
                <a:lnTo>
                  <a:pt x="574672" y="677951"/>
                </a:lnTo>
                <a:lnTo>
                  <a:pt x="574672" y="658968"/>
                </a:lnTo>
                <a:lnTo>
                  <a:pt x="574672" y="639985"/>
                </a:lnTo>
                <a:lnTo>
                  <a:pt x="574672" y="621011"/>
                </a:lnTo>
                <a:lnTo>
                  <a:pt x="574672" y="602028"/>
                </a:lnTo>
                <a:lnTo>
                  <a:pt x="574672" y="583054"/>
                </a:lnTo>
                <a:lnTo>
                  <a:pt x="574672" y="564071"/>
                </a:lnTo>
                <a:lnTo>
                  <a:pt x="574672" y="545097"/>
                </a:lnTo>
                <a:lnTo>
                  <a:pt x="574672" y="526113"/>
                </a:lnTo>
                <a:lnTo>
                  <a:pt x="574672" y="507140"/>
                </a:lnTo>
                <a:lnTo>
                  <a:pt x="574672" y="488156"/>
                </a:lnTo>
                <a:lnTo>
                  <a:pt x="574672" y="469173"/>
                </a:lnTo>
                <a:lnTo>
                  <a:pt x="574672" y="450199"/>
                </a:lnTo>
                <a:lnTo>
                  <a:pt x="574672" y="431216"/>
                </a:lnTo>
                <a:lnTo>
                  <a:pt x="574672" y="412242"/>
                </a:lnTo>
                <a:lnTo>
                  <a:pt x="574672" y="393259"/>
                </a:lnTo>
                <a:lnTo>
                  <a:pt x="574672" y="374285"/>
                </a:lnTo>
                <a:lnTo>
                  <a:pt x="574672" y="355302"/>
                </a:lnTo>
                <a:lnTo>
                  <a:pt x="574672" y="336328"/>
                </a:lnTo>
                <a:lnTo>
                  <a:pt x="574672" y="317344"/>
                </a:lnTo>
                <a:lnTo>
                  <a:pt x="574672" y="298361"/>
                </a:lnTo>
                <a:lnTo>
                  <a:pt x="574672" y="279387"/>
                </a:lnTo>
                <a:lnTo>
                  <a:pt x="574672" y="260404"/>
                </a:lnTo>
                <a:lnTo>
                  <a:pt x="574672" y="241430"/>
                </a:lnTo>
                <a:lnTo>
                  <a:pt x="574672" y="222447"/>
                </a:lnTo>
                <a:lnTo>
                  <a:pt x="574672" y="203473"/>
                </a:lnTo>
                <a:lnTo>
                  <a:pt x="574672" y="184490"/>
                </a:lnTo>
                <a:lnTo>
                  <a:pt x="574672" y="165506"/>
                </a:lnTo>
                <a:lnTo>
                  <a:pt x="574672" y="146533"/>
                </a:lnTo>
                <a:lnTo>
                  <a:pt x="574672" y="127549"/>
                </a:lnTo>
                <a:lnTo>
                  <a:pt x="574672" y="108575"/>
                </a:lnTo>
                <a:lnTo>
                  <a:pt x="574672" y="89592"/>
                </a:lnTo>
                <a:lnTo>
                  <a:pt x="574672" y="70618"/>
                </a:lnTo>
                <a:lnTo>
                  <a:pt x="574672" y="51635"/>
                </a:lnTo>
                <a:lnTo>
                  <a:pt x="574672" y="32661"/>
                </a:lnTo>
                <a:lnTo>
                  <a:pt x="574672" y="13678"/>
                </a:lnTo>
                <a:lnTo>
                  <a:pt x="579977" y="0"/>
                </a:lnTo>
                <a:lnTo>
                  <a:pt x="598951" y="0"/>
                </a:lnTo>
                <a:lnTo>
                  <a:pt x="617934" y="0"/>
                </a:lnTo>
                <a:lnTo>
                  <a:pt x="636918" y="0"/>
                </a:lnTo>
                <a:lnTo>
                  <a:pt x="655892" y="0"/>
                </a:lnTo>
                <a:lnTo>
                  <a:pt x="674875" y="0"/>
                </a:lnTo>
                <a:lnTo>
                  <a:pt x="693849" y="0"/>
                </a:lnTo>
                <a:lnTo>
                  <a:pt x="712832" y="0"/>
                </a:lnTo>
                <a:lnTo>
                  <a:pt x="731806" y="0"/>
                </a:lnTo>
                <a:lnTo>
                  <a:pt x="750789" y="0"/>
                </a:lnTo>
                <a:lnTo>
                  <a:pt x="769763" y="0"/>
                </a:lnTo>
                <a:lnTo>
                  <a:pt x="788746" y="0"/>
                </a:lnTo>
                <a:lnTo>
                  <a:pt x="807730" y="0"/>
                </a:lnTo>
                <a:lnTo>
                  <a:pt x="826703" y="0"/>
                </a:lnTo>
                <a:lnTo>
                  <a:pt x="845687" y="0"/>
                </a:lnTo>
                <a:lnTo>
                  <a:pt x="864660" y="0"/>
                </a:lnTo>
                <a:lnTo>
                  <a:pt x="883644" y="0"/>
                </a:lnTo>
                <a:lnTo>
                  <a:pt x="902618" y="0"/>
                </a:lnTo>
                <a:lnTo>
                  <a:pt x="921601" y="0"/>
                </a:lnTo>
                <a:lnTo>
                  <a:pt x="940584" y="0"/>
                </a:lnTo>
                <a:lnTo>
                  <a:pt x="959558" y="0"/>
                </a:lnTo>
                <a:lnTo>
                  <a:pt x="978541" y="0"/>
                </a:lnTo>
                <a:lnTo>
                  <a:pt x="997515" y="0"/>
                </a:lnTo>
                <a:lnTo>
                  <a:pt x="1016498" y="0"/>
                </a:lnTo>
                <a:lnTo>
                  <a:pt x="1035472" y="0"/>
                </a:lnTo>
                <a:lnTo>
                  <a:pt x="1054456" y="0"/>
                </a:lnTo>
                <a:lnTo>
                  <a:pt x="1073429" y="0"/>
                </a:lnTo>
                <a:lnTo>
                  <a:pt x="1092413" y="0"/>
                </a:lnTo>
                <a:lnTo>
                  <a:pt x="1111396" y="0"/>
                </a:lnTo>
                <a:lnTo>
                  <a:pt x="1130370" y="0"/>
                </a:lnTo>
                <a:lnTo>
                  <a:pt x="11493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8A9DF"/>
            </a:solidFill>
            <a:prstDash val="solid"/>
          </a:ln>
        </p:spPr>
      </p:sp>
      <p:sp>
        <p:nvSpPr>
          <p:cNvPr id="27" name="handoff-3">
            <a:extLst xmlns:a="http://schemas.openxmlformats.org/drawingml/2006/main">
              <a:ext uri="{FF2B5EF4-FFF2-40B4-BE49-F238E27FC236}">
                <a16:creationId xmlns:a16="http://schemas.microsoft.com/office/drawing/2014/main" id="{D6A82D7C-90F1-4918-A00E-46B48A5CF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0" y="3826669"/>
            <a:ext cx="66675" cy="1952625"/>
          </a:xfrm>
          <a:custGeom xmlns:a="http://schemas.openxmlformats.org/drawingml/2006/main">
            <a:pathLst>
              <a:path w="66675" h="1952625">
                <a:moveTo>
                  <a:pt x="0" y="0"/>
                </a:moveTo>
                <a:lnTo>
                  <a:pt x="18964" y="0"/>
                </a:lnTo>
                <a:lnTo>
                  <a:pt x="37929" y="0"/>
                </a:lnTo>
                <a:lnTo>
                  <a:pt x="56893" y="0"/>
                </a:lnTo>
                <a:lnTo>
                  <a:pt x="66675" y="9182"/>
                </a:lnTo>
                <a:lnTo>
                  <a:pt x="66675" y="28146"/>
                </a:lnTo>
                <a:lnTo>
                  <a:pt x="66675" y="47101"/>
                </a:lnTo>
                <a:lnTo>
                  <a:pt x="66675" y="66065"/>
                </a:lnTo>
                <a:lnTo>
                  <a:pt x="66675" y="85030"/>
                </a:lnTo>
                <a:lnTo>
                  <a:pt x="66675" y="103994"/>
                </a:lnTo>
                <a:lnTo>
                  <a:pt x="66675" y="122958"/>
                </a:lnTo>
                <a:lnTo>
                  <a:pt x="66675" y="141923"/>
                </a:lnTo>
                <a:lnTo>
                  <a:pt x="66675" y="160887"/>
                </a:lnTo>
                <a:lnTo>
                  <a:pt x="66675" y="179851"/>
                </a:lnTo>
                <a:lnTo>
                  <a:pt x="66675" y="198815"/>
                </a:lnTo>
                <a:lnTo>
                  <a:pt x="66675" y="217780"/>
                </a:lnTo>
                <a:lnTo>
                  <a:pt x="66675" y="236744"/>
                </a:lnTo>
                <a:lnTo>
                  <a:pt x="66675" y="255699"/>
                </a:lnTo>
                <a:lnTo>
                  <a:pt x="66675" y="274663"/>
                </a:lnTo>
                <a:lnTo>
                  <a:pt x="66675" y="293627"/>
                </a:lnTo>
                <a:lnTo>
                  <a:pt x="66675" y="312591"/>
                </a:lnTo>
                <a:lnTo>
                  <a:pt x="66675" y="331556"/>
                </a:lnTo>
                <a:lnTo>
                  <a:pt x="66675" y="350520"/>
                </a:lnTo>
                <a:lnTo>
                  <a:pt x="66675" y="369484"/>
                </a:lnTo>
                <a:lnTo>
                  <a:pt x="66675" y="388449"/>
                </a:lnTo>
                <a:lnTo>
                  <a:pt x="66675" y="407413"/>
                </a:lnTo>
                <a:lnTo>
                  <a:pt x="66675" y="426377"/>
                </a:lnTo>
                <a:lnTo>
                  <a:pt x="66675" y="445341"/>
                </a:lnTo>
                <a:lnTo>
                  <a:pt x="66675" y="464296"/>
                </a:lnTo>
                <a:lnTo>
                  <a:pt x="66675" y="483260"/>
                </a:lnTo>
                <a:lnTo>
                  <a:pt x="66675" y="502225"/>
                </a:lnTo>
                <a:lnTo>
                  <a:pt x="66675" y="521189"/>
                </a:lnTo>
                <a:lnTo>
                  <a:pt x="66675" y="540153"/>
                </a:lnTo>
                <a:lnTo>
                  <a:pt x="66675" y="559118"/>
                </a:lnTo>
                <a:lnTo>
                  <a:pt x="66675" y="578082"/>
                </a:lnTo>
                <a:lnTo>
                  <a:pt x="66675" y="597046"/>
                </a:lnTo>
                <a:lnTo>
                  <a:pt x="66675" y="616010"/>
                </a:lnTo>
                <a:lnTo>
                  <a:pt x="66675" y="634975"/>
                </a:lnTo>
                <a:lnTo>
                  <a:pt x="66675" y="653939"/>
                </a:lnTo>
                <a:lnTo>
                  <a:pt x="66675" y="672894"/>
                </a:lnTo>
                <a:lnTo>
                  <a:pt x="66675" y="691858"/>
                </a:lnTo>
                <a:lnTo>
                  <a:pt x="66675" y="710822"/>
                </a:lnTo>
                <a:lnTo>
                  <a:pt x="66675" y="729786"/>
                </a:lnTo>
                <a:lnTo>
                  <a:pt x="66675" y="748751"/>
                </a:lnTo>
                <a:lnTo>
                  <a:pt x="66675" y="767715"/>
                </a:lnTo>
                <a:lnTo>
                  <a:pt x="66675" y="786679"/>
                </a:lnTo>
                <a:lnTo>
                  <a:pt x="66675" y="805644"/>
                </a:lnTo>
                <a:lnTo>
                  <a:pt x="66675" y="824608"/>
                </a:lnTo>
                <a:lnTo>
                  <a:pt x="66675" y="843572"/>
                </a:lnTo>
                <a:lnTo>
                  <a:pt x="66675" y="862536"/>
                </a:lnTo>
                <a:lnTo>
                  <a:pt x="66675" y="881491"/>
                </a:lnTo>
                <a:lnTo>
                  <a:pt x="66675" y="900455"/>
                </a:lnTo>
                <a:lnTo>
                  <a:pt x="66675" y="919420"/>
                </a:lnTo>
                <a:lnTo>
                  <a:pt x="66675" y="938384"/>
                </a:lnTo>
                <a:lnTo>
                  <a:pt x="66675" y="957348"/>
                </a:lnTo>
                <a:lnTo>
                  <a:pt x="66675" y="976313"/>
                </a:lnTo>
                <a:lnTo>
                  <a:pt x="66675" y="995277"/>
                </a:lnTo>
                <a:lnTo>
                  <a:pt x="66675" y="1014241"/>
                </a:lnTo>
                <a:lnTo>
                  <a:pt x="66675" y="1033205"/>
                </a:lnTo>
                <a:lnTo>
                  <a:pt x="66675" y="1052170"/>
                </a:lnTo>
                <a:lnTo>
                  <a:pt x="66675" y="1071134"/>
                </a:lnTo>
                <a:lnTo>
                  <a:pt x="66675" y="1090089"/>
                </a:lnTo>
                <a:lnTo>
                  <a:pt x="66675" y="1109053"/>
                </a:lnTo>
                <a:lnTo>
                  <a:pt x="66675" y="1128017"/>
                </a:lnTo>
                <a:lnTo>
                  <a:pt x="66675" y="1146981"/>
                </a:lnTo>
                <a:lnTo>
                  <a:pt x="66675" y="1165946"/>
                </a:lnTo>
                <a:lnTo>
                  <a:pt x="66675" y="1184910"/>
                </a:lnTo>
                <a:lnTo>
                  <a:pt x="66675" y="1203874"/>
                </a:lnTo>
                <a:lnTo>
                  <a:pt x="66675" y="1222839"/>
                </a:lnTo>
                <a:lnTo>
                  <a:pt x="66675" y="1241803"/>
                </a:lnTo>
                <a:lnTo>
                  <a:pt x="66675" y="1260767"/>
                </a:lnTo>
                <a:lnTo>
                  <a:pt x="66675" y="1279731"/>
                </a:lnTo>
                <a:lnTo>
                  <a:pt x="66675" y="1298686"/>
                </a:lnTo>
                <a:lnTo>
                  <a:pt x="66675" y="1317650"/>
                </a:lnTo>
                <a:lnTo>
                  <a:pt x="66675" y="1336615"/>
                </a:lnTo>
                <a:lnTo>
                  <a:pt x="66675" y="1355579"/>
                </a:lnTo>
                <a:lnTo>
                  <a:pt x="66675" y="1374543"/>
                </a:lnTo>
                <a:lnTo>
                  <a:pt x="66675" y="1393508"/>
                </a:lnTo>
                <a:lnTo>
                  <a:pt x="66675" y="1412472"/>
                </a:lnTo>
                <a:lnTo>
                  <a:pt x="66675" y="1431436"/>
                </a:lnTo>
                <a:lnTo>
                  <a:pt x="66675" y="1450400"/>
                </a:lnTo>
                <a:lnTo>
                  <a:pt x="66675" y="1469365"/>
                </a:lnTo>
                <a:lnTo>
                  <a:pt x="66675" y="1488329"/>
                </a:lnTo>
                <a:lnTo>
                  <a:pt x="66675" y="1507284"/>
                </a:lnTo>
                <a:lnTo>
                  <a:pt x="66675" y="1526248"/>
                </a:lnTo>
                <a:lnTo>
                  <a:pt x="66675" y="1545212"/>
                </a:lnTo>
                <a:lnTo>
                  <a:pt x="66675" y="1564176"/>
                </a:lnTo>
                <a:lnTo>
                  <a:pt x="66675" y="1583141"/>
                </a:lnTo>
                <a:lnTo>
                  <a:pt x="66675" y="1602105"/>
                </a:lnTo>
                <a:lnTo>
                  <a:pt x="66675" y="1621069"/>
                </a:lnTo>
                <a:lnTo>
                  <a:pt x="66675" y="1640034"/>
                </a:lnTo>
                <a:lnTo>
                  <a:pt x="66675" y="1658998"/>
                </a:lnTo>
                <a:lnTo>
                  <a:pt x="66675" y="1677962"/>
                </a:lnTo>
                <a:lnTo>
                  <a:pt x="66675" y="1696926"/>
                </a:lnTo>
                <a:lnTo>
                  <a:pt x="66675" y="1715881"/>
                </a:lnTo>
                <a:lnTo>
                  <a:pt x="66675" y="1734845"/>
                </a:lnTo>
                <a:lnTo>
                  <a:pt x="66675" y="1753810"/>
                </a:lnTo>
                <a:lnTo>
                  <a:pt x="66675" y="1772774"/>
                </a:lnTo>
                <a:lnTo>
                  <a:pt x="66675" y="1791738"/>
                </a:lnTo>
                <a:lnTo>
                  <a:pt x="66675" y="1810703"/>
                </a:lnTo>
                <a:lnTo>
                  <a:pt x="66675" y="1829667"/>
                </a:lnTo>
                <a:lnTo>
                  <a:pt x="66675" y="1848631"/>
                </a:lnTo>
                <a:lnTo>
                  <a:pt x="66675" y="1867595"/>
                </a:lnTo>
                <a:lnTo>
                  <a:pt x="66675" y="1886560"/>
                </a:lnTo>
                <a:lnTo>
                  <a:pt x="66675" y="1905524"/>
                </a:lnTo>
                <a:lnTo>
                  <a:pt x="66675" y="1924479"/>
                </a:lnTo>
                <a:lnTo>
                  <a:pt x="66675" y="1943443"/>
                </a:lnTo>
                <a:lnTo>
                  <a:pt x="56893" y="1952625"/>
                </a:lnTo>
                <a:lnTo>
                  <a:pt x="37929" y="1952625"/>
                </a:lnTo>
                <a:lnTo>
                  <a:pt x="18964" y="1952625"/>
                </a:lnTo>
                <a:lnTo>
                  <a:pt x="0" y="19526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8A9DF"/>
            </a:solidFill>
            <a:prstDash val="solid"/>
          </a:ln>
        </p:spPr>
      </p:sp>
      <p:sp>
        <p:nvSpPr>
          <p:cNvPr id="28" name="handoff-4">
            <a:extLst xmlns:a="http://schemas.openxmlformats.org/drawingml/2006/main">
              <a:ext uri="{FF2B5EF4-FFF2-40B4-BE49-F238E27FC236}">
                <a16:creationId xmlns:a16="http://schemas.microsoft.com/office/drawing/2014/main" id="{81BBB3EF-FB81-499C-B3CB-C8B09C3E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0" y="3826669"/>
            <a:ext cx="1149353" cy="1952625"/>
          </a:xfrm>
          <a:custGeom xmlns:a="http://schemas.openxmlformats.org/drawingml/2006/main">
            <a:pathLst>
              <a:path w="1149353" h="1952625">
                <a:moveTo>
                  <a:pt x="0" y="1952625"/>
                </a:moveTo>
                <a:lnTo>
                  <a:pt x="19031" y="1952625"/>
                </a:lnTo>
                <a:lnTo>
                  <a:pt x="38062" y="1952625"/>
                </a:lnTo>
                <a:lnTo>
                  <a:pt x="57093" y="1952625"/>
                </a:lnTo>
                <a:lnTo>
                  <a:pt x="76124" y="1952625"/>
                </a:lnTo>
                <a:lnTo>
                  <a:pt x="95155" y="1952625"/>
                </a:lnTo>
                <a:lnTo>
                  <a:pt x="114186" y="1952625"/>
                </a:lnTo>
                <a:lnTo>
                  <a:pt x="133217" y="1952625"/>
                </a:lnTo>
                <a:lnTo>
                  <a:pt x="152248" y="1952625"/>
                </a:lnTo>
                <a:lnTo>
                  <a:pt x="171279" y="1952625"/>
                </a:lnTo>
                <a:lnTo>
                  <a:pt x="190310" y="1952625"/>
                </a:lnTo>
                <a:lnTo>
                  <a:pt x="209331" y="1952625"/>
                </a:lnTo>
                <a:lnTo>
                  <a:pt x="228362" y="1952625"/>
                </a:lnTo>
                <a:lnTo>
                  <a:pt x="247393" y="1952625"/>
                </a:lnTo>
                <a:lnTo>
                  <a:pt x="266424" y="1952625"/>
                </a:lnTo>
                <a:lnTo>
                  <a:pt x="285455" y="1952625"/>
                </a:lnTo>
                <a:lnTo>
                  <a:pt x="304486" y="1952625"/>
                </a:lnTo>
                <a:lnTo>
                  <a:pt x="323517" y="1952625"/>
                </a:lnTo>
                <a:lnTo>
                  <a:pt x="342548" y="1952625"/>
                </a:lnTo>
                <a:lnTo>
                  <a:pt x="361579" y="1952625"/>
                </a:lnTo>
                <a:lnTo>
                  <a:pt x="380609" y="1952625"/>
                </a:lnTo>
                <a:lnTo>
                  <a:pt x="399640" y="1952625"/>
                </a:lnTo>
                <a:lnTo>
                  <a:pt x="418671" y="1952625"/>
                </a:lnTo>
                <a:lnTo>
                  <a:pt x="437702" y="1952625"/>
                </a:lnTo>
                <a:lnTo>
                  <a:pt x="456733" y="1952625"/>
                </a:lnTo>
                <a:lnTo>
                  <a:pt x="475764" y="1952625"/>
                </a:lnTo>
                <a:lnTo>
                  <a:pt x="494795" y="1952625"/>
                </a:lnTo>
                <a:lnTo>
                  <a:pt x="513826" y="1952625"/>
                </a:lnTo>
                <a:lnTo>
                  <a:pt x="532857" y="1952625"/>
                </a:lnTo>
                <a:lnTo>
                  <a:pt x="551888" y="1952625"/>
                </a:lnTo>
                <a:lnTo>
                  <a:pt x="570919" y="1952625"/>
                </a:lnTo>
                <a:lnTo>
                  <a:pt x="574672" y="1937356"/>
                </a:lnTo>
                <a:lnTo>
                  <a:pt x="574672" y="1918325"/>
                </a:lnTo>
                <a:lnTo>
                  <a:pt x="574672" y="1899295"/>
                </a:lnTo>
                <a:lnTo>
                  <a:pt x="574672" y="1880264"/>
                </a:lnTo>
                <a:lnTo>
                  <a:pt x="574672" y="1861233"/>
                </a:lnTo>
                <a:lnTo>
                  <a:pt x="574672" y="1842202"/>
                </a:lnTo>
                <a:lnTo>
                  <a:pt x="574672" y="1823171"/>
                </a:lnTo>
                <a:lnTo>
                  <a:pt x="574672" y="1804140"/>
                </a:lnTo>
                <a:lnTo>
                  <a:pt x="574672" y="1785109"/>
                </a:lnTo>
                <a:lnTo>
                  <a:pt x="574672" y="1766078"/>
                </a:lnTo>
                <a:lnTo>
                  <a:pt x="574672" y="1747047"/>
                </a:lnTo>
                <a:lnTo>
                  <a:pt x="574672" y="1728016"/>
                </a:lnTo>
                <a:lnTo>
                  <a:pt x="574672" y="1708985"/>
                </a:lnTo>
                <a:lnTo>
                  <a:pt x="574672" y="1689954"/>
                </a:lnTo>
                <a:lnTo>
                  <a:pt x="574672" y="1670923"/>
                </a:lnTo>
                <a:lnTo>
                  <a:pt x="574672" y="1651892"/>
                </a:lnTo>
                <a:lnTo>
                  <a:pt x="574672" y="1632861"/>
                </a:lnTo>
                <a:lnTo>
                  <a:pt x="574672" y="1613830"/>
                </a:lnTo>
                <a:lnTo>
                  <a:pt x="574672" y="1594809"/>
                </a:lnTo>
                <a:lnTo>
                  <a:pt x="574672" y="1575778"/>
                </a:lnTo>
                <a:lnTo>
                  <a:pt x="574672" y="1556747"/>
                </a:lnTo>
                <a:lnTo>
                  <a:pt x="574672" y="1537716"/>
                </a:lnTo>
                <a:lnTo>
                  <a:pt x="574672" y="1518685"/>
                </a:lnTo>
                <a:lnTo>
                  <a:pt x="574672" y="1499654"/>
                </a:lnTo>
                <a:lnTo>
                  <a:pt x="574672" y="1480623"/>
                </a:lnTo>
                <a:lnTo>
                  <a:pt x="574672" y="1461592"/>
                </a:lnTo>
                <a:lnTo>
                  <a:pt x="574672" y="1442561"/>
                </a:lnTo>
                <a:lnTo>
                  <a:pt x="574672" y="1423530"/>
                </a:lnTo>
                <a:lnTo>
                  <a:pt x="574672" y="1404499"/>
                </a:lnTo>
                <a:lnTo>
                  <a:pt x="574672" y="1385468"/>
                </a:lnTo>
                <a:lnTo>
                  <a:pt x="574672" y="1366437"/>
                </a:lnTo>
                <a:lnTo>
                  <a:pt x="574672" y="1347407"/>
                </a:lnTo>
                <a:lnTo>
                  <a:pt x="574672" y="1328376"/>
                </a:lnTo>
                <a:lnTo>
                  <a:pt x="574672" y="1309345"/>
                </a:lnTo>
                <a:lnTo>
                  <a:pt x="574672" y="1290314"/>
                </a:lnTo>
                <a:lnTo>
                  <a:pt x="574672" y="1271283"/>
                </a:lnTo>
                <a:lnTo>
                  <a:pt x="574672" y="1252252"/>
                </a:lnTo>
                <a:lnTo>
                  <a:pt x="574672" y="1233221"/>
                </a:lnTo>
                <a:lnTo>
                  <a:pt x="574672" y="1214190"/>
                </a:lnTo>
                <a:lnTo>
                  <a:pt x="574672" y="1195159"/>
                </a:lnTo>
                <a:lnTo>
                  <a:pt x="574672" y="1176137"/>
                </a:lnTo>
                <a:lnTo>
                  <a:pt x="574672" y="1157107"/>
                </a:lnTo>
                <a:lnTo>
                  <a:pt x="574672" y="1138076"/>
                </a:lnTo>
                <a:lnTo>
                  <a:pt x="574672" y="1119045"/>
                </a:lnTo>
                <a:lnTo>
                  <a:pt x="574672" y="1100014"/>
                </a:lnTo>
                <a:lnTo>
                  <a:pt x="574672" y="1080983"/>
                </a:lnTo>
                <a:lnTo>
                  <a:pt x="574672" y="1061952"/>
                </a:lnTo>
                <a:lnTo>
                  <a:pt x="574672" y="1042921"/>
                </a:lnTo>
                <a:lnTo>
                  <a:pt x="574672" y="1023890"/>
                </a:lnTo>
                <a:lnTo>
                  <a:pt x="574672" y="1004859"/>
                </a:lnTo>
                <a:lnTo>
                  <a:pt x="574672" y="985828"/>
                </a:lnTo>
                <a:lnTo>
                  <a:pt x="574672" y="966797"/>
                </a:lnTo>
                <a:lnTo>
                  <a:pt x="574672" y="947766"/>
                </a:lnTo>
                <a:lnTo>
                  <a:pt x="574672" y="928735"/>
                </a:lnTo>
                <a:lnTo>
                  <a:pt x="574672" y="909704"/>
                </a:lnTo>
                <a:lnTo>
                  <a:pt x="574672" y="890673"/>
                </a:lnTo>
                <a:lnTo>
                  <a:pt x="574672" y="871642"/>
                </a:lnTo>
                <a:lnTo>
                  <a:pt x="574672" y="852611"/>
                </a:lnTo>
                <a:lnTo>
                  <a:pt x="574672" y="833580"/>
                </a:lnTo>
                <a:lnTo>
                  <a:pt x="574672" y="814549"/>
                </a:lnTo>
                <a:lnTo>
                  <a:pt x="574672" y="795518"/>
                </a:lnTo>
                <a:lnTo>
                  <a:pt x="574672" y="776488"/>
                </a:lnTo>
                <a:lnTo>
                  <a:pt x="574672" y="757457"/>
                </a:lnTo>
                <a:lnTo>
                  <a:pt x="574672" y="738435"/>
                </a:lnTo>
                <a:lnTo>
                  <a:pt x="574672" y="719404"/>
                </a:lnTo>
                <a:lnTo>
                  <a:pt x="574672" y="700373"/>
                </a:lnTo>
                <a:lnTo>
                  <a:pt x="574672" y="681342"/>
                </a:lnTo>
                <a:lnTo>
                  <a:pt x="574672" y="662311"/>
                </a:lnTo>
                <a:lnTo>
                  <a:pt x="574672" y="643280"/>
                </a:lnTo>
                <a:lnTo>
                  <a:pt x="574672" y="624249"/>
                </a:lnTo>
                <a:lnTo>
                  <a:pt x="574672" y="605219"/>
                </a:lnTo>
                <a:lnTo>
                  <a:pt x="574672" y="586188"/>
                </a:lnTo>
                <a:lnTo>
                  <a:pt x="574672" y="567157"/>
                </a:lnTo>
                <a:lnTo>
                  <a:pt x="574672" y="548126"/>
                </a:lnTo>
                <a:lnTo>
                  <a:pt x="574672" y="529095"/>
                </a:lnTo>
                <a:lnTo>
                  <a:pt x="574672" y="510064"/>
                </a:lnTo>
                <a:lnTo>
                  <a:pt x="574672" y="491033"/>
                </a:lnTo>
                <a:lnTo>
                  <a:pt x="574672" y="472002"/>
                </a:lnTo>
                <a:lnTo>
                  <a:pt x="574672" y="452971"/>
                </a:lnTo>
                <a:lnTo>
                  <a:pt x="574672" y="433940"/>
                </a:lnTo>
                <a:lnTo>
                  <a:pt x="574672" y="414909"/>
                </a:lnTo>
                <a:lnTo>
                  <a:pt x="574672" y="395878"/>
                </a:lnTo>
                <a:lnTo>
                  <a:pt x="574672" y="376847"/>
                </a:lnTo>
                <a:lnTo>
                  <a:pt x="574672" y="357816"/>
                </a:lnTo>
                <a:lnTo>
                  <a:pt x="574672" y="338785"/>
                </a:lnTo>
                <a:lnTo>
                  <a:pt x="574672" y="319754"/>
                </a:lnTo>
                <a:lnTo>
                  <a:pt x="574672" y="300733"/>
                </a:lnTo>
                <a:lnTo>
                  <a:pt x="574672" y="281702"/>
                </a:lnTo>
                <a:lnTo>
                  <a:pt x="574672" y="262671"/>
                </a:lnTo>
                <a:lnTo>
                  <a:pt x="574672" y="243640"/>
                </a:lnTo>
                <a:lnTo>
                  <a:pt x="574672" y="224609"/>
                </a:lnTo>
                <a:lnTo>
                  <a:pt x="574672" y="205578"/>
                </a:lnTo>
                <a:lnTo>
                  <a:pt x="574672" y="186547"/>
                </a:lnTo>
                <a:lnTo>
                  <a:pt x="574672" y="167516"/>
                </a:lnTo>
                <a:lnTo>
                  <a:pt x="574672" y="148485"/>
                </a:lnTo>
                <a:lnTo>
                  <a:pt x="574672" y="129454"/>
                </a:lnTo>
                <a:lnTo>
                  <a:pt x="574672" y="110423"/>
                </a:lnTo>
                <a:lnTo>
                  <a:pt x="574672" y="91392"/>
                </a:lnTo>
                <a:lnTo>
                  <a:pt x="574672" y="72361"/>
                </a:lnTo>
                <a:lnTo>
                  <a:pt x="574672" y="53330"/>
                </a:lnTo>
                <a:lnTo>
                  <a:pt x="574672" y="34300"/>
                </a:lnTo>
                <a:lnTo>
                  <a:pt x="574672" y="15269"/>
                </a:lnTo>
                <a:lnTo>
                  <a:pt x="578434" y="0"/>
                </a:lnTo>
                <a:lnTo>
                  <a:pt x="597465" y="0"/>
                </a:lnTo>
                <a:lnTo>
                  <a:pt x="616496" y="0"/>
                </a:lnTo>
                <a:lnTo>
                  <a:pt x="635527" y="0"/>
                </a:lnTo>
                <a:lnTo>
                  <a:pt x="654558" y="0"/>
                </a:lnTo>
                <a:lnTo>
                  <a:pt x="673589" y="0"/>
                </a:lnTo>
                <a:lnTo>
                  <a:pt x="692620" y="0"/>
                </a:lnTo>
                <a:lnTo>
                  <a:pt x="711651" y="0"/>
                </a:lnTo>
                <a:lnTo>
                  <a:pt x="730682" y="0"/>
                </a:lnTo>
                <a:lnTo>
                  <a:pt x="749713" y="0"/>
                </a:lnTo>
                <a:lnTo>
                  <a:pt x="768744" y="0"/>
                </a:lnTo>
                <a:lnTo>
                  <a:pt x="787775" y="0"/>
                </a:lnTo>
                <a:lnTo>
                  <a:pt x="806796" y="0"/>
                </a:lnTo>
                <a:lnTo>
                  <a:pt x="825827" y="0"/>
                </a:lnTo>
                <a:lnTo>
                  <a:pt x="844858" y="0"/>
                </a:lnTo>
                <a:lnTo>
                  <a:pt x="863889" y="0"/>
                </a:lnTo>
                <a:lnTo>
                  <a:pt x="882920" y="0"/>
                </a:lnTo>
                <a:lnTo>
                  <a:pt x="901951" y="0"/>
                </a:lnTo>
                <a:lnTo>
                  <a:pt x="920982" y="0"/>
                </a:lnTo>
                <a:lnTo>
                  <a:pt x="940013" y="0"/>
                </a:lnTo>
                <a:lnTo>
                  <a:pt x="959044" y="0"/>
                </a:lnTo>
                <a:lnTo>
                  <a:pt x="978075" y="0"/>
                </a:lnTo>
                <a:lnTo>
                  <a:pt x="997106" y="0"/>
                </a:lnTo>
                <a:lnTo>
                  <a:pt x="1016137" y="0"/>
                </a:lnTo>
                <a:lnTo>
                  <a:pt x="1035167" y="0"/>
                </a:lnTo>
                <a:lnTo>
                  <a:pt x="1054198" y="0"/>
                </a:lnTo>
                <a:lnTo>
                  <a:pt x="1073229" y="0"/>
                </a:lnTo>
                <a:lnTo>
                  <a:pt x="1092260" y="0"/>
                </a:lnTo>
                <a:lnTo>
                  <a:pt x="1111291" y="0"/>
                </a:lnTo>
                <a:lnTo>
                  <a:pt x="1130322" y="0"/>
                </a:lnTo>
                <a:lnTo>
                  <a:pt x="11493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8A9DF"/>
            </a:solidFill>
            <a:prstDash val="solid"/>
          </a:ln>
        </p:spPr>
      </p:sp>
      <p:sp>
        <p:nvSpPr>
          <p:cNvPr id="29" name="handoff-5">
            <a:extLst xmlns:a="http://schemas.openxmlformats.org/drawingml/2006/main">
              <a:ext uri="{FF2B5EF4-FFF2-40B4-BE49-F238E27FC236}">
                <a16:creationId xmlns:a16="http://schemas.microsoft.com/office/drawing/2014/main" id="{E39B079C-5F83-4E44-9EA4-C0E4AA93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93453" y="2850356"/>
            <a:ext cx="66675" cy="976313"/>
          </a:xfrm>
          <a:custGeom xmlns:a="http://schemas.openxmlformats.org/drawingml/2006/main">
            <a:pathLst>
              <a:path w="66675" h="976313">
                <a:moveTo>
                  <a:pt x="0" y="976313"/>
                </a:moveTo>
                <a:lnTo>
                  <a:pt x="18812" y="976313"/>
                </a:lnTo>
                <a:lnTo>
                  <a:pt x="37614" y="976313"/>
                </a:lnTo>
                <a:lnTo>
                  <a:pt x="56426" y="976313"/>
                </a:lnTo>
                <a:lnTo>
                  <a:pt x="66675" y="967759"/>
                </a:lnTo>
                <a:lnTo>
                  <a:pt x="66675" y="948947"/>
                </a:lnTo>
                <a:lnTo>
                  <a:pt x="66675" y="930145"/>
                </a:lnTo>
                <a:lnTo>
                  <a:pt x="66675" y="911333"/>
                </a:lnTo>
                <a:lnTo>
                  <a:pt x="66675" y="892521"/>
                </a:lnTo>
                <a:lnTo>
                  <a:pt x="66675" y="873719"/>
                </a:lnTo>
                <a:lnTo>
                  <a:pt x="66675" y="854907"/>
                </a:lnTo>
                <a:lnTo>
                  <a:pt x="66675" y="836105"/>
                </a:lnTo>
                <a:lnTo>
                  <a:pt x="66675" y="817293"/>
                </a:lnTo>
                <a:lnTo>
                  <a:pt x="66675" y="798490"/>
                </a:lnTo>
                <a:lnTo>
                  <a:pt x="66675" y="779678"/>
                </a:lnTo>
                <a:lnTo>
                  <a:pt x="66675" y="760867"/>
                </a:lnTo>
                <a:lnTo>
                  <a:pt x="66675" y="742064"/>
                </a:lnTo>
                <a:lnTo>
                  <a:pt x="66675" y="723252"/>
                </a:lnTo>
                <a:lnTo>
                  <a:pt x="66675" y="704450"/>
                </a:lnTo>
                <a:lnTo>
                  <a:pt x="66675" y="685638"/>
                </a:lnTo>
                <a:lnTo>
                  <a:pt x="66675" y="666826"/>
                </a:lnTo>
                <a:lnTo>
                  <a:pt x="66675" y="648024"/>
                </a:lnTo>
                <a:lnTo>
                  <a:pt x="66675" y="629212"/>
                </a:lnTo>
                <a:lnTo>
                  <a:pt x="66675" y="610410"/>
                </a:lnTo>
                <a:lnTo>
                  <a:pt x="66675" y="591598"/>
                </a:lnTo>
                <a:lnTo>
                  <a:pt x="66675" y="572795"/>
                </a:lnTo>
                <a:lnTo>
                  <a:pt x="66675" y="553984"/>
                </a:lnTo>
                <a:lnTo>
                  <a:pt x="66675" y="535172"/>
                </a:lnTo>
                <a:lnTo>
                  <a:pt x="66675" y="516369"/>
                </a:lnTo>
                <a:lnTo>
                  <a:pt x="66675" y="497557"/>
                </a:lnTo>
                <a:lnTo>
                  <a:pt x="66675" y="478755"/>
                </a:lnTo>
                <a:lnTo>
                  <a:pt x="66675" y="459943"/>
                </a:lnTo>
                <a:lnTo>
                  <a:pt x="66675" y="441141"/>
                </a:lnTo>
                <a:lnTo>
                  <a:pt x="66675" y="422329"/>
                </a:lnTo>
                <a:lnTo>
                  <a:pt x="66675" y="403517"/>
                </a:lnTo>
                <a:lnTo>
                  <a:pt x="66675" y="384715"/>
                </a:lnTo>
                <a:lnTo>
                  <a:pt x="66675" y="365903"/>
                </a:lnTo>
                <a:lnTo>
                  <a:pt x="66675" y="347101"/>
                </a:lnTo>
                <a:lnTo>
                  <a:pt x="66675" y="328289"/>
                </a:lnTo>
                <a:lnTo>
                  <a:pt x="66675" y="309486"/>
                </a:lnTo>
                <a:lnTo>
                  <a:pt x="66675" y="290674"/>
                </a:lnTo>
                <a:lnTo>
                  <a:pt x="66675" y="271863"/>
                </a:lnTo>
                <a:lnTo>
                  <a:pt x="66675" y="253060"/>
                </a:lnTo>
                <a:lnTo>
                  <a:pt x="66675" y="234248"/>
                </a:lnTo>
                <a:lnTo>
                  <a:pt x="66675" y="215446"/>
                </a:lnTo>
                <a:lnTo>
                  <a:pt x="66675" y="196634"/>
                </a:lnTo>
                <a:lnTo>
                  <a:pt x="66675" y="177822"/>
                </a:lnTo>
                <a:lnTo>
                  <a:pt x="66675" y="159020"/>
                </a:lnTo>
                <a:lnTo>
                  <a:pt x="66675" y="140208"/>
                </a:lnTo>
                <a:lnTo>
                  <a:pt x="66675" y="121406"/>
                </a:lnTo>
                <a:lnTo>
                  <a:pt x="66675" y="102594"/>
                </a:lnTo>
                <a:lnTo>
                  <a:pt x="66675" y="83791"/>
                </a:lnTo>
                <a:lnTo>
                  <a:pt x="66675" y="64980"/>
                </a:lnTo>
                <a:lnTo>
                  <a:pt x="66675" y="46168"/>
                </a:lnTo>
                <a:lnTo>
                  <a:pt x="66675" y="27365"/>
                </a:lnTo>
                <a:lnTo>
                  <a:pt x="66675" y="8553"/>
                </a:lnTo>
                <a:lnTo>
                  <a:pt x="56426" y="0"/>
                </a:lnTo>
                <a:lnTo>
                  <a:pt x="37614" y="0"/>
                </a:lnTo>
                <a:lnTo>
                  <a:pt x="18812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8A9DF"/>
            </a:solidFill>
            <a:prstDash val="solid"/>
          </a:ln>
        </p:spPr>
      </p:sp>
      <p:sp>
        <p:nvSpPr>
          <p:cNvPr id="30" name="handoff-target-1">
            <a:extLst xmlns:a="http://schemas.openxmlformats.org/drawingml/2006/main">
              <a:ext uri="{FF2B5EF4-FFF2-40B4-BE49-F238E27FC236}">
                <a16:creationId xmlns:a16="http://schemas.microsoft.com/office/drawing/2014/main" id="{34CCD225-0317-43CA-9796-3C2A253A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6834" y="4760119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B86C5"/>
            </a:solidFill>
            <a:prstDash val="solid"/>
          </a:ln>
        </p:spPr>
      </p:sp>
      <p:sp>
        <p:nvSpPr>
          <p:cNvPr id="31" name="handoff-target-2">
            <a:extLst xmlns:a="http://schemas.openxmlformats.org/drawingml/2006/main">
              <a:ext uri="{FF2B5EF4-FFF2-40B4-BE49-F238E27FC236}">
                <a16:creationId xmlns:a16="http://schemas.microsoft.com/office/drawing/2014/main" id="{1864485B-EC01-4D90-81A4-89F94E994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4538" y="3783806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B86C5"/>
            </a:solidFill>
            <a:prstDash val="solid"/>
          </a:ln>
        </p:spPr>
      </p:sp>
      <p:sp>
        <p:nvSpPr>
          <p:cNvPr id="32" name="handoff-target-3">
            <a:extLst xmlns:a="http://schemas.openxmlformats.org/drawingml/2006/main">
              <a:ext uri="{FF2B5EF4-FFF2-40B4-BE49-F238E27FC236}">
                <a16:creationId xmlns:a16="http://schemas.microsoft.com/office/drawing/2014/main" id="{70B20C77-07F5-4AB8-B6BD-4217D6083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4538" y="5736431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B86C5"/>
            </a:solidFill>
            <a:prstDash val="solid"/>
          </a:ln>
        </p:spPr>
      </p:sp>
      <p:sp>
        <p:nvSpPr>
          <p:cNvPr id="33" name="handoff-target-4">
            <a:extLst xmlns:a="http://schemas.openxmlformats.org/drawingml/2006/main">
              <a:ext uri="{FF2B5EF4-FFF2-40B4-BE49-F238E27FC236}">
                <a16:creationId xmlns:a16="http://schemas.microsoft.com/office/drawing/2014/main" id="{8811930B-A6AA-4C70-944C-F18DC4AC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12241" y="3783806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B86C5"/>
            </a:solidFill>
            <a:prstDash val="solid"/>
          </a:ln>
        </p:spPr>
      </p:sp>
      <p:sp>
        <p:nvSpPr>
          <p:cNvPr id="34" name="handoff-target-5">
            <a:extLst xmlns:a="http://schemas.openxmlformats.org/drawingml/2006/main">
              <a:ext uri="{FF2B5EF4-FFF2-40B4-BE49-F238E27FC236}">
                <a16:creationId xmlns:a16="http://schemas.microsoft.com/office/drawing/2014/main" id="{D93C9F86-CB6E-4AA6-8C87-EC67B96D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12241" y="2807494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B86C5"/>
            </a:solidFill>
            <a:prstDash val="solid"/>
          </a:ln>
        </p:spPr>
      </p:sp>
      <p:sp>
        <p:nvSpPr>
          <p:cNvPr id="35" name="stage-order-1">
            <a:extLst xmlns:a="http://schemas.openxmlformats.org/drawingml/2006/main">
              <a:ext uri="{FF2B5EF4-FFF2-40B4-BE49-F238E27FC236}">
                <a16:creationId xmlns:a16="http://schemas.microsoft.com/office/drawing/2014/main" id="{D765332B-9F18-43B6-BB62-A9218C80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6950" y="18002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6" name="stage-1-title">
            <a:extLst xmlns:a="http://schemas.openxmlformats.org/drawingml/2006/main">
              <a:ext uri="{FF2B5EF4-FFF2-40B4-BE49-F238E27FC236}">
                <a16:creationId xmlns:a16="http://schemas.microsoft.com/office/drawing/2014/main" id="{99E458B9-32D4-4F6D-B5DC-9F3A3EA94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57475" y="1790700"/>
            <a:ext cx="252084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42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需求澄清</a:t>
            </a:r>
          </a:p>
        </p:txBody>
      </p:sp>
      <p:sp>
        <p:nvSpPr>
          <p:cNvPr id="37" name="stage-divider-2">
            <a:extLst xmlns:a="http://schemas.openxmlformats.org/drawingml/2006/main">
              <a:ext uri="{FF2B5EF4-FFF2-40B4-BE49-F238E27FC236}">
                <a16:creationId xmlns:a16="http://schemas.microsoft.com/office/drawing/2014/main" id="{3459E6EB-3CA1-4448-86CD-ADDAE2A6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92623" y="17907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stage-order-2">
            <a:extLst xmlns:a="http://schemas.openxmlformats.org/drawingml/2006/main">
              <a:ext uri="{FF2B5EF4-FFF2-40B4-BE49-F238E27FC236}">
                <a16:creationId xmlns:a16="http://schemas.microsoft.com/office/drawing/2014/main" id="{2B70A454-52CE-487A-9D30-B5D9432B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54548" y="18002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9" name="stage-2-title">
            <a:extLst xmlns:a="http://schemas.openxmlformats.org/drawingml/2006/main">
              <a:ext uri="{FF2B5EF4-FFF2-40B4-BE49-F238E27FC236}">
                <a16:creationId xmlns:a16="http://schemas.microsoft.com/office/drawing/2014/main" id="{ECEC59A8-FBAF-46D6-BFE9-CB499AC5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45073" y="1790700"/>
            <a:ext cx="2521001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42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方案设计</a:t>
            </a:r>
          </a:p>
        </p:txBody>
      </p:sp>
      <p:sp>
        <p:nvSpPr>
          <p:cNvPr id="40" name="stage-divider-3">
            <a:extLst xmlns:a="http://schemas.openxmlformats.org/drawingml/2006/main">
              <a:ext uri="{FF2B5EF4-FFF2-40B4-BE49-F238E27FC236}">
                <a16:creationId xmlns:a16="http://schemas.microsoft.com/office/drawing/2014/main" id="{9FC17749-4937-43F6-8292-DB56785F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80374" y="17907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stage-order-3">
            <a:extLst xmlns:a="http://schemas.openxmlformats.org/drawingml/2006/main">
              <a:ext uri="{FF2B5EF4-FFF2-40B4-BE49-F238E27FC236}">
                <a16:creationId xmlns:a16="http://schemas.microsoft.com/office/drawing/2014/main" id="{95E3A1CC-92B0-4F0F-9AC7-86925B15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2299" y="18002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2" name="stage-3-title">
            <a:extLst xmlns:a="http://schemas.openxmlformats.org/drawingml/2006/main">
              <a:ext uri="{FF2B5EF4-FFF2-40B4-BE49-F238E27FC236}">
                <a16:creationId xmlns:a16="http://schemas.microsoft.com/office/drawing/2014/main" id="{DB0FF4DC-D4F9-4FB5-BC55-60BC913F4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32824" y="1790700"/>
            <a:ext cx="252084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42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联合执行</a:t>
            </a:r>
          </a:p>
        </p:txBody>
      </p:sp>
      <p:sp>
        <p:nvSpPr>
          <p:cNvPr id="43" name="task-1-shadow">
            <a:extLst xmlns:a="http://schemas.openxmlformats.org/drawingml/2006/main">
              <a:ext uri="{FF2B5EF4-FFF2-40B4-BE49-F238E27FC236}">
                <a16:creationId xmlns:a16="http://schemas.microsoft.com/office/drawing/2014/main" id="{86FECB4E-3CFA-49DE-8049-A82F0A71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9649" y="2564606"/>
            <a:ext cx="2038350" cy="6667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CE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task-1-surface">
            <a:extLst xmlns:a="http://schemas.openxmlformats.org/drawingml/2006/main">
              <a:ext uri="{FF2B5EF4-FFF2-40B4-BE49-F238E27FC236}">
                <a16:creationId xmlns:a16="http://schemas.microsoft.com/office/drawing/2014/main" id="{E625E6C5-2B25-4310-9039-1EA78C4E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9649" y="2516981"/>
            <a:ext cx="2038350" cy="6667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45" name="task-1-accent">
            <a:extLst xmlns:a="http://schemas.openxmlformats.org/drawingml/2006/main">
              <a:ext uri="{FF2B5EF4-FFF2-40B4-BE49-F238E27FC236}">
                <a16:creationId xmlns:a16="http://schemas.microsoft.com/office/drawing/2014/main" id="{8A897572-3FBD-4719-B4CD-B78FB9BE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9649" y="2516981"/>
            <a:ext cx="571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task-2-shadow">
            <a:extLst xmlns:a="http://schemas.openxmlformats.org/drawingml/2006/main">
              <a:ext uri="{FF2B5EF4-FFF2-40B4-BE49-F238E27FC236}">
                <a16:creationId xmlns:a16="http://schemas.microsoft.com/office/drawing/2014/main" id="{82A839BD-3980-4C6F-AF8A-932E69D3F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9649" y="4517231"/>
            <a:ext cx="2038350" cy="6667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CE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task-2-surface">
            <a:extLst xmlns:a="http://schemas.openxmlformats.org/drawingml/2006/main">
              <a:ext uri="{FF2B5EF4-FFF2-40B4-BE49-F238E27FC236}">
                <a16:creationId xmlns:a16="http://schemas.microsoft.com/office/drawing/2014/main" id="{F1BF6FDE-92D2-4EBF-BB49-293B0080F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9649" y="4469606"/>
            <a:ext cx="2038350" cy="6667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48" name="task-2-accent">
            <a:extLst xmlns:a="http://schemas.openxmlformats.org/drawingml/2006/main">
              <a:ext uri="{FF2B5EF4-FFF2-40B4-BE49-F238E27FC236}">
                <a16:creationId xmlns:a16="http://schemas.microsoft.com/office/drawing/2014/main" id="{584B7C1C-C242-4D9E-8ADC-2AA2AEA3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79649" y="4469606"/>
            <a:ext cx="571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task-3-shadow">
            <a:extLst xmlns:a="http://schemas.openxmlformats.org/drawingml/2006/main">
              <a:ext uri="{FF2B5EF4-FFF2-40B4-BE49-F238E27FC236}">
                <a16:creationId xmlns:a16="http://schemas.microsoft.com/office/drawing/2014/main" id="{26410DE7-266F-4F21-955C-B31B754E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7400" y="3540919"/>
            <a:ext cx="2038350" cy="6667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CE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task-3-surface">
            <a:extLst xmlns:a="http://schemas.openxmlformats.org/drawingml/2006/main">
              <a:ext uri="{FF2B5EF4-FFF2-40B4-BE49-F238E27FC236}">
                <a16:creationId xmlns:a16="http://schemas.microsoft.com/office/drawing/2014/main" id="{176C65AF-92FE-44A0-AC8D-9F5BBA390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7400" y="3493294"/>
            <a:ext cx="2038350" cy="6667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51" name="task-3-accent">
            <a:extLst xmlns:a="http://schemas.openxmlformats.org/drawingml/2006/main">
              <a:ext uri="{FF2B5EF4-FFF2-40B4-BE49-F238E27FC236}">
                <a16:creationId xmlns:a16="http://schemas.microsoft.com/office/drawing/2014/main" id="{4D71CE6D-47EF-45DC-9955-952D3E525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7400" y="3493294"/>
            <a:ext cx="571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task-4-shadow">
            <a:extLst xmlns:a="http://schemas.openxmlformats.org/drawingml/2006/main">
              <a:ext uri="{FF2B5EF4-FFF2-40B4-BE49-F238E27FC236}">
                <a16:creationId xmlns:a16="http://schemas.microsoft.com/office/drawing/2014/main" id="{9734BAA1-9394-41F9-B1E1-2E169515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7400" y="5493544"/>
            <a:ext cx="2038350" cy="6667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CE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task-4-surface">
            <a:extLst xmlns:a="http://schemas.openxmlformats.org/drawingml/2006/main">
              <a:ext uri="{FF2B5EF4-FFF2-40B4-BE49-F238E27FC236}">
                <a16:creationId xmlns:a16="http://schemas.microsoft.com/office/drawing/2014/main" id="{28C26F3E-2D07-40D0-A081-661C9BC63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7400" y="5445919"/>
            <a:ext cx="2038350" cy="6667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54" name="task-4-accent">
            <a:extLst xmlns:a="http://schemas.openxmlformats.org/drawingml/2006/main">
              <a:ext uri="{FF2B5EF4-FFF2-40B4-BE49-F238E27FC236}">
                <a16:creationId xmlns:a16="http://schemas.microsoft.com/office/drawing/2014/main" id="{4EE43231-D002-42EB-B0DB-EBEE7B7C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7400" y="5445919"/>
            <a:ext cx="571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task-5-shadow">
            <a:extLst xmlns:a="http://schemas.openxmlformats.org/drawingml/2006/main">
              <a:ext uri="{FF2B5EF4-FFF2-40B4-BE49-F238E27FC236}">
                <a16:creationId xmlns:a16="http://schemas.microsoft.com/office/drawing/2014/main" id="{8791BBBA-659C-4A4E-BB8E-798E8BDC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54998" y="3540919"/>
            <a:ext cx="2038350" cy="6667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CE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task-5-surface">
            <a:extLst xmlns:a="http://schemas.openxmlformats.org/drawingml/2006/main">
              <a:ext uri="{FF2B5EF4-FFF2-40B4-BE49-F238E27FC236}">
                <a16:creationId xmlns:a16="http://schemas.microsoft.com/office/drawing/2014/main" id="{A94481B1-B6F1-4870-A3E7-227B60C1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54998" y="3493294"/>
            <a:ext cx="2038350" cy="6667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57" name="task-5-accent">
            <a:extLst xmlns:a="http://schemas.openxmlformats.org/drawingml/2006/main">
              <a:ext uri="{FF2B5EF4-FFF2-40B4-BE49-F238E27FC236}">
                <a16:creationId xmlns:a16="http://schemas.microsoft.com/office/drawing/2014/main" id="{7CD4E353-937C-47DD-A507-1BBB0373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54998" y="3493294"/>
            <a:ext cx="571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task-6-shadow">
            <a:extLst xmlns:a="http://schemas.openxmlformats.org/drawingml/2006/main">
              <a:ext uri="{FF2B5EF4-FFF2-40B4-BE49-F238E27FC236}">
                <a16:creationId xmlns:a16="http://schemas.microsoft.com/office/drawing/2014/main" id="{07FF9270-F7AF-48AD-87AC-347115F6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54998" y="2564606"/>
            <a:ext cx="2038350" cy="6667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CE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task-6-surface">
            <a:extLst xmlns:a="http://schemas.openxmlformats.org/drawingml/2006/main">
              <a:ext uri="{FF2B5EF4-FFF2-40B4-BE49-F238E27FC236}">
                <a16:creationId xmlns:a16="http://schemas.microsoft.com/office/drawing/2014/main" id="{238218F0-CCB1-4242-93EA-C524F080A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54998" y="2516981"/>
            <a:ext cx="2038350" cy="6667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60" name="task-6-accent">
            <a:extLst xmlns:a="http://schemas.openxmlformats.org/drawingml/2006/main">
              <a:ext uri="{FF2B5EF4-FFF2-40B4-BE49-F238E27FC236}">
                <a16:creationId xmlns:a16="http://schemas.microsoft.com/office/drawing/2014/main" id="{2DED3CE3-A529-43B0-AFFE-924F4CBE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54998" y="2516981"/>
            <a:ext cx="571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task-1-title">
            <a:extLst xmlns:a="http://schemas.openxmlformats.org/drawingml/2006/main">
              <a:ext uri="{FF2B5EF4-FFF2-40B4-BE49-F238E27FC236}">
                <a16:creationId xmlns:a16="http://schemas.microsoft.com/office/drawing/2014/main" id="{235E5D4F-E0AF-478E-8B43-4E78418A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0149" y="2593781"/>
            <a:ext cx="1733550" cy="279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收集真实需求</a:t>
            </a:r>
          </a:p>
        </p:txBody>
      </p:sp>
      <p:sp>
        <p:nvSpPr>
          <p:cNvPr id="62" name="task-1-body">
            <a:extLst xmlns:a="http://schemas.openxmlformats.org/drawingml/2006/main">
              <a:ext uri="{FF2B5EF4-FFF2-40B4-BE49-F238E27FC236}">
                <a16:creationId xmlns:a16="http://schemas.microsoft.com/office/drawing/2014/main" id="{D07D501D-B207-4006-9225-16669F23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0149" y="2873721"/>
            <a:ext cx="1733550" cy="233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梳理场景与核心</a:t>
            </a:r>
          </a:p>
        </p:txBody>
      </p:sp>
      <p:sp>
        <p:nvSpPr>
          <p:cNvPr id="63" name="task-2-title">
            <a:extLst xmlns:a="http://schemas.openxmlformats.org/drawingml/2006/main">
              <a:ext uri="{FF2B5EF4-FFF2-40B4-BE49-F238E27FC236}">
                <a16:creationId xmlns:a16="http://schemas.microsoft.com/office/drawing/2014/main" id="{3870ACA8-75F1-441F-B01D-2A692EA5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0149" y="4546406"/>
            <a:ext cx="1733550" cy="279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确认目标边界</a:t>
            </a:r>
          </a:p>
        </p:txBody>
      </p:sp>
      <p:sp>
        <p:nvSpPr>
          <p:cNvPr id="64" name="task-2-body">
            <a:extLst xmlns:a="http://schemas.openxmlformats.org/drawingml/2006/main">
              <a:ext uri="{FF2B5EF4-FFF2-40B4-BE49-F238E27FC236}">
                <a16:creationId xmlns:a16="http://schemas.microsoft.com/office/drawing/2014/main" id="{CA5FBE40-0CC1-4CE7-A964-17CD3CE6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0149" y="4826346"/>
            <a:ext cx="1733550" cy="233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明确范围与验收</a:t>
            </a:r>
          </a:p>
        </p:txBody>
      </p:sp>
      <p:sp>
        <p:nvSpPr>
          <p:cNvPr id="65" name="task-3-title">
            <a:extLst xmlns:a="http://schemas.openxmlformats.org/drawingml/2006/main">
              <a:ext uri="{FF2B5EF4-FFF2-40B4-BE49-F238E27FC236}">
                <a16:creationId xmlns:a16="http://schemas.microsoft.com/office/drawing/2014/main" id="{EE8F31E3-FA89-48DC-B6F9-53DA9213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57900" y="3570094"/>
            <a:ext cx="1733550" cy="279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形成实施方案</a:t>
            </a:r>
          </a:p>
        </p:txBody>
      </p:sp>
      <p:sp>
        <p:nvSpPr>
          <p:cNvPr id="66" name="task-3-body">
            <a:extLst xmlns:a="http://schemas.openxmlformats.org/drawingml/2006/main">
              <a:ext uri="{FF2B5EF4-FFF2-40B4-BE49-F238E27FC236}">
                <a16:creationId xmlns:a16="http://schemas.microsoft.com/office/drawing/2014/main" id="{719F4C49-2344-4F31-B1B6-D14EDF37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57900" y="3850034"/>
            <a:ext cx="1733550" cy="233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设计路径与关键</a:t>
            </a:r>
          </a:p>
        </p:txBody>
      </p:sp>
      <p:sp>
        <p:nvSpPr>
          <p:cNvPr id="67" name="task-4-title">
            <a:extLst xmlns:a="http://schemas.openxmlformats.org/drawingml/2006/main">
              <a:ext uri="{FF2B5EF4-FFF2-40B4-BE49-F238E27FC236}">
                <a16:creationId xmlns:a16="http://schemas.microsoft.com/office/drawing/2014/main" id="{E757EE33-8104-4D86-A2FC-BA8C9E1C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57900" y="5522719"/>
            <a:ext cx="1733550" cy="279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评估资源条件</a:t>
            </a:r>
          </a:p>
        </p:txBody>
      </p:sp>
      <p:sp>
        <p:nvSpPr>
          <p:cNvPr id="68" name="task-4-body">
            <a:extLst xmlns:a="http://schemas.openxmlformats.org/drawingml/2006/main">
              <a:ext uri="{FF2B5EF4-FFF2-40B4-BE49-F238E27FC236}">
                <a16:creationId xmlns:a16="http://schemas.microsoft.com/office/drawing/2014/main" id="{6E21D084-16B5-473B-9E2B-DE761E04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57900" y="5802659"/>
            <a:ext cx="1733550" cy="233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核对预算与支撑</a:t>
            </a:r>
          </a:p>
        </p:txBody>
      </p:sp>
      <p:sp>
        <p:nvSpPr>
          <p:cNvPr id="69" name="task-5-title">
            <a:extLst xmlns:a="http://schemas.openxmlformats.org/drawingml/2006/main">
              <a:ext uri="{FF2B5EF4-FFF2-40B4-BE49-F238E27FC236}">
                <a16:creationId xmlns:a16="http://schemas.microsoft.com/office/drawing/2014/main" id="{8AE72794-C1BA-45F8-B815-3705304F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45498" y="3570094"/>
            <a:ext cx="1733550" cy="279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完成方案交付</a:t>
            </a:r>
          </a:p>
        </p:txBody>
      </p:sp>
      <p:sp>
        <p:nvSpPr>
          <p:cNvPr id="70" name="task-5-body">
            <a:extLst xmlns:a="http://schemas.openxmlformats.org/drawingml/2006/main">
              <a:ext uri="{FF2B5EF4-FFF2-40B4-BE49-F238E27FC236}">
                <a16:creationId xmlns:a16="http://schemas.microsoft.com/office/drawing/2014/main" id="{0D035591-1D84-4172-B40B-0F23882F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45498" y="3850034"/>
            <a:ext cx="1733550" cy="233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实现功能并联调</a:t>
            </a:r>
          </a:p>
        </p:txBody>
      </p:sp>
      <p:sp>
        <p:nvSpPr>
          <p:cNvPr id="71" name="task-6-title">
            <a:extLst xmlns:a="http://schemas.openxmlformats.org/drawingml/2006/main">
              <a:ext uri="{FF2B5EF4-FFF2-40B4-BE49-F238E27FC236}">
                <a16:creationId xmlns:a16="http://schemas.microsoft.com/office/drawing/2014/main" id="{FDEB016F-8802-44D0-B917-63824E72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45498" y="2593781"/>
            <a:ext cx="1733550" cy="279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组织场景试用</a:t>
            </a:r>
          </a:p>
        </p:txBody>
      </p:sp>
      <p:sp>
        <p:nvSpPr>
          <p:cNvPr id="72" name="task-6-body">
            <a:extLst xmlns:a="http://schemas.openxmlformats.org/drawingml/2006/main">
              <a:ext uri="{FF2B5EF4-FFF2-40B4-BE49-F238E27FC236}">
                <a16:creationId xmlns:a16="http://schemas.microsoft.com/office/drawing/2014/main" id="{4A1BF07A-33A4-41A2-AC27-AC6E9BC32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45498" y="2873721"/>
            <a:ext cx="1733550" cy="233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反馈问题与使用</a:t>
            </a:r>
          </a:p>
        </p:txBody>
      </p:sp>
      <p:sp>
        <p:nvSpPr>
          <p:cNvPr id="73" name="corner-label">
            <a:extLst xmlns:a="http://schemas.openxmlformats.org/drawingml/2006/main">
              <a:ext uri="{FF2B5EF4-FFF2-40B4-BE49-F238E27FC236}">
                <a16:creationId xmlns:a16="http://schemas.microsoft.com/office/drawing/2014/main" id="{695D8CD7-DCB2-49A4-ACC2-5C51BD02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1657350"/>
            <a:ext cx="140970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F0F6FD"/>
          </a:solidFill>
          <a:ln xmlns:a="http://schemas.openxmlformats.org/drawingml/2006/main" w="9525">
            <a:solidFill>
              <a:srgbClr val="D4E3F4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476B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476B95"/>
                </a:solidFill>
                <a:latin typeface="Microsoft YaHei"/>
                <a:ea typeface="Microsoft YaHei"/>
                <a:cs typeface="Microsoft YaHei"/>
              </a:rPr>
              <a:t>角色 × 阶段</a:t>
            </a:r>
          </a:p>
        </p:txBody>
      </p:sp>
    </p:spTree>
    <p:extLst>
      <p:ext uri="{BB962C8B-B14F-4D97-AF65-F5344CB8AC3E}">
        <p14:creationId xmlns:p14="http://schemas.microsoft.com/office/powerpoint/2010/main" val="4267110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stage-band-underlay">
            <a:extLst xmlns:a="http://schemas.openxmlformats.org/drawingml/2006/main">
              <a:ext uri="{FF2B5EF4-FFF2-40B4-BE49-F238E27FC236}">
                <a16:creationId xmlns:a16="http://schemas.microsoft.com/office/drawing/2014/main" id="{19F06C8A-4E5E-4419-90A1-353D21CD6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5025" y="1704975"/>
            <a:ext cx="956310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ane-1-surface">
            <a:extLst xmlns:a="http://schemas.openxmlformats.org/drawingml/2006/main">
              <a:ext uri="{FF2B5EF4-FFF2-40B4-BE49-F238E27FC236}">
                <a16:creationId xmlns:a16="http://schemas.microsoft.com/office/drawing/2014/main" id="{BA26285A-B413-48D9-A34D-50CD6896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5025" y="2362200"/>
            <a:ext cx="9563100" cy="1876425"/>
          </a:xfrm>
          <a:prstGeom xmlns:a="http://schemas.openxmlformats.org/drawingml/2006/main" prst="roundRect">
            <a:avLst>
              <a:gd name="adj" fmla="val 8122"/>
            </a:avLst>
          </a:prstGeom>
          <a:solidFill xmlns:a="http://schemas.openxmlformats.org/drawingml/2006/main">
            <a:srgbClr val="F8FBFE"/>
          </a:solidFill>
          <a:ln xmlns:a="http://schemas.openxmlformats.org/drawingml/2006/main" w="9525">
            <a:solidFill>
              <a:srgbClr val="DCE8F5"/>
            </a:solidFill>
            <a:prstDash val="solid"/>
          </a:ln>
        </p:spPr>
      </p:sp>
      <p:sp>
        <p:nvSpPr>
          <p:cNvPr id="3" name="role-1-underlay">
            <a:extLst xmlns:a="http://schemas.openxmlformats.org/drawingml/2006/main">
              <a:ext uri="{FF2B5EF4-FFF2-40B4-BE49-F238E27FC236}">
                <a16:creationId xmlns:a16="http://schemas.microsoft.com/office/drawing/2014/main" id="{66959B24-9D28-462E-9B08-382FA938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2476500"/>
            <a:ext cx="1409700" cy="172402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ole-1-label">
            <a:extLst xmlns:a="http://schemas.openxmlformats.org/drawingml/2006/main">
              <a:ext uri="{FF2B5EF4-FFF2-40B4-BE49-F238E27FC236}">
                <a16:creationId xmlns:a16="http://schemas.microsoft.com/office/drawing/2014/main" id="{AD7D999E-E23E-4169-8CF0-C44C09AF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2438400"/>
            <a:ext cx="1409700" cy="172402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6"/>
          <a:fontRef xmlns:a="http://schemas.openxmlformats.org/drawingml/2006/main" idx="major"/>
        </p:style>
      </p:sp>
      <p:sp>
        <p:nvSpPr>
          <p:cNvPr id="5" name="role-1-accent">
            <a:extLst xmlns:a="http://schemas.openxmlformats.org/drawingml/2006/main">
              <a:ext uri="{FF2B5EF4-FFF2-40B4-BE49-F238E27FC236}">
                <a16:creationId xmlns:a16="http://schemas.microsoft.com/office/drawing/2014/main" id="{B00B186D-CD6D-4243-9722-E51AEB8D1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2438400"/>
            <a:ext cx="66675" cy="1724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ole-1-name">
            <a:extLst xmlns:a="http://schemas.openxmlformats.org/drawingml/2006/main">
              <a:ext uri="{FF2B5EF4-FFF2-40B4-BE49-F238E27FC236}">
                <a16:creationId xmlns:a16="http://schemas.microsoft.com/office/drawing/2014/main" id="{CE1F511C-5ED5-4A0E-828C-8EB9F6754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" y="3176588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42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业务团队</a:t>
            </a:r>
          </a:p>
        </p:txBody>
      </p:sp>
      <p:sp>
        <p:nvSpPr>
          <p:cNvPr id="7" name="lane-2-surface">
            <a:extLst xmlns:a="http://schemas.openxmlformats.org/drawingml/2006/main">
              <a:ext uri="{FF2B5EF4-FFF2-40B4-BE49-F238E27FC236}">
                <a16:creationId xmlns:a16="http://schemas.microsoft.com/office/drawing/2014/main" id="{F8256545-EE67-4152-BF3C-EB9CB06F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5025" y="4314825"/>
            <a:ext cx="9563100" cy="1876425"/>
          </a:xfrm>
          <a:prstGeom xmlns:a="http://schemas.openxmlformats.org/drawingml/2006/main" prst="roundRect">
            <a:avLst>
              <a:gd name="adj" fmla="val 8122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CE8F5"/>
            </a:solidFill>
            <a:prstDash val="solid"/>
          </a:ln>
        </p:spPr>
      </p:sp>
      <p:sp>
        <p:nvSpPr>
          <p:cNvPr id="8" name="role-2-underlay">
            <a:extLst xmlns:a="http://schemas.openxmlformats.org/drawingml/2006/main">
              <a:ext uri="{FF2B5EF4-FFF2-40B4-BE49-F238E27FC236}">
                <a16:creationId xmlns:a16="http://schemas.microsoft.com/office/drawing/2014/main" id="{0B412092-4A94-4F8C-BA1E-2FB7B796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4429125"/>
            <a:ext cx="1409700" cy="172402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ole-2-label">
            <a:extLst xmlns:a="http://schemas.openxmlformats.org/drawingml/2006/main">
              <a:ext uri="{FF2B5EF4-FFF2-40B4-BE49-F238E27FC236}">
                <a16:creationId xmlns:a16="http://schemas.microsoft.com/office/drawing/2014/main" id="{3798641A-3B89-4823-BCE6-CF940CCA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4391025"/>
            <a:ext cx="1409700" cy="172402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6"/>
          <a:fontRef xmlns:a="http://schemas.openxmlformats.org/drawingml/2006/main" idx="major"/>
        </p:style>
      </p:sp>
      <p:sp>
        <p:nvSpPr>
          <p:cNvPr id="10" name="role-2-accent">
            <a:extLst xmlns:a="http://schemas.openxmlformats.org/drawingml/2006/main">
              <a:ext uri="{FF2B5EF4-FFF2-40B4-BE49-F238E27FC236}">
                <a16:creationId xmlns:a16="http://schemas.microsoft.com/office/drawing/2014/main" id="{F00A40B4-19B7-4364-9453-3EBF6862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4391025"/>
            <a:ext cx="66675" cy="1724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ole-2-name">
            <a:extLst xmlns:a="http://schemas.openxmlformats.org/drawingml/2006/main">
              <a:ext uri="{FF2B5EF4-FFF2-40B4-BE49-F238E27FC236}">
                <a16:creationId xmlns:a16="http://schemas.microsoft.com/office/drawing/2014/main" id="{E1F5D690-2ECA-4976-8D68-F4D6D11F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" y="5129213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42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技术团队</a:t>
            </a:r>
          </a:p>
        </p:txBody>
      </p:sp>
      <p:sp>
        <p:nvSpPr>
          <p:cNvPr id="12" name="stage-band">
            <a:extLst xmlns:a="http://schemas.openxmlformats.org/drawingml/2006/main">
              <a:ext uri="{FF2B5EF4-FFF2-40B4-BE49-F238E27FC236}">
                <a16:creationId xmlns:a16="http://schemas.microsoft.com/office/drawing/2014/main" id="{A27027EA-17B0-4BC6-9663-EA3D3A97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5025" y="1657350"/>
            <a:ext cx="956310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9525">
            <a:solidFill>
              <a:srgbClr val="D4E4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7"/>
          <a:fontRef xmlns:a="http://schemas.openxmlformats.org/drawingml/2006/main" idx="major"/>
        </p:style>
      </p:sp>
      <p:sp>
        <p:nvSpPr>
          <p:cNvPr id="13" name="column-divider-1">
            <a:extLst xmlns:a="http://schemas.openxmlformats.org/drawingml/2006/main">
              <a:ext uri="{FF2B5EF4-FFF2-40B4-BE49-F238E27FC236}">
                <a16:creationId xmlns:a16="http://schemas.microsoft.com/office/drawing/2014/main" id="{5DE05451-DD9F-450E-AE02-74097581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24574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olumn-divider-2">
            <a:extLst xmlns:a="http://schemas.openxmlformats.org/drawingml/2006/main">
              <a:ext uri="{FF2B5EF4-FFF2-40B4-BE49-F238E27FC236}">
                <a16:creationId xmlns:a16="http://schemas.microsoft.com/office/drawing/2014/main" id="{FB8F90D8-53F0-4D7F-BDC8-7306299B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86575" y="24574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olumn-divider-3">
            <a:extLst xmlns:a="http://schemas.openxmlformats.org/drawingml/2006/main">
              <a:ext uri="{FF2B5EF4-FFF2-40B4-BE49-F238E27FC236}">
                <a16:creationId xmlns:a16="http://schemas.microsoft.com/office/drawing/2014/main" id="{ADECEEAC-AC86-494B-9D40-4C80F83F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77350" y="24574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handoff-1">
            <a:extLst xmlns:a="http://schemas.openxmlformats.org/drawingml/2006/main">
              <a:ext uri="{FF2B5EF4-FFF2-40B4-BE49-F238E27FC236}">
                <a16:creationId xmlns:a16="http://schemas.microsoft.com/office/drawing/2014/main" id="{81AD39F8-573D-4ED5-A628-440CA741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19588" y="3338513"/>
            <a:ext cx="352425" cy="1952625"/>
          </a:xfrm>
          <a:custGeom xmlns:a="http://schemas.openxmlformats.org/drawingml/2006/main">
            <a:pathLst>
              <a:path w="352425" h="1952625">
                <a:moveTo>
                  <a:pt x="0" y="0"/>
                </a:moveTo>
                <a:lnTo>
                  <a:pt x="19050" y="0"/>
                </a:lnTo>
                <a:lnTo>
                  <a:pt x="38100" y="0"/>
                </a:lnTo>
                <a:lnTo>
                  <a:pt x="57150" y="0"/>
                </a:lnTo>
                <a:lnTo>
                  <a:pt x="76200" y="0"/>
                </a:lnTo>
                <a:lnTo>
                  <a:pt x="95250" y="0"/>
                </a:lnTo>
                <a:lnTo>
                  <a:pt x="114300" y="0"/>
                </a:lnTo>
                <a:lnTo>
                  <a:pt x="133350" y="0"/>
                </a:lnTo>
                <a:lnTo>
                  <a:pt x="152400" y="0"/>
                </a:lnTo>
                <a:lnTo>
                  <a:pt x="171450" y="0"/>
                </a:lnTo>
                <a:lnTo>
                  <a:pt x="176213" y="14288"/>
                </a:lnTo>
                <a:lnTo>
                  <a:pt x="176213" y="33338"/>
                </a:lnTo>
                <a:lnTo>
                  <a:pt x="176213" y="52388"/>
                </a:lnTo>
                <a:lnTo>
                  <a:pt x="176213" y="71438"/>
                </a:lnTo>
                <a:lnTo>
                  <a:pt x="176213" y="90488"/>
                </a:lnTo>
                <a:lnTo>
                  <a:pt x="176213" y="109538"/>
                </a:lnTo>
                <a:lnTo>
                  <a:pt x="176213" y="128588"/>
                </a:lnTo>
                <a:lnTo>
                  <a:pt x="176213" y="147638"/>
                </a:lnTo>
                <a:lnTo>
                  <a:pt x="176213" y="166688"/>
                </a:lnTo>
                <a:lnTo>
                  <a:pt x="176213" y="185738"/>
                </a:lnTo>
                <a:lnTo>
                  <a:pt x="176213" y="204788"/>
                </a:lnTo>
                <a:lnTo>
                  <a:pt x="176213" y="223838"/>
                </a:lnTo>
                <a:lnTo>
                  <a:pt x="176213" y="242888"/>
                </a:lnTo>
                <a:lnTo>
                  <a:pt x="176213" y="261938"/>
                </a:lnTo>
                <a:lnTo>
                  <a:pt x="176213" y="280988"/>
                </a:lnTo>
                <a:lnTo>
                  <a:pt x="176213" y="300038"/>
                </a:lnTo>
                <a:lnTo>
                  <a:pt x="176213" y="319088"/>
                </a:lnTo>
                <a:lnTo>
                  <a:pt x="176213" y="338138"/>
                </a:lnTo>
                <a:lnTo>
                  <a:pt x="176213" y="357188"/>
                </a:lnTo>
                <a:lnTo>
                  <a:pt x="176213" y="376238"/>
                </a:lnTo>
                <a:lnTo>
                  <a:pt x="176213" y="395288"/>
                </a:lnTo>
                <a:lnTo>
                  <a:pt x="176213" y="414338"/>
                </a:lnTo>
                <a:lnTo>
                  <a:pt x="176213" y="433388"/>
                </a:lnTo>
                <a:lnTo>
                  <a:pt x="176213" y="452438"/>
                </a:lnTo>
                <a:lnTo>
                  <a:pt x="176213" y="471488"/>
                </a:lnTo>
                <a:lnTo>
                  <a:pt x="176213" y="490538"/>
                </a:lnTo>
                <a:lnTo>
                  <a:pt x="176213" y="509588"/>
                </a:lnTo>
                <a:lnTo>
                  <a:pt x="176213" y="528638"/>
                </a:lnTo>
                <a:lnTo>
                  <a:pt x="176213" y="547688"/>
                </a:lnTo>
                <a:lnTo>
                  <a:pt x="176213" y="566738"/>
                </a:lnTo>
                <a:lnTo>
                  <a:pt x="176213" y="585788"/>
                </a:lnTo>
                <a:lnTo>
                  <a:pt x="176213" y="604838"/>
                </a:lnTo>
                <a:lnTo>
                  <a:pt x="176213" y="623888"/>
                </a:lnTo>
                <a:lnTo>
                  <a:pt x="176213" y="642938"/>
                </a:lnTo>
                <a:lnTo>
                  <a:pt x="176213" y="661988"/>
                </a:lnTo>
                <a:lnTo>
                  <a:pt x="176213" y="681038"/>
                </a:lnTo>
                <a:lnTo>
                  <a:pt x="176213" y="700088"/>
                </a:lnTo>
                <a:lnTo>
                  <a:pt x="176213" y="719138"/>
                </a:lnTo>
                <a:lnTo>
                  <a:pt x="176213" y="738188"/>
                </a:lnTo>
                <a:lnTo>
                  <a:pt x="176213" y="757238"/>
                </a:lnTo>
                <a:lnTo>
                  <a:pt x="176213" y="776288"/>
                </a:lnTo>
                <a:lnTo>
                  <a:pt x="176213" y="795338"/>
                </a:lnTo>
                <a:lnTo>
                  <a:pt x="176213" y="814388"/>
                </a:lnTo>
                <a:lnTo>
                  <a:pt x="176213" y="833438"/>
                </a:lnTo>
                <a:lnTo>
                  <a:pt x="176213" y="852488"/>
                </a:lnTo>
                <a:lnTo>
                  <a:pt x="176213" y="871538"/>
                </a:lnTo>
                <a:lnTo>
                  <a:pt x="176213" y="890588"/>
                </a:lnTo>
                <a:lnTo>
                  <a:pt x="176213" y="909638"/>
                </a:lnTo>
                <a:lnTo>
                  <a:pt x="176213" y="928688"/>
                </a:lnTo>
                <a:lnTo>
                  <a:pt x="176213" y="947738"/>
                </a:lnTo>
                <a:lnTo>
                  <a:pt x="176213" y="966788"/>
                </a:lnTo>
                <a:lnTo>
                  <a:pt x="176213" y="985838"/>
                </a:lnTo>
                <a:lnTo>
                  <a:pt x="176213" y="1004888"/>
                </a:lnTo>
                <a:lnTo>
                  <a:pt x="176213" y="1023938"/>
                </a:lnTo>
                <a:lnTo>
                  <a:pt x="176213" y="1042988"/>
                </a:lnTo>
                <a:lnTo>
                  <a:pt x="176213" y="1062038"/>
                </a:lnTo>
                <a:lnTo>
                  <a:pt x="176213" y="1081088"/>
                </a:lnTo>
                <a:lnTo>
                  <a:pt x="176213" y="1100138"/>
                </a:lnTo>
                <a:lnTo>
                  <a:pt x="176213" y="1119188"/>
                </a:lnTo>
                <a:lnTo>
                  <a:pt x="176213" y="1138238"/>
                </a:lnTo>
                <a:lnTo>
                  <a:pt x="176213" y="1157288"/>
                </a:lnTo>
                <a:lnTo>
                  <a:pt x="176213" y="1176338"/>
                </a:lnTo>
                <a:lnTo>
                  <a:pt x="176213" y="1195388"/>
                </a:lnTo>
                <a:lnTo>
                  <a:pt x="176213" y="1214438"/>
                </a:lnTo>
                <a:lnTo>
                  <a:pt x="176213" y="1233488"/>
                </a:lnTo>
                <a:lnTo>
                  <a:pt x="176213" y="1252538"/>
                </a:lnTo>
                <a:lnTo>
                  <a:pt x="176213" y="1271588"/>
                </a:lnTo>
                <a:lnTo>
                  <a:pt x="176213" y="1290638"/>
                </a:lnTo>
                <a:lnTo>
                  <a:pt x="176213" y="1309688"/>
                </a:lnTo>
                <a:lnTo>
                  <a:pt x="176213" y="1328738"/>
                </a:lnTo>
                <a:lnTo>
                  <a:pt x="176213" y="1347788"/>
                </a:lnTo>
                <a:lnTo>
                  <a:pt x="176213" y="1366838"/>
                </a:lnTo>
                <a:lnTo>
                  <a:pt x="176213" y="1385888"/>
                </a:lnTo>
                <a:lnTo>
                  <a:pt x="176213" y="1404938"/>
                </a:lnTo>
                <a:lnTo>
                  <a:pt x="176213" y="1423988"/>
                </a:lnTo>
                <a:lnTo>
                  <a:pt x="176213" y="1443038"/>
                </a:lnTo>
                <a:lnTo>
                  <a:pt x="176213" y="1462088"/>
                </a:lnTo>
                <a:lnTo>
                  <a:pt x="176213" y="1481138"/>
                </a:lnTo>
                <a:lnTo>
                  <a:pt x="176213" y="1500188"/>
                </a:lnTo>
                <a:lnTo>
                  <a:pt x="176213" y="1519238"/>
                </a:lnTo>
                <a:lnTo>
                  <a:pt x="176213" y="1538288"/>
                </a:lnTo>
                <a:lnTo>
                  <a:pt x="176213" y="1557338"/>
                </a:lnTo>
                <a:lnTo>
                  <a:pt x="176213" y="1576388"/>
                </a:lnTo>
                <a:lnTo>
                  <a:pt x="176213" y="1595438"/>
                </a:lnTo>
                <a:lnTo>
                  <a:pt x="176213" y="1614488"/>
                </a:lnTo>
                <a:lnTo>
                  <a:pt x="176213" y="1633538"/>
                </a:lnTo>
                <a:lnTo>
                  <a:pt x="176213" y="1652588"/>
                </a:lnTo>
                <a:lnTo>
                  <a:pt x="176213" y="1671638"/>
                </a:lnTo>
                <a:lnTo>
                  <a:pt x="176213" y="1690688"/>
                </a:lnTo>
                <a:lnTo>
                  <a:pt x="176213" y="1709738"/>
                </a:lnTo>
                <a:lnTo>
                  <a:pt x="176213" y="1728788"/>
                </a:lnTo>
                <a:lnTo>
                  <a:pt x="176213" y="1747838"/>
                </a:lnTo>
                <a:lnTo>
                  <a:pt x="176213" y="1766888"/>
                </a:lnTo>
                <a:lnTo>
                  <a:pt x="176213" y="1785938"/>
                </a:lnTo>
                <a:lnTo>
                  <a:pt x="176213" y="1804988"/>
                </a:lnTo>
                <a:lnTo>
                  <a:pt x="176213" y="1824038"/>
                </a:lnTo>
                <a:lnTo>
                  <a:pt x="176213" y="1843088"/>
                </a:lnTo>
                <a:lnTo>
                  <a:pt x="176213" y="1862138"/>
                </a:lnTo>
                <a:lnTo>
                  <a:pt x="176213" y="1881188"/>
                </a:lnTo>
                <a:lnTo>
                  <a:pt x="176213" y="1900238"/>
                </a:lnTo>
                <a:lnTo>
                  <a:pt x="176213" y="1919288"/>
                </a:lnTo>
                <a:lnTo>
                  <a:pt x="176213" y="1938338"/>
                </a:lnTo>
                <a:lnTo>
                  <a:pt x="180975" y="1952625"/>
                </a:lnTo>
                <a:lnTo>
                  <a:pt x="200025" y="1952625"/>
                </a:lnTo>
                <a:lnTo>
                  <a:pt x="219075" y="1952625"/>
                </a:lnTo>
                <a:lnTo>
                  <a:pt x="238125" y="1952625"/>
                </a:lnTo>
                <a:lnTo>
                  <a:pt x="257175" y="1952625"/>
                </a:lnTo>
                <a:lnTo>
                  <a:pt x="276225" y="1952625"/>
                </a:lnTo>
                <a:lnTo>
                  <a:pt x="295275" y="1952625"/>
                </a:lnTo>
                <a:lnTo>
                  <a:pt x="314325" y="1952625"/>
                </a:lnTo>
                <a:lnTo>
                  <a:pt x="333375" y="1952625"/>
                </a:lnTo>
                <a:lnTo>
                  <a:pt x="352425" y="19526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8A9DF"/>
            </a:solidFill>
            <a:prstDash val="solid"/>
          </a:ln>
        </p:spPr>
      </p:sp>
      <p:sp>
        <p:nvSpPr>
          <p:cNvPr id="17" name="handoff-2">
            <a:extLst xmlns:a="http://schemas.openxmlformats.org/drawingml/2006/main">
              <a:ext uri="{FF2B5EF4-FFF2-40B4-BE49-F238E27FC236}">
                <a16:creationId xmlns:a16="http://schemas.microsoft.com/office/drawing/2014/main" id="{A8A592F7-0572-4606-94B2-1A9F4EB2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0363" y="5291138"/>
            <a:ext cx="352425" cy="9525"/>
          </a:xfrm>
          <a:custGeom xmlns:a="http://schemas.openxmlformats.org/drawingml/2006/main">
            <a:pathLst>
              <a:path w="352425" h="9525">
                <a:moveTo>
                  <a:pt x="0" y="0"/>
                </a:moveTo>
                <a:lnTo>
                  <a:pt x="11011" y="0"/>
                </a:lnTo>
                <a:lnTo>
                  <a:pt x="22031" y="0"/>
                </a:lnTo>
                <a:lnTo>
                  <a:pt x="33042" y="0"/>
                </a:lnTo>
                <a:lnTo>
                  <a:pt x="44053" y="0"/>
                </a:lnTo>
                <a:lnTo>
                  <a:pt x="55064" y="0"/>
                </a:lnTo>
                <a:lnTo>
                  <a:pt x="66084" y="0"/>
                </a:lnTo>
                <a:lnTo>
                  <a:pt x="77095" y="0"/>
                </a:lnTo>
                <a:lnTo>
                  <a:pt x="88106" y="0"/>
                </a:lnTo>
                <a:lnTo>
                  <a:pt x="99117" y="0"/>
                </a:lnTo>
                <a:lnTo>
                  <a:pt x="110138" y="0"/>
                </a:lnTo>
                <a:lnTo>
                  <a:pt x="121148" y="0"/>
                </a:lnTo>
                <a:lnTo>
                  <a:pt x="132159" y="0"/>
                </a:lnTo>
                <a:lnTo>
                  <a:pt x="143170" y="0"/>
                </a:lnTo>
                <a:lnTo>
                  <a:pt x="154191" y="0"/>
                </a:lnTo>
                <a:lnTo>
                  <a:pt x="165202" y="0"/>
                </a:lnTo>
                <a:lnTo>
                  <a:pt x="176213" y="0"/>
                </a:lnTo>
                <a:lnTo>
                  <a:pt x="187223" y="0"/>
                </a:lnTo>
                <a:lnTo>
                  <a:pt x="198244" y="0"/>
                </a:lnTo>
                <a:lnTo>
                  <a:pt x="209255" y="0"/>
                </a:lnTo>
                <a:lnTo>
                  <a:pt x="220266" y="0"/>
                </a:lnTo>
                <a:lnTo>
                  <a:pt x="231277" y="0"/>
                </a:lnTo>
                <a:lnTo>
                  <a:pt x="242297" y="0"/>
                </a:lnTo>
                <a:lnTo>
                  <a:pt x="253308" y="0"/>
                </a:lnTo>
                <a:lnTo>
                  <a:pt x="264319" y="0"/>
                </a:lnTo>
                <a:lnTo>
                  <a:pt x="275330" y="0"/>
                </a:lnTo>
                <a:lnTo>
                  <a:pt x="286350" y="0"/>
                </a:lnTo>
                <a:lnTo>
                  <a:pt x="297361" y="0"/>
                </a:lnTo>
                <a:lnTo>
                  <a:pt x="308372" y="0"/>
                </a:lnTo>
                <a:lnTo>
                  <a:pt x="319383" y="0"/>
                </a:lnTo>
                <a:lnTo>
                  <a:pt x="330403" y="0"/>
                </a:lnTo>
                <a:lnTo>
                  <a:pt x="341414" y="0"/>
                </a:lnTo>
                <a:lnTo>
                  <a:pt x="35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8A9DF"/>
            </a:solidFill>
            <a:prstDash val="solid"/>
          </a:ln>
        </p:spPr>
      </p:sp>
      <p:sp>
        <p:nvSpPr>
          <p:cNvPr id="18" name="handoff-3">
            <a:extLst xmlns:a="http://schemas.openxmlformats.org/drawingml/2006/main">
              <a:ext uri="{FF2B5EF4-FFF2-40B4-BE49-F238E27FC236}">
                <a16:creationId xmlns:a16="http://schemas.microsoft.com/office/drawing/2014/main" id="{40DE196A-F21B-4D2D-BC5C-2A901B3E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01138" y="3338513"/>
            <a:ext cx="66675" cy="1952625"/>
          </a:xfrm>
          <a:custGeom xmlns:a="http://schemas.openxmlformats.org/drawingml/2006/main">
            <a:pathLst>
              <a:path w="66675" h="1952625">
                <a:moveTo>
                  <a:pt x="0" y="1952625"/>
                </a:moveTo>
                <a:lnTo>
                  <a:pt x="18964" y="1952625"/>
                </a:lnTo>
                <a:lnTo>
                  <a:pt x="37929" y="1952625"/>
                </a:lnTo>
                <a:lnTo>
                  <a:pt x="56893" y="1952625"/>
                </a:lnTo>
                <a:lnTo>
                  <a:pt x="66675" y="1943443"/>
                </a:lnTo>
                <a:lnTo>
                  <a:pt x="66675" y="1924479"/>
                </a:lnTo>
                <a:lnTo>
                  <a:pt x="66675" y="1905524"/>
                </a:lnTo>
                <a:lnTo>
                  <a:pt x="66675" y="1886560"/>
                </a:lnTo>
                <a:lnTo>
                  <a:pt x="66675" y="1867595"/>
                </a:lnTo>
                <a:lnTo>
                  <a:pt x="66675" y="1848631"/>
                </a:lnTo>
                <a:lnTo>
                  <a:pt x="66675" y="1829667"/>
                </a:lnTo>
                <a:lnTo>
                  <a:pt x="66675" y="1810703"/>
                </a:lnTo>
                <a:lnTo>
                  <a:pt x="66675" y="1791738"/>
                </a:lnTo>
                <a:lnTo>
                  <a:pt x="66675" y="1772774"/>
                </a:lnTo>
                <a:lnTo>
                  <a:pt x="66675" y="1753810"/>
                </a:lnTo>
                <a:lnTo>
                  <a:pt x="66675" y="1734845"/>
                </a:lnTo>
                <a:lnTo>
                  <a:pt x="66675" y="1715881"/>
                </a:lnTo>
                <a:lnTo>
                  <a:pt x="66675" y="1696926"/>
                </a:lnTo>
                <a:lnTo>
                  <a:pt x="66675" y="1677962"/>
                </a:lnTo>
                <a:lnTo>
                  <a:pt x="66675" y="1658998"/>
                </a:lnTo>
                <a:lnTo>
                  <a:pt x="66675" y="1640034"/>
                </a:lnTo>
                <a:lnTo>
                  <a:pt x="66675" y="1621069"/>
                </a:lnTo>
                <a:lnTo>
                  <a:pt x="66675" y="1602105"/>
                </a:lnTo>
                <a:lnTo>
                  <a:pt x="66675" y="1583141"/>
                </a:lnTo>
                <a:lnTo>
                  <a:pt x="66675" y="1564176"/>
                </a:lnTo>
                <a:lnTo>
                  <a:pt x="66675" y="1545212"/>
                </a:lnTo>
                <a:lnTo>
                  <a:pt x="66675" y="1526248"/>
                </a:lnTo>
                <a:lnTo>
                  <a:pt x="66675" y="1507284"/>
                </a:lnTo>
                <a:lnTo>
                  <a:pt x="66675" y="1488329"/>
                </a:lnTo>
                <a:lnTo>
                  <a:pt x="66675" y="1469365"/>
                </a:lnTo>
                <a:lnTo>
                  <a:pt x="66675" y="1450400"/>
                </a:lnTo>
                <a:lnTo>
                  <a:pt x="66675" y="1431436"/>
                </a:lnTo>
                <a:lnTo>
                  <a:pt x="66675" y="1412472"/>
                </a:lnTo>
                <a:lnTo>
                  <a:pt x="66675" y="1393508"/>
                </a:lnTo>
                <a:lnTo>
                  <a:pt x="66675" y="1374543"/>
                </a:lnTo>
                <a:lnTo>
                  <a:pt x="66675" y="1355579"/>
                </a:lnTo>
                <a:lnTo>
                  <a:pt x="66675" y="1336615"/>
                </a:lnTo>
                <a:lnTo>
                  <a:pt x="66675" y="1317650"/>
                </a:lnTo>
                <a:lnTo>
                  <a:pt x="66675" y="1298686"/>
                </a:lnTo>
                <a:lnTo>
                  <a:pt x="66675" y="1279731"/>
                </a:lnTo>
                <a:lnTo>
                  <a:pt x="66675" y="1260767"/>
                </a:lnTo>
                <a:lnTo>
                  <a:pt x="66675" y="1241803"/>
                </a:lnTo>
                <a:lnTo>
                  <a:pt x="66675" y="1222839"/>
                </a:lnTo>
                <a:lnTo>
                  <a:pt x="66675" y="1203874"/>
                </a:lnTo>
                <a:lnTo>
                  <a:pt x="66675" y="1184910"/>
                </a:lnTo>
                <a:lnTo>
                  <a:pt x="66675" y="1165946"/>
                </a:lnTo>
                <a:lnTo>
                  <a:pt x="66675" y="1146981"/>
                </a:lnTo>
                <a:lnTo>
                  <a:pt x="66675" y="1128017"/>
                </a:lnTo>
                <a:lnTo>
                  <a:pt x="66675" y="1109053"/>
                </a:lnTo>
                <a:lnTo>
                  <a:pt x="66675" y="1090089"/>
                </a:lnTo>
                <a:lnTo>
                  <a:pt x="66675" y="1071134"/>
                </a:lnTo>
                <a:lnTo>
                  <a:pt x="66675" y="1052170"/>
                </a:lnTo>
                <a:lnTo>
                  <a:pt x="66675" y="1033205"/>
                </a:lnTo>
                <a:lnTo>
                  <a:pt x="66675" y="1014241"/>
                </a:lnTo>
                <a:lnTo>
                  <a:pt x="66675" y="995277"/>
                </a:lnTo>
                <a:lnTo>
                  <a:pt x="66675" y="976313"/>
                </a:lnTo>
                <a:lnTo>
                  <a:pt x="66675" y="957348"/>
                </a:lnTo>
                <a:lnTo>
                  <a:pt x="66675" y="938384"/>
                </a:lnTo>
                <a:lnTo>
                  <a:pt x="66675" y="919420"/>
                </a:lnTo>
                <a:lnTo>
                  <a:pt x="66675" y="900455"/>
                </a:lnTo>
                <a:lnTo>
                  <a:pt x="66675" y="881491"/>
                </a:lnTo>
                <a:lnTo>
                  <a:pt x="66675" y="862536"/>
                </a:lnTo>
                <a:lnTo>
                  <a:pt x="66675" y="843572"/>
                </a:lnTo>
                <a:lnTo>
                  <a:pt x="66675" y="824608"/>
                </a:lnTo>
                <a:lnTo>
                  <a:pt x="66675" y="805644"/>
                </a:lnTo>
                <a:lnTo>
                  <a:pt x="66675" y="786679"/>
                </a:lnTo>
                <a:lnTo>
                  <a:pt x="66675" y="767715"/>
                </a:lnTo>
                <a:lnTo>
                  <a:pt x="66675" y="748751"/>
                </a:lnTo>
                <a:lnTo>
                  <a:pt x="66675" y="729786"/>
                </a:lnTo>
                <a:lnTo>
                  <a:pt x="66675" y="710822"/>
                </a:lnTo>
                <a:lnTo>
                  <a:pt x="66675" y="691858"/>
                </a:lnTo>
                <a:lnTo>
                  <a:pt x="66675" y="672894"/>
                </a:lnTo>
                <a:lnTo>
                  <a:pt x="66675" y="653939"/>
                </a:lnTo>
                <a:lnTo>
                  <a:pt x="66675" y="634975"/>
                </a:lnTo>
                <a:lnTo>
                  <a:pt x="66675" y="616010"/>
                </a:lnTo>
                <a:lnTo>
                  <a:pt x="66675" y="597046"/>
                </a:lnTo>
                <a:lnTo>
                  <a:pt x="66675" y="578082"/>
                </a:lnTo>
                <a:lnTo>
                  <a:pt x="66675" y="559118"/>
                </a:lnTo>
                <a:lnTo>
                  <a:pt x="66675" y="540153"/>
                </a:lnTo>
                <a:lnTo>
                  <a:pt x="66675" y="521189"/>
                </a:lnTo>
                <a:lnTo>
                  <a:pt x="66675" y="502225"/>
                </a:lnTo>
                <a:lnTo>
                  <a:pt x="66675" y="483260"/>
                </a:lnTo>
                <a:lnTo>
                  <a:pt x="66675" y="464296"/>
                </a:lnTo>
                <a:lnTo>
                  <a:pt x="66675" y="445341"/>
                </a:lnTo>
                <a:lnTo>
                  <a:pt x="66675" y="426377"/>
                </a:lnTo>
                <a:lnTo>
                  <a:pt x="66675" y="407413"/>
                </a:lnTo>
                <a:lnTo>
                  <a:pt x="66675" y="388449"/>
                </a:lnTo>
                <a:lnTo>
                  <a:pt x="66675" y="369484"/>
                </a:lnTo>
                <a:lnTo>
                  <a:pt x="66675" y="350520"/>
                </a:lnTo>
                <a:lnTo>
                  <a:pt x="66675" y="331556"/>
                </a:lnTo>
                <a:lnTo>
                  <a:pt x="66675" y="312591"/>
                </a:lnTo>
                <a:lnTo>
                  <a:pt x="66675" y="293627"/>
                </a:lnTo>
                <a:lnTo>
                  <a:pt x="66675" y="274663"/>
                </a:lnTo>
                <a:lnTo>
                  <a:pt x="66675" y="255699"/>
                </a:lnTo>
                <a:lnTo>
                  <a:pt x="66675" y="236744"/>
                </a:lnTo>
                <a:lnTo>
                  <a:pt x="66675" y="217780"/>
                </a:lnTo>
                <a:lnTo>
                  <a:pt x="66675" y="198815"/>
                </a:lnTo>
                <a:lnTo>
                  <a:pt x="66675" y="179851"/>
                </a:lnTo>
                <a:lnTo>
                  <a:pt x="66675" y="160887"/>
                </a:lnTo>
                <a:lnTo>
                  <a:pt x="66675" y="141923"/>
                </a:lnTo>
                <a:lnTo>
                  <a:pt x="66675" y="122958"/>
                </a:lnTo>
                <a:lnTo>
                  <a:pt x="66675" y="103994"/>
                </a:lnTo>
                <a:lnTo>
                  <a:pt x="66675" y="85030"/>
                </a:lnTo>
                <a:lnTo>
                  <a:pt x="66675" y="66065"/>
                </a:lnTo>
                <a:lnTo>
                  <a:pt x="66675" y="47101"/>
                </a:lnTo>
                <a:lnTo>
                  <a:pt x="66675" y="28146"/>
                </a:lnTo>
                <a:lnTo>
                  <a:pt x="66675" y="9182"/>
                </a:lnTo>
                <a:lnTo>
                  <a:pt x="56893" y="0"/>
                </a:lnTo>
                <a:lnTo>
                  <a:pt x="37929" y="0"/>
                </a:lnTo>
                <a:lnTo>
                  <a:pt x="18964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8A9DF"/>
            </a:solidFill>
            <a:prstDash val="solid"/>
          </a:ln>
        </p:spPr>
      </p:sp>
      <p:sp>
        <p:nvSpPr>
          <p:cNvPr id="19" name="handoff-target-1">
            <a:extLst xmlns:a="http://schemas.openxmlformats.org/drawingml/2006/main">
              <a:ext uri="{FF2B5EF4-FFF2-40B4-BE49-F238E27FC236}">
                <a16:creationId xmlns:a16="http://schemas.microsoft.com/office/drawing/2014/main" id="{23D85557-9D14-4C30-9697-6A379D9E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9150" y="5248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B86C5"/>
            </a:solidFill>
            <a:prstDash val="solid"/>
          </a:ln>
        </p:spPr>
      </p:sp>
      <p:sp>
        <p:nvSpPr>
          <p:cNvPr id="20" name="handoff-target-2">
            <a:extLst xmlns:a="http://schemas.openxmlformats.org/drawingml/2006/main">
              <a:ext uri="{FF2B5EF4-FFF2-40B4-BE49-F238E27FC236}">
                <a16:creationId xmlns:a16="http://schemas.microsoft.com/office/drawing/2014/main" id="{AB0EEB05-553C-4AE6-A9B4-2B445AF3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19925" y="5248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B86C5"/>
            </a:solidFill>
            <a:prstDash val="solid"/>
          </a:ln>
        </p:spPr>
      </p:sp>
      <p:sp>
        <p:nvSpPr>
          <p:cNvPr id="21" name="handoff-target-3">
            <a:extLst xmlns:a="http://schemas.openxmlformats.org/drawingml/2006/main">
              <a:ext uri="{FF2B5EF4-FFF2-40B4-BE49-F238E27FC236}">
                <a16:creationId xmlns:a16="http://schemas.microsoft.com/office/drawing/2014/main" id="{D1730505-0BC1-4530-8988-A2BF8594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19925" y="3295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B86C5"/>
            </a:solidFill>
            <a:prstDash val="solid"/>
          </a:ln>
        </p:spPr>
      </p:sp>
      <p:sp>
        <p:nvSpPr>
          <p:cNvPr id="22" name="stage-order-1">
            <a:extLst xmlns:a="http://schemas.openxmlformats.org/drawingml/2006/main">
              <a:ext uri="{FF2B5EF4-FFF2-40B4-BE49-F238E27FC236}">
                <a16:creationId xmlns:a16="http://schemas.microsoft.com/office/drawing/2014/main" id="{76CE6AE7-3418-4EC1-86A2-D47E27EC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6950" y="18002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3" name="stage-1-title">
            <a:extLst xmlns:a="http://schemas.openxmlformats.org/drawingml/2006/main">
              <a:ext uri="{FF2B5EF4-FFF2-40B4-BE49-F238E27FC236}">
                <a16:creationId xmlns:a16="http://schemas.microsoft.com/office/drawing/2014/main" id="{E01B9451-36E8-4E3C-8275-5739C5F8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57475" y="1790700"/>
            <a:ext cx="1724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42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需求澄清</a:t>
            </a:r>
          </a:p>
        </p:txBody>
      </p:sp>
      <p:sp>
        <p:nvSpPr>
          <p:cNvPr id="24" name="stage-divider-2">
            <a:extLst xmlns:a="http://schemas.openxmlformats.org/drawingml/2006/main">
              <a:ext uri="{FF2B5EF4-FFF2-40B4-BE49-F238E27FC236}">
                <a16:creationId xmlns:a16="http://schemas.microsoft.com/office/drawing/2014/main" id="{BE2DD14D-3CC5-4D67-AFBC-E1250029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17907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stage-order-2">
            <a:extLst xmlns:a="http://schemas.openxmlformats.org/drawingml/2006/main">
              <a:ext uri="{FF2B5EF4-FFF2-40B4-BE49-F238E27FC236}">
                <a16:creationId xmlns:a16="http://schemas.microsoft.com/office/drawing/2014/main" id="{9367A1E4-6F67-47FF-9B99-754D9FE3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57725" y="18002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stage-2-title">
            <a:extLst xmlns:a="http://schemas.openxmlformats.org/drawingml/2006/main">
              <a:ext uri="{FF2B5EF4-FFF2-40B4-BE49-F238E27FC236}">
                <a16:creationId xmlns:a16="http://schemas.microsoft.com/office/drawing/2014/main" id="{7395A017-F175-4E8D-A331-7F2A2DB7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1790700"/>
            <a:ext cx="1724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42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方案设计</a:t>
            </a:r>
          </a:p>
        </p:txBody>
      </p:sp>
      <p:sp>
        <p:nvSpPr>
          <p:cNvPr id="27" name="stage-divider-3">
            <a:extLst xmlns:a="http://schemas.openxmlformats.org/drawingml/2006/main">
              <a:ext uri="{FF2B5EF4-FFF2-40B4-BE49-F238E27FC236}">
                <a16:creationId xmlns:a16="http://schemas.microsoft.com/office/drawing/2014/main" id="{2B90E5C8-8355-4AD8-9928-CBD3C146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86575" y="17907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tage-order-3">
            <a:extLst xmlns:a="http://schemas.openxmlformats.org/drawingml/2006/main">
              <a:ext uri="{FF2B5EF4-FFF2-40B4-BE49-F238E27FC236}">
                <a16:creationId xmlns:a16="http://schemas.microsoft.com/office/drawing/2014/main" id="{6D0BC738-FC6F-4090-A4E3-537CECF9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0" y="18002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9" name="stage-3-title">
            <a:extLst xmlns:a="http://schemas.openxmlformats.org/drawingml/2006/main">
              <a:ext uri="{FF2B5EF4-FFF2-40B4-BE49-F238E27FC236}">
                <a16:creationId xmlns:a16="http://schemas.microsoft.com/office/drawing/2014/main" id="{45246FAC-8B60-4621-9A97-2753FF55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39025" y="1790700"/>
            <a:ext cx="1724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42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联合执行</a:t>
            </a:r>
          </a:p>
        </p:txBody>
      </p:sp>
      <p:sp>
        <p:nvSpPr>
          <p:cNvPr id="30" name="stage-divider-4">
            <a:extLst xmlns:a="http://schemas.openxmlformats.org/drawingml/2006/main">
              <a:ext uri="{FF2B5EF4-FFF2-40B4-BE49-F238E27FC236}">
                <a16:creationId xmlns:a16="http://schemas.microsoft.com/office/drawing/2014/main" id="{E156F6D6-6A95-4C1A-B640-BDA2F7DA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77350" y="17907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tage-order-4">
            <a:extLst xmlns:a="http://schemas.openxmlformats.org/drawingml/2006/main">
              <a:ext uri="{FF2B5EF4-FFF2-40B4-BE49-F238E27FC236}">
                <a16:creationId xmlns:a16="http://schemas.microsoft.com/office/drawing/2014/main" id="{6061E5DE-0F5B-4343-95EC-A533D241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39275" y="18002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2" name="stage-4-title">
            <a:extLst xmlns:a="http://schemas.openxmlformats.org/drawingml/2006/main">
              <a:ext uri="{FF2B5EF4-FFF2-40B4-BE49-F238E27FC236}">
                <a16:creationId xmlns:a16="http://schemas.microsoft.com/office/drawing/2014/main" id="{46130231-012F-47A2-8676-58F51341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9800" y="1790700"/>
            <a:ext cx="1724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42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验收复盘</a:t>
            </a:r>
          </a:p>
        </p:txBody>
      </p:sp>
      <p:sp>
        <p:nvSpPr>
          <p:cNvPr id="33" name="task-1-shadow">
            <a:extLst xmlns:a="http://schemas.openxmlformats.org/drawingml/2006/main">
              <a:ext uri="{FF2B5EF4-FFF2-40B4-BE49-F238E27FC236}">
                <a16:creationId xmlns:a16="http://schemas.microsoft.com/office/drawing/2014/main" id="{89FE0A20-59F4-4BB4-8149-17C29793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1238" y="2947988"/>
            <a:ext cx="2038350" cy="876300"/>
          </a:xfrm>
          <a:prstGeom xmlns:a="http://schemas.openxmlformats.org/drawingml/2006/main" prst="roundRect">
            <a:avLst>
              <a:gd name="adj" fmla="val 16304"/>
            </a:avLst>
          </a:prstGeom>
          <a:solidFill xmlns:a="http://schemas.openxmlformats.org/drawingml/2006/main">
            <a:srgbClr val="DCE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ask-1-surface">
            <a:extLst xmlns:a="http://schemas.openxmlformats.org/drawingml/2006/main">
              <a:ext uri="{FF2B5EF4-FFF2-40B4-BE49-F238E27FC236}">
                <a16:creationId xmlns:a16="http://schemas.microsoft.com/office/drawing/2014/main" id="{CF65C452-AC2F-4854-9C8C-2CF79815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1238" y="2900363"/>
            <a:ext cx="2038350" cy="876300"/>
          </a:xfrm>
          <a:prstGeom xmlns:a="http://schemas.openxmlformats.org/drawingml/2006/main" prst="roundRect">
            <a:avLst>
              <a:gd name="adj" fmla="val 163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35" name="task-1-accent">
            <a:extLst xmlns:a="http://schemas.openxmlformats.org/drawingml/2006/main">
              <a:ext uri="{FF2B5EF4-FFF2-40B4-BE49-F238E27FC236}">
                <a16:creationId xmlns:a16="http://schemas.microsoft.com/office/drawing/2014/main" id="{C46274F9-86FB-4A5C-BAF7-362E60EA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1238" y="2900363"/>
            <a:ext cx="5715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task-2-shadow">
            <a:extLst xmlns:a="http://schemas.openxmlformats.org/drawingml/2006/main">
              <a:ext uri="{FF2B5EF4-FFF2-40B4-BE49-F238E27FC236}">
                <a16:creationId xmlns:a16="http://schemas.microsoft.com/office/drawing/2014/main" id="{63EA719E-B91F-4DCF-80B0-3F7F5495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2013" y="4900613"/>
            <a:ext cx="2038350" cy="876300"/>
          </a:xfrm>
          <a:prstGeom xmlns:a="http://schemas.openxmlformats.org/drawingml/2006/main" prst="roundRect">
            <a:avLst>
              <a:gd name="adj" fmla="val 16304"/>
            </a:avLst>
          </a:prstGeom>
          <a:solidFill xmlns:a="http://schemas.openxmlformats.org/drawingml/2006/main">
            <a:srgbClr val="DCE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task-2-surface">
            <a:extLst xmlns:a="http://schemas.openxmlformats.org/drawingml/2006/main">
              <a:ext uri="{FF2B5EF4-FFF2-40B4-BE49-F238E27FC236}">
                <a16:creationId xmlns:a16="http://schemas.microsoft.com/office/drawing/2014/main" id="{BD71F051-2901-4D62-8E8E-FADFACFB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2013" y="4852988"/>
            <a:ext cx="2038350" cy="876300"/>
          </a:xfrm>
          <a:prstGeom xmlns:a="http://schemas.openxmlformats.org/drawingml/2006/main" prst="roundRect">
            <a:avLst>
              <a:gd name="adj" fmla="val 163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38" name="task-2-accent">
            <a:extLst xmlns:a="http://schemas.openxmlformats.org/drawingml/2006/main">
              <a:ext uri="{FF2B5EF4-FFF2-40B4-BE49-F238E27FC236}">
                <a16:creationId xmlns:a16="http://schemas.microsoft.com/office/drawing/2014/main" id="{19B9F827-1ACB-4A47-8740-3587A02A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2013" y="4852988"/>
            <a:ext cx="5715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task-3-shadow">
            <a:extLst xmlns:a="http://schemas.openxmlformats.org/drawingml/2006/main">
              <a:ext uri="{FF2B5EF4-FFF2-40B4-BE49-F238E27FC236}">
                <a16:creationId xmlns:a16="http://schemas.microsoft.com/office/drawing/2014/main" id="{24B2A626-D9BB-413D-ABBE-82544857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2788" y="4900613"/>
            <a:ext cx="2038350" cy="876300"/>
          </a:xfrm>
          <a:prstGeom xmlns:a="http://schemas.openxmlformats.org/drawingml/2006/main" prst="roundRect">
            <a:avLst>
              <a:gd name="adj" fmla="val 16304"/>
            </a:avLst>
          </a:prstGeom>
          <a:solidFill xmlns:a="http://schemas.openxmlformats.org/drawingml/2006/main">
            <a:srgbClr val="DCE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task-3-surface">
            <a:extLst xmlns:a="http://schemas.openxmlformats.org/drawingml/2006/main">
              <a:ext uri="{FF2B5EF4-FFF2-40B4-BE49-F238E27FC236}">
                <a16:creationId xmlns:a16="http://schemas.microsoft.com/office/drawing/2014/main" id="{D7E3884A-C843-42F0-B363-9BB59AC7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2788" y="4852988"/>
            <a:ext cx="2038350" cy="876300"/>
          </a:xfrm>
          <a:prstGeom xmlns:a="http://schemas.openxmlformats.org/drawingml/2006/main" prst="roundRect">
            <a:avLst>
              <a:gd name="adj" fmla="val 163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41" name="task-3-accent">
            <a:extLst xmlns:a="http://schemas.openxmlformats.org/drawingml/2006/main">
              <a:ext uri="{FF2B5EF4-FFF2-40B4-BE49-F238E27FC236}">
                <a16:creationId xmlns:a16="http://schemas.microsoft.com/office/drawing/2014/main" id="{BA2FECAC-7F6F-4B21-ADE6-4C23DBFC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2788" y="4852988"/>
            <a:ext cx="5715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task-4-shadow">
            <a:extLst xmlns:a="http://schemas.openxmlformats.org/drawingml/2006/main">
              <a:ext uri="{FF2B5EF4-FFF2-40B4-BE49-F238E27FC236}">
                <a16:creationId xmlns:a16="http://schemas.microsoft.com/office/drawing/2014/main" id="{4F490502-BD67-487E-951E-63549FDC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2788" y="2947988"/>
            <a:ext cx="2038350" cy="876300"/>
          </a:xfrm>
          <a:prstGeom xmlns:a="http://schemas.openxmlformats.org/drawingml/2006/main" prst="roundRect">
            <a:avLst>
              <a:gd name="adj" fmla="val 16304"/>
            </a:avLst>
          </a:prstGeom>
          <a:solidFill xmlns:a="http://schemas.openxmlformats.org/drawingml/2006/main">
            <a:srgbClr val="DCE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task-4-surface">
            <a:extLst xmlns:a="http://schemas.openxmlformats.org/drawingml/2006/main">
              <a:ext uri="{FF2B5EF4-FFF2-40B4-BE49-F238E27FC236}">
                <a16:creationId xmlns:a16="http://schemas.microsoft.com/office/drawing/2014/main" id="{EFF0643D-1F92-4723-838C-1496A492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2788" y="2900363"/>
            <a:ext cx="2038350" cy="876300"/>
          </a:xfrm>
          <a:prstGeom xmlns:a="http://schemas.openxmlformats.org/drawingml/2006/main" prst="roundRect">
            <a:avLst>
              <a:gd name="adj" fmla="val 163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44" name="task-4-accent">
            <a:extLst xmlns:a="http://schemas.openxmlformats.org/drawingml/2006/main">
              <a:ext uri="{FF2B5EF4-FFF2-40B4-BE49-F238E27FC236}">
                <a16:creationId xmlns:a16="http://schemas.microsoft.com/office/drawing/2014/main" id="{3EA985C0-3D7C-45F2-BC75-96F90B7F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2788" y="2900363"/>
            <a:ext cx="5715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task-1-title">
            <a:extLst xmlns:a="http://schemas.openxmlformats.org/drawingml/2006/main">
              <a:ext uri="{FF2B5EF4-FFF2-40B4-BE49-F238E27FC236}">
                <a16:creationId xmlns:a16="http://schemas.microsoft.com/office/drawing/2014/main" id="{323D2372-235E-4292-B28B-20CBAFA9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1738" y="2965256"/>
            <a:ext cx="1733550" cy="279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收集真实需求</a:t>
            </a:r>
          </a:p>
        </p:txBody>
      </p:sp>
      <p:sp>
        <p:nvSpPr>
          <p:cNvPr id="46" name="task-1-body">
            <a:extLst xmlns:a="http://schemas.openxmlformats.org/drawingml/2006/main">
              <a:ext uri="{FF2B5EF4-FFF2-40B4-BE49-F238E27FC236}">
                <a16:creationId xmlns:a16="http://schemas.microsoft.com/office/drawing/2014/main" id="{FE9A56AF-84CE-45F0-9752-0FBD4EC3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1738" y="3245196"/>
            <a:ext cx="1733550" cy="466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梳理场景与核心问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题</a:t>
            </a:r>
          </a:p>
        </p:txBody>
      </p:sp>
      <p:sp>
        <p:nvSpPr>
          <p:cNvPr id="47" name="task-2-title">
            <a:extLst xmlns:a="http://schemas.openxmlformats.org/drawingml/2006/main">
              <a:ext uri="{FF2B5EF4-FFF2-40B4-BE49-F238E27FC236}">
                <a16:creationId xmlns:a16="http://schemas.microsoft.com/office/drawing/2014/main" id="{6B9CE918-433C-440D-8226-B1BB2800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2513" y="4917881"/>
            <a:ext cx="1733550" cy="279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形成实施方案</a:t>
            </a:r>
          </a:p>
        </p:txBody>
      </p:sp>
      <p:sp>
        <p:nvSpPr>
          <p:cNvPr id="48" name="task-2-body">
            <a:extLst xmlns:a="http://schemas.openxmlformats.org/drawingml/2006/main">
              <a:ext uri="{FF2B5EF4-FFF2-40B4-BE49-F238E27FC236}">
                <a16:creationId xmlns:a16="http://schemas.microsoft.com/office/drawing/2014/main" id="{6C24000A-EB13-4DE2-B597-5E8736E2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2513" y="5197821"/>
            <a:ext cx="1733550" cy="466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设计路径与关键机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制</a:t>
            </a:r>
          </a:p>
        </p:txBody>
      </p:sp>
      <p:sp>
        <p:nvSpPr>
          <p:cNvPr id="49" name="task-3-title">
            <a:extLst xmlns:a="http://schemas.openxmlformats.org/drawingml/2006/main">
              <a:ext uri="{FF2B5EF4-FFF2-40B4-BE49-F238E27FC236}">
                <a16:creationId xmlns:a16="http://schemas.microsoft.com/office/drawing/2014/main" id="{F2B4F06E-923E-4C4C-919B-82ABB8D9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53288" y="4917881"/>
            <a:ext cx="1733550" cy="279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完成方案交付</a:t>
            </a:r>
          </a:p>
        </p:txBody>
      </p:sp>
      <p:sp>
        <p:nvSpPr>
          <p:cNvPr id="50" name="task-3-body">
            <a:extLst xmlns:a="http://schemas.openxmlformats.org/drawingml/2006/main">
              <a:ext uri="{FF2B5EF4-FFF2-40B4-BE49-F238E27FC236}">
                <a16:creationId xmlns:a16="http://schemas.microsoft.com/office/drawing/2014/main" id="{87F7BC63-198D-4C71-AB84-174F6BDBB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53288" y="5197821"/>
            <a:ext cx="1733550" cy="466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实现功能并联调验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证</a:t>
            </a:r>
          </a:p>
        </p:txBody>
      </p:sp>
      <p:sp>
        <p:nvSpPr>
          <p:cNvPr id="51" name="task-4-title">
            <a:extLst xmlns:a="http://schemas.openxmlformats.org/drawingml/2006/main">
              <a:ext uri="{FF2B5EF4-FFF2-40B4-BE49-F238E27FC236}">
                <a16:creationId xmlns:a16="http://schemas.microsoft.com/office/drawing/2014/main" id="{0CE49B27-FC4B-4FCF-B713-17AAFF28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53288" y="2965256"/>
            <a:ext cx="1733550" cy="279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组织场景试用</a:t>
            </a:r>
          </a:p>
        </p:txBody>
      </p:sp>
      <p:sp>
        <p:nvSpPr>
          <p:cNvPr id="52" name="task-4-body">
            <a:extLst xmlns:a="http://schemas.openxmlformats.org/drawingml/2006/main">
              <a:ext uri="{FF2B5EF4-FFF2-40B4-BE49-F238E27FC236}">
                <a16:creationId xmlns:a16="http://schemas.microsoft.com/office/drawing/2014/main" id="{35A31E82-344E-42AE-B857-4C4003C1B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53288" y="3245196"/>
            <a:ext cx="1733550" cy="4664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反馈问题与使用体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验</a:t>
            </a:r>
          </a:p>
        </p:txBody>
      </p:sp>
      <p:sp>
        <p:nvSpPr>
          <p:cNvPr id="53" name="corner-label">
            <a:extLst xmlns:a="http://schemas.openxmlformats.org/drawingml/2006/main">
              <a:ext uri="{FF2B5EF4-FFF2-40B4-BE49-F238E27FC236}">
                <a16:creationId xmlns:a16="http://schemas.microsoft.com/office/drawing/2014/main" id="{57CEB55E-7108-40CC-8573-FB4634EC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1657350"/>
            <a:ext cx="140970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F0F6FD"/>
          </a:solidFill>
          <a:ln xmlns:a="http://schemas.openxmlformats.org/drawingml/2006/main" w="9525">
            <a:solidFill>
              <a:srgbClr val="D4E3F4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476B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476B95"/>
                </a:solidFill>
                <a:latin typeface="Microsoft YaHei"/>
                <a:ea typeface="Microsoft YaHei"/>
                <a:cs typeface="Microsoft YaHei"/>
              </a:rPr>
              <a:t>角色 × 阶段</a:t>
            </a:r>
          </a:p>
        </p:txBody>
      </p:sp>
    </p:spTree>
    <p:extLst>
      <p:ext uri="{BB962C8B-B14F-4D97-AF65-F5344CB8AC3E}">
        <p14:creationId xmlns:p14="http://schemas.microsoft.com/office/powerpoint/2010/main" val="6537428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stage-band-underlay">
            <a:extLst xmlns:a="http://schemas.openxmlformats.org/drawingml/2006/main">
              <a:ext uri="{FF2B5EF4-FFF2-40B4-BE49-F238E27FC236}">
                <a16:creationId xmlns:a16="http://schemas.microsoft.com/office/drawing/2014/main" id="{4C713884-6940-423D-A935-0C476E11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5025" y="1704975"/>
            <a:ext cx="956310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ane-1-surface">
            <a:extLst xmlns:a="http://schemas.openxmlformats.org/drawingml/2006/main">
              <a:ext uri="{FF2B5EF4-FFF2-40B4-BE49-F238E27FC236}">
                <a16:creationId xmlns:a16="http://schemas.microsoft.com/office/drawing/2014/main" id="{240F3CC4-2FFD-49E1-AE60-250B3E7D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5025" y="2362200"/>
            <a:ext cx="9563100" cy="1225448"/>
          </a:xfrm>
          <a:prstGeom xmlns:a="http://schemas.openxmlformats.org/drawingml/2006/main" prst="roundRect">
            <a:avLst>
              <a:gd name="adj" fmla="val 12436"/>
            </a:avLst>
          </a:prstGeom>
          <a:solidFill xmlns:a="http://schemas.openxmlformats.org/drawingml/2006/main">
            <a:srgbClr val="F8FBFE"/>
          </a:solidFill>
          <a:ln xmlns:a="http://schemas.openxmlformats.org/drawingml/2006/main" w="9525">
            <a:solidFill>
              <a:srgbClr val="DCE8F5"/>
            </a:solidFill>
            <a:prstDash val="solid"/>
          </a:ln>
        </p:spPr>
      </p:sp>
      <p:sp>
        <p:nvSpPr>
          <p:cNvPr id="3" name="role-1-underlay">
            <a:extLst xmlns:a="http://schemas.openxmlformats.org/drawingml/2006/main">
              <a:ext uri="{FF2B5EF4-FFF2-40B4-BE49-F238E27FC236}">
                <a16:creationId xmlns:a16="http://schemas.microsoft.com/office/drawing/2014/main" id="{CFEFC3B1-CFD0-4751-86C3-18FED27F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2476500"/>
            <a:ext cx="1409700" cy="1073048"/>
          </a:xfrm>
          <a:prstGeom xmlns:a="http://schemas.openxmlformats.org/drawingml/2006/main" prst="roundRect">
            <a:avLst>
              <a:gd name="adj" fmla="val 1420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ole-1-label">
            <a:extLst xmlns:a="http://schemas.openxmlformats.org/drawingml/2006/main">
              <a:ext uri="{FF2B5EF4-FFF2-40B4-BE49-F238E27FC236}">
                <a16:creationId xmlns:a16="http://schemas.microsoft.com/office/drawing/2014/main" id="{0E620DC9-64F9-465B-ACFC-2975D7A2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2438400"/>
            <a:ext cx="1409700" cy="1073048"/>
          </a:xfrm>
          <a:prstGeom xmlns:a="http://schemas.openxmlformats.org/drawingml/2006/main" prst="roundRect">
            <a:avLst>
              <a:gd name="adj" fmla="val 142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6"/>
          <a:fontRef xmlns:a="http://schemas.openxmlformats.org/drawingml/2006/main" idx="major"/>
        </p:style>
      </p:sp>
      <p:sp>
        <p:nvSpPr>
          <p:cNvPr id="5" name="role-1-accent">
            <a:extLst xmlns:a="http://schemas.openxmlformats.org/drawingml/2006/main">
              <a:ext uri="{FF2B5EF4-FFF2-40B4-BE49-F238E27FC236}">
                <a16:creationId xmlns:a16="http://schemas.microsoft.com/office/drawing/2014/main" id="{0C033BAF-BAE5-4278-9286-20A2205C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2438400"/>
            <a:ext cx="66675" cy="1073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ole-1-name">
            <a:extLst xmlns:a="http://schemas.openxmlformats.org/drawingml/2006/main">
              <a:ext uri="{FF2B5EF4-FFF2-40B4-BE49-F238E27FC236}">
                <a16:creationId xmlns:a16="http://schemas.microsoft.com/office/drawing/2014/main" id="{30512C2F-66A4-4DA7-BEF4-D3D51796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" y="2851099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42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业务团队</a:t>
            </a:r>
          </a:p>
        </p:txBody>
      </p:sp>
      <p:sp>
        <p:nvSpPr>
          <p:cNvPr id="7" name="lane-2-surface">
            <a:extLst xmlns:a="http://schemas.openxmlformats.org/drawingml/2006/main">
              <a:ext uri="{FF2B5EF4-FFF2-40B4-BE49-F238E27FC236}">
                <a16:creationId xmlns:a16="http://schemas.microsoft.com/office/drawing/2014/main" id="{727EFD78-57F0-46D0-BB0F-A653023B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5025" y="3663848"/>
            <a:ext cx="9563100" cy="1225448"/>
          </a:xfrm>
          <a:prstGeom xmlns:a="http://schemas.openxmlformats.org/drawingml/2006/main" prst="roundRect">
            <a:avLst>
              <a:gd name="adj" fmla="val 12436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CE8F5"/>
            </a:solidFill>
            <a:prstDash val="solid"/>
          </a:ln>
        </p:spPr>
      </p:sp>
      <p:sp>
        <p:nvSpPr>
          <p:cNvPr id="8" name="role-2-underlay">
            <a:extLst xmlns:a="http://schemas.openxmlformats.org/drawingml/2006/main">
              <a:ext uri="{FF2B5EF4-FFF2-40B4-BE49-F238E27FC236}">
                <a16:creationId xmlns:a16="http://schemas.microsoft.com/office/drawing/2014/main" id="{FB707566-1E36-4982-94C5-16467DE4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3778148"/>
            <a:ext cx="1409700" cy="1073048"/>
          </a:xfrm>
          <a:prstGeom xmlns:a="http://schemas.openxmlformats.org/drawingml/2006/main" prst="roundRect">
            <a:avLst>
              <a:gd name="adj" fmla="val 1420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ole-2-label">
            <a:extLst xmlns:a="http://schemas.openxmlformats.org/drawingml/2006/main">
              <a:ext uri="{FF2B5EF4-FFF2-40B4-BE49-F238E27FC236}">
                <a16:creationId xmlns:a16="http://schemas.microsoft.com/office/drawing/2014/main" id="{5E3A9627-D8ED-4645-9A2E-A52169D2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3740048"/>
            <a:ext cx="1409700" cy="1073048"/>
          </a:xfrm>
          <a:prstGeom xmlns:a="http://schemas.openxmlformats.org/drawingml/2006/main" prst="roundRect">
            <a:avLst>
              <a:gd name="adj" fmla="val 142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6"/>
          <a:fontRef xmlns:a="http://schemas.openxmlformats.org/drawingml/2006/main" idx="major"/>
        </p:style>
      </p:sp>
      <p:sp>
        <p:nvSpPr>
          <p:cNvPr id="10" name="role-2-accent">
            <a:extLst xmlns:a="http://schemas.openxmlformats.org/drawingml/2006/main">
              <a:ext uri="{FF2B5EF4-FFF2-40B4-BE49-F238E27FC236}">
                <a16:creationId xmlns:a16="http://schemas.microsoft.com/office/drawing/2014/main" id="{F559DC28-1BFB-46CC-B5AA-E2DE02FE8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3740048"/>
            <a:ext cx="66675" cy="1073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ole-2-name">
            <a:extLst xmlns:a="http://schemas.openxmlformats.org/drawingml/2006/main">
              <a:ext uri="{FF2B5EF4-FFF2-40B4-BE49-F238E27FC236}">
                <a16:creationId xmlns:a16="http://schemas.microsoft.com/office/drawing/2014/main" id="{0CFD4907-1543-4399-9A50-5FAA1F16D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" y="4152748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42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技术团队</a:t>
            </a:r>
          </a:p>
        </p:txBody>
      </p:sp>
      <p:sp>
        <p:nvSpPr>
          <p:cNvPr id="12" name="lane-3-surface">
            <a:extLst xmlns:a="http://schemas.openxmlformats.org/drawingml/2006/main">
              <a:ext uri="{FF2B5EF4-FFF2-40B4-BE49-F238E27FC236}">
                <a16:creationId xmlns:a16="http://schemas.microsoft.com/office/drawing/2014/main" id="{C004CC6B-B6AD-4EEB-AB5D-B516C977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5025" y="4965649"/>
            <a:ext cx="9563100" cy="1225448"/>
          </a:xfrm>
          <a:prstGeom xmlns:a="http://schemas.openxmlformats.org/drawingml/2006/main" prst="roundRect">
            <a:avLst>
              <a:gd name="adj" fmla="val 12436"/>
            </a:avLst>
          </a:prstGeom>
          <a:solidFill xmlns:a="http://schemas.openxmlformats.org/drawingml/2006/main">
            <a:srgbClr val="F8FBFE"/>
          </a:solidFill>
          <a:ln xmlns:a="http://schemas.openxmlformats.org/drawingml/2006/main" w="9525">
            <a:solidFill>
              <a:srgbClr val="DCE8F5"/>
            </a:solidFill>
            <a:prstDash val="solid"/>
          </a:ln>
        </p:spPr>
      </p:sp>
      <p:sp>
        <p:nvSpPr>
          <p:cNvPr id="13" name="role-3-underlay">
            <a:extLst xmlns:a="http://schemas.openxmlformats.org/drawingml/2006/main">
              <a:ext uri="{FF2B5EF4-FFF2-40B4-BE49-F238E27FC236}">
                <a16:creationId xmlns:a16="http://schemas.microsoft.com/office/drawing/2014/main" id="{E6434F36-3321-4970-AC1C-5022BB55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5079949"/>
            <a:ext cx="1409700" cy="1073048"/>
          </a:xfrm>
          <a:prstGeom xmlns:a="http://schemas.openxmlformats.org/drawingml/2006/main" prst="roundRect">
            <a:avLst>
              <a:gd name="adj" fmla="val 1420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ole-3-label">
            <a:extLst xmlns:a="http://schemas.openxmlformats.org/drawingml/2006/main">
              <a:ext uri="{FF2B5EF4-FFF2-40B4-BE49-F238E27FC236}">
                <a16:creationId xmlns:a16="http://schemas.microsoft.com/office/drawing/2014/main" id="{004EB18E-738D-466D-BFAE-FA0E859D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5041849"/>
            <a:ext cx="1409700" cy="1073048"/>
          </a:xfrm>
          <a:prstGeom xmlns:a="http://schemas.openxmlformats.org/drawingml/2006/main" prst="roundRect">
            <a:avLst>
              <a:gd name="adj" fmla="val 142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6"/>
          <a:fontRef xmlns:a="http://schemas.openxmlformats.org/drawingml/2006/main" idx="major"/>
        </p:style>
      </p:sp>
      <p:sp>
        <p:nvSpPr>
          <p:cNvPr id="15" name="role-3-accent">
            <a:extLst xmlns:a="http://schemas.openxmlformats.org/drawingml/2006/main">
              <a:ext uri="{FF2B5EF4-FFF2-40B4-BE49-F238E27FC236}">
                <a16:creationId xmlns:a16="http://schemas.microsoft.com/office/drawing/2014/main" id="{E9E06DD4-827D-4AA2-8F93-3D94D585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5041849"/>
            <a:ext cx="66675" cy="1073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9E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ole-3-name">
            <a:extLst xmlns:a="http://schemas.openxmlformats.org/drawingml/2006/main">
              <a:ext uri="{FF2B5EF4-FFF2-40B4-BE49-F238E27FC236}">
                <a16:creationId xmlns:a16="http://schemas.microsoft.com/office/drawing/2014/main" id="{2B18EACE-6002-4CC0-B8E0-AA2F94F4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" y="5454548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42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管理团队</a:t>
            </a:r>
          </a:p>
        </p:txBody>
      </p:sp>
      <p:sp>
        <p:nvSpPr>
          <p:cNvPr id="17" name="stage-band">
            <a:extLst xmlns:a="http://schemas.openxmlformats.org/drawingml/2006/main">
              <a:ext uri="{FF2B5EF4-FFF2-40B4-BE49-F238E27FC236}">
                <a16:creationId xmlns:a16="http://schemas.microsoft.com/office/drawing/2014/main" id="{B94CA8B8-775C-476A-9B39-B311451B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5025" y="1657350"/>
            <a:ext cx="956310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9525">
            <a:solidFill>
              <a:srgbClr val="D4E4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7"/>
          <a:fontRef xmlns:a="http://schemas.openxmlformats.org/drawingml/2006/main" idx="major"/>
        </p:style>
      </p:sp>
      <p:sp>
        <p:nvSpPr>
          <p:cNvPr id="18" name="column-divider-1">
            <a:extLst xmlns:a="http://schemas.openxmlformats.org/drawingml/2006/main">
              <a:ext uri="{FF2B5EF4-FFF2-40B4-BE49-F238E27FC236}">
                <a16:creationId xmlns:a16="http://schemas.microsoft.com/office/drawing/2014/main" id="{B5B42CDB-EF82-48D8-979F-8F2C6FAB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24574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olumn-divider-2">
            <a:extLst xmlns:a="http://schemas.openxmlformats.org/drawingml/2006/main">
              <a:ext uri="{FF2B5EF4-FFF2-40B4-BE49-F238E27FC236}">
                <a16:creationId xmlns:a16="http://schemas.microsoft.com/office/drawing/2014/main" id="{01FDD78A-837D-46E7-9CAE-B6427C6C9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86575" y="24574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olumn-divider-3">
            <a:extLst xmlns:a="http://schemas.openxmlformats.org/drawingml/2006/main">
              <a:ext uri="{FF2B5EF4-FFF2-40B4-BE49-F238E27FC236}">
                <a16:creationId xmlns:a16="http://schemas.microsoft.com/office/drawing/2014/main" id="{1F574CD3-9CAC-4137-803B-4794F966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77350" y="24574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handoff-1">
            <a:extLst xmlns:a="http://schemas.openxmlformats.org/drawingml/2006/main">
              <a:ext uri="{FF2B5EF4-FFF2-40B4-BE49-F238E27FC236}">
                <a16:creationId xmlns:a16="http://schemas.microsoft.com/office/drawing/2014/main" id="{25916FE8-6155-475C-A70D-7ACAB5C5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19588" y="3013072"/>
            <a:ext cx="66675" cy="2603497"/>
          </a:xfrm>
          <a:custGeom xmlns:a="http://schemas.openxmlformats.org/drawingml/2006/main">
            <a:pathLst>
              <a:path w="66675" h="2603497">
                <a:moveTo>
                  <a:pt x="0" y="0"/>
                </a:moveTo>
                <a:lnTo>
                  <a:pt x="19002" y="0"/>
                </a:lnTo>
                <a:lnTo>
                  <a:pt x="38014" y="0"/>
                </a:lnTo>
                <a:lnTo>
                  <a:pt x="57017" y="0"/>
                </a:lnTo>
                <a:lnTo>
                  <a:pt x="66675" y="9344"/>
                </a:lnTo>
                <a:lnTo>
                  <a:pt x="66675" y="28356"/>
                </a:lnTo>
                <a:lnTo>
                  <a:pt x="66675" y="47358"/>
                </a:lnTo>
                <a:lnTo>
                  <a:pt x="66675" y="66370"/>
                </a:lnTo>
                <a:lnTo>
                  <a:pt x="66675" y="85373"/>
                </a:lnTo>
                <a:lnTo>
                  <a:pt x="66675" y="104375"/>
                </a:lnTo>
                <a:lnTo>
                  <a:pt x="66675" y="123387"/>
                </a:lnTo>
                <a:lnTo>
                  <a:pt x="66675" y="142389"/>
                </a:lnTo>
                <a:lnTo>
                  <a:pt x="66675" y="161392"/>
                </a:lnTo>
                <a:lnTo>
                  <a:pt x="66675" y="180404"/>
                </a:lnTo>
                <a:lnTo>
                  <a:pt x="66675" y="199406"/>
                </a:lnTo>
                <a:lnTo>
                  <a:pt x="66675" y="218418"/>
                </a:lnTo>
                <a:lnTo>
                  <a:pt x="66675" y="237420"/>
                </a:lnTo>
                <a:lnTo>
                  <a:pt x="66675" y="256423"/>
                </a:lnTo>
                <a:lnTo>
                  <a:pt x="66675" y="275434"/>
                </a:lnTo>
                <a:lnTo>
                  <a:pt x="66675" y="294437"/>
                </a:lnTo>
                <a:lnTo>
                  <a:pt x="66675" y="313439"/>
                </a:lnTo>
                <a:lnTo>
                  <a:pt x="66675" y="332451"/>
                </a:lnTo>
                <a:lnTo>
                  <a:pt x="66675" y="351453"/>
                </a:lnTo>
                <a:lnTo>
                  <a:pt x="66675" y="370465"/>
                </a:lnTo>
                <a:lnTo>
                  <a:pt x="66675" y="389468"/>
                </a:lnTo>
                <a:lnTo>
                  <a:pt x="66675" y="408470"/>
                </a:lnTo>
                <a:lnTo>
                  <a:pt x="66675" y="427482"/>
                </a:lnTo>
                <a:lnTo>
                  <a:pt x="66675" y="446484"/>
                </a:lnTo>
                <a:lnTo>
                  <a:pt x="66675" y="465487"/>
                </a:lnTo>
                <a:lnTo>
                  <a:pt x="66675" y="484499"/>
                </a:lnTo>
                <a:lnTo>
                  <a:pt x="66675" y="503501"/>
                </a:lnTo>
                <a:lnTo>
                  <a:pt x="66675" y="522503"/>
                </a:lnTo>
                <a:lnTo>
                  <a:pt x="66675" y="541515"/>
                </a:lnTo>
                <a:lnTo>
                  <a:pt x="66675" y="560518"/>
                </a:lnTo>
                <a:lnTo>
                  <a:pt x="66675" y="579530"/>
                </a:lnTo>
                <a:lnTo>
                  <a:pt x="66675" y="598532"/>
                </a:lnTo>
                <a:lnTo>
                  <a:pt x="66675" y="617534"/>
                </a:lnTo>
                <a:lnTo>
                  <a:pt x="66675" y="636546"/>
                </a:lnTo>
                <a:lnTo>
                  <a:pt x="66675" y="655549"/>
                </a:lnTo>
                <a:lnTo>
                  <a:pt x="66675" y="674551"/>
                </a:lnTo>
                <a:lnTo>
                  <a:pt x="66675" y="693563"/>
                </a:lnTo>
                <a:lnTo>
                  <a:pt x="66675" y="712565"/>
                </a:lnTo>
                <a:lnTo>
                  <a:pt x="66675" y="731577"/>
                </a:lnTo>
                <a:lnTo>
                  <a:pt x="66675" y="750580"/>
                </a:lnTo>
                <a:lnTo>
                  <a:pt x="66675" y="769582"/>
                </a:lnTo>
                <a:lnTo>
                  <a:pt x="66675" y="788594"/>
                </a:lnTo>
                <a:lnTo>
                  <a:pt x="66675" y="807596"/>
                </a:lnTo>
                <a:lnTo>
                  <a:pt x="66675" y="826599"/>
                </a:lnTo>
                <a:lnTo>
                  <a:pt x="66675" y="845610"/>
                </a:lnTo>
                <a:lnTo>
                  <a:pt x="66675" y="864613"/>
                </a:lnTo>
                <a:lnTo>
                  <a:pt x="66675" y="883625"/>
                </a:lnTo>
                <a:lnTo>
                  <a:pt x="66675" y="902627"/>
                </a:lnTo>
                <a:lnTo>
                  <a:pt x="66675" y="921629"/>
                </a:lnTo>
                <a:lnTo>
                  <a:pt x="66675" y="940641"/>
                </a:lnTo>
                <a:lnTo>
                  <a:pt x="66675" y="959644"/>
                </a:lnTo>
                <a:lnTo>
                  <a:pt x="66675" y="978646"/>
                </a:lnTo>
                <a:lnTo>
                  <a:pt x="66675" y="997658"/>
                </a:lnTo>
                <a:lnTo>
                  <a:pt x="66675" y="1016660"/>
                </a:lnTo>
                <a:lnTo>
                  <a:pt x="66675" y="1035663"/>
                </a:lnTo>
                <a:lnTo>
                  <a:pt x="66675" y="1054675"/>
                </a:lnTo>
                <a:lnTo>
                  <a:pt x="66675" y="1073677"/>
                </a:lnTo>
                <a:lnTo>
                  <a:pt x="66675" y="1092689"/>
                </a:lnTo>
                <a:lnTo>
                  <a:pt x="66675" y="1111691"/>
                </a:lnTo>
                <a:lnTo>
                  <a:pt x="66675" y="1130694"/>
                </a:lnTo>
                <a:lnTo>
                  <a:pt x="66675" y="1149706"/>
                </a:lnTo>
                <a:lnTo>
                  <a:pt x="66675" y="1168708"/>
                </a:lnTo>
                <a:lnTo>
                  <a:pt x="66675" y="1187710"/>
                </a:lnTo>
                <a:lnTo>
                  <a:pt x="66675" y="1206722"/>
                </a:lnTo>
                <a:lnTo>
                  <a:pt x="66675" y="1225725"/>
                </a:lnTo>
                <a:lnTo>
                  <a:pt x="66675" y="1244737"/>
                </a:lnTo>
                <a:lnTo>
                  <a:pt x="66675" y="1263739"/>
                </a:lnTo>
                <a:lnTo>
                  <a:pt x="66675" y="1282741"/>
                </a:lnTo>
                <a:lnTo>
                  <a:pt x="66675" y="1301753"/>
                </a:lnTo>
                <a:lnTo>
                  <a:pt x="66675" y="1320756"/>
                </a:lnTo>
                <a:lnTo>
                  <a:pt x="66675" y="1339758"/>
                </a:lnTo>
                <a:lnTo>
                  <a:pt x="66675" y="1358770"/>
                </a:lnTo>
                <a:lnTo>
                  <a:pt x="66675" y="1377772"/>
                </a:lnTo>
                <a:lnTo>
                  <a:pt x="66675" y="1396784"/>
                </a:lnTo>
                <a:lnTo>
                  <a:pt x="66675" y="1415786"/>
                </a:lnTo>
                <a:lnTo>
                  <a:pt x="66675" y="1434789"/>
                </a:lnTo>
                <a:lnTo>
                  <a:pt x="66675" y="1453801"/>
                </a:lnTo>
                <a:lnTo>
                  <a:pt x="66675" y="1472803"/>
                </a:lnTo>
                <a:lnTo>
                  <a:pt x="66675" y="1491806"/>
                </a:lnTo>
                <a:lnTo>
                  <a:pt x="66675" y="1510817"/>
                </a:lnTo>
                <a:lnTo>
                  <a:pt x="66675" y="1529820"/>
                </a:lnTo>
                <a:lnTo>
                  <a:pt x="66675" y="1548822"/>
                </a:lnTo>
                <a:lnTo>
                  <a:pt x="66675" y="1567834"/>
                </a:lnTo>
                <a:lnTo>
                  <a:pt x="66675" y="1586836"/>
                </a:lnTo>
                <a:lnTo>
                  <a:pt x="66675" y="1605848"/>
                </a:lnTo>
                <a:lnTo>
                  <a:pt x="66675" y="1624851"/>
                </a:lnTo>
                <a:lnTo>
                  <a:pt x="66675" y="1643853"/>
                </a:lnTo>
                <a:lnTo>
                  <a:pt x="66675" y="1662865"/>
                </a:lnTo>
                <a:lnTo>
                  <a:pt x="66675" y="1681867"/>
                </a:lnTo>
                <a:lnTo>
                  <a:pt x="66675" y="1700870"/>
                </a:lnTo>
                <a:lnTo>
                  <a:pt x="66675" y="1719882"/>
                </a:lnTo>
                <a:lnTo>
                  <a:pt x="66675" y="1738884"/>
                </a:lnTo>
                <a:lnTo>
                  <a:pt x="66675" y="1757896"/>
                </a:lnTo>
                <a:lnTo>
                  <a:pt x="66675" y="1776898"/>
                </a:lnTo>
                <a:lnTo>
                  <a:pt x="66675" y="1795901"/>
                </a:lnTo>
                <a:lnTo>
                  <a:pt x="66675" y="1814913"/>
                </a:lnTo>
                <a:lnTo>
                  <a:pt x="66675" y="1833915"/>
                </a:lnTo>
                <a:lnTo>
                  <a:pt x="66675" y="1852917"/>
                </a:lnTo>
                <a:lnTo>
                  <a:pt x="66675" y="1871929"/>
                </a:lnTo>
                <a:lnTo>
                  <a:pt x="66675" y="1890932"/>
                </a:lnTo>
                <a:lnTo>
                  <a:pt x="66675" y="1909943"/>
                </a:lnTo>
                <a:lnTo>
                  <a:pt x="66675" y="1928946"/>
                </a:lnTo>
                <a:lnTo>
                  <a:pt x="66675" y="1947948"/>
                </a:lnTo>
                <a:lnTo>
                  <a:pt x="66675" y="1966960"/>
                </a:lnTo>
                <a:lnTo>
                  <a:pt x="66675" y="1985963"/>
                </a:lnTo>
                <a:lnTo>
                  <a:pt x="66675" y="2004965"/>
                </a:lnTo>
                <a:lnTo>
                  <a:pt x="66675" y="2023977"/>
                </a:lnTo>
                <a:lnTo>
                  <a:pt x="66675" y="2042979"/>
                </a:lnTo>
                <a:lnTo>
                  <a:pt x="66675" y="2061982"/>
                </a:lnTo>
                <a:lnTo>
                  <a:pt x="66675" y="2080993"/>
                </a:lnTo>
                <a:lnTo>
                  <a:pt x="66675" y="2099996"/>
                </a:lnTo>
                <a:lnTo>
                  <a:pt x="66675" y="2119008"/>
                </a:lnTo>
                <a:lnTo>
                  <a:pt x="66675" y="2138010"/>
                </a:lnTo>
                <a:lnTo>
                  <a:pt x="66675" y="2157012"/>
                </a:lnTo>
                <a:lnTo>
                  <a:pt x="66675" y="2176024"/>
                </a:lnTo>
                <a:lnTo>
                  <a:pt x="66675" y="2195027"/>
                </a:lnTo>
                <a:lnTo>
                  <a:pt x="66675" y="2214029"/>
                </a:lnTo>
                <a:lnTo>
                  <a:pt x="66675" y="2233041"/>
                </a:lnTo>
                <a:lnTo>
                  <a:pt x="66675" y="2252043"/>
                </a:lnTo>
                <a:lnTo>
                  <a:pt x="66675" y="2271055"/>
                </a:lnTo>
                <a:lnTo>
                  <a:pt x="66675" y="2290058"/>
                </a:lnTo>
                <a:lnTo>
                  <a:pt x="66675" y="2309060"/>
                </a:lnTo>
                <a:lnTo>
                  <a:pt x="66675" y="2328072"/>
                </a:lnTo>
                <a:lnTo>
                  <a:pt x="66675" y="2347074"/>
                </a:lnTo>
                <a:lnTo>
                  <a:pt x="66675" y="2366077"/>
                </a:lnTo>
                <a:lnTo>
                  <a:pt x="66675" y="2385089"/>
                </a:lnTo>
                <a:lnTo>
                  <a:pt x="66675" y="2404091"/>
                </a:lnTo>
                <a:lnTo>
                  <a:pt x="66675" y="2423093"/>
                </a:lnTo>
                <a:lnTo>
                  <a:pt x="66675" y="2442105"/>
                </a:lnTo>
                <a:lnTo>
                  <a:pt x="66675" y="2461108"/>
                </a:lnTo>
                <a:lnTo>
                  <a:pt x="66675" y="2480120"/>
                </a:lnTo>
                <a:lnTo>
                  <a:pt x="66675" y="2499122"/>
                </a:lnTo>
                <a:lnTo>
                  <a:pt x="66675" y="2518124"/>
                </a:lnTo>
                <a:lnTo>
                  <a:pt x="66675" y="2537136"/>
                </a:lnTo>
                <a:lnTo>
                  <a:pt x="66675" y="2556139"/>
                </a:lnTo>
                <a:lnTo>
                  <a:pt x="66675" y="2575141"/>
                </a:lnTo>
                <a:lnTo>
                  <a:pt x="66675" y="2594153"/>
                </a:lnTo>
                <a:lnTo>
                  <a:pt x="57017" y="2603497"/>
                </a:lnTo>
                <a:lnTo>
                  <a:pt x="38014" y="2603497"/>
                </a:lnTo>
                <a:lnTo>
                  <a:pt x="19002" y="2603497"/>
                </a:lnTo>
                <a:lnTo>
                  <a:pt x="0" y="2603497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8A9DF"/>
            </a:solidFill>
            <a:prstDash val="solid"/>
          </a:ln>
        </p:spPr>
      </p:sp>
      <p:sp>
        <p:nvSpPr>
          <p:cNvPr id="22" name="handoff-2">
            <a:extLst xmlns:a="http://schemas.openxmlformats.org/drawingml/2006/main">
              <a:ext uri="{FF2B5EF4-FFF2-40B4-BE49-F238E27FC236}">
                <a16:creationId xmlns:a16="http://schemas.microsoft.com/office/drawing/2014/main" id="{7ECDF008-6C2F-421D-A5E1-80D4EA1A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19588" y="4314825"/>
            <a:ext cx="352425" cy="1301753"/>
          </a:xfrm>
          <a:custGeom xmlns:a="http://schemas.openxmlformats.org/drawingml/2006/main">
            <a:pathLst>
              <a:path w="352425" h="1301753">
                <a:moveTo>
                  <a:pt x="0" y="1301753"/>
                </a:moveTo>
                <a:lnTo>
                  <a:pt x="19012" y="1301753"/>
                </a:lnTo>
                <a:lnTo>
                  <a:pt x="38024" y="1301753"/>
                </a:lnTo>
                <a:lnTo>
                  <a:pt x="57036" y="1301753"/>
                </a:lnTo>
                <a:lnTo>
                  <a:pt x="76057" y="1301753"/>
                </a:lnTo>
                <a:lnTo>
                  <a:pt x="95069" y="1301753"/>
                </a:lnTo>
                <a:lnTo>
                  <a:pt x="114081" y="1301753"/>
                </a:lnTo>
                <a:lnTo>
                  <a:pt x="133093" y="1301753"/>
                </a:lnTo>
                <a:lnTo>
                  <a:pt x="152105" y="1301753"/>
                </a:lnTo>
                <a:lnTo>
                  <a:pt x="171126" y="1301753"/>
                </a:lnTo>
                <a:lnTo>
                  <a:pt x="176213" y="1287828"/>
                </a:lnTo>
                <a:lnTo>
                  <a:pt x="176213" y="1268816"/>
                </a:lnTo>
                <a:lnTo>
                  <a:pt x="176213" y="1249804"/>
                </a:lnTo>
                <a:lnTo>
                  <a:pt x="176213" y="1230782"/>
                </a:lnTo>
                <a:lnTo>
                  <a:pt x="176213" y="1211771"/>
                </a:lnTo>
                <a:lnTo>
                  <a:pt x="176213" y="1192759"/>
                </a:lnTo>
                <a:lnTo>
                  <a:pt x="176213" y="1173747"/>
                </a:lnTo>
                <a:lnTo>
                  <a:pt x="176213" y="1154735"/>
                </a:lnTo>
                <a:lnTo>
                  <a:pt x="176213" y="1135723"/>
                </a:lnTo>
                <a:lnTo>
                  <a:pt x="176213" y="1116701"/>
                </a:lnTo>
                <a:lnTo>
                  <a:pt x="176213" y="1097690"/>
                </a:lnTo>
                <a:lnTo>
                  <a:pt x="176213" y="1078678"/>
                </a:lnTo>
                <a:lnTo>
                  <a:pt x="176213" y="1059666"/>
                </a:lnTo>
                <a:lnTo>
                  <a:pt x="176213" y="1040654"/>
                </a:lnTo>
                <a:lnTo>
                  <a:pt x="176213" y="1021642"/>
                </a:lnTo>
                <a:lnTo>
                  <a:pt x="176213" y="1002621"/>
                </a:lnTo>
                <a:lnTo>
                  <a:pt x="176213" y="983609"/>
                </a:lnTo>
                <a:lnTo>
                  <a:pt x="176213" y="964597"/>
                </a:lnTo>
                <a:lnTo>
                  <a:pt x="176213" y="945585"/>
                </a:lnTo>
                <a:lnTo>
                  <a:pt x="176213" y="926573"/>
                </a:lnTo>
                <a:lnTo>
                  <a:pt x="176213" y="907561"/>
                </a:lnTo>
                <a:lnTo>
                  <a:pt x="176213" y="888540"/>
                </a:lnTo>
                <a:lnTo>
                  <a:pt x="176213" y="869528"/>
                </a:lnTo>
                <a:lnTo>
                  <a:pt x="176213" y="850516"/>
                </a:lnTo>
                <a:lnTo>
                  <a:pt x="176213" y="831504"/>
                </a:lnTo>
                <a:lnTo>
                  <a:pt x="176213" y="812492"/>
                </a:lnTo>
                <a:lnTo>
                  <a:pt x="176213" y="793480"/>
                </a:lnTo>
                <a:lnTo>
                  <a:pt x="176213" y="774459"/>
                </a:lnTo>
                <a:lnTo>
                  <a:pt x="176213" y="755447"/>
                </a:lnTo>
                <a:lnTo>
                  <a:pt x="176213" y="736435"/>
                </a:lnTo>
                <a:lnTo>
                  <a:pt x="176213" y="717423"/>
                </a:lnTo>
                <a:lnTo>
                  <a:pt x="176213" y="698411"/>
                </a:lnTo>
                <a:lnTo>
                  <a:pt x="176213" y="679399"/>
                </a:lnTo>
                <a:lnTo>
                  <a:pt x="176213" y="660378"/>
                </a:lnTo>
                <a:lnTo>
                  <a:pt x="176213" y="641366"/>
                </a:lnTo>
                <a:lnTo>
                  <a:pt x="176213" y="622354"/>
                </a:lnTo>
                <a:lnTo>
                  <a:pt x="176213" y="603342"/>
                </a:lnTo>
                <a:lnTo>
                  <a:pt x="176213" y="584330"/>
                </a:lnTo>
                <a:lnTo>
                  <a:pt x="176213" y="565318"/>
                </a:lnTo>
                <a:lnTo>
                  <a:pt x="176213" y="546297"/>
                </a:lnTo>
                <a:lnTo>
                  <a:pt x="176213" y="527285"/>
                </a:lnTo>
                <a:lnTo>
                  <a:pt x="176213" y="508273"/>
                </a:lnTo>
                <a:lnTo>
                  <a:pt x="176213" y="489261"/>
                </a:lnTo>
                <a:lnTo>
                  <a:pt x="176213" y="470249"/>
                </a:lnTo>
                <a:lnTo>
                  <a:pt x="176213" y="451237"/>
                </a:lnTo>
                <a:lnTo>
                  <a:pt x="176213" y="432216"/>
                </a:lnTo>
                <a:lnTo>
                  <a:pt x="176213" y="413204"/>
                </a:lnTo>
                <a:lnTo>
                  <a:pt x="176213" y="394192"/>
                </a:lnTo>
                <a:lnTo>
                  <a:pt x="176213" y="375180"/>
                </a:lnTo>
                <a:lnTo>
                  <a:pt x="176213" y="356168"/>
                </a:lnTo>
                <a:lnTo>
                  <a:pt x="176213" y="337156"/>
                </a:lnTo>
                <a:lnTo>
                  <a:pt x="176213" y="318135"/>
                </a:lnTo>
                <a:lnTo>
                  <a:pt x="176213" y="299123"/>
                </a:lnTo>
                <a:lnTo>
                  <a:pt x="176213" y="280111"/>
                </a:lnTo>
                <a:lnTo>
                  <a:pt x="176213" y="261099"/>
                </a:lnTo>
                <a:lnTo>
                  <a:pt x="176213" y="242087"/>
                </a:lnTo>
                <a:lnTo>
                  <a:pt x="176213" y="223076"/>
                </a:lnTo>
                <a:lnTo>
                  <a:pt x="176213" y="204054"/>
                </a:lnTo>
                <a:lnTo>
                  <a:pt x="176213" y="185042"/>
                </a:lnTo>
                <a:lnTo>
                  <a:pt x="176213" y="166030"/>
                </a:lnTo>
                <a:lnTo>
                  <a:pt x="176213" y="147018"/>
                </a:lnTo>
                <a:lnTo>
                  <a:pt x="176213" y="128006"/>
                </a:lnTo>
                <a:lnTo>
                  <a:pt x="176213" y="108995"/>
                </a:lnTo>
                <a:lnTo>
                  <a:pt x="176213" y="89973"/>
                </a:lnTo>
                <a:lnTo>
                  <a:pt x="176213" y="70961"/>
                </a:lnTo>
                <a:lnTo>
                  <a:pt x="176213" y="51949"/>
                </a:lnTo>
                <a:lnTo>
                  <a:pt x="176213" y="32937"/>
                </a:lnTo>
                <a:lnTo>
                  <a:pt x="176213" y="13926"/>
                </a:lnTo>
                <a:lnTo>
                  <a:pt x="181299" y="0"/>
                </a:lnTo>
                <a:lnTo>
                  <a:pt x="200320" y="0"/>
                </a:lnTo>
                <a:lnTo>
                  <a:pt x="219332" y="0"/>
                </a:lnTo>
                <a:lnTo>
                  <a:pt x="238344" y="0"/>
                </a:lnTo>
                <a:lnTo>
                  <a:pt x="257356" y="0"/>
                </a:lnTo>
                <a:lnTo>
                  <a:pt x="276368" y="0"/>
                </a:lnTo>
                <a:lnTo>
                  <a:pt x="295380" y="0"/>
                </a:lnTo>
                <a:lnTo>
                  <a:pt x="314401" y="0"/>
                </a:lnTo>
                <a:lnTo>
                  <a:pt x="333413" y="0"/>
                </a:lnTo>
                <a:lnTo>
                  <a:pt x="35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8A9DF"/>
            </a:solidFill>
            <a:prstDash val="solid"/>
          </a:ln>
        </p:spPr>
      </p:sp>
      <p:sp>
        <p:nvSpPr>
          <p:cNvPr id="23" name="handoff-3">
            <a:extLst xmlns:a="http://schemas.openxmlformats.org/drawingml/2006/main">
              <a:ext uri="{FF2B5EF4-FFF2-40B4-BE49-F238E27FC236}">
                <a16:creationId xmlns:a16="http://schemas.microsoft.com/office/drawing/2014/main" id="{EC70CF1E-4C47-4D7A-98B6-5293E9FB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0363" y="4314825"/>
            <a:ext cx="352425" cy="9525"/>
          </a:xfrm>
          <a:custGeom xmlns:a="http://schemas.openxmlformats.org/drawingml/2006/main">
            <a:pathLst>
              <a:path w="352425" h="9525">
                <a:moveTo>
                  <a:pt x="0" y="0"/>
                </a:moveTo>
                <a:lnTo>
                  <a:pt x="11011" y="0"/>
                </a:lnTo>
                <a:lnTo>
                  <a:pt x="22031" y="0"/>
                </a:lnTo>
                <a:lnTo>
                  <a:pt x="33042" y="0"/>
                </a:lnTo>
                <a:lnTo>
                  <a:pt x="44053" y="0"/>
                </a:lnTo>
                <a:lnTo>
                  <a:pt x="55064" y="0"/>
                </a:lnTo>
                <a:lnTo>
                  <a:pt x="66084" y="0"/>
                </a:lnTo>
                <a:lnTo>
                  <a:pt x="77095" y="0"/>
                </a:lnTo>
                <a:lnTo>
                  <a:pt x="88106" y="0"/>
                </a:lnTo>
                <a:lnTo>
                  <a:pt x="99117" y="0"/>
                </a:lnTo>
                <a:lnTo>
                  <a:pt x="110138" y="0"/>
                </a:lnTo>
                <a:lnTo>
                  <a:pt x="121148" y="0"/>
                </a:lnTo>
                <a:lnTo>
                  <a:pt x="132159" y="0"/>
                </a:lnTo>
                <a:lnTo>
                  <a:pt x="143170" y="0"/>
                </a:lnTo>
                <a:lnTo>
                  <a:pt x="154191" y="0"/>
                </a:lnTo>
                <a:lnTo>
                  <a:pt x="165202" y="0"/>
                </a:lnTo>
                <a:lnTo>
                  <a:pt x="176213" y="0"/>
                </a:lnTo>
                <a:lnTo>
                  <a:pt x="187223" y="0"/>
                </a:lnTo>
                <a:lnTo>
                  <a:pt x="198244" y="0"/>
                </a:lnTo>
                <a:lnTo>
                  <a:pt x="209255" y="0"/>
                </a:lnTo>
                <a:lnTo>
                  <a:pt x="220266" y="0"/>
                </a:lnTo>
                <a:lnTo>
                  <a:pt x="231277" y="0"/>
                </a:lnTo>
                <a:lnTo>
                  <a:pt x="242297" y="0"/>
                </a:lnTo>
                <a:lnTo>
                  <a:pt x="253308" y="0"/>
                </a:lnTo>
                <a:lnTo>
                  <a:pt x="264319" y="0"/>
                </a:lnTo>
                <a:lnTo>
                  <a:pt x="275330" y="0"/>
                </a:lnTo>
                <a:lnTo>
                  <a:pt x="286350" y="0"/>
                </a:lnTo>
                <a:lnTo>
                  <a:pt x="297361" y="0"/>
                </a:lnTo>
                <a:lnTo>
                  <a:pt x="308372" y="0"/>
                </a:lnTo>
                <a:lnTo>
                  <a:pt x="319383" y="0"/>
                </a:lnTo>
                <a:lnTo>
                  <a:pt x="330403" y="0"/>
                </a:lnTo>
                <a:lnTo>
                  <a:pt x="341414" y="0"/>
                </a:lnTo>
                <a:lnTo>
                  <a:pt x="35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8A9DF"/>
            </a:solidFill>
            <a:prstDash val="solid"/>
          </a:ln>
        </p:spPr>
      </p:sp>
      <p:sp>
        <p:nvSpPr>
          <p:cNvPr id="24" name="handoff-4">
            <a:extLst xmlns:a="http://schemas.openxmlformats.org/drawingml/2006/main">
              <a:ext uri="{FF2B5EF4-FFF2-40B4-BE49-F238E27FC236}">
                <a16:creationId xmlns:a16="http://schemas.microsoft.com/office/drawing/2014/main" id="{1EA74E5A-4D57-4B79-A7BA-CFF7EAE1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01138" y="3013072"/>
            <a:ext cx="66675" cy="1301753"/>
          </a:xfrm>
          <a:custGeom xmlns:a="http://schemas.openxmlformats.org/drawingml/2006/main">
            <a:pathLst>
              <a:path w="66675" h="1301753">
                <a:moveTo>
                  <a:pt x="0" y="1301753"/>
                </a:moveTo>
                <a:lnTo>
                  <a:pt x="18879" y="1301753"/>
                </a:lnTo>
                <a:lnTo>
                  <a:pt x="37767" y="1301753"/>
                </a:lnTo>
                <a:lnTo>
                  <a:pt x="56645" y="1301753"/>
                </a:lnTo>
                <a:lnTo>
                  <a:pt x="66675" y="1292895"/>
                </a:lnTo>
                <a:lnTo>
                  <a:pt x="66675" y="1274007"/>
                </a:lnTo>
                <a:lnTo>
                  <a:pt x="66675" y="1255128"/>
                </a:lnTo>
                <a:lnTo>
                  <a:pt x="66675" y="1236240"/>
                </a:lnTo>
                <a:lnTo>
                  <a:pt x="66675" y="1217362"/>
                </a:lnTo>
                <a:lnTo>
                  <a:pt x="66675" y="1198483"/>
                </a:lnTo>
                <a:lnTo>
                  <a:pt x="66675" y="1179595"/>
                </a:lnTo>
                <a:lnTo>
                  <a:pt x="66675" y="1160717"/>
                </a:lnTo>
                <a:lnTo>
                  <a:pt x="66675" y="1141828"/>
                </a:lnTo>
                <a:lnTo>
                  <a:pt x="66675" y="1122950"/>
                </a:lnTo>
                <a:lnTo>
                  <a:pt x="66675" y="1104062"/>
                </a:lnTo>
                <a:lnTo>
                  <a:pt x="66675" y="1085183"/>
                </a:lnTo>
                <a:lnTo>
                  <a:pt x="66675" y="1066295"/>
                </a:lnTo>
                <a:lnTo>
                  <a:pt x="66675" y="1047417"/>
                </a:lnTo>
                <a:lnTo>
                  <a:pt x="66675" y="1028529"/>
                </a:lnTo>
                <a:lnTo>
                  <a:pt x="66675" y="1009650"/>
                </a:lnTo>
                <a:lnTo>
                  <a:pt x="66675" y="990771"/>
                </a:lnTo>
                <a:lnTo>
                  <a:pt x="66675" y="971883"/>
                </a:lnTo>
                <a:lnTo>
                  <a:pt x="66675" y="953005"/>
                </a:lnTo>
                <a:lnTo>
                  <a:pt x="66675" y="934117"/>
                </a:lnTo>
                <a:lnTo>
                  <a:pt x="66675" y="915238"/>
                </a:lnTo>
                <a:lnTo>
                  <a:pt x="66675" y="896350"/>
                </a:lnTo>
                <a:lnTo>
                  <a:pt x="66675" y="877472"/>
                </a:lnTo>
                <a:lnTo>
                  <a:pt x="66675" y="858584"/>
                </a:lnTo>
                <a:lnTo>
                  <a:pt x="66675" y="839705"/>
                </a:lnTo>
                <a:lnTo>
                  <a:pt x="66675" y="820817"/>
                </a:lnTo>
                <a:lnTo>
                  <a:pt x="66675" y="801938"/>
                </a:lnTo>
                <a:lnTo>
                  <a:pt x="66675" y="783060"/>
                </a:lnTo>
                <a:lnTo>
                  <a:pt x="66675" y="764172"/>
                </a:lnTo>
                <a:lnTo>
                  <a:pt x="66675" y="745293"/>
                </a:lnTo>
                <a:lnTo>
                  <a:pt x="66675" y="726405"/>
                </a:lnTo>
                <a:lnTo>
                  <a:pt x="66675" y="707527"/>
                </a:lnTo>
                <a:lnTo>
                  <a:pt x="66675" y="688638"/>
                </a:lnTo>
                <a:lnTo>
                  <a:pt x="66675" y="669760"/>
                </a:lnTo>
                <a:lnTo>
                  <a:pt x="66675" y="650872"/>
                </a:lnTo>
                <a:lnTo>
                  <a:pt x="66675" y="631993"/>
                </a:lnTo>
                <a:lnTo>
                  <a:pt x="66675" y="613105"/>
                </a:lnTo>
                <a:lnTo>
                  <a:pt x="66675" y="594227"/>
                </a:lnTo>
                <a:lnTo>
                  <a:pt x="66675" y="575348"/>
                </a:lnTo>
                <a:lnTo>
                  <a:pt x="66675" y="556460"/>
                </a:lnTo>
                <a:lnTo>
                  <a:pt x="66675" y="537581"/>
                </a:lnTo>
                <a:lnTo>
                  <a:pt x="66675" y="518693"/>
                </a:lnTo>
                <a:lnTo>
                  <a:pt x="66675" y="499815"/>
                </a:lnTo>
                <a:lnTo>
                  <a:pt x="66675" y="480927"/>
                </a:lnTo>
                <a:lnTo>
                  <a:pt x="66675" y="462048"/>
                </a:lnTo>
                <a:lnTo>
                  <a:pt x="66675" y="443160"/>
                </a:lnTo>
                <a:lnTo>
                  <a:pt x="66675" y="424282"/>
                </a:lnTo>
                <a:lnTo>
                  <a:pt x="66675" y="405394"/>
                </a:lnTo>
                <a:lnTo>
                  <a:pt x="66675" y="386515"/>
                </a:lnTo>
                <a:lnTo>
                  <a:pt x="66675" y="367627"/>
                </a:lnTo>
                <a:lnTo>
                  <a:pt x="66675" y="348748"/>
                </a:lnTo>
                <a:lnTo>
                  <a:pt x="66675" y="329870"/>
                </a:lnTo>
                <a:lnTo>
                  <a:pt x="66675" y="310982"/>
                </a:lnTo>
                <a:lnTo>
                  <a:pt x="66675" y="292103"/>
                </a:lnTo>
                <a:lnTo>
                  <a:pt x="66675" y="273215"/>
                </a:lnTo>
                <a:lnTo>
                  <a:pt x="66675" y="254337"/>
                </a:lnTo>
                <a:lnTo>
                  <a:pt x="66675" y="235448"/>
                </a:lnTo>
                <a:lnTo>
                  <a:pt x="66675" y="216570"/>
                </a:lnTo>
                <a:lnTo>
                  <a:pt x="66675" y="197682"/>
                </a:lnTo>
                <a:lnTo>
                  <a:pt x="66675" y="178803"/>
                </a:lnTo>
                <a:lnTo>
                  <a:pt x="66675" y="159915"/>
                </a:lnTo>
                <a:lnTo>
                  <a:pt x="66675" y="141037"/>
                </a:lnTo>
                <a:lnTo>
                  <a:pt x="66675" y="122158"/>
                </a:lnTo>
                <a:lnTo>
                  <a:pt x="66675" y="103270"/>
                </a:lnTo>
                <a:lnTo>
                  <a:pt x="66675" y="84392"/>
                </a:lnTo>
                <a:lnTo>
                  <a:pt x="66675" y="65503"/>
                </a:lnTo>
                <a:lnTo>
                  <a:pt x="66675" y="46625"/>
                </a:lnTo>
                <a:lnTo>
                  <a:pt x="66675" y="27737"/>
                </a:lnTo>
                <a:lnTo>
                  <a:pt x="66675" y="8858"/>
                </a:lnTo>
                <a:lnTo>
                  <a:pt x="56645" y="0"/>
                </a:lnTo>
                <a:lnTo>
                  <a:pt x="37767" y="0"/>
                </a:lnTo>
                <a:lnTo>
                  <a:pt x="18879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8A9DF"/>
            </a:solidFill>
            <a:prstDash val="solid"/>
          </a:ln>
        </p:spPr>
      </p:sp>
      <p:sp>
        <p:nvSpPr>
          <p:cNvPr id="25" name="handoff-5">
            <a:extLst xmlns:a="http://schemas.openxmlformats.org/drawingml/2006/main">
              <a:ext uri="{FF2B5EF4-FFF2-40B4-BE49-F238E27FC236}">
                <a16:creationId xmlns:a16="http://schemas.microsoft.com/office/drawing/2014/main" id="{31C19A3C-FC30-4006-BCC8-E757F98B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01138" y="3013072"/>
            <a:ext cx="352425" cy="2603497"/>
          </a:xfrm>
          <a:custGeom xmlns:a="http://schemas.openxmlformats.org/drawingml/2006/main">
            <a:pathLst>
              <a:path w="352425" h="2603497">
                <a:moveTo>
                  <a:pt x="0" y="0"/>
                </a:moveTo>
                <a:lnTo>
                  <a:pt x="18945" y="0"/>
                </a:lnTo>
                <a:lnTo>
                  <a:pt x="37900" y="0"/>
                </a:lnTo>
                <a:lnTo>
                  <a:pt x="56845" y="0"/>
                </a:lnTo>
                <a:lnTo>
                  <a:pt x="75790" y="0"/>
                </a:lnTo>
                <a:lnTo>
                  <a:pt x="94745" y="0"/>
                </a:lnTo>
                <a:lnTo>
                  <a:pt x="113690" y="0"/>
                </a:lnTo>
                <a:lnTo>
                  <a:pt x="132636" y="0"/>
                </a:lnTo>
                <a:lnTo>
                  <a:pt x="151590" y="0"/>
                </a:lnTo>
                <a:lnTo>
                  <a:pt x="170536" y="0"/>
                </a:lnTo>
                <a:lnTo>
                  <a:pt x="176213" y="13268"/>
                </a:lnTo>
                <a:lnTo>
                  <a:pt x="176213" y="32214"/>
                </a:lnTo>
                <a:lnTo>
                  <a:pt x="176213" y="51168"/>
                </a:lnTo>
                <a:lnTo>
                  <a:pt x="176213" y="70114"/>
                </a:lnTo>
                <a:lnTo>
                  <a:pt x="176213" y="89059"/>
                </a:lnTo>
                <a:lnTo>
                  <a:pt x="176213" y="108014"/>
                </a:lnTo>
                <a:lnTo>
                  <a:pt x="176213" y="126959"/>
                </a:lnTo>
                <a:lnTo>
                  <a:pt x="176213" y="145904"/>
                </a:lnTo>
                <a:lnTo>
                  <a:pt x="176213" y="164859"/>
                </a:lnTo>
                <a:lnTo>
                  <a:pt x="176213" y="183804"/>
                </a:lnTo>
                <a:lnTo>
                  <a:pt x="176213" y="202749"/>
                </a:lnTo>
                <a:lnTo>
                  <a:pt x="176213" y="221704"/>
                </a:lnTo>
                <a:lnTo>
                  <a:pt x="176213" y="240649"/>
                </a:lnTo>
                <a:lnTo>
                  <a:pt x="176213" y="259594"/>
                </a:lnTo>
                <a:lnTo>
                  <a:pt x="176213" y="278549"/>
                </a:lnTo>
                <a:lnTo>
                  <a:pt x="176213" y="297494"/>
                </a:lnTo>
                <a:lnTo>
                  <a:pt x="176213" y="316440"/>
                </a:lnTo>
                <a:lnTo>
                  <a:pt x="176213" y="335394"/>
                </a:lnTo>
                <a:lnTo>
                  <a:pt x="176213" y="354340"/>
                </a:lnTo>
                <a:lnTo>
                  <a:pt x="176213" y="373285"/>
                </a:lnTo>
                <a:lnTo>
                  <a:pt x="176213" y="392230"/>
                </a:lnTo>
                <a:lnTo>
                  <a:pt x="176213" y="411185"/>
                </a:lnTo>
                <a:lnTo>
                  <a:pt x="176213" y="430130"/>
                </a:lnTo>
                <a:lnTo>
                  <a:pt x="176213" y="449075"/>
                </a:lnTo>
                <a:lnTo>
                  <a:pt x="176213" y="468030"/>
                </a:lnTo>
                <a:lnTo>
                  <a:pt x="176213" y="486975"/>
                </a:lnTo>
                <a:lnTo>
                  <a:pt x="176213" y="505920"/>
                </a:lnTo>
                <a:lnTo>
                  <a:pt x="176213" y="524875"/>
                </a:lnTo>
                <a:lnTo>
                  <a:pt x="176213" y="543820"/>
                </a:lnTo>
                <a:lnTo>
                  <a:pt x="176213" y="562766"/>
                </a:lnTo>
                <a:lnTo>
                  <a:pt x="176213" y="581720"/>
                </a:lnTo>
                <a:lnTo>
                  <a:pt x="176213" y="600666"/>
                </a:lnTo>
                <a:lnTo>
                  <a:pt x="176213" y="619611"/>
                </a:lnTo>
                <a:lnTo>
                  <a:pt x="176213" y="638566"/>
                </a:lnTo>
                <a:lnTo>
                  <a:pt x="176213" y="657511"/>
                </a:lnTo>
                <a:lnTo>
                  <a:pt x="176213" y="676456"/>
                </a:lnTo>
                <a:lnTo>
                  <a:pt x="176213" y="695411"/>
                </a:lnTo>
                <a:lnTo>
                  <a:pt x="176213" y="714356"/>
                </a:lnTo>
                <a:lnTo>
                  <a:pt x="176213" y="733301"/>
                </a:lnTo>
                <a:lnTo>
                  <a:pt x="176213" y="752246"/>
                </a:lnTo>
                <a:lnTo>
                  <a:pt x="176213" y="771201"/>
                </a:lnTo>
                <a:lnTo>
                  <a:pt x="176213" y="790146"/>
                </a:lnTo>
                <a:lnTo>
                  <a:pt x="176213" y="809092"/>
                </a:lnTo>
                <a:lnTo>
                  <a:pt x="176213" y="828046"/>
                </a:lnTo>
                <a:lnTo>
                  <a:pt x="176213" y="846992"/>
                </a:lnTo>
                <a:lnTo>
                  <a:pt x="176213" y="865937"/>
                </a:lnTo>
                <a:lnTo>
                  <a:pt x="176213" y="884892"/>
                </a:lnTo>
                <a:lnTo>
                  <a:pt x="176213" y="903837"/>
                </a:lnTo>
                <a:lnTo>
                  <a:pt x="176213" y="922782"/>
                </a:lnTo>
                <a:lnTo>
                  <a:pt x="176213" y="941737"/>
                </a:lnTo>
                <a:lnTo>
                  <a:pt x="176213" y="960682"/>
                </a:lnTo>
                <a:lnTo>
                  <a:pt x="176213" y="979627"/>
                </a:lnTo>
                <a:lnTo>
                  <a:pt x="176213" y="998582"/>
                </a:lnTo>
                <a:lnTo>
                  <a:pt x="176213" y="1017527"/>
                </a:lnTo>
                <a:lnTo>
                  <a:pt x="176213" y="1036472"/>
                </a:lnTo>
                <a:lnTo>
                  <a:pt x="176213" y="1055427"/>
                </a:lnTo>
                <a:lnTo>
                  <a:pt x="176213" y="1074372"/>
                </a:lnTo>
                <a:lnTo>
                  <a:pt x="176213" y="1093318"/>
                </a:lnTo>
                <a:lnTo>
                  <a:pt x="176213" y="1112263"/>
                </a:lnTo>
                <a:lnTo>
                  <a:pt x="176213" y="1131218"/>
                </a:lnTo>
                <a:lnTo>
                  <a:pt x="176213" y="1150163"/>
                </a:lnTo>
                <a:lnTo>
                  <a:pt x="176213" y="1169108"/>
                </a:lnTo>
                <a:lnTo>
                  <a:pt x="176213" y="1188063"/>
                </a:lnTo>
                <a:lnTo>
                  <a:pt x="176213" y="1207008"/>
                </a:lnTo>
                <a:lnTo>
                  <a:pt x="176213" y="1225953"/>
                </a:lnTo>
                <a:lnTo>
                  <a:pt x="176213" y="1244908"/>
                </a:lnTo>
                <a:lnTo>
                  <a:pt x="176213" y="1263853"/>
                </a:lnTo>
                <a:lnTo>
                  <a:pt x="176213" y="1282798"/>
                </a:lnTo>
                <a:lnTo>
                  <a:pt x="176213" y="1301753"/>
                </a:lnTo>
                <a:lnTo>
                  <a:pt x="176213" y="1320698"/>
                </a:lnTo>
                <a:lnTo>
                  <a:pt x="176213" y="1339644"/>
                </a:lnTo>
                <a:lnTo>
                  <a:pt x="176213" y="1358598"/>
                </a:lnTo>
                <a:lnTo>
                  <a:pt x="176213" y="1377544"/>
                </a:lnTo>
                <a:lnTo>
                  <a:pt x="176213" y="1396489"/>
                </a:lnTo>
                <a:lnTo>
                  <a:pt x="176213" y="1415444"/>
                </a:lnTo>
                <a:lnTo>
                  <a:pt x="176213" y="1434389"/>
                </a:lnTo>
                <a:lnTo>
                  <a:pt x="176213" y="1453334"/>
                </a:lnTo>
                <a:lnTo>
                  <a:pt x="176213" y="1472279"/>
                </a:lnTo>
                <a:lnTo>
                  <a:pt x="176213" y="1491234"/>
                </a:lnTo>
                <a:lnTo>
                  <a:pt x="176213" y="1510179"/>
                </a:lnTo>
                <a:lnTo>
                  <a:pt x="176213" y="1529124"/>
                </a:lnTo>
                <a:lnTo>
                  <a:pt x="176213" y="1548079"/>
                </a:lnTo>
                <a:lnTo>
                  <a:pt x="176213" y="1567024"/>
                </a:lnTo>
                <a:lnTo>
                  <a:pt x="176213" y="1585970"/>
                </a:lnTo>
                <a:lnTo>
                  <a:pt x="176213" y="1604924"/>
                </a:lnTo>
                <a:lnTo>
                  <a:pt x="176213" y="1623870"/>
                </a:lnTo>
                <a:lnTo>
                  <a:pt x="176213" y="1642815"/>
                </a:lnTo>
                <a:lnTo>
                  <a:pt x="176213" y="1661770"/>
                </a:lnTo>
                <a:lnTo>
                  <a:pt x="176213" y="1680715"/>
                </a:lnTo>
                <a:lnTo>
                  <a:pt x="176213" y="1699660"/>
                </a:lnTo>
                <a:lnTo>
                  <a:pt x="176213" y="1718615"/>
                </a:lnTo>
                <a:lnTo>
                  <a:pt x="176213" y="1737560"/>
                </a:lnTo>
                <a:lnTo>
                  <a:pt x="176213" y="1756505"/>
                </a:lnTo>
                <a:lnTo>
                  <a:pt x="176213" y="1775460"/>
                </a:lnTo>
                <a:lnTo>
                  <a:pt x="176213" y="1794405"/>
                </a:lnTo>
                <a:lnTo>
                  <a:pt x="176213" y="1813350"/>
                </a:lnTo>
                <a:lnTo>
                  <a:pt x="176213" y="1832305"/>
                </a:lnTo>
                <a:lnTo>
                  <a:pt x="176213" y="1851250"/>
                </a:lnTo>
                <a:lnTo>
                  <a:pt x="176213" y="1870196"/>
                </a:lnTo>
                <a:lnTo>
                  <a:pt x="176213" y="1889141"/>
                </a:lnTo>
                <a:lnTo>
                  <a:pt x="176213" y="1908096"/>
                </a:lnTo>
                <a:lnTo>
                  <a:pt x="176213" y="1927041"/>
                </a:lnTo>
                <a:lnTo>
                  <a:pt x="176213" y="1945986"/>
                </a:lnTo>
                <a:lnTo>
                  <a:pt x="176213" y="1964941"/>
                </a:lnTo>
                <a:lnTo>
                  <a:pt x="176213" y="1983886"/>
                </a:lnTo>
                <a:lnTo>
                  <a:pt x="176213" y="2002831"/>
                </a:lnTo>
                <a:lnTo>
                  <a:pt x="176213" y="2021786"/>
                </a:lnTo>
                <a:lnTo>
                  <a:pt x="176213" y="2040731"/>
                </a:lnTo>
                <a:lnTo>
                  <a:pt x="176213" y="2059676"/>
                </a:lnTo>
                <a:lnTo>
                  <a:pt x="176213" y="2078631"/>
                </a:lnTo>
                <a:lnTo>
                  <a:pt x="176213" y="2097576"/>
                </a:lnTo>
                <a:lnTo>
                  <a:pt x="176213" y="2116522"/>
                </a:lnTo>
                <a:lnTo>
                  <a:pt x="176213" y="2135476"/>
                </a:lnTo>
                <a:lnTo>
                  <a:pt x="176213" y="2154422"/>
                </a:lnTo>
                <a:lnTo>
                  <a:pt x="176213" y="2173367"/>
                </a:lnTo>
                <a:lnTo>
                  <a:pt x="176213" y="2192322"/>
                </a:lnTo>
                <a:lnTo>
                  <a:pt x="176213" y="2211267"/>
                </a:lnTo>
                <a:lnTo>
                  <a:pt x="176213" y="2230212"/>
                </a:lnTo>
                <a:lnTo>
                  <a:pt x="176213" y="2249157"/>
                </a:lnTo>
                <a:lnTo>
                  <a:pt x="176213" y="2268112"/>
                </a:lnTo>
                <a:lnTo>
                  <a:pt x="176213" y="2287057"/>
                </a:lnTo>
                <a:lnTo>
                  <a:pt x="176213" y="2306003"/>
                </a:lnTo>
                <a:lnTo>
                  <a:pt x="176213" y="2324957"/>
                </a:lnTo>
                <a:lnTo>
                  <a:pt x="176213" y="2343902"/>
                </a:lnTo>
                <a:lnTo>
                  <a:pt x="176213" y="2362848"/>
                </a:lnTo>
                <a:lnTo>
                  <a:pt x="176213" y="2381802"/>
                </a:lnTo>
                <a:lnTo>
                  <a:pt x="176213" y="2400748"/>
                </a:lnTo>
                <a:lnTo>
                  <a:pt x="176213" y="2419693"/>
                </a:lnTo>
                <a:lnTo>
                  <a:pt x="176213" y="2438648"/>
                </a:lnTo>
                <a:lnTo>
                  <a:pt x="176213" y="2457593"/>
                </a:lnTo>
                <a:lnTo>
                  <a:pt x="176213" y="2476538"/>
                </a:lnTo>
                <a:lnTo>
                  <a:pt x="176213" y="2495493"/>
                </a:lnTo>
                <a:lnTo>
                  <a:pt x="176213" y="2514438"/>
                </a:lnTo>
                <a:lnTo>
                  <a:pt x="176213" y="2533383"/>
                </a:lnTo>
                <a:lnTo>
                  <a:pt x="176213" y="2552338"/>
                </a:lnTo>
                <a:lnTo>
                  <a:pt x="176213" y="2571283"/>
                </a:lnTo>
                <a:lnTo>
                  <a:pt x="176213" y="2590229"/>
                </a:lnTo>
                <a:lnTo>
                  <a:pt x="181889" y="2603497"/>
                </a:lnTo>
                <a:lnTo>
                  <a:pt x="200835" y="2603497"/>
                </a:lnTo>
                <a:lnTo>
                  <a:pt x="219789" y="2603497"/>
                </a:lnTo>
                <a:lnTo>
                  <a:pt x="238735" y="2603497"/>
                </a:lnTo>
                <a:lnTo>
                  <a:pt x="257680" y="2603497"/>
                </a:lnTo>
                <a:lnTo>
                  <a:pt x="276635" y="2603497"/>
                </a:lnTo>
                <a:lnTo>
                  <a:pt x="295580" y="2603497"/>
                </a:lnTo>
                <a:lnTo>
                  <a:pt x="314525" y="2603497"/>
                </a:lnTo>
                <a:lnTo>
                  <a:pt x="333480" y="2603497"/>
                </a:lnTo>
                <a:lnTo>
                  <a:pt x="352425" y="2603497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8A9DF"/>
            </a:solidFill>
            <a:prstDash val="solid"/>
          </a:ln>
        </p:spPr>
      </p:sp>
      <p:sp>
        <p:nvSpPr>
          <p:cNvPr id="26" name="handoff-target-1">
            <a:extLst xmlns:a="http://schemas.openxmlformats.org/drawingml/2006/main">
              <a:ext uri="{FF2B5EF4-FFF2-40B4-BE49-F238E27FC236}">
                <a16:creationId xmlns:a16="http://schemas.microsoft.com/office/drawing/2014/main" id="{B1C54155-FC22-475C-AA00-B11C1464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8375" y="5573716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B86C5"/>
            </a:solidFill>
            <a:prstDash val="solid"/>
          </a:ln>
        </p:spPr>
      </p:sp>
      <p:sp>
        <p:nvSpPr>
          <p:cNvPr id="27" name="handoff-target-2">
            <a:extLst xmlns:a="http://schemas.openxmlformats.org/drawingml/2006/main">
              <a:ext uri="{FF2B5EF4-FFF2-40B4-BE49-F238E27FC236}">
                <a16:creationId xmlns:a16="http://schemas.microsoft.com/office/drawing/2014/main" id="{604DBCBE-3E8C-43C0-A94B-EF1DD10C5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9150" y="427196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B86C5"/>
            </a:solidFill>
            <a:prstDash val="solid"/>
          </a:ln>
        </p:spPr>
      </p:sp>
      <p:sp>
        <p:nvSpPr>
          <p:cNvPr id="28" name="handoff-target-3">
            <a:extLst xmlns:a="http://schemas.openxmlformats.org/drawingml/2006/main">
              <a:ext uri="{FF2B5EF4-FFF2-40B4-BE49-F238E27FC236}">
                <a16:creationId xmlns:a16="http://schemas.microsoft.com/office/drawing/2014/main" id="{15D495C7-DCD6-46F2-BA20-47DA118D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19925" y="427196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B86C5"/>
            </a:solidFill>
            <a:prstDash val="solid"/>
          </a:ln>
        </p:spPr>
      </p:sp>
      <p:sp>
        <p:nvSpPr>
          <p:cNvPr id="29" name="handoff-target-4">
            <a:extLst xmlns:a="http://schemas.openxmlformats.org/drawingml/2006/main">
              <a:ext uri="{FF2B5EF4-FFF2-40B4-BE49-F238E27FC236}">
                <a16:creationId xmlns:a16="http://schemas.microsoft.com/office/drawing/2014/main" id="{76122013-7707-4E39-A77B-3B20D39F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19925" y="2970209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B86C5"/>
            </a:solidFill>
            <a:prstDash val="solid"/>
          </a:ln>
        </p:spPr>
      </p:sp>
      <p:sp>
        <p:nvSpPr>
          <p:cNvPr id="30" name="handoff-target-5">
            <a:extLst xmlns:a="http://schemas.openxmlformats.org/drawingml/2006/main">
              <a:ext uri="{FF2B5EF4-FFF2-40B4-BE49-F238E27FC236}">
                <a16:creationId xmlns:a16="http://schemas.microsoft.com/office/drawing/2014/main" id="{594944C5-B35B-42F4-8628-E5C7152D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0700" y="5573716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B86C5"/>
            </a:solidFill>
            <a:prstDash val="solid"/>
          </a:ln>
        </p:spPr>
      </p:sp>
      <p:sp>
        <p:nvSpPr>
          <p:cNvPr id="31" name="stage-order-1">
            <a:extLst xmlns:a="http://schemas.openxmlformats.org/drawingml/2006/main">
              <a:ext uri="{FF2B5EF4-FFF2-40B4-BE49-F238E27FC236}">
                <a16:creationId xmlns:a16="http://schemas.microsoft.com/office/drawing/2014/main" id="{BB1384EE-20AB-4F99-AB58-50FB7016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6950" y="18002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2" name="stage-1-title">
            <a:extLst xmlns:a="http://schemas.openxmlformats.org/drawingml/2006/main">
              <a:ext uri="{FF2B5EF4-FFF2-40B4-BE49-F238E27FC236}">
                <a16:creationId xmlns:a16="http://schemas.microsoft.com/office/drawing/2014/main" id="{980BDF73-0B75-489C-9080-750ACEC4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57475" y="1790700"/>
            <a:ext cx="1724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42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需求澄清</a:t>
            </a:r>
          </a:p>
        </p:txBody>
      </p:sp>
      <p:sp>
        <p:nvSpPr>
          <p:cNvPr id="33" name="stage-divider-2">
            <a:extLst xmlns:a="http://schemas.openxmlformats.org/drawingml/2006/main">
              <a:ext uri="{FF2B5EF4-FFF2-40B4-BE49-F238E27FC236}">
                <a16:creationId xmlns:a16="http://schemas.microsoft.com/office/drawing/2014/main" id="{F4F4F515-8B01-4C8B-9D39-11184D3C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17907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stage-order-2">
            <a:extLst xmlns:a="http://schemas.openxmlformats.org/drawingml/2006/main">
              <a:ext uri="{FF2B5EF4-FFF2-40B4-BE49-F238E27FC236}">
                <a16:creationId xmlns:a16="http://schemas.microsoft.com/office/drawing/2014/main" id="{EF0334D3-7E4E-4E41-9EF2-62EB5890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57725" y="18002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5" name="stage-2-title">
            <a:extLst xmlns:a="http://schemas.openxmlformats.org/drawingml/2006/main">
              <a:ext uri="{FF2B5EF4-FFF2-40B4-BE49-F238E27FC236}">
                <a16:creationId xmlns:a16="http://schemas.microsoft.com/office/drawing/2014/main" id="{98E70104-E684-4639-8DB9-BA4006A1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1790700"/>
            <a:ext cx="1724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42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方案设计</a:t>
            </a:r>
          </a:p>
        </p:txBody>
      </p:sp>
      <p:sp>
        <p:nvSpPr>
          <p:cNvPr id="36" name="stage-divider-3">
            <a:extLst xmlns:a="http://schemas.openxmlformats.org/drawingml/2006/main">
              <a:ext uri="{FF2B5EF4-FFF2-40B4-BE49-F238E27FC236}">
                <a16:creationId xmlns:a16="http://schemas.microsoft.com/office/drawing/2014/main" id="{30EEB448-ED3B-4E2B-9DB8-897C1DF4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86575" y="17907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stage-order-3">
            <a:extLst xmlns:a="http://schemas.openxmlformats.org/drawingml/2006/main">
              <a:ext uri="{FF2B5EF4-FFF2-40B4-BE49-F238E27FC236}">
                <a16:creationId xmlns:a16="http://schemas.microsoft.com/office/drawing/2014/main" id="{BD700F65-DCC7-4500-803D-AAB8471F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0" y="18002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8" name="stage-3-title">
            <a:extLst xmlns:a="http://schemas.openxmlformats.org/drawingml/2006/main">
              <a:ext uri="{FF2B5EF4-FFF2-40B4-BE49-F238E27FC236}">
                <a16:creationId xmlns:a16="http://schemas.microsoft.com/office/drawing/2014/main" id="{A4C18769-C12A-4D53-A7A7-D4338824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39025" y="1790700"/>
            <a:ext cx="1724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42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联合执行</a:t>
            </a:r>
          </a:p>
        </p:txBody>
      </p:sp>
      <p:sp>
        <p:nvSpPr>
          <p:cNvPr id="39" name="stage-divider-4">
            <a:extLst xmlns:a="http://schemas.openxmlformats.org/drawingml/2006/main">
              <a:ext uri="{FF2B5EF4-FFF2-40B4-BE49-F238E27FC236}">
                <a16:creationId xmlns:a16="http://schemas.microsoft.com/office/drawing/2014/main" id="{3FA2D6EB-8541-4846-A96B-F66463D48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77350" y="17907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stage-order-4">
            <a:extLst xmlns:a="http://schemas.openxmlformats.org/drawingml/2006/main">
              <a:ext uri="{FF2B5EF4-FFF2-40B4-BE49-F238E27FC236}">
                <a16:creationId xmlns:a16="http://schemas.microsoft.com/office/drawing/2014/main" id="{DB05DBE0-CB00-4F46-B2CB-06F18F84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39275" y="18002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1" name="stage-4-title">
            <a:extLst xmlns:a="http://schemas.openxmlformats.org/drawingml/2006/main">
              <a:ext uri="{FF2B5EF4-FFF2-40B4-BE49-F238E27FC236}">
                <a16:creationId xmlns:a16="http://schemas.microsoft.com/office/drawing/2014/main" id="{D0AFBB27-E5CF-45B0-9BCD-D3B3E8DD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9800" y="1790700"/>
            <a:ext cx="1724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42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验收复盘</a:t>
            </a:r>
          </a:p>
        </p:txBody>
      </p:sp>
      <p:sp>
        <p:nvSpPr>
          <p:cNvPr id="42" name="task-1-shadow">
            <a:extLst xmlns:a="http://schemas.openxmlformats.org/drawingml/2006/main">
              <a:ext uri="{FF2B5EF4-FFF2-40B4-BE49-F238E27FC236}">
                <a16:creationId xmlns:a16="http://schemas.microsoft.com/office/drawing/2014/main" id="{313985D6-8385-411F-9B8A-5DA97A35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1238" y="2670124"/>
            <a:ext cx="2038350" cy="781050"/>
          </a:xfrm>
          <a:prstGeom xmlns:a="http://schemas.openxmlformats.org/drawingml/2006/main" prst="roundRect">
            <a:avLst>
              <a:gd name="adj" fmla="val 18293"/>
            </a:avLst>
          </a:prstGeom>
          <a:solidFill xmlns:a="http://schemas.openxmlformats.org/drawingml/2006/main">
            <a:srgbClr val="DCE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task-1-surface">
            <a:extLst xmlns:a="http://schemas.openxmlformats.org/drawingml/2006/main">
              <a:ext uri="{FF2B5EF4-FFF2-40B4-BE49-F238E27FC236}">
                <a16:creationId xmlns:a16="http://schemas.microsoft.com/office/drawing/2014/main" id="{29D4A1D2-3603-4DB6-9156-22F48DA06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1238" y="2622499"/>
            <a:ext cx="2038350" cy="781050"/>
          </a:xfrm>
          <a:prstGeom xmlns:a="http://schemas.openxmlformats.org/drawingml/2006/main" prst="roundRect">
            <a:avLst>
              <a:gd name="adj" fmla="val 182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44" name="task-1-accent">
            <a:extLst xmlns:a="http://schemas.openxmlformats.org/drawingml/2006/main">
              <a:ext uri="{FF2B5EF4-FFF2-40B4-BE49-F238E27FC236}">
                <a16:creationId xmlns:a16="http://schemas.microsoft.com/office/drawing/2014/main" id="{F9CF4931-CC5A-4C49-B6A8-30418701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1238" y="2622499"/>
            <a:ext cx="5715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task-2-shadow">
            <a:extLst xmlns:a="http://schemas.openxmlformats.org/drawingml/2006/main">
              <a:ext uri="{FF2B5EF4-FFF2-40B4-BE49-F238E27FC236}">
                <a16:creationId xmlns:a16="http://schemas.microsoft.com/office/drawing/2014/main" id="{87F87FB4-010E-4054-8C42-7E93F3B7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1238" y="5273573"/>
            <a:ext cx="2038350" cy="781050"/>
          </a:xfrm>
          <a:prstGeom xmlns:a="http://schemas.openxmlformats.org/drawingml/2006/main" prst="roundRect">
            <a:avLst>
              <a:gd name="adj" fmla="val 18293"/>
            </a:avLst>
          </a:prstGeom>
          <a:solidFill xmlns:a="http://schemas.openxmlformats.org/drawingml/2006/main">
            <a:srgbClr val="DCE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task-2-surface">
            <a:extLst xmlns:a="http://schemas.openxmlformats.org/drawingml/2006/main">
              <a:ext uri="{FF2B5EF4-FFF2-40B4-BE49-F238E27FC236}">
                <a16:creationId xmlns:a16="http://schemas.microsoft.com/office/drawing/2014/main" id="{5CEF7B80-1515-421B-B80F-B907DBAB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1238" y="5225948"/>
            <a:ext cx="2038350" cy="781050"/>
          </a:xfrm>
          <a:prstGeom xmlns:a="http://schemas.openxmlformats.org/drawingml/2006/main" prst="roundRect">
            <a:avLst>
              <a:gd name="adj" fmla="val 182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47" name="task-2-accent">
            <a:extLst xmlns:a="http://schemas.openxmlformats.org/drawingml/2006/main">
              <a:ext uri="{FF2B5EF4-FFF2-40B4-BE49-F238E27FC236}">
                <a16:creationId xmlns:a16="http://schemas.microsoft.com/office/drawing/2014/main" id="{AE6CEB3E-415F-4B6A-AEB2-DC60A8E4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1238" y="5225948"/>
            <a:ext cx="5715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task-3-shadow">
            <a:extLst xmlns:a="http://schemas.openxmlformats.org/drawingml/2006/main">
              <a:ext uri="{FF2B5EF4-FFF2-40B4-BE49-F238E27FC236}">
                <a16:creationId xmlns:a16="http://schemas.microsoft.com/office/drawing/2014/main" id="{1505892A-B628-4F31-958D-9900A5128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2013" y="3971925"/>
            <a:ext cx="2038350" cy="781050"/>
          </a:xfrm>
          <a:prstGeom xmlns:a="http://schemas.openxmlformats.org/drawingml/2006/main" prst="roundRect">
            <a:avLst>
              <a:gd name="adj" fmla="val 18293"/>
            </a:avLst>
          </a:prstGeom>
          <a:solidFill xmlns:a="http://schemas.openxmlformats.org/drawingml/2006/main">
            <a:srgbClr val="DCE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task-3-surface">
            <a:extLst xmlns:a="http://schemas.openxmlformats.org/drawingml/2006/main">
              <a:ext uri="{FF2B5EF4-FFF2-40B4-BE49-F238E27FC236}">
                <a16:creationId xmlns:a16="http://schemas.microsoft.com/office/drawing/2014/main" id="{4572F9B7-866A-4921-9450-7F123928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2013" y="3924300"/>
            <a:ext cx="2038350" cy="781050"/>
          </a:xfrm>
          <a:prstGeom xmlns:a="http://schemas.openxmlformats.org/drawingml/2006/main" prst="roundRect">
            <a:avLst>
              <a:gd name="adj" fmla="val 182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50" name="task-3-accent">
            <a:extLst xmlns:a="http://schemas.openxmlformats.org/drawingml/2006/main">
              <a:ext uri="{FF2B5EF4-FFF2-40B4-BE49-F238E27FC236}">
                <a16:creationId xmlns:a16="http://schemas.microsoft.com/office/drawing/2014/main" id="{E2AFFEA6-26FD-4BC1-8879-33424C94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2013" y="3924300"/>
            <a:ext cx="5715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task-4-shadow">
            <a:extLst xmlns:a="http://schemas.openxmlformats.org/drawingml/2006/main">
              <a:ext uri="{FF2B5EF4-FFF2-40B4-BE49-F238E27FC236}">
                <a16:creationId xmlns:a16="http://schemas.microsoft.com/office/drawing/2014/main" id="{31C9FBF7-425D-42E6-AFCA-06CC08C5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2788" y="3971925"/>
            <a:ext cx="2038350" cy="781050"/>
          </a:xfrm>
          <a:prstGeom xmlns:a="http://schemas.openxmlformats.org/drawingml/2006/main" prst="roundRect">
            <a:avLst>
              <a:gd name="adj" fmla="val 18293"/>
            </a:avLst>
          </a:prstGeom>
          <a:solidFill xmlns:a="http://schemas.openxmlformats.org/drawingml/2006/main">
            <a:srgbClr val="DCE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task-4-surface">
            <a:extLst xmlns:a="http://schemas.openxmlformats.org/drawingml/2006/main">
              <a:ext uri="{FF2B5EF4-FFF2-40B4-BE49-F238E27FC236}">
                <a16:creationId xmlns:a16="http://schemas.microsoft.com/office/drawing/2014/main" id="{785F9CC7-C71D-4007-929A-B037B2FD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2788" y="3924300"/>
            <a:ext cx="2038350" cy="781050"/>
          </a:xfrm>
          <a:prstGeom xmlns:a="http://schemas.openxmlformats.org/drawingml/2006/main" prst="roundRect">
            <a:avLst>
              <a:gd name="adj" fmla="val 182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53" name="task-4-accent">
            <a:extLst xmlns:a="http://schemas.openxmlformats.org/drawingml/2006/main">
              <a:ext uri="{FF2B5EF4-FFF2-40B4-BE49-F238E27FC236}">
                <a16:creationId xmlns:a16="http://schemas.microsoft.com/office/drawing/2014/main" id="{CBD54EB5-994C-4893-8629-786FE706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2788" y="3924300"/>
            <a:ext cx="5715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task-5-shadow">
            <a:extLst xmlns:a="http://schemas.openxmlformats.org/drawingml/2006/main">
              <a:ext uri="{FF2B5EF4-FFF2-40B4-BE49-F238E27FC236}">
                <a16:creationId xmlns:a16="http://schemas.microsoft.com/office/drawing/2014/main" id="{C8D53916-6A96-4202-A628-4B3AD5CB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2788" y="2670124"/>
            <a:ext cx="2038350" cy="781050"/>
          </a:xfrm>
          <a:prstGeom xmlns:a="http://schemas.openxmlformats.org/drawingml/2006/main" prst="roundRect">
            <a:avLst>
              <a:gd name="adj" fmla="val 18293"/>
            </a:avLst>
          </a:prstGeom>
          <a:solidFill xmlns:a="http://schemas.openxmlformats.org/drawingml/2006/main">
            <a:srgbClr val="DCE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task-5-surface">
            <a:extLst xmlns:a="http://schemas.openxmlformats.org/drawingml/2006/main">
              <a:ext uri="{FF2B5EF4-FFF2-40B4-BE49-F238E27FC236}">
                <a16:creationId xmlns:a16="http://schemas.microsoft.com/office/drawing/2014/main" id="{2E8E24E2-0CE7-4F6F-834A-EA9E90C1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2788" y="2622499"/>
            <a:ext cx="2038350" cy="781050"/>
          </a:xfrm>
          <a:prstGeom xmlns:a="http://schemas.openxmlformats.org/drawingml/2006/main" prst="roundRect">
            <a:avLst>
              <a:gd name="adj" fmla="val 182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56" name="task-5-accent">
            <a:extLst xmlns:a="http://schemas.openxmlformats.org/drawingml/2006/main">
              <a:ext uri="{FF2B5EF4-FFF2-40B4-BE49-F238E27FC236}">
                <a16:creationId xmlns:a16="http://schemas.microsoft.com/office/drawing/2014/main" id="{BAC511DD-68ED-42E3-8C2A-64E97997C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2788" y="2622499"/>
            <a:ext cx="5715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task-6-shadow">
            <a:extLst xmlns:a="http://schemas.openxmlformats.org/drawingml/2006/main">
              <a:ext uri="{FF2B5EF4-FFF2-40B4-BE49-F238E27FC236}">
                <a16:creationId xmlns:a16="http://schemas.microsoft.com/office/drawing/2014/main" id="{B889A697-4F8D-4DBF-B508-2EDEA5C9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53563" y="5273573"/>
            <a:ext cx="2038350" cy="781050"/>
          </a:xfrm>
          <a:prstGeom xmlns:a="http://schemas.openxmlformats.org/drawingml/2006/main" prst="roundRect">
            <a:avLst>
              <a:gd name="adj" fmla="val 18293"/>
            </a:avLst>
          </a:prstGeom>
          <a:solidFill xmlns:a="http://schemas.openxmlformats.org/drawingml/2006/main">
            <a:srgbClr val="DCE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task-6-surface">
            <a:extLst xmlns:a="http://schemas.openxmlformats.org/drawingml/2006/main">
              <a:ext uri="{FF2B5EF4-FFF2-40B4-BE49-F238E27FC236}">
                <a16:creationId xmlns:a16="http://schemas.microsoft.com/office/drawing/2014/main" id="{C40F49BE-CEE3-4A1C-A0AE-E4638447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53563" y="5225948"/>
            <a:ext cx="2038350" cy="781050"/>
          </a:xfrm>
          <a:prstGeom xmlns:a="http://schemas.openxmlformats.org/drawingml/2006/main" prst="roundRect">
            <a:avLst>
              <a:gd name="adj" fmla="val 182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59" name="task-6-accent">
            <a:extLst xmlns:a="http://schemas.openxmlformats.org/drawingml/2006/main">
              <a:ext uri="{FF2B5EF4-FFF2-40B4-BE49-F238E27FC236}">
                <a16:creationId xmlns:a16="http://schemas.microsoft.com/office/drawing/2014/main" id="{926A1FE2-0B9D-4DFB-8C34-978A77CE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53563" y="5225948"/>
            <a:ext cx="57150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task-1-title">
            <a:extLst xmlns:a="http://schemas.openxmlformats.org/drawingml/2006/main">
              <a:ext uri="{FF2B5EF4-FFF2-40B4-BE49-F238E27FC236}">
                <a16:creationId xmlns:a16="http://schemas.microsoft.com/office/drawing/2014/main" id="{A75B7A7B-5667-4107-8E4E-C3CFAA48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1738" y="2770137"/>
            <a:ext cx="1733550" cy="279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收集真实需求</a:t>
            </a:r>
          </a:p>
        </p:txBody>
      </p:sp>
      <p:sp>
        <p:nvSpPr>
          <p:cNvPr id="61" name="task-1-body">
            <a:extLst xmlns:a="http://schemas.openxmlformats.org/drawingml/2006/main">
              <a:ext uri="{FF2B5EF4-FFF2-40B4-BE49-F238E27FC236}">
                <a16:creationId xmlns:a16="http://schemas.microsoft.com/office/drawing/2014/main" id="{5F6E98FF-819D-45F7-9028-730D71EE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1738" y="3050086"/>
            <a:ext cx="1733550" cy="205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梳理场景与核心问题</a:t>
            </a:r>
          </a:p>
        </p:txBody>
      </p:sp>
      <p:sp>
        <p:nvSpPr>
          <p:cNvPr id="62" name="task-2-title">
            <a:extLst xmlns:a="http://schemas.openxmlformats.org/drawingml/2006/main">
              <a:ext uri="{FF2B5EF4-FFF2-40B4-BE49-F238E27FC236}">
                <a16:creationId xmlns:a16="http://schemas.microsoft.com/office/drawing/2014/main" id="{2A64CEC6-20E9-4ACF-9E12-D6A60E51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1738" y="5373586"/>
            <a:ext cx="1733550" cy="279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确认目标边界</a:t>
            </a:r>
          </a:p>
        </p:txBody>
      </p:sp>
      <p:sp>
        <p:nvSpPr>
          <p:cNvPr id="63" name="task-2-body">
            <a:extLst xmlns:a="http://schemas.openxmlformats.org/drawingml/2006/main">
              <a:ext uri="{FF2B5EF4-FFF2-40B4-BE49-F238E27FC236}">
                <a16:creationId xmlns:a16="http://schemas.microsoft.com/office/drawing/2014/main" id="{3B3A7D15-9C50-4499-8366-D973E86E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1738" y="5653535"/>
            <a:ext cx="1733550" cy="205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明确范围与验收标准</a:t>
            </a:r>
          </a:p>
        </p:txBody>
      </p:sp>
      <p:sp>
        <p:nvSpPr>
          <p:cNvPr id="64" name="task-3-title">
            <a:extLst xmlns:a="http://schemas.openxmlformats.org/drawingml/2006/main">
              <a:ext uri="{FF2B5EF4-FFF2-40B4-BE49-F238E27FC236}">
                <a16:creationId xmlns:a16="http://schemas.microsoft.com/office/drawing/2014/main" id="{93A54FA2-FA84-4CC3-B212-E611AA126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2513" y="4071938"/>
            <a:ext cx="1733550" cy="279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形成实施方案</a:t>
            </a:r>
          </a:p>
        </p:txBody>
      </p:sp>
      <p:sp>
        <p:nvSpPr>
          <p:cNvPr id="65" name="task-3-body">
            <a:extLst xmlns:a="http://schemas.openxmlformats.org/drawingml/2006/main">
              <a:ext uri="{FF2B5EF4-FFF2-40B4-BE49-F238E27FC236}">
                <a16:creationId xmlns:a16="http://schemas.microsoft.com/office/drawing/2014/main" id="{093F6BC8-2023-44D0-A677-75B83268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2513" y="4351887"/>
            <a:ext cx="1733550" cy="205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设计路径与关键机制</a:t>
            </a:r>
          </a:p>
        </p:txBody>
      </p:sp>
      <p:sp>
        <p:nvSpPr>
          <p:cNvPr id="66" name="task-4-title">
            <a:extLst xmlns:a="http://schemas.openxmlformats.org/drawingml/2006/main">
              <a:ext uri="{FF2B5EF4-FFF2-40B4-BE49-F238E27FC236}">
                <a16:creationId xmlns:a16="http://schemas.microsoft.com/office/drawing/2014/main" id="{4374B5B7-7C19-46FD-9BFB-B7C58164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53288" y="4071938"/>
            <a:ext cx="1733550" cy="279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完成方案交付</a:t>
            </a:r>
          </a:p>
        </p:txBody>
      </p:sp>
      <p:sp>
        <p:nvSpPr>
          <p:cNvPr id="67" name="task-4-body">
            <a:extLst xmlns:a="http://schemas.openxmlformats.org/drawingml/2006/main">
              <a:ext uri="{FF2B5EF4-FFF2-40B4-BE49-F238E27FC236}">
                <a16:creationId xmlns:a16="http://schemas.microsoft.com/office/drawing/2014/main" id="{7EAA0DEA-7859-4146-8AA4-7E0CBACA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53288" y="4351887"/>
            <a:ext cx="1733550" cy="205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实现功能并联调验证</a:t>
            </a:r>
          </a:p>
        </p:txBody>
      </p:sp>
      <p:sp>
        <p:nvSpPr>
          <p:cNvPr id="68" name="task-5-title">
            <a:extLst xmlns:a="http://schemas.openxmlformats.org/drawingml/2006/main">
              <a:ext uri="{FF2B5EF4-FFF2-40B4-BE49-F238E27FC236}">
                <a16:creationId xmlns:a16="http://schemas.microsoft.com/office/drawing/2014/main" id="{3D2FE29C-5F41-4DF4-93AE-137784DAE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53288" y="2770137"/>
            <a:ext cx="1733550" cy="279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组织场景试用</a:t>
            </a:r>
          </a:p>
        </p:txBody>
      </p:sp>
      <p:sp>
        <p:nvSpPr>
          <p:cNvPr id="69" name="task-5-body">
            <a:extLst xmlns:a="http://schemas.openxmlformats.org/drawingml/2006/main">
              <a:ext uri="{FF2B5EF4-FFF2-40B4-BE49-F238E27FC236}">
                <a16:creationId xmlns:a16="http://schemas.microsoft.com/office/drawing/2014/main" id="{D795AAA6-FA47-4653-8222-B7839C96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53288" y="3050086"/>
            <a:ext cx="1733550" cy="205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反馈问题与使用体验</a:t>
            </a:r>
          </a:p>
        </p:txBody>
      </p:sp>
      <p:sp>
        <p:nvSpPr>
          <p:cNvPr id="70" name="task-6-title">
            <a:extLst xmlns:a="http://schemas.openxmlformats.org/drawingml/2006/main">
              <a:ext uri="{FF2B5EF4-FFF2-40B4-BE49-F238E27FC236}">
                <a16:creationId xmlns:a16="http://schemas.microsoft.com/office/drawing/2014/main" id="{6D7FB6D7-5AE8-48C6-A3BE-545318A4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44063" y="5373586"/>
            <a:ext cx="1733550" cy="279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联合验收复盘</a:t>
            </a:r>
          </a:p>
        </p:txBody>
      </p:sp>
      <p:sp>
        <p:nvSpPr>
          <p:cNvPr id="71" name="task-6-body">
            <a:extLst xmlns:a="http://schemas.openxmlformats.org/drawingml/2006/main">
              <a:ext uri="{FF2B5EF4-FFF2-40B4-BE49-F238E27FC236}">
                <a16:creationId xmlns:a16="http://schemas.microsoft.com/office/drawing/2014/main" id="{473C73BA-3DC1-44C4-AC1F-DEC5DED38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44063" y="5653535"/>
            <a:ext cx="1733550" cy="205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确认结果并沉淀经验</a:t>
            </a:r>
          </a:p>
        </p:txBody>
      </p:sp>
      <p:sp>
        <p:nvSpPr>
          <p:cNvPr id="72" name="corner-label">
            <a:extLst xmlns:a="http://schemas.openxmlformats.org/drawingml/2006/main">
              <a:ext uri="{FF2B5EF4-FFF2-40B4-BE49-F238E27FC236}">
                <a16:creationId xmlns:a16="http://schemas.microsoft.com/office/drawing/2014/main" id="{D318E283-9426-44CE-A68F-EC3C41B1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1657350"/>
            <a:ext cx="140970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F0F6FD"/>
          </a:solidFill>
          <a:ln xmlns:a="http://schemas.openxmlformats.org/drawingml/2006/main" w="9525">
            <a:solidFill>
              <a:srgbClr val="D4E3F4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476B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476B95"/>
                </a:solidFill>
                <a:latin typeface="Microsoft YaHei"/>
                <a:ea typeface="Microsoft YaHei"/>
                <a:cs typeface="Microsoft YaHei"/>
              </a:rPr>
              <a:t>角色 × 阶段</a:t>
            </a:r>
          </a:p>
        </p:txBody>
      </p:sp>
    </p:spTree>
    <p:extLst>
      <p:ext uri="{BB962C8B-B14F-4D97-AF65-F5344CB8AC3E}">
        <p14:creationId xmlns:p14="http://schemas.microsoft.com/office/powerpoint/2010/main" val="11350970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5" name="stage-band-underlay">
            <a:extLst xmlns:a="http://schemas.openxmlformats.org/drawingml/2006/main">
              <a:ext uri="{FF2B5EF4-FFF2-40B4-BE49-F238E27FC236}">
                <a16:creationId xmlns:a16="http://schemas.microsoft.com/office/drawing/2014/main" id="{92BEEF84-2FBB-4E0A-9B92-644DDABD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5025" y="1704975"/>
            <a:ext cx="956310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ane-1-surface">
            <a:extLst xmlns:a="http://schemas.openxmlformats.org/drawingml/2006/main">
              <a:ext uri="{FF2B5EF4-FFF2-40B4-BE49-F238E27FC236}">
                <a16:creationId xmlns:a16="http://schemas.microsoft.com/office/drawing/2014/main" id="{152ADC88-5A30-458D-A972-BF96B7CB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5025" y="2362200"/>
            <a:ext cx="9563100" cy="900113"/>
          </a:xfrm>
          <a:prstGeom xmlns:a="http://schemas.openxmlformats.org/drawingml/2006/main" prst="roundRect">
            <a:avLst>
              <a:gd name="adj" fmla="val 16931"/>
            </a:avLst>
          </a:prstGeom>
          <a:solidFill xmlns:a="http://schemas.openxmlformats.org/drawingml/2006/main">
            <a:srgbClr val="F8FBFE"/>
          </a:solidFill>
          <a:ln xmlns:a="http://schemas.openxmlformats.org/drawingml/2006/main" w="9525">
            <a:solidFill>
              <a:srgbClr val="DCE8F5"/>
            </a:solidFill>
            <a:prstDash val="solid"/>
          </a:ln>
        </p:spPr>
      </p:sp>
      <p:sp>
        <p:nvSpPr>
          <p:cNvPr id="3" name="role-1-underlay">
            <a:extLst xmlns:a="http://schemas.openxmlformats.org/drawingml/2006/main">
              <a:ext uri="{FF2B5EF4-FFF2-40B4-BE49-F238E27FC236}">
                <a16:creationId xmlns:a16="http://schemas.microsoft.com/office/drawing/2014/main" id="{8AD3E20C-3F68-4910-9E9C-14D0CFDB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2476500"/>
            <a:ext cx="1409700" cy="747713"/>
          </a:xfrm>
          <a:prstGeom xmlns:a="http://schemas.openxmlformats.org/drawingml/2006/main" prst="roundRect">
            <a:avLst>
              <a:gd name="adj" fmla="val 20382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ole-1-label">
            <a:extLst xmlns:a="http://schemas.openxmlformats.org/drawingml/2006/main">
              <a:ext uri="{FF2B5EF4-FFF2-40B4-BE49-F238E27FC236}">
                <a16:creationId xmlns:a16="http://schemas.microsoft.com/office/drawing/2014/main" id="{F2DBF94C-3B77-4581-8984-2E823AFC8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2438400"/>
            <a:ext cx="1409700" cy="747713"/>
          </a:xfrm>
          <a:prstGeom xmlns:a="http://schemas.openxmlformats.org/drawingml/2006/main" prst="roundRect">
            <a:avLst>
              <a:gd name="adj" fmla="val 203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6"/>
          <a:fontRef xmlns:a="http://schemas.openxmlformats.org/drawingml/2006/main" idx="major"/>
        </p:style>
      </p:sp>
      <p:sp>
        <p:nvSpPr>
          <p:cNvPr id="5" name="role-1-accent">
            <a:extLst xmlns:a="http://schemas.openxmlformats.org/drawingml/2006/main">
              <a:ext uri="{FF2B5EF4-FFF2-40B4-BE49-F238E27FC236}">
                <a16:creationId xmlns:a16="http://schemas.microsoft.com/office/drawing/2014/main" id="{C462E262-2D8B-48A0-90D5-C0B65BA0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2438400"/>
            <a:ext cx="66675" cy="74771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ole-1-name">
            <a:extLst xmlns:a="http://schemas.openxmlformats.org/drawingml/2006/main">
              <a:ext uri="{FF2B5EF4-FFF2-40B4-BE49-F238E27FC236}">
                <a16:creationId xmlns:a16="http://schemas.microsoft.com/office/drawing/2014/main" id="{7CF6BE0C-FDCE-4EE1-AF42-9D0FAB2D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" y="2688431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42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业务团队</a:t>
            </a:r>
          </a:p>
        </p:txBody>
      </p:sp>
      <p:sp>
        <p:nvSpPr>
          <p:cNvPr id="7" name="lane-2-surface">
            <a:extLst xmlns:a="http://schemas.openxmlformats.org/drawingml/2006/main">
              <a:ext uri="{FF2B5EF4-FFF2-40B4-BE49-F238E27FC236}">
                <a16:creationId xmlns:a16="http://schemas.microsoft.com/office/drawing/2014/main" id="{EE43353A-D491-4530-AFFA-F15BDF24A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5025" y="3338513"/>
            <a:ext cx="9563100" cy="900113"/>
          </a:xfrm>
          <a:prstGeom xmlns:a="http://schemas.openxmlformats.org/drawingml/2006/main" prst="roundRect">
            <a:avLst>
              <a:gd name="adj" fmla="val 16931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CE8F5"/>
            </a:solidFill>
            <a:prstDash val="solid"/>
          </a:ln>
        </p:spPr>
      </p:sp>
      <p:sp>
        <p:nvSpPr>
          <p:cNvPr id="8" name="role-2-underlay">
            <a:extLst xmlns:a="http://schemas.openxmlformats.org/drawingml/2006/main">
              <a:ext uri="{FF2B5EF4-FFF2-40B4-BE49-F238E27FC236}">
                <a16:creationId xmlns:a16="http://schemas.microsoft.com/office/drawing/2014/main" id="{66580EBF-B199-4207-A5CF-4A98E1ED7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3452813"/>
            <a:ext cx="1409700" cy="747713"/>
          </a:xfrm>
          <a:prstGeom xmlns:a="http://schemas.openxmlformats.org/drawingml/2006/main" prst="roundRect">
            <a:avLst>
              <a:gd name="adj" fmla="val 20382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ole-2-label">
            <a:extLst xmlns:a="http://schemas.openxmlformats.org/drawingml/2006/main">
              <a:ext uri="{FF2B5EF4-FFF2-40B4-BE49-F238E27FC236}">
                <a16:creationId xmlns:a16="http://schemas.microsoft.com/office/drawing/2014/main" id="{F13A480A-872F-4F41-BDDC-39F5FCA6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3414713"/>
            <a:ext cx="1409700" cy="747713"/>
          </a:xfrm>
          <a:prstGeom xmlns:a="http://schemas.openxmlformats.org/drawingml/2006/main" prst="roundRect">
            <a:avLst>
              <a:gd name="adj" fmla="val 203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6"/>
          <a:fontRef xmlns:a="http://schemas.openxmlformats.org/drawingml/2006/main" idx="major"/>
        </p:style>
      </p:sp>
      <p:sp>
        <p:nvSpPr>
          <p:cNvPr id="10" name="role-2-accent">
            <a:extLst xmlns:a="http://schemas.openxmlformats.org/drawingml/2006/main">
              <a:ext uri="{FF2B5EF4-FFF2-40B4-BE49-F238E27FC236}">
                <a16:creationId xmlns:a16="http://schemas.microsoft.com/office/drawing/2014/main" id="{C74CC114-48AE-427D-947E-32F7C72D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3414713"/>
            <a:ext cx="66675" cy="74771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ole-2-name">
            <a:extLst xmlns:a="http://schemas.openxmlformats.org/drawingml/2006/main">
              <a:ext uri="{FF2B5EF4-FFF2-40B4-BE49-F238E27FC236}">
                <a16:creationId xmlns:a16="http://schemas.microsoft.com/office/drawing/2014/main" id="{DC3C4E01-3845-4004-B5E3-FAB6C134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" y="3664744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42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技术团队</a:t>
            </a:r>
          </a:p>
        </p:txBody>
      </p:sp>
      <p:sp>
        <p:nvSpPr>
          <p:cNvPr id="12" name="lane-3-surface">
            <a:extLst xmlns:a="http://schemas.openxmlformats.org/drawingml/2006/main">
              <a:ext uri="{FF2B5EF4-FFF2-40B4-BE49-F238E27FC236}">
                <a16:creationId xmlns:a16="http://schemas.microsoft.com/office/drawing/2014/main" id="{9FE163FD-3724-4DDB-ACF3-D5C45952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5025" y="4314825"/>
            <a:ext cx="9563100" cy="900113"/>
          </a:xfrm>
          <a:prstGeom xmlns:a="http://schemas.openxmlformats.org/drawingml/2006/main" prst="roundRect">
            <a:avLst>
              <a:gd name="adj" fmla="val 16931"/>
            </a:avLst>
          </a:prstGeom>
          <a:solidFill xmlns:a="http://schemas.openxmlformats.org/drawingml/2006/main">
            <a:srgbClr val="F8FBFE"/>
          </a:solidFill>
          <a:ln xmlns:a="http://schemas.openxmlformats.org/drawingml/2006/main" w="9525">
            <a:solidFill>
              <a:srgbClr val="DCE8F5"/>
            </a:solidFill>
            <a:prstDash val="solid"/>
          </a:ln>
        </p:spPr>
      </p:sp>
      <p:sp>
        <p:nvSpPr>
          <p:cNvPr id="13" name="role-3-underlay">
            <a:extLst xmlns:a="http://schemas.openxmlformats.org/drawingml/2006/main">
              <a:ext uri="{FF2B5EF4-FFF2-40B4-BE49-F238E27FC236}">
                <a16:creationId xmlns:a16="http://schemas.microsoft.com/office/drawing/2014/main" id="{13104EB6-FE84-4972-A274-187B1AA3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4429125"/>
            <a:ext cx="1409700" cy="747713"/>
          </a:xfrm>
          <a:prstGeom xmlns:a="http://schemas.openxmlformats.org/drawingml/2006/main" prst="roundRect">
            <a:avLst>
              <a:gd name="adj" fmla="val 20382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ole-3-label">
            <a:extLst xmlns:a="http://schemas.openxmlformats.org/drawingml/2006/main">
              <a:ext uri="{FF2B5EF4-FFF2-40B4-BE49-F238E27FC236}">
                <a16:creationId xmlns:a16="http://schemas.microsoft.com/office/drawing/2014/main" id="{B5A943E8-197A-4C47-955C-24CDB875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4391025"/>
            <a:ext cx="1409700" cy="747713"/>
          </a:xfrm>
          <a:prstGeom xmlns:a="http://schemas.openxmlformats.org/drawingml/2006/main" prst="roundRect">
            <a:avLst>
              <a:gd name="adj" fmla="val 203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6"/>
          <a:fontRef xmlns:a="http://schemas.openxmlformats.org/drawingml/2006/main" idx="major"/>
        </p:style>
      </p:sp>
      <p:sp>
        <p:nvSpPr>
          <p:cNvPr id="15" name="role-3-accent">
            <a:extLst xmlns:a="http://schemas.openxmlformats.org/drawingml/2006/main">
              <a:ext uri="{FF2B5EF4-FFF2-40B4-BE49-F238E27FC236}">
                <a16:creationId xmlns:a16="http://schemas.microsoft.com/office/drawing/2014/main" id="{F1282DFE-54C9-46D1-B033-F632545D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4391025"/>
            <a:ext cx="66675" cy="74771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9E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ole-3-name">
            <a:extLst xmlns:a="http://schemas.openxmlformats.org/drawingml/2006/main">
              <a:ext uri="{FF2B5EF4-FFF2-40B4-BE49-F238E27FC236}">
                <a16:creationId xmlns:a16="http://schemas.microsoft.com/office/drawing/2014/main" id="{8B478D71-30DA-4C07-BBFA-CEDDA509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" y="4641056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42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管理团队</a:t>
            </a:r>
          </a:p>
        </p:txBody>
      </p:sp>
      <p:sp>
        <p:nvSpPr>
          <p:cNvPr id="17" name="lane-4-surface">
            <a:extLst xmlns:a="http://schemas.openxmlformats.org/drawingml/2006/main">
              <a:ext uri="{FF2B5EF4-FFF2-40B4-BE49-F238E27FC236}">
                <a16:creationId xmlns:a16="http://schemas.microsoft.com/office/drawing/2014/main" id="{E1F971FA-F1D9-47CF-ADAE-E0F3EE8B1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5025" y="5291138"/>
            <a:ext cx="9563100" cy="900113"/>
          </a:xfrm>
          <a:prstGeom xmlns:a="http://schemas.openxmlformats.org/drawingml/2006/main" prst="roundRect">
            <a:avLst>
              <a:gd name="adj" fmla="val 16931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CE8F5"/>
            </a:solidFill>
            <a:prstDash val="solid"/>
          </a:ln>
        </p:spPr>
      </p:sp>
      <p:sp>
        <p:nvSpPr>
          <p:cNvPr id="18" name="role-4-underlay">
            <a:extLst xmlns:a="http://schemas.openxmlformats.org/drawingml/2006/main">
              <a:ext uri="{FF2B5EF4-FFF2-40B4-BE49-F238E27FC236}">
                <a16:creationId xmlns:a16="http://schemas.microsoft.com/office/drawing/2014/main" id="{387AA0D5-94DC-4199-8349-D2BC555D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5405438"/>
            <a:ext cx="1409700" cy="747713"/>
          </a:xfrm>
          <a:prstGeom xmlns:a="http://schemas.openxmlformats.org/drawingml/2006/main" prst="roundRect">
            <a:avLst>
              <a:gd name="adj" fmla="val 20382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ole-4-label">
            <a:extLst xmlns:a="http://schemas.openxmlformats.org/drawingml/2006/main">
              <a:ext uri="{FF2B5EF4-FFF2-40B4-BE49-F238E27FC236}">
                <a16:creationId xmlns:a16="http://schemas.microsoft.com/office/drawing/2014/main" id="{5EE41A67-DF7B-4225-97D5-495885925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5367338"/>
            <a:ext cx="1409700" cy="747713"/>
          </a:xfrm>
          <a:prstGeom xmlns:a="http://schemas.openxmlformats.org/drawingml/2006/main" prst="roundRect">
            <a:avLst>
              <a:gd name="adj" fmla="val 203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6"/>
          <a:fontRef xmlns:a="http://schemas.openxmlformats.org/drawingml/2006/main" idx="major"/>
        </p:style>
      </p:sp>
      <p:sp>
        <p:nvSpPr>
          <p:cNvPr id="20" name="role-4-accent">
            <a:extLst xmlns:a="http://schemas.openxmlformats.org/drawingml/2006/main">
              <a:ext uri="{FF2B5EF4-FFF2-40B4-BE49-F238E27FC236}">
                <a16:creationId xmlns:a16="http://schemas.microsoft.com/office/drawing/2014/main" id="{1A8625EF-01C9-4436-9712-2BDB8224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5367338"/>
            <a:ext cx="66675" cy="74771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8B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ole-4-name">
            <a:extLst xmlns:a="http://schemas.openxmlformats.org/drawingml/2006/main">
              <a:ext uri="{FF2B5EF4-FFF2-40B4-BE49-F238E27FC236}">
                <a16:creationId xmlns:a16="http://schemas.microsoft.com/office/drawing/2014/main" id="{9BE48C91-5C93-44A1-8C37-3F59F5F3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" y="5617369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42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支持团队</a:t>
            </a:r>
          </a:p>
        </p:txBody>
      </p:sp>
      <p:sp>
        <p:nvSpPr>
          <p:cNvPr id="22" name="stage-band">
            <a:extLst xmlns:a="http://schemas.openxmlformats.org/drawingml/2006/main">
              <a:ext uri="{FF2B5EF4-FFF2-40B4-BE49-F238E27FC236}">
                <a16:creationId xmlns:a16="http://schemas.microsoft.com/office/drawing/2014/main" id="{EF9B9222-EB08-4E9B-B5DF-2D3AB6A2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5025" y="1657350"/>
            <a:ext cx="956310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9525">
            <a:solidFill>
              <a:srgbClr val="D4E4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7"/>
          <a:fontRef xmlns:a="http://schemas.openxmlformats.org/drawingml/2006/main" idx="major"/>
        </p:style>
      </p:sp>
      <p:sp>
        <p:nvSpPr>
          <p:cNvPr id="23" name="column-divider-1">
            <a:extLst xmlns:a="http://schemas.openxmlformats.org/drawingml/2006/main">
              <a:ext uri="{FF2B5EF4-FFF2-40B4-BE49-F238E27FC236}">
                <a16:creationId xmlns:a16="http://schemas.microsoft.com/office/drawing/2014/main" id="{872C3545-105E-4F6D-80AE-86A2A21A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24574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olumn-divider-2">
            <a:extLst xmlns:a="http://schemas.openxmlformats.org/drawingml/2006/main">
              <a:ext uri="{FF2B5EF4-FFF2-40B4-BE49-F238E27FC236}">
                <a16:creationId xmlns:a16="http://schemas.microsoft.com/office/drawing/2014/main" id="{24A259AF-5877-470B-93FD-3E07B24B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86575" y="24574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olumn-divider-3">
            <a:extLst xmlns:a="http://schemas.openxmlformats.org/drawingml/2006/main">
              <a:ext uri="{FF2B5EF4-FFF2-40B4-BE49-F238E27FC236}">
                <a16:creationId xmlns:a16="http://schemas.microsoft.com/office/drawing/2014/main" id="{D3AA74EE-69D7-493C-B003-3D0F9221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77350" y="24574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handoff-1">
            <a:extLst xmlns:a="http://schemas.openxmlformats.org/drawingml/2006/main">
              <a:ext uri="{FF2B5EF4-FFF2-40B4-BE49-F238E27FC236}">
                <a16:creationId xmlns:a16="http://schemas.microsoft.com/office/drawing/2014/main" id="{082347AE-C287-48C5-80E4-B365FDD5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19588" y="2850356"/>
            <a:ext cx="66675" cy="1952625"/>
          </a:xfrm>
          <a:custGeom xmlns:a="http://schemas.openxmlformats.org/drawingml/2006/main">
            <a:pathLst>
              <a:path w="66675" h="1952625">
                <a:moveTo>
                  <a:pt x="0" y="0"/>
                </a:moveTo>
                <a:lnTo>
                  <a:pt x="18964" y="0"/>
                </a:lnTo>
                <a:lnTo>
                  <a:pt x="37929" y="0"/>
                </a:lnTo>
                <a:lnTo>
                  <a:pt x="56893" y="0"/>
                </a:lnTo>
                <a:lnTo>
                  <a:pt x="66675" y="9182"/>
                </a:lnTo>
                <a:lnTo>
                  <a:pt x="66675" y="28146"/>
                </a:lnTo>
                <a:lnTo>
                  <a:pt x="66675" y="47101"/>
                </a:lnTo>
                <a:lnTo>
                  <a:pt x="66675" y="66065"/>
                </a:lnTo>
                <a:lnTo>
                  <a:pt x="66675" y="85030"/>
                </a:lnTo>
                <a:lnTo>
                  <a:pt x="66675" y="103994"/>
                </a:lnTo>
                <a:lnTo>
                  <a:pt x="66675" y="122958"/>
                </a:lnTo>
                <a:lnTo>
                  <a:pt x="66675" y="141923"/>
                </a:lnTo>
                <a:lnTo>
                  <a:pt x="66675" y="160887"/>
                </a:lnTo>
                <a:lnTo>
                  <a:pt x="66675" y="179851"/>
                </a:lnTo>
                <a:lnTo>
                  <a:pt x="66675" y="198815"/>
                </a:lnTo>
                <a:lnTo>
                  <a:pt x="66675" y="217780"/>
                </a:lnTo>
                <a:lnTo>
                  <a:pt x="66675" y="236744"/>
                </a:lnTo>
                <a:lnTo>
                  <a:pt x="66675" y="255699"/>
                </a:lnTo>
                <a:lnTo>
                  <a:pt x="66675" y="274663"/>
                </a:lnTo>
                <a:lnTo>
                  <a:pt x="66675" y="293627"/>
                </a:lnTo>
                <a:lnTo>
                  <a:pt x="66675" y="312591"/>
                </a:lnTo>
                <a:lnTo>
                  <a:pt x="66675" y="331556"/>
                </a:lnTo>
                <a:lnTo>
                  <a:pt x="66675" y="350520"/>
                </a:lnTo>
                <a:lnTo>
                  <a:pt x="66675" y="369484"/>
                </a:lnTo>
                <a:lnTo>
                  <a:pt x="66675" y="388449"/>
                </a:lnTo>
                <a:lnTo>
                  <a:pt x="66675" y="407413"/>
                </a:lnTo>
                <a:lnTo>
                  <a:pt x="66675" y="426377"/>
                </a:lnTo>
                <a:lnTo>
                  <a:pt x="66675" y="445341"/>
                </a:lnTo>
                <a:lnTo>
                  <a:pt x="66675" y="464296"/>
                </a:lnTo>
                <a:lnTo>
                  <a:pt x="66675" y="483260"/>
                </a:lnTo>
                <a:lnTo>
                  <a:pt x="66675" y="502225"/>
                </a:lnTo>
                <a:lnTo>
                  <a:pt x="66675" y="521189"/>
                </a:lnTo>
                <a:lnTo>
                  <a:pt x="66675" y="540153"/>
                </a:lnTo>
                <a:lnTo>
                  <a:pt x="66675" y="559118"/>
                </a:lnTo>
                <a:lnTo>
                  <a:pt x="66675" y="578082"/>
                </a:lnTo>
                <a:lnTo>
                  <a:pt x="66675" y="597046"/>
                </a:lnTo>
                <a:lnTo>
                  <a:pt x="66675" y="616010"/>
                </a:lnTo>
                <a:lnTo>
                  <a:pt x="66675" y="634975"/>
                </a:lnTo>
                <a:lnTo>
                  <a:pt x="66675" y="653939"/>
                </a:lnTo>
                <a:lnTo>
                  <a:pt x="66675" y="672894"/>
                </a:lnTo>
                <a:lnTo>
                  <a:pt x="66675" y="691858"/>
                </a:lnTo>
                <a:lnTo>
                  <a:pt x="66675" y="710822"/>
                </a:lnTo>
                <a:lnTo>
                  <a:pt x="66675" y="729786"/>
                </a:lnTo>
                <a:lnTo>
                  <a:pt x="66675" y="748751"/>
                </a:lnTo>
                <a:lnTo>
                  <a:pt x="66675" y="767715"/>
                </a:lnTo>
                <a:lnTo>
                  <a:pt x="66675" y="786679"/>
                </a:lnTo>
                <a:lnTo>
                  <a:pt x="66675" y="805644"/>
                </a:lnTo>
                <a:lnTo>
                  <a:pt x="66675" y="824608"/>
                </a:lnTo>
                <a:lnTo>
                  <a:pt x="66675" y="843572"/>
                </a:lnTo>
                <a:lnTo>
                  <a:pt x="66675" y="862536"/>
                </a:lnTo>
                <a:lnTo>
                  <a:pt x="66675" y="881491"/>
                </a:lnTo>
                <a:lnTo>
                  <a:pt x="66675" y="900455"/>
                </a:lnTo>
                <a:lnTo>
                  <a:pt x="66675" y="919420"/>
                </a:lnTo>
                <a:lnTo>
                  <a:pt x="66675" y="938384"/>
                </a:lnTo>
                <a:lnTo>
                  <a:pt x="66675" y="957348"/>
                </a:lnTo>
                <a:lnTo>
                  <a:pt x="66675" y="976313"/>
                </a:lnTo>
                <a:lnTo>
                  <a:pt x="66675" y="995277"/>
                </a:lnTo>
                <a:lnTo>
                  <a:pt x="66675" y="1014241"/>
                </a:lnTo>
                <a:lnTo>
                  <a:pt x="66675" y="1033205"/>
                </a:lnTo>
                <a:lnTo>
                  <a:pt x="66675" y="1052170"/>
                </a:lnTo>
                <a:lnTo>
                  <a:pt x="66675" y="1071134"/>
                </a:lnTo>
                <a:lnTo>
                  <a:pt x="66675" y="1090089"/>
                </a:lnTo>
                <a:lnTo>
                  <a:pt x="66675" y="1109053"/>
                </a:lnTo>
                <a:lnTo>
                  <a:pt x="66675" y="1128017"/>
                </a:lnTo>
                <a:lnTo>
                  <a:pt x="66675" y="1146981"/>
                </a:lnTo>
                <a:lnTo>
                  <a:pt x="66675" y="1165946"/>
                </a:lnTo>
                <a:lnTo>
                  <a:pt x="66675" y="1184910"/>
                </a:lnTo>
                <a:lnTo>
                  <a:pt x="66675" y="1203874"/>
                </a:lnTo>
                <a:lnTo>
                  <a:pt x="66675" y="1222839"/>
                </a:lnTo>
                <a:lnTo>
                  <a:pt x="66675" y="1241803"/>
                </a:lnTo>
                <a:lnTo>
                  <a:pt x="66675" y="1260767"/>
                </a:lnTo>
                <a:lnTo>
                  <a:pt x="66675" y="1279731"/>
                </a:lnTo>
                <a:lnTo>
                  <a:pt x="66675" y="1298686"/>
                </a:lnTo>
                <a:lnTo>
                  <a:pt x="66675" y="1317650"/>
                </a:lnTo>
                <a:lnTo>
                  <a:pt x="66675" y="1336615"/>
                </a:lnTo>
                <a:lnTo>
                  <a:pt x="66675" y="1355579"/>
                </a:lnTo>
                <a:lnTo>
                  <a:pt x="66675" y="1374543"/>
                </a:lnTo>
                <a:lnTo>
                  <a:pt x="66675" y="1393508"/>
                </a:lnTo>
                <a:lnTo>
                  <a:pt x="66675" y="1412472"/>
                </a:lnTo>
                <a:lnTo>
                  <a:pt x="66675" y="1431436"/>
                </a:lnTo>
                <a:lnTo>
                  <a:pt x="66675" y="1450400"/>
                </a:lnTo>
                <a:lnTo>
                  <a:pt x="66675" y="1469365"/>
                </a:lnTo>
                <a:lnTo>
                  <a:pt x="66675" y="1488329"/>
                </a:lnTo>
                <a:lnTo>
                  <a:pt x="66675" y="1507284"/>
                </a:lnTo>
                <a:lnTo>
                  <a:pt x="66675" y="1526248"/>
                </a:lnTo>
                <a:lnTo>
                  <a:pt x="66675" y="1545212"/>
                </a:lnTo>
                <a:lnTo>
                  <a:pt x="66675" y="1564176"/>
                </a:lnTo>
                <a:lnTo>
                  <a:pt x="66675" y="1583141"/>
                </a:lnTo>
                <a:lnTo>
                  <a:pt x="66675" y="1602105"/>
                </a:lnTo>
                <a:lnTo>
                  <a:pt x="66675" y="1621069"/>
                </a:lnTo>
                <a:lnTo>
                  <a:pt x="66675" y="1640034"/>
                </a:lnTo>
                <a:lnTo>
                  <a:pt x="66675" y="1658998"/>
                </a:lnTo>
                <a:lnTo>
                  <a:pt x="66675" y="1677962"/>
                </a:lnTo>
                <a:lnTo>
                  <a:pt x="66675" y="1696926"/>
                </a:lnTo>
                <a:lnTo>
                  <a:pt x="66675" y="1715881"/>
                </a:lnTo>
                <a:lnTo>
                  <a:pt x="66675" y="1734845"/>
                </a:lnTo>
                <a:lnTo>
                  <a:pt x="66675" y="1753810"/>
                </a:lnTo>
                <a:lnTo>
                  <a:pt x="66675" y="1772774"/>
                </a:lnTo>
                <a:lnTo>
                  <a:pt x="66675" y="1791738"/>
                </a:lnTo>
                <a:lnTo>
                  <a:pt x="66675" y="1810703"/>
                </a:lnTo>
                <a:lnTo>
                  <a:pt x="66675" y="1829667"/>
                </a:lnTo>
                <a:lnTo>
                  <a:pt x="66675" y="1848631"/>
                </a:lnTo>
                <a:lnTo>
                  <a:pt x="66675" y="1867595"/>
                </a:lnTo>
                <a:lnTo>
                  <a:pt x="66675" y="1886560"/>
                </a:lnTo>
                <a:lnTo>
                  <a:pt x="66675" y="1905524"/>
                </a:lnTo>
                <a:lnTo>
                  <a:pt x="66675" y="1924479"/>
                </a:lnTo>
                <a:lnTo>
                  <a:pt x="66675" y="1943443"/>
                </a:lnTo>
                <a:lnTo>
                  <a:pt x="56893" y="1952625"/>
                </a:lnTo>
                <a:lnTo>
                  <a:pt x="37929" y="1952625"/>
                </a:lnTo>
                <a:lnTo>
                  <a:pt x="18964" y="1952625"/>
                </a:lnTo>
                <a:lnTo>
                  <a:pt x="0" y="19526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8A9DF"/>
            </a:solidFill>
            <a:prstDash val="solid"/>
          </a:ln>
        </p:spPr>
      </p:sp>
      <p:sp>
        <p:nvSpPr>
          <p:cNvPr id="27" name="handoff-2">
            <a:extLst xmlns:a="http://schemas.openxmlformats.org/drawingml/2006/main">
              <a:ext uri="{FF2B5EF4-FFF2-40B4-BE49-F238E27FC236}">
                <a16:creationId xmlns:a16="http://schemas.microsoft.com/office/drawing/2014/main" id="{FBAEDD3D-B58F-48E3-8A6C-FABDB92E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19588" y="3826669"/>
            <a:ext cx="352425" cy="976313"/>
          </a:xfrm>
          <a:custGeom xmlns:a="http://schemas.openxmlformats.org/drawingml/2006/main">
            <a:pathLst>
              <a:path w="352425" h="976313">
                <a:moveTo>
                  <a:pt x="0" y="976313"/>
                </a:moveTo>
                <a:lnTo>
                  <a:pt x="18983" y="976313"/>
                </a:lnTo>
                <a:lnTo>
                  <a:pt x="37967" y="976313"/>
                </a:lnTo>
                <a:lnTo>
                  <a:pt x="56950" y="976313"/>
                </a:lnTo>
                <a:lnTo>
                  <a:pt x="75924" y="976313"/>
                </a:lnTo>
                <a:lnTo>
                  <a:pt x="94907" y="976313"/>
                </a:lnTo>
                <a:lnTo>
                  <a:pt x="113890" y="976313"/>
                </a:lnTo>
                <a:lnTo>
                  <a:pt x="132874" y="976313"/>
                </a:lnTo>
                <a:lnTo>
                  <a:pt x="151857" y="976313"/>
                </a:lnTo>
                <a:lnTo>
                  <a:pt x="170840" y="976313"/>
                </a:lnTo>
                <a:lnTo>
                  <a:pt x="176213" y="962701"/>
                </a:lnTo>
                <a:lnTo>
                  <a:pt x="176213" y="943727"/>
                </a:lnTo>
                <a:lnTo>
                  <a:pt x="176213" y="924744"/>
                </a:lnTo>
                <a:lnTo>
                  <a:pt x="176213" y="905761"/>
                </a:lnTo>
                <a:lnTo>
                  <a:pt x="176213" y="886778"/>
                </a:lnTo>
                <a:lnTo>
                  <a:pt x="176213" y="867794"/>
                </a:lnTo>
                <a:lnTo>
                  <a:pt x="176213" y="848811"/>
                </a:lnTo>
                <a:lnTo>
                  <a:pt x="176213" y="829828"/>
                </a:lnTo>
                <a:lnTo>
                  <a:pt x="176213" y="810854"/>
                </a:lnTo>
                <a:lnTo>
                  <a:pt x="176213" y="791870"/>
                </a:lnTo>
                <a:lnTo>
                  <a:pt x="176213" y="772887"/>
                </a:lnTo>
                <a:lnTo>
                  <a:pt x="176213" y="753904"/>
                </a:lnTo>
                <a:lnTo>
                  <a:pt x="176213" y="734920"/>
                </a:lnTo>
                <a:lnTo>
                  <a:pt x="176213" y="715937"/>
                </a:lnTo>
                <a:lnTo>
                  <a:pt x="176213" y="696954"/>
                </a:lnTo>
                <a:lnTo>
                  <a:pt x="176213" y="677980"/>
                </a:lnTo>
                <a:lnTo>
                  <a:pt x="176213" y="658997"/>
                </a:lnTo>
                <a:lnTo>
                  <a:pt x="176213" y="640013"/>
                </a:lnTo>
                <a:lnTo>
                  <a:pt x="176213" y="621030"/>
                </a:lnTo>
                <a:lnTo>
                  <a:pt x="176213" y="602047"/>
                </a:lnTo>
                <a:lnTo>
                  <a:pt x="176213" y="583063"/>
                </a:lnTo>
                <a:lnTo>
                  <a:pt x="176213" y="564080"/>
                </a:lnTo>
                <a:lnTo>
                  <a:pt x="176213" y="545106"/>
                </a:lnTo>
                <a:lnTo>
                  <a:pt x="176213" y="526123"/>
                </a:lnTo>
                <a:lnTo>
                  <a:pt x="176213" y="507140"/>
                </a:lnTo>
                <a:lnTo>
                  <a:pt x="176213" y="488156"/>
                </a:lnTo>
                <a:lnTo>
                  <a:pt x="176213" y="469173"/>
                </a:lnTo>
                <a:lnTo>
                  <a:pt x="176213" y="450190"/>
                </a:lnTo>
                <a:lnTo>
                  <a:pt x="176213" y="431206"/>
                </a:lnTo>
                <a:lnTo>
                  <a:pt x="176213" y="412232"/>
                </a:lnTo>
                <a:lnTo>
                  <a:pt x="176213" y="393249"/>
                </a:lnTo>
                <a:lnTo>
                  <a:pt x="176213" y="374266"/>
                </a:lnTo>
                <a:lnTo>
                  <a:pt x="176213" y="355283"/>
                </a:lnTo>
                <a:lnTo>
                  <a:pt x="176213" y="336299"/>
                </a:lnTo>
                <a:lnTo>
                  <a:pt x="176213" y="317316"/>
                </a:lnTo>
                <a:lnTo>
                  <a:pt x="176213" y="298333"/>
                </a:lnTo>
                <a:lnTo>
                  <a:pt x="176213" y="279359"/>
                </a:lnTo>
                <a:lnTo>
                  <a:pt x="176213" y="260375"/>
                </a:lnTo>
                <a:lnTo>
                  <a:pt x="176213" y="241392"/>
                </a:lnTo>
                <a:lnTo>
                  <a:pt x="176213" y="222409"/>
                </a:lnTo>
                <a:lnTo>
                  <a:pt x="176213" y="203425"/>
                </a:lnTo>
                <a:lnTo>
                  <a:pt x="176213" y="184442"/>
                </a:lnTo>
                <a:lnTo>
                  <a:pt x="176213" y="165459"/>
                </a:lnTo>
                <a:lnTo>
                  <a:pt x="176213" y="146485"/>
                </a:lnTo>
                <a:lnTo>
                  <a:pt x="176213" y="127502"/>
                </a:lnTo>
                <a:lnTo>
                  <a:pt x="176213" y="108518"/>
                </a:lnTo>
                <a:lnTo>
                  <a:pt x="176213" y="89535"/>
                </a:lnTo>
                <a:lnTo>
                  <a:pt x="176213" y="70552"/>
                </a:lnTo>
                <a:lnTo>
                  <a:pt x="176213" y="51568"/>
                </a:lnTo>
                <a:lnTo>
                  <a:pt x="176213" y="32585"/>
                </a:lnTo>
                <a:lnTo>
                  <a:pt x="176213" y="13611"/>
                </a:lnTo>
                <a:lnTo>
                  <a:pt x="181585" y="0"/>
                </a:lnTo>
                <a:lnTo>
                  <a:pt x="200568" y="0"/>
                </a:lnTo>
                <a:lnTo>
                  <a:pt x="219551" y="0"/>
                </a:lnTo>
                <a:lnTo>
                  <a:pt x="238535" y="0"/>
                </a:lnTo>
                <a:lnTo>
                  <a:pt x="257518" y="0"/>
                </a:lnTo>
                <a:lnTo>
                  <a:pt x="276501" y="0"/>
                </a:lnTo>
                <a:lnTo>
                  <a:pt x="295475" y="0"/>
                </a:lnTo>
                <a:lnTo>
                  <a:pt x="314458" y="0"/>
                </a:lnTo>
                <a:lnTo>
                  <a:pt x="333442" y="0"/>
                </a:lnTo>
                <a:lnTo>
                  <a:pt x="35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8A9DF"/>
            </a:solidFill>
            <a:prstDash val="solid"/>
          </a:ln>
        </p:spPr>
      </p:sp>
      <p:sp>
        <p:nvSpPr>
          <p:cNvPr id="28" name="handoff-3">
            <a:extLst xmlns:a="http://schemas.openxmlformats.org/drawingml/2006/main">
              <a:ext uri="{FF2B5EF4-FFF2-40B4-BE49-F238E27FC236}">
                <a16:creationId xmlns:a16="http://schemas.microsoft.com/office/drawing/2014/main" id="{4C694486-7651-480E-B003-E42ACA4F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0363" y="3826669"/>
            <a:ext cx="66675" cy="1952625"/>
          </a:xfrm>
          <a:custGeom xmlns:a="http://schemas.openxmlformats.org/drawingml/2006/main">
            <a:pathLst>
              <a:path w="66675" h="1952625">
                <a:moveTo>
                  <a:pt x="0" y="0"/>
                </a:moveTo>
                <a:lnTo>
                  <a:pt x="18964" y="0"/>
                </a:lnTo>
                <a:lnTo>
                  <a:pt x="37929" y="0"/>
                </a:lnTo>
                <a:lnTo>
                  <a:pt x="56893" y="0"/>
                </a:lnTo>
                <a:lnTo>
                  <a:pt x="66675" y="9182"/>
                </a:lnTo>
                <a:lnTo>
                  <a:pt x="66675" y="28146"/>
                </a:lnTo>
                <a:lnTo>
                  <a:pt x="66675" y="47101"/>
                </a:lnTo>
                <a:lnTo>
                  <a:pt x="66675" y="66065"/>
                </a:lnTo>
                <a:lnTo>
                  <a:pt x="66675" y="85030"/>
                </a:lnTo>
                <a:lnTo>
                  <a:pt x="66675" y="103994"/>
                </a:lnTo>
                <a:lnTo>
                  <a:pt x="66675" y="122958"/>
                </a:lnTo>
                <a:lnTo>
                  <a:pt x="66675" y="141923"/>
                </a:lnTo>
                <a:lnTo>
                  <a:pt x="66675" y="160887"/>
                </a:lnTo>
                <a:lnTo>
                  <a:pt x="66675" y="179851"/>
                </a:lnTo>
                <a:lnTo>
                  <a:pt x="66675" y="198815"/>
                </a:lnTo>
                <a:lnTo>
                  <a:pt x="66675" y="217780"/>
                </a:lnTo>
                <a:lnTo>
                  <a:pt x="66675" y="236744"/>
                </a:lnTo>
                <a:lnTo>
                  <a:pt x="66675" y="255699"/>
                </a:lnTo>
                <a:lnTo>
                  <a:pt x="66675" y="274663"/>
                </a:lnTo>
                <a:lnTo>
                  <a:pt x="66675" y="293627"/>
                </a:lnTo>
                <a:lnTo>
                  <a:pt x="66675" y="312591"/>
                </a:lnTo>
                <a:lnTo>
                  <a:pt x="66675" y="331556"/>
                </a:lnTo>
                <a:lnTo>
                  <a:pt x="66675" y="350520"/>
                </a:lnTo>
                <a:lnTo>
                  <a:pt x="66675" y="369484"/>
                </a:lnTo>
                <a:lnTo>
                  <a:pt x="66675" y="388449"/>
                </a:lnTo>
                <a:lnTo>
                  <a:pt x="66675" y="407413"/>
                </a:lnTo>
                <a:lnTo>
                  <a:pt x="66675" y="426377"/>
                </a:lnTo>
                <a:lnTo>
                  <a:pt x="66675" y="445341"/>
                </a:lnTo>
                <a:lnTo>
                  <a:pt x="66675" y="464296"/>
                </a:lnTo>
                <a:lnTo>
                  <a:pt x="66675" y="483260"/>
                </a:lnTo>
                <a:lnTo>
                  <a:pt x="66675" y="502225"/>
                </a:lnTo>
                <a:lnTo>
                  <a:pt x="66675" y="521189"/>
                </a:lnTo>
                <a:lnTo>
                  <a:pt x="66675" y="540153"/>
                </a:lnTo>
                <a:lnTo>
                  <a:pt x="66675" y="559118"/>
                </a:lnTo>
                <a:lnTo>
                  <a:pt x="66675" y="578082"/>
                </a:lnTo>
                <a:lnTo>
                  <a:pt x="66675" y="597046"/>
                </a:lnTo>
                <a:lnTo>
                  <a:pt x="66675" y="616010"/>
                </a:lnTo>
                <a:lnTo>
                  <a:pt x="66675" y="634975"/>
                </a:lnTo>
                <a:lnTo>
                  <a:pt x="66675" y="653939"/>
                </a:lnTo>
                <a:lnTo>
                  <a:pt x="66675" y="672894"/>
                </a:lnTo>
                <a:lnTo>
                  <a:pt x="66675" y="691858"/>
                </a:lnTo>
                <a:lnTo>
                  <a:pt x="66675" y="710822"/>
                </a:lnTo>
                <a:lnTo>
                  <a:pt x="66675" y="729786"/>
                </a:lnTo>
                <a:lnTo>
                  <a:pt x="66675" y="748751"/>
                </a:lnTo>
                <a:lnTo>
                  <a:pt x="66675" y="767715"/>
                </a:lnTo>
                <a:lnTo>
                  <a:pt x="66675" y="786679"/>
                </a:lnTo>
                <a:lnTo>
                  <a:pt x="66675" y="805644"/>
                </a:lnTo>
                <a:lnTo>
                  <a:pt x="66675" y="824608"/>
                </a:lnTo>
                <a:lnTo>
                  <a:pt x="66675" y="843572"/>
                </a:lnTo>
                <a:lnTo>
                  <a:pt x="66675" y="862536"/>
                </a:lnTo>
                <a:lnTo>
                  <a:pt x="66675" y="881491"/>
                </a:lnTo>
                <a:lnTo>
                  <a:pt x="66675" y="900455"/>
                </a:lnTo>
                <a:lnTo>
                  <a:pt x="66675" y="919420"/>
                </a:lnTo>
                <a:lnTo>
                  <a:pt x="66675" y="938384"/>
                </a:lnTo>
                <a:lnTo>
                  <a:pt x="66675" y="957348"/>
                </a:lnTo>
                <a:lnTo>
                  <a:pt x="66675" y="976313"/>
                </a:lnTo>
                <a:lnTo>
                  <a:pt x="66675" y="995277"/>
                </a:lnTo>
                <a:lnTo>
                  <a:pt x="66675" y="1014241"/>
                </a:lnTo>
                <a:lnTo>
                  <a:pt x="66675" y="1033205"/>
                </a:lnTo>
                <a:lnTo>
                  <a:pt x="66675" y="1052170"/>
                </a:lnTo>
                <a:lnTo>
                  <a:pt x="66675" y="1071134"/>
                </a:lnTo>
                <a:lnTo>
                  <a:pt x="66675" y="1090089"/>
                </a:lnTo>
                <a:lnTo>
                  <a:pt x="66675" y="1109053"/>
                </a:lnTo>
                <a:lnTo>
                  <a:pt x="66675" y="1128017"/>
                </a:lnTo>
                <a:lnTo>
                  <a:pt x="66675" y="1146981"/>
                </a:lnTo>
                <a:lnTo>
                  <a:pt x="66675" y="1165946"/>
                </a:lnTo>
                <a:lnTo>
                  <a:pt x="66675" y="1184910"/>
                </a:lnTo>
                <a:lnTo>
                  <a:pt x="66675" y="1203874"/>
                </a:lnTo>
                <a:lnTo>
                  <a:pt x="66675" y="1222839"/>
                </a:lnTo>
                <a:lnTo>
                  <a:pt x="66675" y="1241803"/>
                </a:lnTo>
                <a:lnTo>
                  <a:pt x="66675" y="1260767"/>
                </a:lnTo>
                <a:lnTo>
                  <a:pt x="66675" y="1279731"/>
                </a:lnTo>
                <a:lnTo>
                  <a:pt x="66675" y="1298686"/>
                </a:lnTo>
                <a:lnTo>
                  <a:pt x="66675" y="1317650"/>
                </a:lnTo>
                <a:lnTo>
                  <a:pt x="66675" y="1336615"/>
                </a:lnTo>
                <a:lnTo>
                  <a:pt x="66675" y="1355579"/>
                </a:lnTo>
                <a:lnTo>
                  <a:pt x="66675" y="1374543"/>
                </a:lnTo>
                <a:lnTo>
                  <a:pt x="66675" y="1393508"/>
                </a:lnTo>
                <a:lnTo>
                  <a:pt x="66675" y="1412472"/>
                </a:lnTo>
                <a:lnTo>
                  <a:pt x="66675" y="1431436"/>
                </a:lnTo>
                <a:lnTo>
                  <a:pt x="66675" y="1450400"/>
                </a:lnTo>
                <a:lnTo>
                  <a:pt x="66675" y="1469365"/>
                </a:lnTo>
                <a:lnTo>
                  <a:pt x="66675" y="1488329"/>
                </a:lnTo>
                <a:lnTo>
                  <a:pt x="66675" y="1507284"/>
                </a:lnTo>
                <a:lnTo>
                  <a:pt x="66675" y="1526248"/>
                </a:lnTo>
                <a:lnTo>
                  <a:pt x="66675" y="1545212"/>
                </a:lnTo>
                <a:lnTo>
                  <a:pt x="66675" y="1564176"/>
                </a:lnTo>
                <a:lnTo>
                  <a:pt x="66675" y="1583141"/>
                </a:lnTo>
                <a:lnTo>
                  <a:pt x="66675" y="1602105"/>
                </a:lnTo>
                <a:lnTo>
                  <a:pt x="66675" y="1621069"/>
                </a:lnTo>
                <a:lnTo>
                  <a:pt x="66675" y="1640034"/>
                </a:lnTo>
                <a:lnTo>
                  <a:pt x="66675" y="1658998"/>
                </a:lnTo>
                <a:lnTo>
                  <a:pt x="66675" y="1677962"/>
                </a:lnTo>
                <a:lnTo>
                  <a:pt x="66675" y="1696926"/>
                </a:lnTo>
                <a:lnTo>
                  <a:pt x="66675" y="1715881"/>
                </a:lnTo>
                <a:lnTo>
                  <a:pt x="66675" y="1734845"/>
                </a:lnTo>
                <a:lnTo>
                  <a:pt x="66675" y="1753810"/>
                </a:lnTo>
                <a:lnTo>
                  <a:pt x="66675" y="1772774"/>
                </a:lnTo>
                <a:lnTo>
                  <a:pt x="66675" y="1791738"/>
                </a:lnTo>
                <a:lnTo>
                  <a:pt x="66675" y="1810703"/>
                </a:lnTo>
                <a:lnTo>
                  <a:pt x="66675" y="1829667"/>
                </a:lnTo>
                <a:lnTo>
                  <a:pt x="66675" y="1848631"/>
                </a:lnTo>
                <a:lnTo>
                  <a:pt x="66675" y="1867595"/>
                </a:lnTo>
                <a:lnTo>
                  <a:pt x="66675" y="1886560"/>
                </a:lnTo>
                <a:lnTo>
                  <a:pt x="66675" y="1905524"/>
                </a:lnTo>
                <a:lnTo>
                  <a:pt x="66675" y="1924479"/>
                </a:lnTo>
                <a:lnTo>
                  <a:pt x="66675" y="1943443"/>
                </a:lnTo>
                <a:lnTo>
                  <a:pt x="56893" y="1952625"/>
                </a:lnTo>
                <a:lnTo>
                  <a:pt x="37929" y="1952625"/>
                </a:lnTo>
                <a:lnTo>
                  <a:pt x="18964" y="1952625"/>
                </a:lnTo>
                <a:lnTo>
                  <a:pt x="0" y="19526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8A9DF"/>
            </a:solidFill>
            <a:prstDash val="solid"/>
          </a:ln>
        </p:spPr>
      </p:sp>
      <p:sp>
        <p:nvSpPr>
          <p:cNvPr id="29" name="handoff-4">
            <a:extLst xmlns:a="http://schemas.openxmlformats.org/drawingml/2006/main">
              <a:ext uri="{FF2B5EF4-FFF2-40B4-BE49-F238E27FC236}">
                <a16:creationId xmlns:a16="http://schemas.microsoft.com/office/drawing/2014/main" id="{5C295776-1DE0-4C2F-9ED5-F1DF5AAE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0363" y="3826669"/>
            <a:ext cx="352425" cy="1952625"/>
          </a:xfrm>
          <a:custGeom xmlns:a="http://schemas.openxmlformats.org/drawingml/2006/main">
            <a:pathLst>
              <a:path w="352425" h="1952625">
                <a:moveTo>
                  <a:pt x="0" y="1952625"/>
                </a:moveTo>
                <a:lnTo>
                  <a:pt x="19050" y="1952625"/>
                </a:lnTo>
                <a:lnTo>
                  <a:pt x="38100" y="1952625"/>
                </a:lnTo>
                <a:lnTo>
                  <a:pt x="57150" y="1952625"/>
                </a:lnTo>
                <a:lnTo>
                  <a:pt x="76200" y="1952625"/>
                </a:lnTo>
                <a:lnTo>
                  <a:pt x="95250" y="1952625"/>
                </a:lnTo>
                <a:lnTo>
                  <a:pt x="114300" y="1952625"/>
                </a:lnTo>
                <a:lnTo>
                  <a:pt x="133350" y="1952625"/>
                </a:lnTo>
                <a:lnTo>
                  <a:pt x="152400" y="1952625"/>
                </a:lnTo>
                <a:lnTo>
                  <a:pt x="171450" y="1952625"/>
                </a:lnTo>
                <a:lnTo>
                  <a:pt x="176213" y="1938338"/>
                </a:lnTo>
                <a:lnTo>
                  <a:pt x="176213" y="1919288"/>
                </a:lnTo>
                <a:lnTo>
                  <a:pt x="176213" y="1900238"/>
                </a:lnTo>
                <a:lnTo>
                  <a:pt x="176213" y="1881188"/>
                </a:lnTo>
                <a:lnTo>
                  <a:pt x="176213" y="1862138"/>
                </a:lnTo>
                <a:lnTo>
                  <a:pt x="176213" y="1843088"/>
                </a:lnTo>
                <a:lnTo>
                  <a:pt x="176213" y="1824038"/>
                </a:lnTo>
                <a:lnTo>
                  <a:pt x="176213" y="1804988"/>
                </a:lnTo>
                <a:lnTo>
                  <a:pt x="176213" y="1785938"/>
                </a:lnTo>
                <a:lnTo>
                  <a:pt x="176213" y="1766888"/>
                </a:lnTo>
                <a:lnTo>
                  <a:pt x="176213" y="1747838"/>
                </a:lnTo>
                <a:lnTo>
                  <a:pt x="176213" y="1728788"/>
                </a:lnTo>
                <a:lnTo>
                  <a:pt x="176213" y="1709738"/>
                </a:lnTo>
                <a:lnTo>
                  <a:pt x="176213" y="1690688"/>
                </a:lnTo>
                <a:lnTo>
                  <a:pt x="176213" y="1671638"/>
                </a:lnTo>
                <a:lnTo>
                  <a:pt x="176213" y="1652588"/>
                </a:lnTo>
                <a:lnTo>
                  <a:pt x="176213" y="1633538"/>
                </a:lnTo>
                <a:lnTo>
                  <a:pt x="176213" y="1614488"/>
                </a:lnTo>
                <a:lnTo>
                  <a:pt x="176213" y="1595438"/>
                </a:lnTo>
                <a:lnTo>
                  <a:pt x="176213" y="1576388"/>
                </a:lnTo>
                <a:lnTo>
                  <a:pt x="176213" y="1557338"/>
                </a:lnTo>
                <a:lnTo>
                  <a:pt x="176213" y="1538288"/>
                </a:lnTo>
                <a:lnTo>
                  <a:pt x="176213" y="1519238"/>
                </a:lnTo>
                <a:lnTo>
                  <a:pt x="176213" y="1500188"/>
                </a:lnTo>
                <a:lnTo>
                  <a:pt x="176213" y="1481138"/>
                </a:lnTo>
                <a:lnTo>
                  <a:pt x="176213" y="1462088"/>
                </a:lnTo>
                <a:lnTo>
                  <a:pt x="176213" y="1443038"/>
                </a:lnTo>
                <a:lnTo>
                  <a:pt x="176213" y="1423988"/>
                </a:lnTo>
                <a:lnTo>
                  <a:pt x="176213" y="1404938"/>
                </a:lnTo>
                <a:lnTo>
                  <a:pt x="176213" y="1385888"/>
                </a:lnTo>
                <a:lnTo>
                  <a:pt x="176213" y="1366838"/>
                </a:lnTo>
                <a:lnTo>
                  <a:pt x="176213" y="1347788"/>
                </a:lnTo>
                <a:lnTo>
                  <a:pt x="176213" y="1328738"/>
                </a:lnTo>
                <a:lnTo>
                  <a:pt x="176213" y="1309688"/>
                </a:lnTo>
                <a:lnTo>
                  <a:pt x="176213" y="1290638"/>
                </a:lnTo>
                <a:lnTo>
                  <a:pt x="176213" y="1271588"/>
                </a:lnTo>
                <a:lnTo>
                  <a:pt x="176213" y="1252538"/>
                </a:lnTo>
                <a:lnTo>
                  <a:pt x="176213" y="1233488"/>
                </a:lnTo>
                <a:lnTo>
                  <a:pt x="176213" y="1214438"/>
                </a:lnTo>
                <a:lnTo>
                  <a:pt x="176213" y="1195388"/>
                </a:lnTo>
                <a:lnTo>
                  <a:pt x="176213" y="1176338"/>
                </a:lnTo>
                <a:lnTo>
                  <a:pt x="176213" y="1157288"/>
                </a:lnTo>
                <a:lnTo>
                  <a:pt x="176213" y="1138238"/>
                </a:lnTo>
                <a:lnTo>
                  <a:pt x="176213" y="1119188"/>
                </a:lnTo>
                <a:lnTo>
                  <a:pt x="176213" y="1100138"/>
                </a:lnTo>
                <a:lnTo>
                  <a:pt x="176213" y="1081088"/>
                </a:lnTo>
                <a:lnTo>
                  <a:pt x="176213" y="1062038"/>
                </a:lnTo>
                <a:lnTo>
                  <a:pt x="176213" y="1042988"/>
                </a:lnTo>
                <a:lnTo>
                  <a:pt x="176213" y="1023938"/>
                </a:lnTo>
                <a:lnTo>
                  <a:pt x="176213" y="1004888"/>
                </a:lnTo>
                <a:lnTo>
                  <a:pt x="176213" y="985838"/>
                </a:lnTo>
                <a:lnTo>
                  <a:pt x="176213" y="966788"/>
                </a:lnTo>
                <a:lnTo>
                  <a:pt x="176213" y="947738"/>
                </a:lnTo>
                <a:lnTo>
                  <a:pt x="176213" y="928688"/>
                </a:lnTo>
                <a:lnTo>
                  <a:pt x="176213" y="909638"/>
                </a:lnTo>
                <a:lnTo>
                  <a:pt x="176213" y="890588"/>
                </a:lnTo>
                <a:lnTo>
                  <a:pt x="176213" y="871538"/>
                </a:lnTo>
                <a:lnTo>
                  <a:pt x="176213" y="852488"/>
                </a:lnTo>
                <a:lnTo>
                  <a:pt x="176213" y="833438"/>
                </a:lnTo>
                <a:lnTo>
                  <a:pt x="176213" y="814388"/>
                </a:lnTo>
                <a:lnTo>
                  <a:pt x="176213" y="795338"/>
                </a:lnTo>
                <a:lnTo>
                  <a:pt x="176213" y="776288"/>
                </a:lnTo>
                <a:lnTo>
                  <a:pt x="176213" y="757238"/>
                </a:lnTo>
                <a:lnTo>
                  <a:pt x="176213" y="738188"/>
                </a:lnTo>
                <a:lnTo>
                  <a:pt x="176213" y="719138"/>
                </a:lnTo>
                <a:lnTo>
                  <a:pt x="176213" y="700088"/>
                </a:lnTo>
                <a:lnTo>
                  <a:pt x="176213" y="681038"/>
                </a:lnTo>
                <a:lnTo>
                  <a:pt x="176213" y="661988"/>
                </a:lnTo>
                <a:lnTo>
                  <a:pt x="176213" y="642938"/>
                </a:lnTo>
                <a:lnTo>
                  <a:pt x="176213" y="623888"/>
                </a:lnTo>
                <a:lnTo>
                  <a:pt x="176213" y="604838"/>
                </a:lnTo>
                <a:lnTo>
                  <a:pt x="176213" y="585788"/>
                </a:lnTo>
                <a:lnTo>
                  <a:pt x="176213" y="566738"/>
                </a:lnTo>
                <a:lnTo>
                  <a:pt x="176213" y="547688"/>
                </a:lnTo>
                <a:lnTo>
                  <a:pt x="176213" y="528638"/>
                </a:lnTo>
                <a:lnTo>
                  <a:pt x="176213" y="509588"/>
                </a:lnTo>
                <a:lnTo>
                  <a:pt x="176213" y="490538"/>
                </a:lnTo>
                <a:lnTo>
                  <a:pt x="176213" y="471488"/>
                </a:lnTo>
                <a:lnTo>
                  <a:pt x="176213" y="452438"/>
                </a:lnTo>
                <a:lnTo>
                  <a:pt x="176213" y="433388"/>
                </a:lnTo>
                <a:lnTo>
                  <a:pt x="176213" y="414338"/>
                </a:lnTo>
                <a:lnTo>
                  <a:pt x="176213" y="395288"/>
                </a:lnTo>
                <a:lnTo>
                  <a:pt x="176213" y="376238"/>
                </a:lnTo>
                <a:lnTo>
                  <a:pt x="176213" y="357188"/>
                </a:lnTo>
                <a:lnTo>
                  <a:pt x="176213" y="338138"/>
                </a:lnTo>
                <a:lnTo>
                  <a:pt x="176213" y="319088"/>
                </a:lnTo>
                <a:lnTo>
                  <a:pt x="176213" y="300038"/>
                </a:lnTo>
                <a:lnTo>
                  <a:pt x="176213" y="280988"/>
                </a:lnTo>
                <a:lnTo>
                  <a:pt x="176213" y="261938"/>
                </a:lnTo>
                <a:lnTo>
                  <a:pt x="176213" y="242888"/>
                </a:lnTo>
                <a:lnTo>
                  <a:pt x="176213" y="223838"/>
                </a:lnTo>
                <a:lnTo>
                  <a:pt x="176213" y="204788"/>
                </a:lnTo>
                <a:lnTo>
                  <a:pt x="176213" y="185738"/>
                </a:lnTo>
                <a:lnTo>
                  <a:pt x="176213" y="166688"/>
                </a:lnTo>
                <a:lnTo>
                  <a:pt x="176213" y="147638"/>
                </a:lnTo>
                <a:lnTo>
                  <a:pt x="176213" y="128588"/>
                </a:lnTo>
                <a:lnTo>
                  <a:pt x="176213" y="109538"/>
                </a:lnTo>
                <a:lnTo>
                  <a:pt x="176213" y="90488"/>
                </a:lnTo>
                <a:lnTo>
                  <a:pt x="176213" y="71438"/>
                </a:lnTo>
                <a:lnTo>
                  <a:pt x="176213" y="52388"/>
                </a:lnTo>
                <a:lnTo>
                  <a:pt x="176213" y="33338"/>
                </a:lnTo>
                <a:lnTo>
                  <a:pt x="176213" y="14288"/>
                </a:lnTo>
                <a:lnTo>
                  <a:pt x="180975" y="0"/>
                </a:lnTo>
                <a:lnTo>
                  <a:pt x="200025" y="0"/>
                </a:lnTo>
                <a:lnTo>
                  <a:pt x="219075" y="0"/>
                </a:lnTo>
                <a:lnTo>
                  <a:pt x="238125" y="0"/>
                </a:lnTo>
                <a:lnTo>
                  <a:pt x="257175" y="0"/>
                </a:lnTo>
                <a:lnTo>
                  <a:pt x="276225" y="0"/>
                </a:lnTo>
                <a:lnTo>
                  <a:pt x="295275" y="0"/>
                </a:lnTo>
                <a:lnTo>
                  <a:pt x="314325" y="0"/>
                </a:lnTo>
                <a:lnTo>
                  <a:pt x="333375" y="0"/>
                </a:lnTo>
                <a:lnTo>
                  <a:pt x="35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8A9DF"/>
            </a:solidFill>
            <a:prstDash val="solid"/>
          </a:ln>
        </p:spPr>
      </p:sp>
      <p:sp>
        <p:nvSpPr>
          <p:cNvPr id="30" name="handoff-5">
            <a:extLst xmlns:a="http://schemas.openxmlformats.org/drawingml/2006/main">
              <a:ext uri="{FF2B5EF4-FFF2-40B4-BE49-F238E27FC236}">
                <a16:creationId xmlns:a16="http://schemas.microsoft.com/office/drawing/2014/main" id="{BAE73C93-2B9F-4324-97B2-7314A850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01138" y="2850356"/>
            <a:ext cx="66675" cy="976313"/>
          </a:xfrm>
          <a:custGeom xmlns:a="http://schemas.openxmlformats.org/drawingml/2006/main">
            <a:pathLst>
              <a:path w="66675" h="976313">
                <a:moveTo>
                  <a:pt x="0" y="976313"/>
                </a:moveTo>
                <a:lnTo>
                  <a:pt x="18812" y="976313"/>
                </a:lnTo>
                <a:lnTo>
                  <a:pt x="37614" y="976313"/>
                </a:lnTo>
                <a:lnTo>
                  <a:pt x="56426" y="976313"/>
                </a:lnTo>
                <a:lnTo>
                  <a:pt x="66675" y="967759"/>
                </a:lnTo>
                <a:lnTo>
                  <a:pt x="66675" y="948947"/>
                </a:lnTo>
                <a:lnTo>
                  <a:pt x="66675" y="930145"/>
                </a:lnTo>
                <a:lnTo>
                  <a:pt x="66675" y="911333"/>
                </a:lnTo>
                <a:lnTo>
                  <a:pt x="66675" y="892521"/>
                </a:lnTo>
                <a:lnTo>
                  <a:pt x="66675" y="873719"/>
                </a:lnTo>
                <a:lnTo>
                  <a:pt x="66675" y="854907"/>
                </a:lnTo>
                <a:lnTo>
                  <a:pt x="66675" y="836105"/>
                </a:lnTo>
                <a:lnTo>
                  <a:pt x="66675" y="817293"/>
                </a:lnTo>
                <a:lnTo>
                  <a:pt x="66675" y="798490"/>
                </a:lnTo>
                <a:lnTo>
                  <a:pt x="66675" y="779678"/>
                </a:lnTo>
                <a:lnTo>
                  <a:pt x="66675" y="760867"/>
                </a:lnTo>
                <a:lnTo>
                  <a:pt x="66675" y="742064"/>
                </a:lnTo>
                <a:lnTo>
                  <a:pt x="66675" y="723252"/>
                </a:lnTo>
                <a:lnTo>
                  <a:pt x="66675" y="704450"/>
                </a:lnTo>
                <a:lnTo>
                  <a:pt x="66675" y="685638"/>
                </a:lnTo>
                <a:lnTo>
                  <a:pt x="66675" y="666826"/>
                </a:lnTo>
                <a:lnTo>
                  <a:pt x="66675" y="648024"/>
                </a:lnTo>
                <a:lnTo>
                  <a:pt x="66675" y="629212"/>
                </a:lnTo>
                <a:lnTo>
                  <a:pt x="66675" y="610410"/>
                </a:lnTo>
                <a:lnTo>
                  <a:pt x="66675" y="591598"/>
                </a:lnTo>
                <a:lnTo>
                  <a:pt x="66675" y="572795"/>
                </a:lnTo>
                <a:lnTo>
                  <a:pt x="66675" y="553984"/>
                </a:lnTo>
                <a:lnTo>
                  <a:pt x="66675" y="535172"/>
                </a:lnTo>
                <a:lnTo>
                  <a:pt x="66675" y="516369"/>
                </a:lnTo>
                <a:lnTo>
                  <a:pt x="66675" y="497557"/>
                </a:lnTo>
                <a:lnTo>
                  <a:pt x="66675" y="478755"/>
                </a:lnTo>
                <a:lnTo>
                  <a:pt x="66675" y="459943"/>
                </a:lnTo>
                <a:lnTo>
                  <a:pt x="66675" y="441141"/>
                </a:lnTo>
                <a:lnTo>
                  <a:pt x="66675" y="422329"/>
                </a:lnTo>
                <a:lnTo>
                  <a:pt x="66675" y="403517"/>
                </a:lnTo>
                <a:lnTo>
                  <a:pt x="66675" y="384715"/>
                </a:lnTo>
                <a:lnTo>
                  <a:pt x="66675" y="365903"/>
                </a:lnTo>
                <a:lnTo>
                  <a:pt x="66675" y="347101"/>
                </a:lnTo>
                <a:lnTo>
                  <a:pt x="66675" y="328289"/>
                </a:lnTo>
                <a:lnTo>
                  <a:pt x="66675" y="309486"/>
                </a:lnTo>
                <a:lnTo>
                  <a:pt x="66675" y="290674"/>
                </a:lnTo>
                <a:lnTo>
                  <a:pt x="66675" y="271863"/>
                </a:lnTo>
                <a:lnTo>
                  <a:pt x="66675" y="253060"/>
                </a:lnTo>
                <a:lnTo>
                  <a:pt x="66675" y="234248"/>
                </a:lnTo>
                <a:lnTo>
                  <a:pt x="66675" y="215446"/>
                </a:lnTo>
                <a:lnTo>
                  <a:pt x="66675" y="196634"/>
                </a:lnTo>
                <a:lnTo>
                  <a:pt x="66675" y="177822"/>
                </a:lnTo>
                <a:lnTo>
                  <a:pt x="66675" y="159020"/>
                </a:lnTo>
                <a:lnTo>
                  <a:pt x="66675" y="140208"/>
                </a:lnTo>
                <a:lnTo>
                  <a:pt x="66675" y="121406"/>
                </a:lnTo>
                <a:lnTo>
                  <a:pt x="66675" y="102594"/>
                </a:lnTo>
                <a:lnTo>
                  <a:pt x="66675" y="83791"/>
                </a:lnTo>
                <a:lnTo>
                  <a:pt x="66675" y="64980"/>
                </a:lnTo>
                <a:lnTo>
                  <a:pt x="66675" y="46168"/>
                </a:lnTo>
                <a:lnTo>
                  <a:pt x="66675" y="27365"/>
                </a:lnTo>
                <a:lnTo>
                  <a:pt x="66675" y="8553"/>
                </a:lnTo>
                <a:lnTo>
                  <a:pt x="56426" y="0"/>
                </a:lnTo>
                <a:lnTo>
                  <a:pt x="37614" y="0"/>
                </a:lnTo>
                <a:lnTo>
                  <a:pt x="18812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8A9DF"/>
            </a:solidFill>
            <a:prstDash val="solid"/>
          </a:ln>
        </p:spPr>
      </p:sp>
      <p:sp>
        <p:nvSpPr>
          <p:cNvPr id="31" name="handoff-6">
            <a:extLst xmlns:a="http://schemas.openxmlformats.org/drawingml/2006/main">
              <a:ext uri="{FF2B5EF4-FFF2-40B4-BE49-F238E27FC236}">
                <a16:creationId xmlns:a16="http://schemas.microsoft.com/office/drawing/2014/main" id="{3F66C511-3F50-4BEE-838B-8212FCE3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01138" y="2850356"/>
            <a:ext cx="352425" cy="1952625"/>
          </a:xfrm>
          <a:custGeom xmlns:a="http://schemas.openxmlformats.org/drawingml/2006/main">
            <a:pathLst>
              <a:path w="352425" h="1952625">
                <a:moveTo>
                  <a:pt x="0" y="0"/>
                </a:moveTo>
                <a:lnTo>
                  <a:pt x="19050" y="0"/>
                </a:lnTo>
                <a:lnTo>
                  <a:pt x="38100" y="0"/>
                </a:lnTo>
                <a:lnTo>
                  <a:pt x="57150" y="0"/>
                </a:lnTo>
                <a:lnTo>
                  <a:pt x="76200" y="0"/>
                </a:lnTo>
                <a:lnTo>
                  <a:pt x="95250" y="0"/>
                </a:lnTo>
                <a:lnTo>
                  <a:pt x="114300" y="0"/>
                </a:lnTo>
                <a:lnTo>
                  <a:pt x="133350" y="0"/>
                </a:lnTo>
                <a:lnTo>
                  <a:pt x="152400" y="0"/>
                </a:lnTo>
                <a:lnTo>
                  <a:pt x="171450" y="0"/>
                </a:lnTo>
                <a:lnTo>
                  <a:pt x="176213" y="14288"/>
                </a:lnTo>
                <a:lnTo>
                  <a:pt x="176213" y="33338"/>
                </a:lnTo>
                <a:lnTo>
                  <a:pt x="176213" y="52388"/>
                </a:lnTo>
                <a:lnTo>
                  <a:pt x="176213" y="71438"/>
                </a:lnTo>
                <a:lnTo>
                  <a:pt x="176213" y="90488"/>
                </a:lnTo>
                <a:lnTo>
                  <a:pt x="176213" y="109538"/>
                </a:lnTo>
                <a:lnTo>
                  <a:pt x="176213" y="128588"/>
                </a:lnTo>
                <a:lnTo>
                  <a:pt x="176213" y="147638"/>
                </a:lnTo>
                <a:lnTo>
                  <a:pt x="176213" y="166688"/>
                </a:lnTo>
                <a:lnTo>
                  <a:pt x="176213" y="185738"/>
                </a:lnTo>
                <a:lnTo>
                  <a:pt x="176213" y="204788"/>
                </a:lnTo>
                <a:lnTo>
                  <a:pt x="176213" y="223838"/>
                </a:lnTo>
                <a:lnTo>
                  <a:pt x="176213" y="242888"/>
                </a:lnTo>
                <a:lnTo>
                  <a:pt x="176213" y="261938"/>
                </a:lnTo>
                <a:lnTo>
                  <a:pt x="176213" y="280988"/>
                </a:lnTo>
                <a:lnTo>
                  <a:pt x="176213" y="300038"/>
                </a:lnTo>
                <a:lnTo>
                  <a:pt x="176213" y="319088"/>
                </a:lnTo>
                <a:lnTo>
                  <a:pt x="176213" y="338138"/>
                </a:lnTo>
                <a:lnTo>
                  <a:pt x="176213" y="357188"/>
                </a:lnTo>
                <a:lnTo>
                  <a:pt x="176213" y="376238"/>
                </a:lnTo>
                <a:lnTo>
                  <a:pt x="176213" y="395288"/>
                </a:lnTo>
                <a:lnTo>
                  <a:pt x="176213" y="414338"/>
                </a:lnTo>
                <a:lnTo>
                  <a:pt x="176213" y="433388"/>
                </a:lnTo>
                <a:lnTo>
                  <a:pt x="176213" y="452438"/>
                </a:lnTo>
                <a:lnTo>
                  <a:pt x="176213" y="471488"/>
                </a:lnTo>
                <a:lnTo>
                  <a:pt x="176213" y="490538"/>
                </a:lnTo>
                <a:lnTo>
                  <a:pt x="176213" y="509588"/>
                </a:lnTo>
                <a:lnTo>
                  <a:pt x="176213" y="528638"/>
                </a:lnTo>
                <a:lnTo>
                  <a:pt x="176213" y="547688"/>
                </a:lnTo>
                <a:lnTo>
                  <a:pt x="176213" y="566738"/>
                </a:lnTo>
                <a:lnTo>
                  <a:pt x="176213" y="585788"/>
                </a:lnTo>
                <a:lnTo>
                  <a:pt x="176213" y="604838"/>
                </a:lnTo>
                <a:lnTo>
                  <a:pt x="176213" y="623888"/>
                </a:lnTo>
                <a:lnTo>
                  <a:pt x="176213" y="642938"/>
                </a:lnTo>
                <a:lnTo>
                  <a:pt x="176213" y="661988"/>
                </a:lnTo>
                <a:lnTo>
                  <a:pt x="176213" y="681038"/>
                </a:lnTo>
                <a:lnTo>
                  <a:pt x="176213" y="700088"/>
                </a:lnTo>
                <a:lnTo>
                  <a:pt x="176213" y="719138"/>
                </a:lnTo>
                <a:lnTo>
                  <a:pt x="176213" y="738188"/>
                </a:lnTo>
                <a:lnTo>
                  <a:pt x="176213" y="757238"/>
                </a:lnTo>
                <a:lnTo>
                  <a:pt x="176213" y="776288"/>
                </a:lnTo>
                <a:lnTo>
                  <a:pt x="176213" y="795338"/>
                </a:lnTo>
                <a:lnTo>
                  <a:pt x="176213" y="814388"/>
                </a:lnTo>
                <a:lnTo>
                  <a:pt x="176213" y="833438"/>
                </a:lnTo>
                <a:lnTo>
                  <a:pt x="176213" y="852488"/>
                </a:lnTo>
                <a:lnTo>
                  <a:pt x="176213" y="871538"/>
                </a:lnTo>
                <a:lnTo>
                  <a:pt x="176213" y="890588"/>
                </a:lnTo>
                <a:lnTo>
                  <a:pt x="176213" y="909638"/>
                </a:lnTo>
                <a:lnTo>
                  <a:pt x="176213" y="928688"/>
                </a:lnTo>
                <a:lnTo>
                  <a:pt x="176213" y="947738"/>
                </a:lnTo>
                <a:lnTo>
                  <a:pt x="176213" y="966788"/>
                </a:lnTo>
                <a:lnTo>
                  <a:pt x="176213" y="985838"/>
                </a:lnTo>
                <a:lnTo>
                  <a:pt x="176213" y="1004888"/>
                </a:lnTo>
                <a:lnTo>
                  <a:pt x="176213" y="1023938"/>
                </a:lnTo>
                <a:lnTo>
                  <a:pt x="176213" y="1042988"/>
                </a:lnTo>
                <a:lnTo>
                  <a:pt x="176213" y="1062038"/>
                </a:lnTo>
                <a:lnTo>
                  <a:pt x="176213" y="1081088"/>
                </a:lnTo>
                <a:lnTo>
                  <a:pt x="176213" y="1100138"/>
                </a:lnTo>
                <a:lnTo>
                  <a:pt x="176213" y="1119188"/>
                </a:lnTo>
                <a:lnTo>
                  <a:pt x="176213" y="1138238"/>
                </a:lnTo>
                <a:lnTo>
                  <a:pt x="176213" y="1157288"/>
                </a:lnTo>
                <a:lnTo>
                  <a:pt x="176213" y="1176338"/>
                </a:lnTo>
                <a:lnTo>
                  <a:pt x="176213" y="1195388"/>
                </a:lnTo>
                <a:lnTo>
                  <a:pt x="176213" y="1214438"/>
                </a:lnTo>
                <a:lnTo>
                  <a:pt x="176213" y="1233488"/>
                </a:lnTo>
                <a:lnTo>
                  <a:pt x="176213" y="1252538"/>
                </a:lnTo>
                <a:lnTo>
                  <a:pt x="176213" y="1271588"/>
                </a:lnTo>
                <a:lnTo>
                  <a:pt x="176213" y="1290638"/>
                </a:lnTo>
                <a:lnTo>
                  <a:pt x="176213" y="1309688"/>
                </a:lnTo>
                <a:lnTo>
                  <a:pt x="176213" y="1328738"/>
                </a:lnTo>
                <a:lnTo>
                  <a:pt x="176213" y="1347788"/>
                </a:lnTo>
                <a:lnTo>
                  <a:pt x="176213" y="1366838"/>
                </a:lnTo>
                <a:lnTo>
                  <a:pt x="176213" y="1385888"/>
                </a:lnTo>
                <a:lnTo>
                  <a:pt x="176213" y="1404938"/>
                </a:lnTo>
                <a:lnTo>
                  <a:pt x="176213" y="1423988"/>
                </a:lnTo>
                <a:lnTo>
                  <a:pt x="176213" y="1443038"/>
                </a:lnTo>
                <a:lnTo>
                  <a:pt x="176213" y="1462088"/>
                </a:lnTo>
                <a:lnTo>
                  <a:pt x="176213" y="1481138"/>
                </a:lnTo>
                <a:lnTo>
                  <a:pt x="176213" y="1500188"/>
                </a:lnTo>
                <a:lnTo>
                  <a:pt x="176213" y="1519238"/>
                </a:lnTo>
                <a:lnTo>
                  <a:pt x="176213" y="1538288"/>
                </a:lnTo>
                <a:lnTo>
                  <a:pt x="176213" y="1557338"/>
                </a:lnTo>
                <a:lnTo>
                  <a:pt x="176213" y="1576388"/>
                </a:lnTo>
                <a:lnTo>
                  <a:pt x="176213" y="1595438"/>
                </a:lnTo>
                <a:lnTo>
                  <a:pt x="176213" y="1614488"/>
                </a:lnTo>
                <a:lnTo>
                  <a:pt x="176213" y="1633538"/>
                </a:lnTo>
                <a:lnTo>
                  <a:pt x="176213" y="1652588"/>
                </a:lnTo>
                <a:lnTo>
                  <a:pt x="176213" y="1671638"/>
                </a:lnTo>
                <a:lnTo>
                  <a:pt x="176213" y="1690688"/>
                </a:lnTo>
                <a:lnTo>
                  <a:pt x="176213" y="1709738"/>
                </a:lnTo>
                <a:lnTo>
                  <a:pt x="176213" y="1728788"/>
                </a:lnTo>
                <a:lnTo>
                  <a:pt x="176213" y="1747838"/>
                </a:lnTo>
                <a:lnTo>
                  <a:pt x="176213" y="1766888"/>
                </a:lnTo>
                <a:lnTo>
                  <a:pt x="176213" y="1785938"/>
                </a:lnTo>
                <a:lnTo>
                  <a:pt x="176213" y="1804988"/>
                </a:lnTo>
                <a:lnTo>
                  <a:pt x="176213" y="1824038"/>
                </a:lnTo>
                <a:lnTo>
                  <a:pt x="176213" y="1843088"/>
                </a:lnTo>
                <a:lnTo>
                  <a:pt x="176213" y="1862138"/>
                </a:lnTo>
                <a:lnTo>
                  <a:pt x="176213" y="1881188"/>
                </a:lnTo>
                <a:lnTo>
                  <a:pt x="176213" y="1900238"/>
                </a:lnTo>
                <a:lnTo>
                  <a:pt x="176213" y="1919288"/>
                </a:lnTo>
                <a:lnTo>
                  <a:pt x="176213" y="1938338"/>
                </a:lnTo>
                <a:lnTo>
                  <a:pt x="180975" y="1952625"/>
                </a:lnTo>
                <a:lnTo>
                  <a:pt x="200025" y="1952625"/>
                </a:lnTo>
                <a:lnTo>
                  <a:pt x="219075" y="1952625"/>
                </a:lnTo>
                <a:lnTo>
                  <a:pt x="238125" y="1952625"/>
                </a:lnTo>
                <a:lnTo>
                  <a:pt x="257175" y="1952625"/>
                </a:lnTo>
                <a:lnTo>
                  <a:pt x="276225" y="1952625"/>
                </a:lnTo>
                <a:lnTo>
                  <a:pt x="295275" y="1952625"/>
                </a:lnTo>
                <a:lnTo>
                  <a:pt x="314325" y="1952625"/>
                </a:lnTo>
                <a:lnTo>
                  <a:pt x="333375" y="1952625"/>
                </a:lnTo>
                <a:lnTo>
                  <a:pt x="352425" y="19526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8A9DF"/>
            </a:solidFill>
            <a:prstDash val="solid"/>
          </a:ln>
        </p:spPr>
      </p:sp>
      <p:sp>
        <p:nvSpPr>
          <p:cNvPr id="32" name="handoff-target-1">
            <a:extLst xmlns:a="http://schemas.openxmlformats.org/drawingml/2006/main">
              <a:ext uri="{FF2B5EF4-FFF2-40B4-BE49-F238E27FC236}">
                <a16:creationId xmlns:a16="http://schemas.microsoft.com/office/drawing/2014/main" id="{C6DCDB2F-A17D-4159-ADB1-B5CABC3C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8375" y="4760119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B86C5"/>
            </a:solidFill>
            <a:prstDash val="solid"/>
          </a:ln>
        </p:spPr>
      </p:sp>
      <p:sp>
        <p:nvSpPr>
          <p:cNvPr id="33" name="handoff-target-2">
            <a:extLst xmlns:a="http://schemas.openxmlformats.org/drawingml/2006/main">
              <a:ext uri="{FF2B5EF4-FFF2-40B4-BE49-F238E27FC236}">
                <a16:creationId xmlns:a16="http://schemas.microsoft.com/office/drawing/2014/main" id="{B3935609-F273-4792-88EF-69FBF1B7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9150" y="3783806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B86C5"/>
            </a:solidFill>
            <a:prstDash val="solid"/>
          </a:ln>
        </p:spPr>
      </p:sp>
      <p:sp>
        <p:nvSpPr>
          <p:cNvPr id="34" name="handoff-target-3">
            <a:extLst xmlns:a="http://schemas.openxmlformats.org/drawingml/2006/main">
              <a:ext uri="{FF2B5EF4-FFF2-40B4-BE49-F238E27FC236}">
                <a16:creationId xmlns:a16="http://schemas.microsoft.com/office/drawing/2014/main" id="{874FF132-3742-496C-863B-60149F65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9150" y="5736431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B86C5"/>
            </a:solidFill>
            <a:prstDash val="solid"/>
          </a:ln>
        </p:spPr>
      </p:sp>
      <p:sp>
        <p:nvSpPr>
          <p:cNvPr id="35" name="handoff-target-4">
            <a:extLst xmlns:a="http://schemas.openxmlformats.org/drawingml/2006/main">
              <a:ext uri="{FF2B5EF4-FFF2-40B4-BE49-F238E27FC236}">
                <a16:creationId xmlns:a16="http://schemas.microsoft.com/office/drawing/2014/main" id="{3E040D52-6C0A-4EE7-BE47-B0299990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19925" y="3783806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B86C5"/>
            </a:solidFill>
            <a:prstDash val="solid"/>
          </a:ln>
        </p:spPr>
      </p:sp>
      <p:sp>
        <p:nvSpPr>
          <p:cNvPr id="36" name="handoff-target-5">
            <a:extLst xmlns:a="http://schemas.openxmlformats.org/drawingml/2006/main">
              <a:ext uri="{FF2B5EF4-FFF2-40B4-BE49-F238E27FC236}">
                <a16:creationId xmlns:a16="http://schemas.microsoft.com/office/drawing/2014/main" id="{7D5FF533-DD63-4BF3-AA55-0C54851B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19925" y="2807494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B86C5"/>
            </a:solidFill>
            <a:prstDash val="solid"/>
          </a:ln>
        </p:spPr>
      </p:sp>
      <p:sp>
        <p:nvSpPr>
          <p:cNvPr id="37" name="handoff-target-6">
            <a:extLst xmlns:a="http://schemas.openxmlformats.org/drawingml/2006/main">
              <a:ext uri="{FF2B5EF4-FFF2-40B4-BE49-F238E27FC236}">
                <a16:creationId xmlns:a16="http://schemas.microsoft.com/office/drawing/2014/main" id="{6A968C2F-62EC-4228-81C0-D79B1B3E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0700" y="4760119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B86C5"/>
            </a:solidFill>
            <a:prstDash val="solid"/>
          </a:ln>
        </p:spPr>
      </p:sp>
      <p:sp>
        <p:nvSpPr>
          <p:cNvPr id="38" name="stage-order-1">
            <a:extLst xmlns:a="http://schemas.openxmlformats.org/drawingml/2006/main">
              <a:ext uri="{FF2B5EF4-FFF2-40B4-BE49-F238E27FC236}">
                <a16:creationId xmlns:a16="http://schemas.microsoft.com/office/drawing/2014/main" id="{91882FC9-AA02-48C9-B523-A24C3007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66950" y="18002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9" name="stage-1-title">
            <a:extLst xmlns:a="http://schemas.openxmlformats.org/drawingml/2006/main">
              <a:ext uri="{FF2B5EF4-FFF2-40B4-BE49-F238E27FC236}">
                <a16:creationId xmlns:a16="http://schemas.microsoft.com/office/drawing/2014/main" id="{86A2BCB7-5BF8-4B70-A21D-539486E4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57475" y="1790700"/>
            <a:ext cx="1724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42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需求澄清</a:t>
            </a:r>
          </a:p>
        </p:txBody>
      </p:sp>
      <p:sp>
        <p:nvSpPr>
          <p:cNvPr id="40" name="stage-divider-2">
            <a:extLst xmlns:a="http://schemas.openxmlformats.org/drawingml/2006/main">
              <a:ext uri="{FF2B5EF4-FFF2-40B4-BE49-F238E27FC236}">
                <a16:creationId xmlns:a16="http://schemas.microsoft.com/office/drawing/2014/main" id="{BCC2103E-9B85-4A0E-A558-EC1D4C8BA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17907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stage-order-2">
            <a:extLst xmlns:a="http://schemas.openxmlformats.org/drawingml/2006/main">
              <a:ext uri="{FF2B5EF4-FFF2-40B4-BE49-F238E27FC236}">
                <a16:creationId xmlns:a16="http://schemas.microsoft.com/office/drawing/2014/main" id="{B9090938-6EDD-45B5-A0F2-F5CB1C6C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57725" y="18002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2" name="stage-2-title">
            <a:extLst xmlns:a="http://schemas.openxmlformats.org/drawingml/2006/main">
              <a:ext uri="{FF2B5EF4-FFF2-40B4-BE49-F238E27FC236}">
                <a16:creationId xmlns:a16="http://schemas.microsoft.com/office/drawing/2014/main" id="{55AB410A-D7D9-4AE7-88DE-F6ED2C82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1790700"/>
            <a:ext cx="1724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42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方案设计</a:t>
            </a:r>
          </a:p>
        </p:txBody>
      </p:sp>
      <p:sp>
        <p:nvSpPr>
          <p:cNvPr id="43" name="stage-divider-3">
            <a:extLst xmlns:a="http://schemas.openxmlformats.org/drawingml/2006/main">
              <a:ext uri="{FF2B5EF4-FFF2-40B4-BE49-F238E27FC236}">
                <a16:creationId xmlns:a16="http://schemas.microsoft.com/office/drawing/2014/main" id="{D8A0E68D-241D-4A22-BC20-75CD7543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86575" y="17907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stage-order-3">
            <a:extLst xmlns:a="http://schemas.openxmlformats.org/drawingml/2006/main">
              <a:ext uri="{FF2B5EF4-FFF2-40B4-BE49-F238E27FC236}">
                <a16:creationId xmlns:a16="http://schemas.microsoft.com/office/drawing/2014/main" id="{4D9D5DFA-511C-4CCA-A93D-47E513A5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0" y="18002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5" name="stage-3-title">
            <a:extLst xmlns:a="http://schemas.openxmlformats.org/drawingml/2006/main">
              <a:ext uri="{FF2B5EF4-FFF2-40B4-BE49-F238E27FC236}">
                <a16:creationId xmlns:a16="http://schemas.microsoft.com/office/drawing/2014/main" id="{D11D2A4B-9A48-4F62-82FF-E95DD3647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39025" y="1790700"/>
            <a:ext cx="1724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42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联合执行</a:t>
            </a:r>
          </a:p>
        </p:txBody>
      </p:sp>
      <p:sp>
        <p:nvSpPr>
          <p:cNvPr id="46" name="stage-divider-4">
            <a:extLst xmlns:a="http://schemas.openxmlformats.org/drawingml/2006/main">
              <a:ext uri="{FF2B5EF4-FFF2-40B4-BE49-F238E27FC236}">
                <a16:creationId xmlns:a16="http://schemas.microsoft.com/office/drawing/2014/main" id="{15170C23-8ADB-46D6-8F47-85FA60C4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77350" y="17907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stage-order-4">
            <a:extLst xmlns:a="http://schemas.openxmlformats.org/drawingml/2006/main">
              <a:ext uri="{FF2B5EF4-FFF2-40B4-BE49-F238E27FC236}">
                <a16:creationId xmlns:a16="http://schemas.microsoft.com/office/drawing/2014/main" id="{E7505430-CC4B-440B-A537-354D3871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39275" y="18002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8" name="stage-4-title">
            <a:extLst xmlns:a="http://schemas.openxmlformats.org/drawingml/2006/main">
              <a:ext uri="{FF2B5EF4-FFF2-40B4-BE49-F238E27FC236}">
                <a16:creationId xmlns:a16="http://schemas.microsoft.com/office/drawing/2014/main" id="{855E7EE3-684F-4359-8CEF-C849EAC6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9800" y="1790700"/>
            <a:ext cx="1724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42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验收复盘</a:t>
            </a:r>
          </a:p>
        </p:txBody>
      </p:sp>
      <p:sp>
        <p:nvSpPr>
          <p:cNvPr id="49" name="task-1-shadow">
            <a:extLst xmlns:a="http://schemas.openxmlformats.org/drawingml/2006/main">
              <a:ext uri="{FF2B5EF4-FFF2-40B4-BE49-F238E27FC236}">
                <a16:creationId xmlns:a16="http://schemas.microsoft.com/office/drawing/2014/main" id="{4D32FF15-A269-43B4-81E2-4F5F7601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1238" y="2564606"/>
            <a:ext cx="2038350" cy="6667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CE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task-1-surface">
            <a:extLst xmlns:a="http://schemas.openxmlformats.org/drawingml/2006/main">
              <a:ext uri="{FF2B5EF4-FFF2-40B4-BE49-F238E27FC236}">
                <a16:creationId xmlns:a16="http://schemas.microsoft.com/office/drawing/2014/main" id="{EC27CB28-8D75-4F06-9B46-1B2EC787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1238" y="2516981"/>
            <a:ext cx="2038350" cy="6667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51" name="task-1-accent">
            <a:extLst xmlns:a="http://schemas.openxmlformats.org/drawingml/2006/main">
              <a:ext uri="{FF2B5EF4-FFF2-40B4-BE49-F238E27FC236}">
                <a16:creationId xmlns:a16="http://schemas.microsoft.com/office/drawing/2014/main" id="{A3633EDE-9FEF-4505-B95D-B76832E3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1238" y="2516981"/>
            <a:ext cx="571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task-2-shadow">
            <a:extLst xmlns:a="http://schemas.openxmlformats.org/drawingml/2006/main">
              <a:ext uri="{FF2B5EF4-FFF2-40B4-BE49-F238E27FC236}">
                <a16:creationId xmlns:a16="http://schemas.microsoft.com/office/drawing/2014/main" id="{633D60D0-C47E-48A7-93BD-63C0141E2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1238" y="4517231"/>
            <a:ext cx="2038350" cy="6667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CE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task-2-surface">
            <a:extLst xmlns:a="http://schemas.openxmlformats.org/drawingml/2006/main">
              <a:ext uri="{FF2B5EF4-FFF2-40B4-BE49-F238E27FC236}">
                <a16:creationId xmlns:a16="http://schemas.microsoft.com/office/drawing/2014/main" id="{F2F8A554-3B87-4A34-91D3-D425449E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1238" y="4469606"/>
            <a:ext cx="2038350" cy="6667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54" name="task-2-accent">
            <a:extLst xmlns:a="http://schemas.openxmlformats.org/drawingml/2006/main">
              <a:ext uri="{FF2B5EF4-FFF2-40B4-BE49-F238E27FC236}">
                <a16:creationId xmlns:a16="http://schemas.microsoft.com/office/drawing/2014/main" id="{DFDB6E95-D262-4753-9294-85F84A63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1238" y="4469606"/>
            <a:ext cx="571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task-3-shadow">
            <a:extLst xmlns:a="http://schemas.openxmlformats.org/drawingml/2006/main">
              <a:ext uri="{FF2B5EF4-FFF2-40B4-BE49-F238E27FC236}">
                <a16:creationId xmlns:a16="http://schemas.microsoft.com/office/drawing/2014/main" id="{4B5EA88E-0C52-412E-B8BE-231A0C03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2013" y="3540919"/>
            <a:ext cx="2038350" cy="6667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CE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task-3-surface">
            <a:extLst xmlns:a="http://schemas.openxmlformats.org/drawingml/2006/main">
              <a:ext uri="{FF2B5EF4-FFF2-40B4-BE49-F238E27FC236}">
                <a16:creationId xmlns:a16="http://schemas.microsoft.com/office/drawing/2014/main" id="{FC47C2D7-953A-4376-8004-483445DF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2013" y="3493294"/>
            <a:ext cx="2038350" cy="6667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57" name="task-3-accent">
            <a:extLst xmlns:a="http://schemas.openxmlformats.org/drawingml/2006/main">
              <a:ext uri="{FF2B5EF4-FFF2-40B4-BE49-F238E27FC236}">
                <a16:creationId xmlns:a16="http://schemas.microsoft.com/office/drawing/2014/main" id="{FA720F3B-337A-4C9C-9C82-C32A8617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2013" y="3493294"/>
            <a:ext cx="571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task-4-shadow">
            <a:extLst xmlns:a="http://schemas.openxmlformats.org/drawingml/2006/main">
              <a:ext uri="{FF2B5EF4-FFF2-40B4-BE49-F238E27FC236}">
                <a16:creationId xmlns:a16="http://schemas.microsoft.com/office/drawing/2014/main" id="{92863AE3-56B9-4B29-AE5C-10E33610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2013" y="5493544"/>
            <a:ext cx="2038350" cy="6667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CE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task-4-surface">
            <a:extLst xmlns:a="http://schemas.openxmlformats.org/drawingml/2006/main">
              <a:ext uri="{FF2B5EF4-FFF2-40B4-BE49-F238E27FC236}">
                <a16:creationId xmlns:a16="http://schemas.microsoft.com/office/drawing/2014/main" id="{1E37DF03-621C-4EF8-B433-D177520D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2013" y="5445919"/>
            <a:ext cx="2038350" cy="6667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60" name="task-4-accent">
            <a:extLst xmlns:a="http://schemas.openxmlformats.org/drawingml/2006/main">
              <a:ext uri="{FF2B5EF4-FFF2-40B4-BE49-F238E27FC236}">
                <a16:creationId xmlns:a16="http://schemas.microsoft.com/office/drawing/2014/main" id="{ACB91F37-E98D-463B-B86C-D1150D6B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2013" y="5445919"/>
            <a:ext cx="571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task-5-shadow">
            <a:extLst xmlns:a="http://schemas.openxmlformats.org/drawingml/2006/main">
              <a:ext uri="{FF2B5EF4-FFF2-40B4-BE49-F238E27FC236}">
                <a16:creationId xmlns:a16="http://schemas.microsoft.com/office/drawing/2014/main" id="{4C56D814-B195-43BE-B781-F5C9D310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2788" y="3540919"/>
            <a:ext cx="2038350" cy="6667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CE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task-5-surface">
            <a:extLst xmlns:a="http://schemas.openxmlformats.org/drawingml/2006/main">
              <a:ext uri="{FF2B5EF4-FFF2-40B4-BE49-F238E27FC236}">
                <a16:creationId xmlns:a16="http://schemas.microsoft.com/office/drawing/2014/main" id="{6622FE33-BA94-42BC-96CE-9028C2606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2788" y="3493294"/>
            <a:ext cx="2038350" cy="6667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63" name="task-5-accent">
            <a:extLst xmlns:a="http://schemas.openxmlformats.org/drawingml/2006/main">
              <a:ext uri="{FF2B5EF4-FFF2-40B4-BE49-F238E27FC236}">
                <a16:creationId xmlns:a16="http://schemas.microsoft.com/office/drawing/2014/main" id="{BC3F58B8-1F3E-4272-9BB2-CEF2BBF8A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2788" y="3493294"/>
            <a:ext cx="571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task-6-shadow">
            <a:extLst xmlns:a="http://schemas.openxmlformats.org/drawingml/2006/main">
              <a:ext uri="{FF2B5EF4-FFF2-40B4-BE49-F238E27FC236}">
                <a16:creationId xmlns:a16="http://schemas.microsoft.com/office/drawing/2014/main" id="{107D77C1-3C1A-47C6-981C-BEC9E2A3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2788" y="2564606"/>
            <a:ext cx="2038350" cy="6667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CE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task-6-surface">
            <a:extLst xmlns:a="http://schemas.openxmlformats.org/drawingml/2006/main">
              <a:ext uri="{FF2B5EF4-FFF2-40B4-BE49-F238E27FC236}">
                <a16:creationId xmlns:a16="http://schemas.microsoft.com/office/drawing/2014/main" id="{93341FAE-D8EE-4C55-9381-42C697318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2788" y="2516981"/>
            <a:ext cx="2038350" cy="6667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66" name="task-6-accent">
            <a:extLst xmlns:a="http://schemas.openxmlformats.org/drawingml/2006/main">
              <a:ext uri="{FF2B5EF4-FFF2-40B4-BE49-F238E27FC236}">
                <a16:creationId xmlns:a16="http://schemas.microsoft.com/office/drawing/2014/main" id="{D4332884-6E2A-4895-A93F-FD418B4CE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2788" y="2516981"/>
            <a:ext cx="571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task-7-shadow">
            <a:extLst xmlns:a="http://schemas.openxmlformats.org/drawingml/2006/main">
              <a:ext uri="{FF2B5EF4-FFF2-40B4-BE49-F238E27FC236}">
                <a16:creationId xmlns:a16="http://schemas.microsoft.com/office/drawing/2014/main" id="{09713EE8-4845-40D2-A066-CA6A6D2F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53563" y="4517231"/>
            <a:ext cx="2038350" cy="6667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CE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task-7-surface">
            <a:extLst xmlns:a="http://schemas.openxmlformats.org/drawingml/2006/main">
              <a:ext uri="{FF2B5EF4-FFF2-40B4-BE49-F238E27FC236}">
                <a16:creationId xmlns:a16="http://schemas.microsoft.com/office/drawing/2014/main" id="{4E102D77-A1A9-4314-BDA0-5C9B398A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53563" y="4469606"/>
            <a:ext cx="2038350" cy="6667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69" name="task-7-accent">
            <a:extLst xmlns:a="http://schemas.openxmlformats.org/drawingml/2006/main">
              <a:ext uri="{FF2B5EF4-FFF2-40B4-BE49-F238E27FC236}">
                <a16:creationId xmlns:a16="http://schemas.microsoft.com/office/drawing/2014/main" id="{F45BAF88-A21E-4227-80C2-DC7B8A6A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53563" y="4469606"/>
            <a:ext cx="5715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task-1-title">
            <a:extLst xmlns:a="http://schemas.openxmlformats.org/drawingml/2006/main">
              <a:ext uri="{FF2B5EF4-FFF2-40B4-BE49-F238E27FC236}">
                <a16:creationId xmlns:a16="http://schemas.microsoft.com/office/drawing/2014/main" id="{E75853C5-923C-4CCE-9A2C-5E1408DB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1738" y="2593781"/>
            <a:ext cx="1733550" cy="279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收集真实需求</a:t>
            </a:r>
          </a:p>
        </p:txBody>
      </p:sp>
      <p:sp>
        <p:nvSpPr>
          <p:cNvPr id="71" name="task-1-body">
            <a:extLst xmlns:a="http://schemas.openxmlformats.org/drawingml/2006/main">
              <a:ext uri="{FF2B5EF4-FFF2-40B4-BE49-F238E27FC236}">
                <a16:creationId xmlns:a16="http://schemas.microsoft.com/office/drawing/2014/main" id="{C8BCB737-F357-4D90-9456-04F3788C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1738" y="2873721"/>
            <a:ext cx="1733550" cy="233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梳理场景与核心</a:t>
            </a:r>
          </a:p>
        </p:txBody>
      </p:sp>
      <p:sp>
        <p:nvSpPr>
          <p:cNvPr id="72" name="task-2-title">
            <a:extLst xmlns:a="http://schemas.openxmlformats.org/drawingml/2006/main">
              <a:ext uri="{FF2B5EF4-FFF2-40B4-BE49-F238E27FC236}">
                <a16:creationId xmlns:a16="http://schemas.microsoft.com/office/drawing/2014/main" id="{E5BEF3AE-23D8-4A03-B85B-3BBF824D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1738" y="4546406"/>
            <a:ext cx="1733550" cy="279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确认目标边界</a:t>
            </a:r>
          </a:p>
        </p:txBody>
      </p:sp>
      <p:sp>
        <p:nvSpPr>
          <p:cNvPr id="73" name="task-2-body">
            <a:extLst xmlns:a="http://schemas.openxmlformats.org/drawingml/2006/main">
              <a:ext uri="{FF2B5EF4-FFF2-40B4-BE49-F238E27FC236}">
                <a16:creationId xmlns:a16="http://schemas.microsoft.com/office/drawing/2014/main" id="{F805717E-8BC7-4EE7-B8D7-0DDC4BC7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1738" y="4826346"/>
            <a:ext cx="1733550" cy="233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明确范围与验收</a:t>
            </a:r>
          </a:p>
        </p:txBody>
      </p:sp>
      <p:sp>
        <p:nvSpPr>
          <p:cNvPr id="74" name="task-3-title">
            <a:extLst xmlns:a="http://schemas.openxmlformats.org/drawingml/2006/main">
              <a:ext uri="{FF2B5EF4-FFF2-40B4-BE49-F238E27FC236}">
                <a16:creationId xmlns:a16="http://schemas.microsoft.com/office/drawing/2014/main" id="{6889CDA5-A41E-4FD0-A837-FB1084B28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2513" y="3570094"/>
            <a:ext cx="1733550" cy="279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形成实施方案</a:t>
            </a:r>
          </a:p>
        </p:txBody>
      </p:sp>
      <p:sp>
        <p:nvSpPr>
          <p:cNvPr id="75" name="task-3-body">
            <a:extLst xmlns:a="http://schemas.openxmlformats.org/drawingml/2006/main">
              <a:ext uri="{FF2B5EF4-FFF2-40B4-BE49-F238E27FC236}">
                <a16:creationId xmlns:a16="http://schemas.microsoft.com/office/drawing/2014/main" id="{8DAD47BD-F699-4819-858E-AC012043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2513" y="3850034"/>
            <a:ext cx="1733550" cy="233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设计路径与关键</a:t>
            </a:r>
          </a:p>
        </p:txBody>
      </p:sp>
      <p:sp>
        <p:nvSpPr>
          <p:cNvPr id="76" name="task-4-title">
            <a:extLst xmlns:a="http://schemas.openxmlformats.org/drawingml/2006/main">
              <a:ext uri="{FF2B5EF4-FFF2-40B4-BE49-F238E27FC236}">
                <a16:creationId xmlns:a16="http://schemas.microsoft.com/office/drawing/2014/main" id="{8B46D33D-8150-47E3-942B-933F37CF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2513" y="5522719"/>
            <a:ext cx="1733550" cy="279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评估资源条件</a:t>
            </a:r>
          </a:p>
        </p:txBody>
      </p:sp>
      <p:sp>
        <p:nvSpPr>
          <p:cNvPr id="77" name="task-4-body">
            <a:extLst xmlns:a="http://schemas.openxmlformats.org/drawingml/2006/main">
              <a:ext uri="{FF2B5EF4-FFF2-40B4-BE49-F238E27FC236}">
                <a16:creationId xmlns:a16="http://schemas.microsoft.com/office/drawing/2014/main" id="{AEAF2F82-FA64-4FDF-A26A-C52977EF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2513" y="5802659"/>
            <a:ext cx="1733550" cy="233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核对预算与支撑</a:t>
            </a:r>
          </a:p>
        </p:txBody>
      </p:sp>
      <p:sp>
        <p:nvSpPr>
          <p:cNvPr id="78" name="task-5-title">
            <a:extLst xmlns:a="http://schemas.openxmlformats.org/drawingml/2006/main">
              <a:ext uri="{FF2B5EF4-FFF2-40B4-BE49-F238E27FC236}">
                <a16:creationId xmlns:a16="http://schemas.microsoft.com/office/drawing/2014/main" id="{AEB944FD-2AE5-4155-83B2-4CF6144B7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53288" y="3570094"/>
            <a:ext cx="1733550" cy="279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完成方案交付</a:t>
            </a:r>
          </a:p>
        </p:txBody>
      </p:sp>
      <p:sp>
        <p:nvSpPr>
          <p:cNvPr id="79" name="task-5-body">
            <a:extLst xmlns:a="http://schemas.openxmlformats.org/drawingml/2006/main">
              <a:ext uri="{FF2B5EF4-FFF2-40B4-BE49-F238E27FC236}">
                <a16:creationId xmlns:a16="http://schemas.microsoft.com/office/drawing/2014/main" id="{886B6E38-D065-424F-A9EA-6FB73652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53288" y="3850034"/>
            <a:ext cx="1733550" cy="233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实现功能并联调</a:t>
            </a:r>
          </a:p>
        </p:txBody>
      </p:sp>
      <p:sp>
        <p:nvSpPr>
          <p:cNvPr id="80" name="task-6-title">
            <a:extLst xmlns:a="http://schemas.openxmlformats.org/drawingml/2006/main">
              <a:ext uri="{FF2B5EF4-FFF2-40B4-BE49-F238E27FC236}">
                <a16:creationId xmlns:a16="http://schemas.microsoft.com/office/drawing/2014/main" id="{AE7A6DAA-F81D-4CBB-A92E-F90E6CC3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53288" y="2593781"/>
            <a:ext cx="1733550" cy="279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组织场景试用</a:t>
            </a:r>
          </a:p>
        </p:txBody>
      </p:sp>
      <p:sp>
        <p:nvSpPr>
          <p:cNvPr id="81" name="task-6-body">
            <a:extLst xmlns:a="http://schemas.openxmlformats.org/drawingml/2006/main">
              <a:ext uri="{FF2B5EF4-FFF2-40B4-BE49-F238E27FC236}">
                <a16:creationId xmlns:a16="http://schemas.microsoft.com/office/drawing/2014/main" id="{BBA78E7F-9CFD-437D-AD64-8DB78C5D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53288" y="2873721"/>
            <a:ext cx="1733550" cy="233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反馈问题与使用</a:t>
            </a:r>
          </a:p>
        </p:txBody>
      </p:sp>
      <p:sp>
        <p:nvSpPr>
          <p:cNvPr id="82" name="task-7-title">
            <a:extLst xmlns:a="http://schemas.openxmlformats.org/drawingml/2006/main">
              <a:ext uri="{FF2B5EF4-FFF2-40B4-BE49-F238E27FC236}">
                <a16:creationId xmlns:a16="http://schemas.microsoft.com/office/drawing/2014/main" id="{B5A33880-DB59-4631-9EE6-62E4C07F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44063" y="4546406"/>
            <a:ext cx="1733550" cy="2799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联合验收复盘</a:t>
            </a:r>
          </a:p>
        </p:txBody>
      </p:sp>
      <p:sp>
        <p:nvSpPr>
          <p:cNvPr id="83" name="task-7-body">
            <a:extLst xmlns:a="http://schemas.openxmlformats.org/drawingml/2006/main">
              <a:ext uri="{FF2B5EF4-FFF2-40B4-BE49-F238E27FC236}">
                <a16:creationId xmlns:a16="http://schemas.microsoft.com/office/drawing/2014/main" id="{F5A8DD20-D7AB-431E-B0B6-77D39804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44063" y="4826346"/>
            <a:ext cx="1733550" cy="2332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确认结果并沉淀</a:t>
            </a:r>
          </a:p>
        </p:txBody>
      </p:sp>
      <p:sp>
        <p:nvSpPr>
          <p:cNvPr id="84" name="corner-label">
            <a:extLst xmlns:a="http://schemas.openxmlformats.org/drawingml/2006/main">
              <a:ext uri="{FF2B5EF4-FFF2-40B4-BE49-F238E27FC236}">
                <a16:creationId xmlns:a16="http://schemas.microsoft.com/office/drawing/2014/main" id="{C66AC7F6-9CC7-4F96-9191-63BCD7F11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1657350"/>
            <a:ext cx="140970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F0F6FD"/>
          </a:solidFill>
          <a:ln xmlns:a="http://schemas.openxmlformats.org/drawingml/2006/main" w="9525">
            <a:solidFill>
              <a:srgbClr val="D4E3F4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476B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476B95"/>
                </a:solidFill>
                <a:latin typeface="Microsoft YaHei"/>
                <a:ea typeface="Microsoft YaHei"/>
                <a:cs typeface="Microsoft YaHei"/>
              </a:rPr>
              <a:t>角色 × 阶段</a:t>
            </a:r>
          </a:p>
        </p:txBody>
      </p:sp>
    </p:spTree>
    <p:extLst>
      <p:ext uri="{BB962C8B-B14F-4D97-AF65-F5344CB8AC3E}">
        <p14:creationId xmlns:p14="http://schemas.microsoft.com/office/powerpoint/2010/main" val="15115557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stage-band-underlay">
            <a:extLst xmlns:a="http://schemas.openxmlformats.org/drawingml/2006/main">
              <a:ext uri="{FF2B5EF4-FFF2-40B4-BE49-F238E27FC236}">
                <a16:creationId xmlns:a16="http://schemas.microsoft.com/office/drawing/2014/main" id="{BAB9F31D-4317-40A4-893D-51462930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5025" y="1704975"/>
            <a:ext cx="956310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ane-1-surface">
            <a:extLst xmlns:a="http://schemas.openxmlformats.org/drawingml/2006/main">
              <a:ext uri="{FF2B5EF4-FFF2-40B4-BE49-F238E27FC236}">
                <a16:creationId xmlns:a16="http://schemas.microsoft.com/office/drawing/2014/main" id="{3FE6FAA1-E0C3-4789-8DDE-E72857B6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5025" y="2362200"/>
            <a:ext cx="9563100" cy="1876425"/>
          </a:xfrm>
          <a:prstGeom xmlns:a="http://schemas.openxmlformats.org/drawingml/2006/main" prst="roundRect">
            <a:avLst>
              <a:gd name="adj" fmla="val 8122"/>
            </a:avLst>
          </a:prstGeom>
          <a:solidFill xmlns:a="http://schemas.openxmlformats.org/drawingml/2006/main">
            <a:srgbClr val="F8FBFE"/>
          </a:solidFill>
          <a:ln xmlns:a="http://schemas.openxmlformats.org/drawingml/2006/main" w="9525">
            <a:solidFill>
              <a:srgbClr val="DCE8F5"/>
            </a:solidFill>
            <a:prstDash val="solid"/>
          </a:ln>
        </p:spPr>
      </p:sp>
      <p:sp>
        <p:nvSpPr>
          <p:cNvPr id="3" name="role-1-underlay">
            <a:extLst xmlns:a="http://schemas.openxmlformats.org/drawingml/2006/main">
              <a:ext uri="{FF2B5EF4-FFF2-40B4-BE49-F238E27FC236}">
                <a16:creationId xmlns:a16="http://schemas.microsoft.com/office/drawing/2014/main" id="{41B6D509-B4BF-4FF9-BA71-599BE010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2476500"/>
            <a:ext cx="1409700" cy="172402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ole-1-label">
            <a:extLst xmlns:a="http://schemas.openxmlformats.org/drawingml/2006/main">
              <a:ext uri="{FF2B5EF4-FFF2-40B4-BE49-F238E27FC236}">
                <a16:creationId xmlns:a16="http://schemas.microsoft.com/office/drawing/2014/main" id="{E19301C4-B0D4-496E-A263-FDCD8410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2438400"/>
            <a:ext cx="1409700" cy="172402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6"/>
          <a:fontRef xmlns:a="http://schemas.openxmlformats.org/drawingml/2006/main" idx="major"/>
        </p:style>
      </p:sp>
      <p:sp>
        <p:nvSpPr>
          <p:cNvPr id="5" name="role-1-accent">
            <a:extLst xmlns:a="http://schemas.openxmlformats.org/drawingml/2006/main">
              <a:ext uri="{FF2B5EF4-FFF2-40B4-BE49-F238E27FC236}">
                <a16:creationId xmlns:a16="http://schemas.microsoft.com/office/drawing/2014/main" id="{68C6B522-A8D5-4992-BCB7-2F7B1ECA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2438400"/>
            <a:ext cx="66675" cy="1724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ole-1-name">
            <a:extLst xmlns:a="http://schemas.openxmlformats.org/drawingml/2006/main">
              <a:ext uri="{FF2B5EF4-FFF2-40B4-BE49-F238E27FC236}">
                <a16:creationId xmlns:a16="http://schemas.microsoft.com/office/drawing/2014/main" id="{068FA63C-AB54-41B9-AFCB-C3CE2C0B6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" y="3176588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42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业务团队</a:t>
            </a:r>
          </a:p>
        </p:txBody>
      </p:sp>
      <p:sp>
        <p:nvSpPr>
          <p:cNvPr id="7" name="lane-2-surface">
            <a:extLst xmlns:a="http://schemas.openxmlformats.org/drawingml/2006/main">
              <a:ext uri="{FF2B5EF4-FFF2-40B4-BE49-F238E27FC236}">
                <a16:creationId xmlns:a16="http://schemas.microsoft.com/office/drawing/2014/main" id="{C7B8F629-B9AF-4420-98DC-46BAA394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5025" y="4314825"/>
            <a:ext cx="9563100" cy="1876425"/>
          </a:xfrm>
          <a:prstGeom xmlns:a="http://schemas.openxmlformats.org/drawingml/2006/main" prst="roundRect">
            <a:avLst>
              <a:gd name="adj" fmla="val 8122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CE8F5"/>
            </a:solidFill>
            <a:prstDash val="solid"/>
          </a:ln>
        </p:spPr>
      </p:sp>
      <p:sp>
        <p:nvSpPr>
          <p:cNvPr id="8" name="role-2-underlay">
            <a:extLst xmlns:a="http://schemas.openxmlformats.org/drawingml/2006/main">
              <a:ext uri="{FF2B5EF4-FFF2-40B4-BE49-F238E27FC236}">
                <a16:creationId xmlns:a16="http://schemas.microsoft.com/office/drawing/2014/main" id="{F65E19CD-6822-44E9-A900-759AE597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4429125"/>
            <a:ext cx="1409700" cy="172402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ole-2-label">
            <a:extLst xmlns:a="http://schemas.openxmlformats.org/drawingml/2006/main">
              <a:ext uri="{FF2B5EF4-FFF2-40B4-BE49-F238E27FC236}">
                <a16:creationId xmlns:a16="http://schemas.microsoft.com/office/drawing/2014/main" id="{8A358489-6A21-4EE1-8D1C-6E72D830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4391025"/>
            <a:ext cx="1409700" cy="1724025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6"/>
          <a:fontRef xmlns:a="http://schemas.openxmlformats.org/drawingml/2006/main" idx="major"/>
        </p:style>
      </p:sp>
      <p:sp>
        <p:nvSpPr>
          <p:cNvPr id="10" name="role-2-accent">
            <a:extLst xmlns:a="http://schemas.openxmlformats.org/drawingml/2006/main">
              <a:ext uri="{FF2B5EF4-FFF2-40B4-BE49-F238E27FC236}">
                <a16:creationId xmlns:a16="http://schemas.microsoft.com/office/drawing/2014/main" id="{600BC083-D792-4568-8020-394D0FED0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4391025"/>
            <a:ext cx="66675" cy="1724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ole-2-name">
            <a:extLst xmlns:a="http://schemas.openxmlformats.org/drawingml/2006/main">
              <a:ext uri="{FF2B5EF4-FFF2-40B4-BE49-F238E27FC236}">
                <a16:creationId xmlns:a16="http://schemas.microsoft.com/office/drawing/2014/main" id="{550D220E-E6BD-47DF-93CB-76D6E188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" y="5129213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42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技术团队</a:t>
            </a:r>
          </a:p>
        </p:txBody>
      </p:sp>
      <p:sp>
        <p:nvSpPr>
          <p:cNvPr id="12" name="stage-band">
            <a:extLst xmlns:a="http://schemas.openxmlformats.org/drawingml/2006/main">
              <a:ext uri="{FF2B5EF4-FFF2-40B4-BE49-F238E27FC236}">
                <a16:creationId xmlns:a16="http://schemas.microsoft.com/office/drawing/2014/main" id="{6363140A-F3DC-4274-8368-71AE8F0E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5025" y="1657350"/>
            <a:ext cx="956310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9525">
            <a:solidFill>
              <a:srgbClr val="D4E4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7"/>
          <a:fontRef xmlns:a="http://schemas.openxmlformats.org/drawingml/2006/main" idx="major"/>
        </p:style>
      </p:sp>
      <p:sp>
        <p:nvSpPr>
          <p:cNvPr id="13" name="column-divider-1">
            <a:extLst xmlns:a="http://schemas.openxmlformats.org/drawingml/2006/main">
              <a:ext uri="{FF2B5EF4-FFF2-40B4-BE49-F238E27FC236}">
                <a16:creationId xmlns:a16="http://schemas.microsoft.com/office/drawing/2014/main" id="{411CE492-F2F5-495C-8D1E-B41FFCAC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7616" y="24574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olumn-divider-2">
            <a:extLst xmlns:a="http://schemas.openxmlformats.org/drawingml/2006/main">
              <a:ext uri="{FF2B5EF4-FFF2-40B4-BE49-F238E27FC236}">
                <a16:creationId xmlns:a16="http://schemas.microsoft.com/office/drawing/2014/main" id="{CF3AAB68-08E1-4956-BF44-A20DEDCF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30208" y="24574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olumn-divider-3">
            <a:extLst xmlns:a="http://schemas.openxmlformats.org/drawingml/2006/main">
              <a:ext uri="{FF2B5EF4-FFF2-40B4-BE49-F238E27FC236}">
                <a16:creationId xmlns:a16="http://schemas.microsoft.com/office/drawing/2014/main" id="{A3EF2056-9641-4843-801C-07EA4D87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42799" y="24574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column-divider-4">
            <a:extLst xmlns:a="http://schemas.openxmlformats.org/drawingml/2006/main">
              <a:ext uri="{FF2B5EF4-FFF2-40B4-BE49-F238E27FC236}">
                <a16:creationId xmlns:a16="http://schemas.microsoft.com/office/drawing/2014/main" id="{73203F50-05E0-42C6-A474-B95B40DA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5391" y="24574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andoff-1">
            <a:extLst xmlns:a="http://schemas.openxmlformats.org/drawingml/2006/main">
              <a:ext uri="{FF2B5EF4-FFF2-40B4-BE49-F238E27FC236}">
                <a16:creationId xmlns:a16="http://schemas.microsoft.com/office/drawing/2014/main" id="{3C753E1B-36F5-4159-8644-870B73DBF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03345" y="3338513"/>
            <a:ext cx="228600" cy="1952625"/>
          </a:xfrm>
          <a:custGeom xmlns:a="http://schemas.openxmlformats.org/drawingml/2006/main">
            <a:pathLst>
              <a:path w="228600" h="1952625">
                <a:moveTo>
                  <a:pt x="0" y="0"/>
                </a:moveTo>
                <a:lnTo>
                  <a:pt x="18964" y="0"/>
                </a:lnTo>
                <a:lnTo>
                  <a:pt x="37938" y="0"/>
                </a:lnTo>
                <a:lnTo>
                  <a:pt x="56902" y="0"/>
                </a:lnTo>
                <a:lnTo>
                  <a:pt x="75867" y="0"/>
                </a:lnTo>
                <a:lnTo>
                  <a:pt x="94840" y="0"/>
                </a:lnTo>
                <a:lnTo>
                  <a:pt x="113805" y="0"/>
                </a:lnTo>
                <a:lnTo>
                  <a:pt x="114300" y="18469"/>
                </a:lnTo>
                <a:lnTo>
                  <a:pt x="114300" y="37433"/>
                </a:lnTo>
                <a:lnTo>
                  <a:pt x="114300" y="56407"/>
                </a:lnTo>
                <a:lnTo>
                  <a:pt x="114300" y="75371"/>
                </a:lnTo>
                <a:lnTo>
                  <a:pt x="114300" y="94336"/>
                </a:lnTo>
                <a:lnTo>
                  <a:pt x="114300" y="113309"/>
                </a:lnTo>
                <a:lnTo>
                  <a:pt x="114300" y="132274"/>
                </a:lnTo>
                <a:lnTo>
                  <a:pt x="114300" y="151238"/>
                </a:lnTo>
                <a:lnTo>
                  <a:pt x="114300" y="170212"/>
                </a:lnTo>
                <a:lnTo>
                  <a:pt x="114300" y="189176"/>
                </a:lnTo>
                <a:lnTo>
                  <a:pt x="114300" y="208140"/>
                </a:lnTo>
                <a:lnTo>
                  <a:pt x="114300" y="227105"/>
                </a:lnTo>
                <a:lnTo>
                  <a:pt x="114300" y="246078"/>
                </a:lnTo>
                <a:lnTo>
                  <a:pt x="114300" y="265043"/>
                </a:lnTo>
                <a:lnTo>
                  <a:pt x="114300" y="284007"/>
                </a:lnTo>
                <a:lnTo>
                  <a:pt x="114300" y="302981"/>
                </a:lnTo>
                <a:lnTo>
                  <a:pt x="114300" y="321945"/>
                </a:lnTo>
                <a:lnTo>
                  <a:pt x="114300" y="340909"/>
                </a:lnTo>
                <a:lnTo>
                  <a:pt x="114300" y="359883"/>
                </a:lnTo>
                <a:lnTo>
                  <a:pt x="114300" y="378847"/>
                </a:lnTo>
                <a:lnTo>
                  <a:pt x="114300" y="397812"/>
                </a:lnTo>
                <a:lnTo>
                  <a:pt x="114300" y="416785"/>
                </a:lnTo>
                <a:lnTo>
                  <a:pt x="114300" y="435750"/>
                </a:lnTo>
                <a:lnTo>
                  <a:pt x="114300" y="454714"/>
                </a:lnTo>
                <a:lnTo>
                  <a:pt x="114300" y="473678"/>
                </a:lnTo>
                <a:lnTo>
                  <a:pt x="114300" y="492652"/>
                </a:lnTo>
                <a:lnTo>
                  <a:pt x="114300" y="511616"/>
                </a:lnTo>
                <a:lnTo>
                  <a:pt x="114300" y="530581"/>
                </a:lnTo>
                <a:lnTo>
                  <a:pt x="114300" y="549554"/>
                </a:lnTo>
                <a:lnTo>
                  <a:pt x="114300" y="568519"/>
                </a:lnTo>
                <a:lnTo>
                  <a:pt x="114300" y="587483"/>
                </a:lnTo>
                <a:lnTo>
                  <a:pt x="114300" y="606457"/>
                </a:lnTo>
                <a:lnTo>
                  <a:pt x="114300" y="625421"/>
                </a:lnTo>
                <a:lnTo>
                  <a:pt x="114300" y="644385"/>
                </a:lnTo>
                <a:lnTo>
                  <a:pt x="114300" y="663350"/>
                </a:lnTo>
                <a:lnTo>
                  <a:pt x="114300" y="682323"/>
                </a:lnTo>
                <a:lnTo>
                  <a:pt x="114300" y="701288"/>
                </a:lnTo>
                <a:lnTo>
                  <a:pt x="114300" y="720252"/>
                </a:lnTo>
                <a:lnTo>
                  <a:pt x="114300" y="739226"/>
                </a:lnTo>
                <a:lnTo>
                  <a:pt x="114300" y="758190"/>
                </a:lnTo>
                <a:lnTo>
                  <a:pt x="114300" y="777154"/>
                </a:lnTo>
                <a:lnTo>
                  <a:pt x="114300" y="796128"/>
                </a:lnTo>
                <a:lnTo>
                  <a:pt x="114300" y="815092"/>
                </a:lnTo>
                <a:lnTo>
                  <a:pt x="114300" y="834057"/>
                </a:lnTo>
                <a:lnTo>
                  <a:pt x="114300" y="853030"/>
                </a:lnTo>
                <a:lnTo>
                  <a:pt x="114300" y="871995"/>
                </a:lnTo>
                <a:lnTo>
                  <a:pt x="114300" y="890959"/>
                </a:lnTo>
                <a:lnTo>
                  <a:pt x="114300" y="909923"/>
                </a:lnTo>
                <a:lnTo>
                  <a:pt x="114300" y="928897"/>
                </a:lnTo>
                <a:lnTo>
                  <a:pt x="114300" y="947861"/>
                </a:lnTo>
                <a:lnTo>
                  <a:pt x="114300" y="966826"/>
                </a:lnTo>
                <a:lnTo>
                  <a:pt x="114300" y="985799"/>
                </a:lnTo>
                <a:lnTo>
                  <a:pt x="114300" y="1004764"/>
                </a:lnTo>
                <a:lnTo>
                  <a:pt x="114300" y="1023728"/>
                </a:lnTo>
                <a:lnTo>
                  <a:pt x="114300" y="1042702"/>
                </a:lnTo>
                <a:lnTo>
                  <a:pt x="114300" y="1061666"/>
                </a:lnTo>
                <a:lnTo>
                  <a:pt x="114300" y="1080630"/>
                </a:lnTo>
                <a:lnTo>
                  <a:pt x="114300" y="1099595"/>
                </a:lnTo>
                <a:lnTo>
                  <a:pt x="114300" y="1118568"/>
                </a:lnTo>
                <a:lnTo>
                  <a:pt x="114300" y="1137533"/>
                </a:lnTo>
                <a:lnTo>
                  <a:pt x="114300" y="1156497"/>
                </a:lnTo>
                <a:lnTo>
                  <a:pt x="114300" y="1175471"/>
                </a:lnTo>
                <a:lnTo>
                  <a:pt x="114300" y="1194435"/>
                </a:lnTo>
                <a:lnTo>
                  <a:pt x="114300" y="1213399"/>
                </a:lnTo>
                <a:lnTo>
                  <a:pt x="114300" y="1232373"/>
                </a:lnTo>
                <a:lnTo>
                  <a:pt x="114300" y="1251337"/>
                </a:lnTo>
                <a:lnTo>
                  <a:pt x="114300" y="1270302"/>
                </a:lnTo>
                <a:lnTo>
                  <a:pt x="114300" y="1289275"/>
                </a:lnTo>
                <a:lnTo>
                  <a:pt x="114300" y="1308240"/>
                </a:lnTo>
                <a:lnTo>
                  <a:pt x="114300" y="1327204"/>
                </a:lnTo>
                <a:lnTo>
                  <a:pt x="114300" y="1346168"/>
                </a:lnTo>
                <a:lnTo>
                  <a:pt x="114300" y="1365142"/>
                </a:lnTo>
                <a:lnTo>
                  <a:pt x="114300" y="1384106"/>
                </a:lnTo>
                <a:lnTo>
                  <a:pt x="114300" y="1403071"/>
                </a:lnTo>
                <a:lnTo>
                  <a:pt x="114300" y="1422044"/>
                </a:lnTo>
                <a:lnTo>
                  <a:pt x="114300" y="1441009"/>
                </a:lnTo>
                <a:lnTo>
                  <a:pt x="114300" y="1459973"/>
                </a:lnTo>
                <a:lnTo>
                  <a:pt x="114300" y="1478947"/>
                </a:lnTo>
                <a:lnTo>
                  <a:pt x="114300" y="1497911"/>
                </a:lnTo>
                <a:lnTo>
                  <a:pt x="114300" y="1516875"/>
                </a:lnTo>
                <a:lnTo>
                  <a:pt x="114300" y="1535840"/>
                </a:lnTo>
                <a:lnTo>
                  <a:pt x="114300" y="1554813"/>
                </a:lnTo>
                <a:lnTo>
                  <a:pt x="114300" y="1573778"/>
                </a:lnTo>
                <a:lnTo>
                  <a:pt x="114300" y="1592742"/>
                </a:lnTo>
                <a:lnTo>
                  <a:pt x="114300" y="1611716"/>
                </a:lnTo>
                <a:lnTo>
                  <a:pt x="114300" y="1630680"/>
                </a:lnTo>
                <a:lnTo>
                  <a:pt x="114300" y="1649644"/>
                </a:lnTo>
                <a:lnTo>
                  <a:pt x="114300" y="1668618"/>
                </a:lnTo>
                <a:lnTo>
                  <a:pt x="114300" y="1687582"/>
                </a:lnTo>
                <a:lnTo>
                  <a:pt x="114300" y="1706547"/>
                </a:lnTo>
                <a:lnTo>
                  <a:pt x="114300" y="1725520"/>
                </a:lnTo>
                <a:lnTo>
                  <a:pt x="114300" y="1744485"/>
                </a:lnTo>
                <a:lnTo>
                  <a:pt x="114300" y="1763449"/>
                </a:lnTo>
                <a:lnTo>
                  <a:pt x="114300" y="1782413"/>
                </a:lnTo>
                <a:lnTo>
                  <a:pt x="114300" y="1801387"/>
                </a:lnTo>
                <a:lnTo>
                  <a:pt x="114300" y="1820351"/>
                </a:lnTo>
                <a:lnTo>
                  <a:pt x="114300" y="1839316"/>
                </a:lnTo>
                <a:lnTo>
                  <a:pt x="114300" y="1858289"/>
                </a:lnTo>
                <a:lnTo>
                  <a:pt x="114300" y="1877254"/>
                </a:lnTo>
                <a:lnTo>
                  <a:pt x="114300" y="1896218"/>
                </a:lnTo>
                <a:lnTo>
                  <a:pt x="114300" y="1915192"/>
                </a:lnTo>
                <a:lnTo>
                  <a:pt x="114300" y="1934156"/>
                </a:lnTo>
                <a:lnTo>
                  <a:pt x="114795" y="1952625"/>
                </a:lnTo>
                <a:lnTo>
                  <a:pt x="133760" y="1952625"/>
                </a:lnTo>
                <a:lnTo>
                  <a:pt x="152733" y="1952625"/>
                </a:lnTo>
                <a:lnTo>
                  <a:pt x="171698" y="1952625"/>
                </a:lnTo>
                <a:lnTo>
                  <a:pt x="190662" y="1952625"/>
                </a:lnTo>
                <a:lnTo>
                  <a:pt x="209636" y="1952625"/>
                </a:lnTo>
                <a:lnTo>
                  <a:pt x="228600" y="19526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8A9DF"/>
            </a:solidFill>
            <a:prstDash val="solid"/>
          </a:ln>
        </p:spPr>
      </p:sp>
      <p:sp>
        <p:nvSpPr>
          <p:cNvPr id="18" name="handoff-2">
            <a:extLst xmlns:a="http://schemas.openxmlformats.org/drawingml/2006/main">
              <a:ext uri="{FF2B5EF4-FFF2-40B4-BE49-F238E27FC236}">
                <a16:creationId xmlns:a16="http://schemas.microsoft.com/office/drawing/2014/main" id="{C20AED6F-6C23-42DA-BE12-204FB9476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5965" y="5291138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7144" y="0"/>
                </a:lnTo>
                <a:lnTo>
                  <a:pt x="14288" y="0"/>
                </a:lnTo>
                <a:lnTo>
                  <a:pt x="21431" y="0"/>
                </a:lnTo>
                <a:lnTo>
                  <a:pt x="28575" y="0"/>
                </a:lnTo>
                <a:lnTo>
                  <a:pt x="35719" y="0"/>
                </a:lnTo>
                <a:lnTo>
                  <a:pt x="42863" y="0"/>
                </a:lnTo>
                <a:lnTo>
                  <a:pt x="50006" y="0"/>
                </a:lnTo>
                <a:lnTo>
                  <a:pt x="57150" y="0"/>
                </a:lnTo>
                <a:lnTo>
                  <a:pt x="64294" y="0"/>
                </a:lnTo>
                <a:lnTo>
                  <a:pt x="71438" y="0"/>
                </a:lnTo>
                <a:lnTo>
                  <a:pt x="78581" y="0"/>
                </a:lnTo>
                <a:lnTo>
                  <a:pt x="85725" y="0"/>
                </a:lnTo>
                <a:lnTo>
                  <a:pt x="92869" y="0"/>
                </a:lnTo>
                <a:lnTo>
                  <a:pt x="100013" y="0"/>
                </a:lnTo>
                <a:lnTo>
                  <a:pt x="107156" y="0"/>
                </a:lnTo>
                <a:lnTo>
                  <a:pt x="114300" y="0"/>
                </a:lnTo>
                <a:lnTo>
                  <a:pt x="121444" y="0"/>
                </a:lnTo>
                <a:lnTo>
                  <a:pt x="128588" y="0"/>
                </a:lnTo>
                <a:lnTo>
                  <a:pt x="135731" y="0"/>
                </a:lnTo>
                <a:lnTo>
                  <a:pt x="142875" y="0"/>
                </a:lnTo>
                <a:lnTo>
                  <a:pt x="150019" y="0"/>
                </a:lnTo>
                <a:lnTo>
                  <a:pt x="157163" y="0"/>
                </a:lnTo>
                <a:lnTo>
                  <a:pt x="164306" y="0"/>
                </a:lnTo>
                <a:lnTo>
                  <a:pt x="171450" y="0"/>
                </a:lnTo>
                <a:lnTo>
                  <a:pt x="178594" y="0"/>
                </a:lnTo>
                <a:lnTo>
                  <a:pt x="185738" y="0"/>
                </a:lnTo>
                <a:lnTo>
                  <a:pt x="192881" y="0"/>
                </a:lnTo>
                <a:lnTo>
                  <a:pt x="200025" y="0"/>
                </a:lnTo>
                <a:lnTo>
                  <a:pt x="207169" y="0"/>
                </a:lnTo>
                <a:lnTo>
                  <a:pt x="214313" y="0"/>
                </a:lnTo>
                <a:lnTo>
                  <a:pt x="221456" y="0"/>
                </a:ln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8A9DF"/>
            </a:solidFill>
            <a:prstDash val="solid"/>
          </a:ln>
        </p:spPr>
      </p:sp>
      <p:sp>
        <p:nvSpPr>
          <p:cNvPr id="19" name="handoff-3">
            <a:extLst xmlns:a="http://schemas.openxmlformats.org/drawingml/2006/main">
              <a:ext uri="{FF2B5EF4-FFF2-40B4-BE49-F238E27FC236}">
                <a16:creationId xmlns:a16="http://schemas.microsoft.com/office/drawing/2014/main" id="{F794ACE6-0C0A-48C6-BFE3-4253FB2C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28585" y="3338513"/>
            <a:ext cx="66675" cy="1952625"/>
          </a:xfrm>
          <a:custGeom xmlns:a="http://schemas.openxmlformats.org/drawingml/2006/main">
            <a:pathLst>
              <a:path w="66675" h="1952625">
                <a:moveTo>
                  <a:pt x="0" y="1952625"/>
                </a:moveTo>
                <a:lnTo>
                  <a:pt x="18964" y="1952625"/>
                </a:lnTo>
                <a:lnTo>
                  <a:pt x="37929" y="1952625"/>
                </a:lnTo>
                <a:lnTo>
                  <a:pt x="56893" y="1952625"/>
                </a:lnTo>
                <a:lnTo>
                  <a:pt x="66675" y="1943443"/>
                </a:lnTo>
                <a:lnTo>
                  <a:pt x="66675" y="1924479"/>
                </a:lnTo>
                <a:lnTo>
                  <a:pt x="66675" y="1905524"/>
                </a:lnTo>
                <a:lnTo>
                  <a:pt x="66675" y="1886560"/>
                </a:lnTo>
                <a:lnTo>
                  <a:pt x="66675" y="1867595"/>
                </a:lnTo>
                <a:lnTo>
                  <a:pt x="66675" y="1848631"/>
                </a:lnTo>
                <a:lnTo>
                  <a:pt x="66675" y="1829667"/>
                </a:lnTo>
                <a:lnTo>
                  <a:pt x="66675" y="1810703"/>
                </a:lnTo>
                <a:lnTo>
                  <a:pt x="66675" y="1791738"/>
                </a:lnTo>
                <a:lnTo>
                  <a:pt x="66675" y="1772774"/>
                </a:lnTo>
                <a:lnTo>
                  <a:pt x="66675" y="1753810"/>
                </a:lnTo>
                <a:lnTo>
                  <a:pt x="66675" y="1734845"/>
                </a:lnTo>
                <a:lnTo>
                  <a:pt x="66675" y="1715881"/>
                </a:lnTo>
                <a:lnTo>
                  <a:pt x="66675" y="1696926"/>
                </a:lnTo>
                <a:lnTo>
                  <a:pt x="66675" y="1677962"/>
                </a:lnTo>
                <a:lnTo>
                  <a:pt x="66675" y="1658998"/>
                </a:lnTo>
                <a:lnTo>
                  <a:pt x="66675" y="1640034"/>
                </a:lnTo>
                <a:lnTo>
                  <a:pt x="66675" y="1621069"/>
                </a:lnTo>
                <a:lnTo>
                  <a:pt x="66675" y="1602105"/>
                </a:lnTo>
                <a:lnTo>
                  <a:pt x="66675" y="1583141"/>
                </a:lnTo>
                <a:lnTo>
                  <a:pt x="66675" y="1564176"/>
                </a:lnTo>
                <a:lnTo>
                  <a:pt x="66675" y="1545212"/>
                </a:lnTo>
                <a:lnTo>
                  <a:pt x="66675" y="1526248"/>
                </a:lnTo>
                <a:lnTo>
                  <a:pt x="66675" y="1507284"/>
                </a:lnTo>
                <a:lnTo>
                  <a:pt x="66675" y="1488329"/>
                </a:lnTo>
                <a:lnTo>
                  <a:pt x="66675" y="1469365"/>
                </a:lnTo>
                <a:lnTo>
                  <a:pt x="66675" y="1450400"/>
                </a:lnTo>
                <a:lnTo>
                  <a:pt x="66675" y="1431436"/>
                </a:lnTo>
                <a:lnTo>
                  <a:pt x="66675" y="1412472"/>
                </a:lnTo>
                <a:lnTo>
                  <a:pt x="66675" y="1393508"/>
                </a:lnTo>
                <a:lnTo>
                  <a:pt x="66675" y="1374543"/>
                </a:lnTo>
                <a:lnTo>
                  <a:pt x="66675" y="1355579"/>
                </a:lnTo>
                <a:lnTo>
                  <a:pt x="66675" y="1336615"/>
                </a:lnTo>
                <a:lnTo>
                  <a:pt x="66675" y="1317650"/>
                </a:lnTo>
                <a:lnTo>
                  <a:pt x="66675" y="1298686"/>
                </a:lnTo>
                <a:lnTo>
                  <a:pt x="66675" y="1279731"/>
                </a:lnTo>
                <a:lnTo>
                  <a:pt x="66675" y="1260767"/>
                </a:lnTo>
                <a:lnTo>
                  <a:pt x="66675" y="1241803"/>
                </a:lnTo>
                <a:lnTo>
                  <a:pt x="66675" y="1222839"/>
                </a:lnTo>
                <a:lnTo>
                  <a:pt x="66675" y="1203874"/>
                </a:lnTo>
                <a:lnTo>
                  <a:pt x="66675" y="1184910"/>
                </a:lnTo>
                <a:lnTo>
                  <a:pt x="66675" y="1165946"/>
                </a:lnTo>
                <a:lnTo>
                  <a:pt x="66675" y="1146981"/>
                </a:lnTo>
                <a:lnTo>
                  <a:pt x="66675" y="1128017"/>
                </a:lnTo>
                <a:lnTo>
                  <a:pt x="66675" y="1109053"/>
                </a:lnTo>
                <a:lnTo>
                  <a:pt x="66675" y="1090089"/>
                </a:lnTo>
                <a:lnTo>
                  <a:pt x="66675" y="1071134"/>
                </a:lnTo>
                <a:lnTo>
                  <a:pt x="66675" y="1052170"/>
                </a:lnTo>
                <a:lnTo>
                  <a:pt x="66675" y="1033205"/>
                </a:lnTo>
                <a:lnTo>
                  <a:pt x="66675" y="1014241"/>
                </a:lnTo>
                <a:lnTo>
                  <a:pt x="66675" y="995277"/>
                </a:lnTo>
                <a:lnTo>
                  <a:pt x="66675" y="976313"/>
                </a:lnTo>
                <a:lnTo>
                  <a:pt x="66675" y="957348"/>
                </a:lnTo>
                <a:lnTo>
                  <a:pt x="66675" y="938384"/>
                </a:lnTo>
                <a:lnTo>
                  <a:pt x="66675" y="919420"/>
                </a:lnTo>
                <a:lnTo>
                  <a:pt x="66675" y="900455"/>
                </a:lnTo>
                <a:lnTo>
                  <a:pt x="66675" y="881491"/>
                </a:lnTo>
                <a:lnTo>
                  <a:pt x="66675" y="862536"/>
                </a:lnTo>
                <a:lnTo>
                  <a:pt x="66675" y="843572"/>
                </a:lnTo>
                <a:lnTo>
                  <a:pt x="66675" y="824608"/>
                </a:lnTo>
                <a:lnTo>
                  <a:pt x="66675" y="805644"/>
                </a:lnTo>
                <a:lnTo>
                  <a:pt x="66675" y="786679"/>
                </a:lnTo>
                <a:lnTo>
                  <a:pt x="66675" y="767715"/>
                </a:lnTo>
                <a:lnTo>
                  <a:pt x="66675" y="748751"/>
                </a:lnTo>
                <a:lnTo>
                  <a:pt x="66675" y="729786"/>
                </a:lnTo>
                <a:lnTo>
                  <a:pt x="66675" y="710822"/>
                </a:lnTo>
                <a:lnTo>
                  <a:pt x="66675" y="691858"/>
                </a:lnTo>
                <a:lnTo>
                  <a:pt x="66675" y="672894"/>
                </a:lnTo>
                <a:lnTo>
                  <a:pt x="66675" y="653939"/>
                </a:lnTo>
                <a:lnTo>
                  <a:pt x="66675" y="634975"/>
                </a:lnTo>
                <a:lnTo>
                  <a:pt x="66675" y="616010"/>
                </a:lnTo>
                <a:lnTo>
                  <a:pt x="66675" y="597046"/>
                </a:lnTo>
                <a:lnTo>
                  <a:pt x="66675" y="578082"/>
                </a:lnTo>
                <a:lnTo>
                  <a:pt x="66675" y="559118"/>
                </a:lnTo>
                <a:lnTo>
                  <a:pt x="66675" y="540153"/>
                </a:lnTo>
                <a:lnTo>
                  <a:pt x="66675" y="521189"/>
                </a:lnTo>
                <a:lnTo>
                  <a:pt x="66675" y="502225"/>
                </a:lnTo>
                <a:lnTo>
                  <a:pt x="66675" y="483260"/>
                </a:lnTo>
                <a:lnTo>
                  <a:pt x="66675" y="464296"/>
                </a:lnTo>
                <a:lnTo>
                  <a:pt x="66675" y="445341"/>
                </a:lnTo>
                <a:lnTo>
                  <a:pt x="66675" y="426377"/>
                </a:lnTo>
                <a:lnTo>
                  <a:pt x="66675" y="407413"/>
                </a:lnTo>
                <a:lnTo>
                  <a:pt x="66675" y="388449"/>
                </a:lnTo>
                <a:lnTo>
                  <a:pt x="66675" y="369484"/>
                </a:lnTo>
                <a:lnTo>
                  <a:pt x="66675" y="350520"/>
                </a:lnTo>
                <a:lnTo>
                  <a:pt x="66675" y="331556"/>
                </a:lnTo>
                <a:lnTo>
                  <a:pt x="66675" y="312591"/>
                </a:lnTo>
                <a:lnTo>
                  <a:pt x="66675" y="293627"/>
                </a:lnTo>
                <a:lnTo>
                  <a:pt x="66675" y="274663"/>
                </a:lnTo>
                <a:lnTo>
                  <a:pt x="66675" y="255699"/>
                </a:lnTo>
                <a:lnTo>
                  <a:pt x="66675" y="236744"/>
                </a:lnTo>
                <a:lnTo>
                  <a:pt x="66675" y="217780"/>
                </a:lnTo>
                <a:lnTo>
                  <a:pt x="66675" y="198815"/>
                </a:lnTo>
                <a:lnTo>
                  <a:pt x="66675" y="179851"/>
                </a:lnTo>
                <a:lnTo>
                  <a:pt x="66675" y="160887"/>
                </a:lnTo>
                <a:lnTo>
                  <a:pt x="66675" y="141923"/>
                </a:lnTo>
                <a:lnTo>
                  <a:pt x="66675" y="122958"/>
                </a:lnTo>
                <a:lnTo>
                  <a:pt x="66675" y="103994"/>
                </a:lnTo>
                <a:lnTo>
                  <a:pt x="66675" y="85030"/>
                </a:lnTo>
                <a:lnTo>
                  <a:pt x="66675" y="66065"/>
                </a:lnTo>
                <a:lnTo>
                  <a:pt x="66675" y="47101"/>
                </a:lnTo>
                <a:lnTo>
                  <a:pt x="66675" y="28146"/>
                </a:lnTo>
                <a:lnTo>
                  <a:pt x="66675" y="9182"/>
                </a:lnTo>
                <a:lnTo>
                  <a:pt x="56893" y="0"/>
                </a:lnTo>
                <a:lnTo>
                  <a:pt x="37929" y="0"/>
                </a:lnTo>
                <a:lnTo>
                  <a:pt x="18964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8A9DF"/>
            </a:solidFill>
            <a:prstDash val="solid"/>
          </a:ln>
        </p:spPr>
      </p:sp>
      <p:sp>
        <p:nvSpPr>
          <p:cNvPr id="20" name="handoff-4">
            <a:extLst xmlns:a="http://schemas.openxmlformats.org/drawingml/2006/main">
              <a:ext uri="{FF2B5EF4-FFF2-40B4-BE49-F238E27FC236}">
                <a16:creationId xmlns:a16="http://schemas.microsoft.com/office/drawing/2014/main" id="{180A954C-1999-4464-A798-660C314F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28585" y="3338513"/>
            <a:ext cx="2141220" cy="9525"/>
          </a:xfrm>
          <a:custGeom xmlns:a="http://schemas.openxmlformats.org/drawingml/2006/main">
            <a:pathLst>
              <a:path w="2141220" h="9525">
                <a:moveTo>
                  <a:pt x="0" y="0"/>
                </a:moveTo>
                <a:lnTo>
                  <a:pt x="18945" y="0"/>
                </a:lnTo>
                <a:lnTo>
                  <a:pt x="37900" y="0"/>
                </a:lnTo>
                <a:lnTo>
                  <a:pt x="56845" y="0"/>
                </a:lnTo>
                <a:lnTo>
                  <a:pt x="75800" y="0"/>
                </a:lnTo>
                <a:lnTo>
                  <a:pt x="94745" y="0"/>
                </a:lnTo>
                <a:lnTo>
                  <a:pt x="113690" y="0"/>
                </a:lnTo>
                <a:lnTo>
                  <a:pt x="132645" y="0"/>
                </a:lnTo>
                <a:lnTo>
                  <a:pt x="151590" y="0"/>
                </a:lnTo>
                <a:lnTo>
                  <a:pt x="170536" y="0"/>
                </a:lnTo>
                <a:lnTo>
                  <a:pt x="189490" y="0"/>
                </a:lnTo>
                <a:lnTo>
                  <a:pt x="208436" y="0"/>
                </a:lnTo>
                <a:lnTo>
                  <a:pt x="227390" y="0"/>
                </a:lnTo>
                <a:lnTo>
                  <a:pt x="246336" y="0"/>
                </a:lnTo>
                <a:lnTo>
                  <a:pt x="265281" y="0"/>
                </a:lnTo>
                <a:lnTo>
                  <a:pt x="284236" y="0"/>
                </a:lnTo>
                <a:lnTo>
                  <a:pt x="303181" y="0"/>
                </a:lnTo>
                <a:lnTo>
                  <a:pt x="322126" y="0"/>
                </a:lnTo>
                <a:lnTo>
                  <a:pt x="341081" y="0"/>
                </a:lnTo>
                <a:lnTo>
                  <a:pt x="360026" y="0"/>
                </a:lnTo>
                <a:lnTo>
                  <a:pt x="378981" y="0"/>
                </a:lnTo>
                <a:lnTo>
                  <a:pt x="397926" y="0"/>
                </a:lnTo>
                <a:lnTo>
                  <a:pt x="416871" y="0"/>
                </a:lnTo>
                <a:lnTo>
                  <a:pt x="435826" y="0"/>
                </a:lnTo>
                <a:lnTo>
                  <a:pt x="454771" y="0"/>
                </a:lnTo>
                <a:lnTo>
                  <a:pt x="473716" y="0"/>
                </a:lnTo>
                <a:lnTo>
                  <a:pt x="492671" y="0"/>
                </a:lnTo>
                <a:lnTo>
                  <a:pt x="511616" y="0"/>
                </a:lnTo>
                <a:lnTo>
                  <a:pt x="530571" y="0"/>
                </a:lnTo>
                <a:lnTo>
                  <a:pt x="549516" y="0"/>
                </a:lnTo>
                <a:lnTo>
                  <a:pt x="568462" y="0"/>
                </a:lnTo>
                <a:lnTo>
                  <a:pt x="587416" y="0"/>
                </a:lnTo>
                <a:lnTo>
                  <a:pt x="606362" y="0"/>
                </a:lnTo>
                <a:lnTo>
                  <a:pt x="625316" y="0"/>
                </a:lnTo>
                <a:lnTo>
                  <a:pt x="644261" y="0"/>
                </a:lnTo>
                <a:lnTo>
                  <a:pt x="663207" y="0"/>
                </a:lnTo>
                <a:lnTo>
                  <a:pt x="682161" y="0"/>
                </a:lnTo>
                <a:lnTo>
                  <a:pt x="701107" y="0"/>
                </a:lnTo>
                <a:lnTo>
                  <a:pt x="720052" y="0"/>
                </a:lnTo>
                <a:lnTo>
                  <a:pt x="739007" y="0"/>
                </a:lnTo>
                <a:lnTo>
                  <a:pt x="757952" y="0"/>
                </a:lnTo>
                <a:lnTo>
                  <a:pt x="776907" y="0"/>
                </a:lnTo>
                <a:lnTo>
                  <a:pt x="795852" y="0"/>
                </a:lnTo>
                <a:lnTo>
                  <a:pt x="814797" y="0"/>
                </a:lnTo>
                <a:lnTo>
                  <a:pt x="833752" y="0"/>
                </a:lnTo>
                <a:lnTo>
                  <a:pt x="852697" y="0"/>
                </a:lnTo>
                <a:lnTo>
                  <a:pt x="871642" y="0"/>
                </a:lnTo>
                <a:lnTo>
                  <a:pt x="890597" y="0"/>
                </a:lnTo>
                <a:lnTo>
                  <a:pt x="909542" y="0"/>
                </a:lnTo>
                <a:lnTo>
                  <a:pt x="928497" y="0"/>
                </a:lnTo>
                <a:lnTo>
                  <a:pt x="947442" y="0"/>
                </a:lnTo>
                <a:lnTo>
                  <a:pt x="966387" y="0"/>
                </a:lnTo>
                <a:lnTo>
                  <a:pt x="985342" y="0"/>
                </a:lnTo>
                <a:lnTo>
                  <a:pt x="1004287" y="0"/>
                </a:lnTo>
                <a:lnTo>
                  <a:pt x="1023242" y="0"/>
                </a:lnTo>
                <a:lnTo>
                  <a:pt x="1042187" y="0"/>
                </a:lnTo>
                <a:lnTo>
                  <a:pt x="1061133" y="0"/>
                </a:lnTo>
                <a:lnTo>
                  <a:pt x="1080087" y="0"/>
                </a:lnTo>
                <a:lnTo>
                  <a:pt x="1099033" y="0"/>
                </a:lnTo>
                <a:lnTo>
                  <a:pt x="1117978" y="0"/>
                </a:lnTo>
                <a:lnTo>
                  <a:pt x="1136933" y="0"/>
                </a:lnTo>
                <a:lnTo>
                  <a:pt x="1155878" y="0"/>
                </a:lnTo>
                <a:lnTo>
                  <a:pt x="1174833" y="0"/>
                </a:lnTo>
                <a:lnTo>
                  <a:pt x="1193778" y="0"/>
                </a:lnTo>
                <a:lnTo>
                  <a:pt x="1212723" y="0"/>
                </a:lnTo>
                <a:lnTo>
                  <a:pt x="1231678" y="0"/>
                </a:lnTo>
                <a:lnTo>
                  <a:pt x="1250623" y="0"/>
                </a:lnTo>
                <a:lnTo>
                  <a:pt x="1269568" y="0"/>
                </a:lnTo>
                <a:lnTo>
                  <a:pt x="1288523" y="0"/>
                </a:lnTo>
                <a:lnTo>
                  <a:pt x="1307468" y="0"/>
                </a:lnTo>
                <a:lnTo>
                  <a:pt x="1326423" y="0"/>
                </a:lnTo>
                <a:lnTo>
                  <a:pt x="1345368" y="0"/>
                </a:lnTo>
                <a:lnTo>
                  <a:pt x="1364313" y="0"/>
                </a:lnTo>
                <a:lnTo>
                  <a:pt x="1383268" y="0"/>
                </a:lnTo>
                <a:lnTo>
                  <a:pt x="1402213" y="0"/>
                </a:lnTo>
                <a:lnTo>
                  <a:pt x="1421168" y="0"/>
                </a:lnTo>
                <a:lnTo>
                  <a:pt x="1440113" y="0"/>
                </a:lnTo>
                <a:lnTo>
                  <a:pt x="1459059" y="0"/>
                </a:lnTo>
                <a:lnTo>
                  <a:pt x="1478013" y="0"/>
                </a:lnTo>
                <a:lnTo>
                  <a:pt x="1496959" y="0"/>
                </a:lnTo>
                <a:lnTo>
                  <a:pt x="1515904" y="0"/>
                </a:lnTo>
                <a:lnTo>
                  <a:pt x="1534858" y="0"/>
                </a:lnTo>
                <a:lnTo>
                  <a:pt x="1553804" y="0"/>
                </a:lnTo>
                <a:lnTo>
                  <a:pt x="1572758" y="0"/>
                </a:lnTo>
                <a:lnTo>
                  <a:pt x="1591704" y="0"/>
                </a:lnTo>
                <a:lnTo>
                  <a:pt x="1610649" y="0"/>
                </a:lnTo>
                <a:lnTo>
                  <a:pt x="1629604" y="0"/>
                </a:lnTo>
                <a:lnTo>
                  <a:pt x="1648549" y="0"/>
                </a:lnTo>
                <a:lnTo>
                  <a:pt x="1667494" y="0"/>
                </a:lnTo>
                <a:lnTo>
                  <a:pt x="1686449" y="0"/>
                </a:lnTo>
                <a:lnTo>
                  <a:pt x="1705394" y="0"/>
                </a:lnTo>
                <a:lnTo>
                  <a:pt x="1724349" y="0"/>
                </a:lnTo>
                <a:lnTo>
                  <a:pt x="1743294" y="0"/>
                </a:lnTo>
                <a:lnTo>
                  <a:pt x="1762239" y="0"/>
                </a:lnTo>
                <a:lnTo>
                  <a:pt x="1781194" y="0"/>
                </a:lnTo>
                <a:lnTo>
                  <a:pt x="1800139" y="0"/>
                </a:lnTo>
                <a:lnTo>
                  <a:pt x="1819094" y="0"/>
                </a:lnTo>
                <a:lnTo>
                  <a:pt x="1838039" y="0"/>
                </a:lnTo>
                <a:lnTo>
                  <a:pt x="1856984" y="0"/>
                </a:lnTo>
                <a:lnTo>
                  <a:pt x="1875939" y="0"/>
                </a:lnTo>
                <a:lnTo>
                  <a:pt x="1894884" y="0"/>
                </a:lnTo>
                <a:lnTo>
                  <a:pt x="1913830" y="0"/>
                </a:lnTo>
                <a:lnTo>
                  <a:pt x="1932784" y="0"/>
                </a:lnTo>
                <a:lnTo>
                  <a:pt x="1951730" y="0"/>
                </a:lnTo>
                <a:lnTo>
                  <a:pt x="1970684" y="0"/>
                </a:lnTo>
                <a:lnTo>
                  <a:pt x="1989630" y="0"/>
                </a:lnTo>
                <a:lnTo>
                  <a:pt x="2008575" y="0"/>
                </a:lnTo>
                <a:lnTo>
                  <a:pt x="2027530" y="0"/>
                </a:lnTo>
                <a:lnTo>
                  <a:pt x="2046475" y="0"/>
                </a:lnTo>
                <a:lnTo>
                  <a:pt x="2065420" y="0"/>
                </a:lnTo>
                <a:lnTo>
                  <a:pt x="2084375" y="0"/>
                </a:lnTo>
                <a:lnTo>
                  <a:pt x="2103320" y="0"/>
                </a:lnTo>
                <a:lnTo>
                  <a:pt x="2122275" y="0"/>
                </a:lnTo>
                <a:lnTo>
                  <a:pt x="21412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8A9DF"/>
            </a:solidFill>
            <a:prstDash val="solid"/>
          </a:ln>
        </p:spPr>
      </p:sp>
      <p:sp>
        <p:nvSpPr>
          <p:cNvPr id="21" name="handoff-target-1">
            <a:extLst xmlns:a="http://schemas.openxmlformats.org/drawingml/2006/main">
              <a:ext uri="{FF2B5EF4-FFF2-40B4-BE49-F238E27FC236}">
                <a16:creationId xmlns:a16="http://schemas.microsoft.com/office/drawing/2014/main" id="{DCB9BDBF-D194-406A-98B5-0BEB5C7C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9083" y="5248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B86C5"/>
            </a:solidFill>
            <a:prstDash val="solid"/>
          </a:ln>
        </p:spPr>
      </p:sp>
      <p:sp>
        <p:nvSpPr>
          <p:cNvPr id="22" name="handoff-target-2">
            <a:extLst xmlns:a="http://schemas.openxmlformats.org/drawingml/2006/main">
              <a:ext uri="{FF2B5EF4-FFF2-40B4-BE49-F238E27FC236}">
                <a16:creationId xmlns:a16="http://schemas.microsoft.com/office/drawing/2014/main" id="{8D9C84BC-39A6-4528-B844-944A4865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1703" y="5248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B86C5"/>
            </a:solidFill>
            <a:prstDash val="solid"/>
          </a:ln>
        </p:spPr>
      </p:sp>
      <p:sp>
        <p:nvSpPr>
          <p:cNvPr id="23" name="handoff-target-3">
            <a:extLst xmlns:a="http://schemas.openxmlformats.org/drawingml/2006/main">
              <a:ext uri="{FF2B5EF4-FFF2-40B4-BE49-F238E27FC236}">
                <a16:creationId xmlns:a16="http://schemas.microsoft.com/office/drawing/2014/main" id="{AD44BF79-D71F-4B78-9258-964861940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1703" y="3295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B86C5"/>
            </a:solidFill>
            <a:prstDash val="solid"/>
          </a:ln>
        </p:spPr>
      </p:sp>
      <p:sp>
        <p:nvSpPr>
          <p:cNvPr id="24" name="handoff-target-4">
            <a:extLst xmlns:a="http://schemas.openxmlformats.org/drawingml/2006/main">
              <a:ext uri="{FF2B5EF4-FFF2-40B4-BE49-F238E27FC236}">
                <a16:creationId xmlns:a16="http://schemas.microsoft.com/office/drawing/2014/main" id="{DFC9B226-DA4B-4BF7-8252-49F1CB8A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6943" y="3295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B86C5"/>
            </a:solidFill>
            <a:prstDash val="solid"/>
          </a:ln>
        </p:spPr>
      </p:sp>
      <p:sp>
        <p:nvSpPr>
          <p:cNvPr id="25" name="stage-order-1">
            <a:extLst xmlns:a="http://schemas.openxmlformats.org/drawingml/2006/main">
              <a:ext uri="{FF2B5EF4-FFF2-40B4-BE49-F238E27FC236}">
                <a16:creationId xmlns:a16="http://schemas.microsoft.com/office/drawing/2014/main" id="{6122C8F0-0F7D-4F57-BBAA-39E76DF6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0275" y="18002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6" name="stage-1-title">
            <a:extLst xmlns:a="http://schemas.openxmlformats.org/drawingml/2006/main">
              <a:ext uri="{FF2B5EF4-FFF2-40B4-BE49-F238E27FC236}">
                <a16:creationId xmlns:a16="http://schemas.microsoft.com/office/drawing/2014/main" id="{06D3E6EC-9563-4D4C-9A29-4381AB13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0" y="1790700"/>
            <a:ext cx="1388716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7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需求澄清</a:t>
            </a:r>
          </a:p>
        </p:txBody>
      </p:sp>
      <p:sp>
        <p:nvSpPr>
          <p:cNvPr id="27" name="stage-divider-2">
            <a:extLst xmlns:a="http://schemas.openxmlformats.org/drawingml/2006/main">
              <a:ext uri="{FF2B5EF4-FFF2-40B4-BE49-F238E27FC236}">
                <a16:creationId xmlns:a16="http://schemas.microsoft.com/office/drawing/2014/main" id="{B3297465-6ACC-4784-8BB2-60EEE569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7616" y="17907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stage-order-2">
            <a:extLst xmlns:a="http://schemas.openxmlformats.org/drawingml/2006/main">
              <a:ext uri="{FF2B5EF4-FFF2-40B4-BE49-F238E27FC236}">
                <a16:creationId xmlns:a16="http://schemas.microsoft.com/office/drawing/2014/main" id="{9C63DABD-2ED5-4E92-B0E5-41DAEB37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2866" y="18002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9" name="stage-2-title">
            <a:extLst xmlns:a="http://schemas.openxmlformats.org/drawingml/2006/main">
              <a:ext uri="{FF2B5EF4-FFF2-40B4-BE49-F238E27FC236}">
                <a16:creationId xmlns:a16="http://schemas.microsoft.com/office/drawing/2014/main" id="{11AB78CB-0B29-49A3-84B9-286497DF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4341" y="1790700"/>
            <a:ext cx="1388716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7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方案设计</a:t>
            </a:r>
          </a:p>
        </p:txBody>
      </p:sp>
      <p:sp>
        <p:nvSpPr>
          <p:cNvPr id="30" name="stage-divider-3">
            <a:extLst xmlns:a="http://schemas.openxmlformats.org/drawingml/2006/main">
              <a:ext uri="{FF2B5EF4-FFF2-40B4-BE49-F238E27FC236}">
                <a16:creationId xmlns:a16="http://schemas.microsoft.com/office/drawing/2014/main" id="{D3F600B7-57E9-4243-890E-5D7FB8577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30208" y="17907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tage-order-3">
            <a:extLst xmlns:a="http://schemas.openxmlformats.org/drawingml/2006/main">
              <a:ext uri="{FF2B5EF4-FFF2-40B4-BE49-F238E27FC236}">
                <a16:creationId xmlns:a16="http://schemas.microsoft.com/office/drawing/2014/main" id="{A3680087-C9F7-45F9-B102-C624F707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25458" y="18002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2" name="stage-3-title">
            <a:extLst xmlns:a="http://schemas.openxmlformats.org/drawingml/2006/main">
              <a:ext uri="{FF2B5EF4-FFF2-40B4-BE49-F238E27FC236}">
                <a16:creationId xmlns:a16="http://schemas.microsoft.com/office/drawing/2014/main" id="{7734075A-CC20-4169-861E-7CAD2F00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96933" y="1790700"/>
            <a:ext cx="1388716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7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联合执行</a:t>
            </a:r>
          </a:p>
        </p:txBody>
      </p:sp>
      <p:sp>
        <p:nvSpPr>
          <p:cNvPr id="33" name="stage-divider-4">
            <a:extLst xmlns:a="http://schemas.openxmlformats.org/drawingml/2006/main">
              <a:ext uri="{FF2B5EF4-FFF2-40B4-BE49-F238E27FC236}">
                <a16:creationId xmlns:a16="http://schemas.microsoft.com/office/drawing/2014/main" id="{BC6EE680-2AE7-4781-9D93-25A0625D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42799" y="17907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stage-order-4">
            <a:extLst xmlns:a="http://schemas.openxmlformats.org/drawingml/2006/main">
              <a:ext uri="{FF2B5EF4-FFF2-40B4-BE49-F238E27FC236}">
                <a16:creationId xmlns:a16="http://schemas.microsoft.com/office/drawing/2014/main" id="{44086B82-12D7-46B9-B11A-787194D5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38049" y="18002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5" name="stage-4-title">
            <a:extLst xmlns:a="http://schemas.openxmlformats.org/drawingml/2006/main">
              <a:ext uri="{FF2B5EF4-FFF2-40B4-BE49-F238E27FC236}">
                <a16:creationId xmlns:a16="http://schemas.microsoft.com/office/drawing/2014/main" id="{22E21A9B-3B30-478D-8D76-56D8AEF0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9524" y="1790700"/>
            <a:ext cx="1388716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7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验收复盘</a:t>
            </a:r>
          </a:p>
        </p:txBody>
      </p:sp>
      <p:sp>
        <p:nvSpPr>
          <p:cNvPr id="36" name="stage-divider-5">
            <a:extLst xmlns:a="http://schemas.openxmlformats.org/drawingml/2006/main">
              <a:ext uri="{FF2B5EF4-FFF2-40B4-BE49-F238E27FC236}">
                <a16:creationId xmlns:a16="http://schemas.microsoft.com/office/drawing/2014/main" id="{8D76F5FE-9B0A-46CE-A26F-5BEC9B1C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5391" y="17907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stage-order-5">
            <a:extLst xmlns:a="http://schemas.openxmlformats.org/drawingml/2006/main">
              <a:ext uri="{FF2B5EF4-FFF2-40B4-BE49-F238E27FC236}">
                <a16:creationId xmlns:a16="http://schemas.microsoft.com/office/drawing/2014/main" id="{482BBC84-D338-4262-A801-EAD8E509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50641" y="18002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8" name="stage-5-title">
            <a:extLst xmlns:a="http://schemas.openxmlformats.org/drawingml/2006/main">
              <a:ext uri="{FF2B5EF4-FFF2-40B4-BE49-F238E27FC236}">
                <a16:creationId xmlns:a16="http://schemas.microsoft.com/office/drawing/2014/main" id="{88741243-7CB3-491D-9274-0125D97E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2116" y="1790700"/>
            <a:ext cx="1388869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7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持续优化</a:t>
            </a:r>
          </a:p>
        </p:txBody>
      </p:sp>
      <p:sp>
        <p:nvSpPr>
          <p:cNvPr id="39" name="task-1-shadow">
            <a:extLst xmlns:a="http://schemas.openxmlformats.org/drawingml/2006/main">
              <a:ext uri="{FF2B5EF4-FFF2-40B4-BE49-F238E27FC236}">
                <a16:creationId xmlns:a16="http://schemas.microsoft.com/office/drawing/2014/main" id="{857B89ED-1D4A-47E6-8E3E-3772CCEB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19325" y="2947988"/>
            <a:ext cx="1683991" cy="876300"/>
          </a:xfrm>
          <a:prstGeom xmlns:a="http://schemas.openxmlformats.org/drawingml/2006/main" prst="roundRect">
            <a:avLst>
              <a:gd name="adj" fmla="val 16304"/>
            </a:avLst>
          </a:prstGeom>
          <a:solidFill xmlns:a="http://schemas.openxmlformats.org/drawingml/2006/main">
            <a:srgbClr val="DCE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task-1-surface">
            <a:extLst xmlns:a="http://schemas.openxmlformats.org/drawingml/2006/main">
              <a:ext uri="{FF2B5EF4-FFF2-40B4-BE49-F238E27FC236}">
                <a16:creationId xmlns:a16="http://schemas.microsoft.com/office/drawing/2014/main" id="{A4F98616-291A-46AA-A074-AAE16445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19325" y="2900363"/>
            <a:ext cx="1683991" cy="876300"/>
          </a:xfrm>
          <a:prstGeom xmlns:a="http://schemas.openxmlformats.org/drawingml/2006/main" prst="roundRect">
            <a:avLst>
              <a:gd name="adj" fmla="val 163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41" name="task-1-accent">
            <a:extLst xmlns:a="http://schemas.openxmlformats.org/drawingml/2006/main">
              <a:ext uri="{FF2B5EF4-FFF2-40B4-BE49-F238E27FC236}">
                <a16:creationId xmlns:a16="http://schemas.microsoft.com/office/drawing/2014/main" id="{220EF0D4-9611-47CF-AEC0-C562EC80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19325" y="2900363"/>
            <a:ext cx="47625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task-2-shadow">
            <a:extLst xmlns:a="http://schemas.openxmlformats.org/drawingml/2006/main">
              <a:ext uri="{FF2B5EF4-FFF2-40B4-BE49-F238E27FC236}">
                <a16:creationId xmlns:a16="http://schemas.microsoft.com/office/drawing/2014/main" id="{E4B6CF09-CA94-42EC-976F-B3AF63ED5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1916" y="4900613"/>
            <a:ext cx="1683991" cy="876300"/>
          </a:xfrm>
          <a:prstGeom xmlns:a="http://schemas.openxmlformats.org/drawingml/2006/main" prst="roundRect">
            <a:avLst>
              <a:gd name="adj" fmla="val 16304"/>
            </a:avLst>
          </a:prstGeom>
          <a:solidFill xmlns:a="http://schemas.openxmlformats.org/drawingml/2006/main">
            <a:srgbClr val="DCE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task-2-surface">
            <a:extLst xmlns:a="http://schemas.openxmlformats.org/drawingml/2006/main">
              <a:ext uri="{FF2B5EF4-FFF2-40B4-BE49-F238E27FC236}">
                <a16:creationId xmlns:a16="http://schemas.microsoft.com/office/drawing/2014/main" id="{D89C13B2-D336-4C4B-BFB9-C9CD2738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1916" y="4852988"/>
            <a:ext cx="1683991" cy="876300"/>
          </a:xfrm>
          <a:prstGeom xmlns:a="http://schemas.openxmlformats.org/drawingml/2006/main" prst="roundRect">
            <a:avLst>
              <a:gd name="adj" fmla="val 163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44" name="task-2-accent">
            <a:extLst xmlns:a="http://schemas.openxmlformats.org/drawingml/2006/main">
              <a:ext uri="{FF2B5EF4-FFF2-40B4-BE49-F238E27FC236}">
                <a16:creationId xmlns:a16="http://schemas.microsoft.com/office/drawing/2014/main" id="{C5F30EE3-E9BE-4AF1-A32F-3ED20A518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1916" y="4852988"/>
            <a:ext cx="47625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task-3-shadow">
            <a:extLst xmlns:a="http://schemas.openxmlformats.org/drawingml/2006/main">
              <a:ext uri="{FF2B5EF4-FFF2-40B4-BE49-F238E27FC236}">
                <a16:creationId xmlns:a16="http://schemas.microsoft.com/office/drawing/2014/main" id="{F0B8D99D-4783-41BC-B12E-AD2AF9429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4508" y="4900613"/>
            <a:ext cx="1683991" cy="876300"/>
          </a:xfrm>
          <a:prstGeom xmlns:a="http://schemas.openxmlformats.org/drawingml/2006/main" prst="roundRect">
            <a:avLst>
              <a:gd name="adj" fmla="val 16304"/>
            </a:avLst>
          </a:prstGeom>
          <a:solidFill xmlns:a="http://schemas.openxmlformats.org/drawingml/2006/main">
            <a:srgbClr val="DCE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task-3-surface">
            <a:extLst xmlns:a="http://schemas.openxmlformats.org/drawingml/2006/main">
              <a:ext uri="{FF2B5EF4-FFF2-40B4-BE49-F238E27FC236}">
                <a16:creationId xmlns:a16="http://schemas.microsoft.com/office/drawing/2014/main" id="{124F5780-DB64-45ED-AA50-C568AD2C0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4508" y="4852988"/>
            <a:ext cx="1683991" cy="876300"/>
          </a:xfrm>
          <a:prstGeom xmlns:a="http://schemas.openxmlformats.org/drawingml/2006/main" prst="roundRect">
            <a:avLst>
              <a:gd name="adj" fmla="val 163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47" name="task-3-accent">
            <a:extLst xmlns:a="http://schemas.openxmlformats.org/drawingml/2006/main">
              <a:ext uri="{FF2B5EF4-FFF2-40B4-BE49-F238E27FC236}">
                <a16:creationId xmlns:a16="http://schemas.microsoft.com/office/drawing/2014/main" id="{4F77046B-1257-4F0F-8731-94FF835A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4508" y="4852988"/>
            <a:ext cx="47625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task-4-shadow">
            <a:extLst xmlns:a="http://schemas.openxmlformats.org/drawingml/2006/main">
              <a:ext uri="{FF2B5EF4-FFF2-40B4-BE49-F238E27FC236}">
                <a16:creationId xmlns:a16="http://schemas.microsoft.com/office/drawing/2014/main" id="{231E0953-0713-4FA9-9BF8-DC692EA9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4508" y="2947988"/>
            <a:ext cx="1683991" cy="876300"/>
          </a:xfrm>
          <a:prstGeom xmlns:a="http://schemas.openxmlformats.org/drawingml/2006/main" prst="roundRect">
            <a:avLst>
              <a:gd name="adj" fmla="val 16304"/>
            </a:avLst>
          </a:prstGeom>
          <a:solidFill xmlns:a="http://schemas.openxmlformats.org/drawingml/2006/main">
            <a:srgbClr val="DCE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task-4-surface">
            <a:extLst xmlns:a="http://schemas.openxmlformats.org/drawingml/2006/main">
              <a:ext uri="{FF2B5EF4-FFF2-40B4-BE49-F238E27FC236}">
                <a16:creationId xmlns:a16="http://schemas.microsoft.com/office/drawing/2014/main" id="{1E3C3776-B7C4-42A9-83A6-D400444A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4508" y="2900363"/>
            <a:ext cx="1683991" cy="876300"/>
          </a:xfrm>
          <a:prstGeom xmlns:a="http://schemas.openxmlformats.org/drawingml/2006/main" prst="roundRect">
            <a:avLst>
              <a:gd name="adj" fmla="val 163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50" name="task-4-accent">
            <a:extLst xmlns:a="http://schemas.openxmlformats.org/drawingml/2006/main">
              <a:ext uri="{FF2B5EF4-FFF2-40B4-BE49-F238E27FC236}">
                <a16:creationId xmlns:a16="http://schemas.microsoft.com/office/drawing/2014/main" id="{A7531833-A6E0-46E4-9AE4-883F4338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4508" y="2900363"/>
            <a:ext cx="47625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task-5-shadow">
            <a:extLst xmlns:a="http://schemas.openxmlformats.org/drawingml/2006/main">
              <a:ext uri="{FF2B5EF4-FFF2-40B4-BE49-F238E27FC236}">
                <a16:creationId xmlns:a16="http://schemas.microsoft.com/office/drawing/2014/main" id="{FDE83B63-BDCC-4EAF-A303-0E7E619E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9691" y="2947988"/>
            <a:ext cx="1683991" cy="876300"/>
          </a:xfrm>
          <a:prstGeom xmlns:a="http://schemas.openxmlformats.org/drawingml/2006/main" prst="roundRect">
            <a:avLst>
              <a:gd name="adj" fmla="val 16304"/>
            </a:avLst>
          </a:prstGeom>
          <a:solidFill xmlns:a="http://schemas.openxmlformats.org/drawingml/2006/main">
            <a:srgbClr val="DCE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task-5-surface">
            <a:extLst xmlns:a="http://schemas.openxmlformats.org/drawingml/2006/main">
              <a:ext uri="{FF2B5EF4-FFF2-40B4-BE49-F238E27FC236}">
                <a16:creationId xmlns:a16="http://schemas.microsoft.com/office/drawing/2014/main" id="{51B5E558-3EE5-4497-8C79-36D4D0D7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9691" y="2900363"/>
            <a:ext cx="1683991" cy="876300"/>
          </a:xfrm>
          <a:prstGeom xmlns:a="http://schemas.openxmlformats.org/drawingml/2006/main" prst="roundRect">
            <a:avLst>
              <a:gd name="adj" fmla="val 1630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53" name="task-5-accent">
            <a:extLst xmlns:a="http://schemas.openxmlformats.org/drawingml/2006/main">
              <a:ext uri="{FF2B5EF4-FFF2-40B4-BE49-F238E27FC236}">
                <a16:creationId xmlns:a16="http://schemas.microsoft.com/office/drawing/2014/main" id="{1983E4A0-D692-4B7F-946C-1E79003F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9691" y="2900363"/>
            <a:ext cx="47625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task-1-title">
            <a:extLst xmlns:a="http://schemas.openxmlformats.org/drawingml/2006/main">
              <a:ext uri="{FF2B5EF4-FFF2-40B4-BE49-F238E27FC236}">
                <a16:creationId xmlns:a16="http://schemas.microsoft.com/office/drawing/2014/main" id="{41FCE125-CAEE-4D0D-AC26-65272B90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2200" y="3006176"/>
            <a:ext cx="1464916" cy="253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收集真实需求</a:t>
            </a:r>
          </a:p>
        </p:txBody>
      </p:sp>
      <p:sp>
        <p:nvSpPr>
          <p:cNvPr id="55" name="task-1-body">
            <a:extLst xmlns:a="http://schemas.openxmlformats.org/drawingml/2006/main">
              <a:ext uri="{FF2B5EF4-FFF2-40B4-BE49-F238E27FC236}">
                <a16:creationId xmlns:a16="http://schemas.microsoft.com/office/drawing/2014/main" id="{A0004315-D55D-41C9-AA6C-B1EC15E0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2200" y="3259484"/>
            <a:ext cx="1464916" cy="4113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梳理场景与核心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56" name="task-2-title">
            <a:extLst xmlns:a="http://schemas.openxmlformats.org/drawingml/2006/main">
              <a:ext uri="{FF2B5EF4-FFF2-40B4-BE49-F238E27FC236}">
                <a16:creationId xmlns:a16="http://schemas.microsoft.com/office/drawing/2014/main" id="{2F6DB0BA-EBEC-4F7E-9E45-FA78B1AD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74791" y="4958801"/>
            <a:ext cx="1464916" cy="253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形成实施方案</a:t>
            </a:r>
          </a:p>
        </p:txBody>
      </p:sp>
      <p:sp>
        <p:nvSpPr>
          <p:cNvPr id="57" name="task-2-body">
            <a:extLst xmlns:a="http://schemas.openxmlformats.org/drawingml/2006/main">
              <a:ext uri="{FF2B5EF4-FFF2-40B4-BE49-F238E27FC236}">
                <a16:creationId xmlns:a16="http://schemas.microsoft.com/office/drawing/2014/main" id="{1F1CA27E-7CDE-400C-8350-00C8100D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74791" y="5212109"/>
            <a:ext cx="1464916" cy="4113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设计路径与关键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机制</a:t>
            </a:r>
          </a:p>
        </p:txBody>
      </p:sp>
      <p:sp>
        <p:nvSpPr>
          <p:cNvPr id="58" name="task-3-title">
            <a:extLst xmlns:a="http://schemas.openxmlformats.org/drawingml/2006/main">
              <a:ext uri="{FF2B5EF4-FFF2-40B4-BE49-F238E27FC236}">
                <a16:creationId xmlns:a16="http://schemas.microsoft.com/office/drawing/2014/main" id="{32F71669-5526-487B-A521-449DCEAB6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87383" y="4958801"/>
            <a:ext cx="1464916" cy="253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完成方案交付</a:t>
            </a:r>
          </a:p>
        </p:txBody>
      </p:sp>
      <p:sp>
        <p:nvSpPr>
          <p:cNvPr id="59" name="task-3-body">
            <a:extLst xmlns:a="http://schemas.openxmlformats.org/drawingml/2006/main">
              <a:ext uri="{FF2B5EF4-FFF2-40B4-BE49-F238E27FC236}">
                <a16:creationId xmlns:a16="http://schemas.microsoft.com/office/drawing/2014/main" id="{6A5262B2-5300-4560-8CB5-04375621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87383" y="5212109"/>
            <a:ext cx="1464916" cy="4113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实现功能并联调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60" name="task-4-title">
            <a:extLst xmlns:a="http://schemas.openxmlformats.org/drawingml/2006/main">
              <a:ext uri="{FF2B5EF4-FFF2-40B4-BE49-F238E27FC236}">
                <a16:creationId xmlns:a16="http://schemas.microsoft.com/office/drawing/2014/main" id="{D3F8E9F2-98BF-4F2A-A785-E25D3919D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87383" y="3006176"/>
            <a:ext cx="1464916" cy="253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组织场景试用</a:t>
            </a:r>
          </a:p>
        </p:txBody>
      </p:sp>
      <p:sp>
        <p:nvSpPr>
          <p:cNvPr id="61" name="task-4-body">
            <a:extLst xmlns:a="http://schemas.openxmlformats.org/drawingml/2006/main">
              <a:ext uri="{FF2B5EF4-FFF2-40B4-BE49-F238E27FC236}">
                <a16:creationId xmlns:a16="http://schemas.microsoft.com/office/drawing/2014/main" id="{092CEC9C-81A3-4B79-A083-2FE1E69B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87383" y="3259484"/>
            <a:ext cx="1464916" cy="4113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反馈问题与使用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体验</a:t>
            </a:r>
          </a:p>
        </p:txBody>
      </p:sp>
      <p:sp>
        <p:nvSpPr>
          <p:cNvPr id="62" name="task-5-title">
            <a:extLst xmlns:a="http://schemas.openxmlformats.org/drawingml/2006/main">
              <a:ext uri="{FF2B5EF4-FFF2-40B4-BE49-F238E27FC236}">
                <a16:creationId xmlns:a16="http://schemas.microsoft.com/office/drawing/2014/main" id="{3E5E67E1-031D-46C3-BE23-FB1FDDF2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12566" y="3006176"/>
            <a:ext cx="1464916" cy="253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持续运营优化</a:t>
            </a:r>
          </a:p>
        </p:txBody>
      </p:sp>
      <p:sp>
        <p:nvSpPr>
          <p:cNvPr id="63" name="task-5-body">
            <a:extLst xmlns:a="http://schemas.openxmlformats.org/drawingml/2006/main">
              <a:ext uri="{FF2B5EF4-FFF2-40B4-BE49-F238E27FC236}">
                <a16:creationId xmlns:a16="http://schemas.microsoft.com/office/drawing/2014/main" id="{C82A3021-7B04-4765-9A07-8E212CC7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12566" y="3259484"/>
            <a:ext cx="1464916" cy="4113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依据数据迭代流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程</a:t>
            </a:r>
          </a:p>
        </p:txBody>
      </p:sp>
      <p:sp>
        <p:nvSpPr>
          <p:cNvPr id="64" name="corner-label">
            <a:extLst xmlns:a="http://schemas.openxmlformats.org/drawingml/2006/main">
              <a:ext uri="{FF2B5EF4-FFF2-40B4-BE49-F238E27FC236}">
                <a16:creationId xmlns:a16="http://schemas.microsoft.com/office/drawing/2014/main" id="{DB96AD43-D80B-4B00-9599-CE318DA6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1657350"/>
            <a:ext cx="140970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F0F6FD"/>
          </a:solidFill>
          <a:ln xmlns:a="http://schemas.openxmlformats.org/drawingml/2006/main" w="9525">
            <a:solidFill>
              <a:srgbClr val="D4E3F4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476B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476B95"/>
                </a:solidFill>
                <a:latin typeface="Microsoft YaHei"/>
                <a:ea typeface="Microsoft YaHei"/>
                <a:cs typeface="Microsoft YaHei"/>
              </a:rPr>
              <a:t>角色 × 阶段</a:t>
            </a:r>
          </a:p>
        </p:txBody>
      </p:sp>
    </p:spTree>
    <p:extLst>
      <p:ext uri="{BB962C8B-B14F-4D97-AF65-F5344CB8AC3E}">
        <p14:creationId xmlns:p14="http://schemas.microsoft.com/office/powerpoint/2010/main" val="746729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stage-band-underlay">
            <a:extLst xmlns:a="http://schemas.openxmlformats.org/drawingml/2006/main">
              <a:ext uri="{FF2B5EF4-FFF2-40B4-BE49-F238E27FC236}">
                <a16:creationId xmlns:a16="http://schemas.microsoft.com/office/drawing/2014/main" id="{EDE1F844-625B-47F4-9B7E-85EB352A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5025" y="1704975"/>
            <a:ext cx="956310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ane-1-surface">
            <a:extLst xmlns:a="http://schemas.openxmlformats.org/drawingml/2006/main">
              <a:ext uri="{FF2B5EF4-FFF2-40B4-BE49-F238E27FC236}">
                <a16:creationId xmlns:a16="http://schemas.microsoft.com/office/drawing/2014/main" id="{BAE36073-E30D-4CD9-B1E8-6B62CE64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5025" y="2362200"/>
            <a:ext cx="9563100" cy="1225448"/>
          </a:xfrm>
          <a:prstGeom xmlns:a="http://schemas.openxmlformats.org/drawingml/2006/main" prst="roundRect">
            <a:avLst>
              <a:gd name="adj" fmla="val 12436"/>
            </a:avLst>
          </a:prstGeom>
          <a:solidFill xmlns:a="http://schemas.openxmlformats.org/drawingml/2006/main">
            <a:srgbClr val="F8FBFE"/>
          </a:solidFill>
          <a:ln xmlns:a="http://schemas.openxmlformats.org/drawingml/2006/main" w="9525">
            <a:solidFill>
              <a:srgbClr val="DCE8F5"/>
            </a:solidFill>
            <a:prstDash val="solid"/>
          </a:ln>
        </p:spPr>
      </p:sp>
      <p:sp>
        <p:nvSpPr>
          <p:cNvPr id="3" name="role-1-underlay">
            <a:extLst xmlns:a="http://schemas.openxmlformats.org/drawingml/2006/main">
              <a:ext uri="{FF2B5EF4-FFF2-40B4-BE49-F238E27FC236}">
                <a16:creationId xmlns:a16="http://schemas.microsoft.com/office/drawing/2014/main" id="{6C1131BC-E19A-4514-A675-A4888A6FC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2476500"/>
            <a:ext cx="1409700" cy="1073048"/>
          </a:xfrm>
          <a:prstGeom xmlns:a="http://schemas.openxmlformats.org/drawingml/2006/main" prst="roundRect">
            <a:avLst>
              <a:gd name="adj" fmla="val 1420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ole-1-label">
            <a:extLst xmlns:a="http://schemas.openxmlformats.org/drawingml/2006/main">
              <a:ext uri="{FF2B5EF4-FFF2-40B4-BE49-F238E27FC236}">
                <a16:creationId xmlns:a16="http://schemas.microsoft.com/office/drawing/2014/main" id="{E9F577EC-2EF9-40F0-A81F-C958CF40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2438400"/>
            <a:ext cx="1409700" cy="1073048"/>
          </a:xfrm>
          <a:prstGeom xmlns:a="http://schemas.openxmlformats.org/drawingml/2006/main" prst="roundRect">
            <a:avLst>
              <a:gd name="adj" fmla="val 142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6"/>
          <a:fontRef xmlns:a="http://schemas.openxmlformats.org/drawingml/2006/main" idx="major"/>
        </p:style>
      </p:sp>
      <p:sp>
        <p:nvSpPr>
          <p:cNvPr id="5" name="role-1-accent">
            <a:extLst xmlns:a="http://schemas.openxmlformats.org/drawingml/2006/main">
              <a:ext uri="{FF2B5EF4-FFF2-40B4-BE49-F238E27FC236}">
                <a16:creationId xmlns:a16="http://schemas.microsoft.com/office/drawing/2014/main" id="{CD345239-3222-45AD-8A16-A6270B11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2438400"/>
            <a:ext cx="66675" cy="1073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ole-1-name">
            <a:extLst xmlns:a="http://schemas.openxmlformats.org/drawingml/2006/main">
              <a:ext uri="{FF2B5EF4-FFF2-40B4-BE49-F238E27FC236}">
                <a16:creationId xmlns:a16="http://schemas.microsoft.com/office/drawing/2014/main" id="{77C6005A-DF65-44DD-AFC3-5B180E98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" y="2851099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42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业务团队</a:t>
            </a:r>
          </a:p>
        </p:txBody>
      </p:sp>
      <p:sp>
        <p:nvSpPr>
          <p:cNvPr id="7" name="lane-2-surface">
            <a:extLst xmlns:a="http://schemas.openxmlformats.org/drawingml/2006/main">
              <a:ext uri="{FF2B5EF4-FFF2-40B4-BE49-F238E27FC236}">
                <a16:creationId xmlns:a16="http://schemas.microsoft.com/office/drawing/2014/main" id="{5F40C2DE-E214-4131-9F86-36A3D38C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5025" y="3663848"/>
            <a:ext cx="9563100" cy="1225448"/>
          </a:xfrm>
          <a:prstGeom xmlns:a="http://schemas.openxmlformats.org/drawingml/2006/main" prst="roundRect">
            <a:avLst>
              <a:gd name="adj" fmla="val 12436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CE8F5"/>
            </a:solidFill>
            <a:prstDash val="solid"/>
          </a:ln>
        </p:spPr>
      </p:sp>
      <p:sp>
        <p:nvSpPr>
          <p:cNvPr id="8" name="role-2-underlay">
            <a:extLst xmlns:a="http://schemas.openxmlformats.org/drawingml/2006/main">
              <a:ext uri="{FF2B5EF4-FFF2-40B4-BE49-F238E27FC236}">
                <a16:creationId xmlns:a16="http://schemas.microsoft.com/office/drawing/2014/main" id="{18BC6233-4651-495B-BFFD-1F687A2D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3778148"/>
            <a:ext cx="1409700" cy="1073048"/>
          </a:xfrm>
          <a:prstGeom xmlns:a="http://schemas.openxmlformats.org/drawingml/2006/main" prst="roundRect">
            <a:avLst>
              <a:gd name="adj" fmla="val 1420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ole-2-label">
            <a:extLst xmlns:a="http://schemas.openxmlformats.org/drawingml/2006/main">
              <a:ext uri="{FF2B5EF4-FFF2-40B4-BE49-F238E27FC236}">
                <a16:creationId xmlns:a16="http://schemas.microsoft.com/office/drawing/2014/main" id="{4B487335-2642-4243-8DD2-AE48D54C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3740048"/>
            <a:ext cx="1409700" cy="1073048"/>
          </a:xfrm>
          <a:prstGeom xmlns:a="http://schemas.openxmlformats.org/drawingml/2006/main" prst="roundRect">
            <a:avLst>
              <a:gd name="adj" fmla="val 142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6"/>
          <a:fontRef xmlns:a="http://schemas.openxmlformats.org/drawingml/2006/main" idx="major"/>
        </p:style>
      </p:sp>
      <p:sp>
        <p:nvSpPr>
          <p:cNvPr id="10" name="role-2-accent">
            <a:extLst xmlns:a="http://schemas.openxmlformats.org/drawingml/2006/main">
              <a:ext uri="{FF2B5EF4-FFF2-40B4-BE49-F238E27FC236}">
                <a16:creationId xmlns:a16="http://schemas.microsoft.com/office/drawing/2014/main" id="{0363AFCB-C3CA-41F3-BC67-90D80650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3740048"/>
            <a:ext cx="66675" cy="1073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ole-2-name">
            <a:extLst xmlns:a="http://schemas.openxmlformats.org/drawingml/2006/main">
              <a:ext uri="{FF2B5EF4-FFF2-40B4-BE49-F238E27FC236}">
                <a16:creationId xmlns:a16="http://schemas.microsoft.com/office/drawing/2014/main" id="{97A49DA4-282D-4C31-9A16-85A32153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" y="4152748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42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技术团队</a:t>
            </a:r>
          </a:p>
        </p:txBody>
      </p:sp>
      <p:sp>
        <p:nvSpPr>
          <p:cNvPr id="12" name="lane-3-surface">
            <a:extLst xmlns:a="http://schemas.openxmlformats.org/drawingml/2006/main">
              <a:ext uri="{FF2B5EF4-FFF2-40B4-BE49-F238E27FC236}">
                <a16:creationId xmlns:a16="http://schemas.microsoft.com/office/drawing/2014/main" id="{FEFAE377-B58A-4C81-883C-9AFDBC80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5025" y="4965649"/>
            <a:ext cx="9563100" cy="1225448"/>
          </a:xfrm>
          <a:prstGeom xmlns:a="http://schemas.openxmlformats.org/drawingml/2006/main" prst="roundRect">
            <a:avLst>
              <a:gd name="adj" fmla="val 12436"/>
            </a:avLst>
          </a:prstGeom>
          <a:solidFill xmlns:a="http://schemas.openxmlformats.org/drawingml/2006/main">
            <a:srgbClr val="F8FBFE"/>
          </a:solidFill>
          <a:ln xmlns:a="http://schemas.openxmlformats.org/drawingml/2006/main" w="9525">
            <a:solidFill>
              <a:srgbClr val="DCE8F5"/>
            </a:solidFill>
            <a:prstDash val="solid"/>
          </a:ln>
        </p:spPr>
      </p:sp>
      <p:sp>
        <p:nvSpPr>
          <p:cNvPr id="13" name="role-3-underlay">
            <a:extLst xmlns:a="http://schemas.openxmlformats.org/drawingml/2006/main">
              <a:ext uri="{FF2B5EF4-FFF2-40B4-BE49-F238E27FC236}">
                <a16:creationId xmlns:a16="http://schemas.microsoft.com/office/drawing/2014/main" id="{1C99E08F-575D-4DDC-BB4B-D244FC3D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5079949"/>
            <a:ext cx="1409700" cy="1073048"/>
          </a:xfrm>
          <a:prstGeom xmlns:a="http://schemas.openxmlformats.org/drawingml/2006/main" prst="roundRect">
            <a:avLst>
              <a:gd name="adj" fmla="val 1420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ole-3-label">
            <a:extLst xmlns:a="http://schemas.openxmlformats.org/drawingml/2006/main">
              <a:ext uri="{FF2B5EF4-FFF2-40B4-BE49-F238E27FC236}">
                <a16:creationId xmlns:a16="http://schemas.microsoft.com/office/drawing/2014/main" id="{5F4FB1A8-6A7A-4251-A6F1-8671DFCF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5041849"/>
            <a:ext cx="1409700" cy="1073048"/>
          </a:xfrm>
          <a:prstGeom xmlns:a="http://schemas.openxmlformats.org/drawingml/2006/main" prst="roundRect">
            <a:avLst>
              <a:gd name="adj" fmla="val 142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6"/>
          <a:fontRef xmlns:a="http://schemas.openxmlformats.org/drawingml/2006/main" idx="major"/>
        </p:style>
      </p:sp>
      <p:sp>
        <p:nvSpPr>
          <p:cNvPr id="15" name="role-3-accent">
            <a:extLst xmlns:a="http://schemas.openxmlformats.org/drawingml/2006/main">
              <a:ext uri="{FF2B5EF4-FFF2-40B4-BE49-F238E27FC236}">
                <a16:creationId xmlns:a16="http://schemas.microsoft.com/office/drawing/2014/main" id="{08C1FECD-669B-4E57-AE42-95E0649A8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5041849"/>
            <a:ext cx="66675" cy="10730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9E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ole-3-name">
            <a:extLst xmlns:a="http://schemas.openxmlformats.org/drawingml/2006/main">
              <a:ext uri="{FF2B5EF4-FFF2-40B4-BE49-F238E27FC236}">
                <a16:creationId xmlns:a16="http://schemas.microsoft.com/office/drawing/2014/main" id="{703C55DA-112A-4B99-905D-CA9E7E98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" y="5454548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42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管理团队</a:t>
            </a:r>
          </a:p>
        </p:txBody>
      </p:sp>
      <p:sp>
        <p:nvSpPr>
          <p:cNvPr id="17" name="stage-band">
            <a:extLst xmlns:a="http://schemas.openxmlformats.org/drawingml/2006/main">
              <a:ext uri="{FF2B5EF4-FFF2-40B4-BE49-F238E27FC236}">
                <a16:creationId xmlns:a16="http://schemas.microsoft.com/office/drawing/2014/main" id="{86F9E4EC-C135-4C77-B03D-1D058CC5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5025" y="1657350"/>
            <a:ext cx="956310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9525">
            <a:solidFill>
              <a:srgbClr val="D4E4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7"/>
          <a:fontRef xmlns:a="http://schemas.openxmlformats.org/drawingml/2006/main" idx="major"/>
        </p:style>
      </p:sp>
      <p:sp>
        <p:nvSpPr>
          <p:cNvPr id="18" name="column-divider-1">
            <a:extLst xmlns:a="http://schemas.openxmlformats.org/drawingml/2006/main">
              <a:ext uri="{FF2B5EF4-FFF2-40B4-BE49-F238E27FC236}">
                <a16:creationId xmlns:a16="http://schemas.microsoft.com/office/drawing/2014/main" id="{C57AAD71-8DCC-42C2-B0B4-265646C7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7616" y="24574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olumn-divider-2">
            <a:extLst xmlns:a="http://schemas.openxmlformats.org/drawingml/2006/main">
              <a:ext uri="{FF2B5EF4-FFF2-40B4-BE49-F238E27FC236}">
                <a16:creationId xmlns:a16="http://schemas.microsoft.com/office/drawing/2014/main" id="{350DF595-79D7-4C72-9B25-EE3CD21D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30208" y="24574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olumn-divider-3">
            <a:extLst xmlns:a="http://schemas.openxmlformats.org/drawingml/2006/main">
              <a:ext uri="{FF2B5EF4-FFF2-40B4-BE49-F238E27FC236}">
                <a16:creationId xmlns:a16="http://schemas.microsoft.com/office/drawing/2014/main" id="{ECB7E1A8-CEFC-4920-B215-1AA6E94F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42799" y="24574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olumn-divider-4">
            <a:extLst xmlns:a="http://schemas.openxmlformats.org/drawingml/2006/main">
              <a:ext uri="{FF2B5EF4-FFF2-40B4-BE49-F238E27FC236}">
                <a16:creationId xmlns:a16="http://schemas.microsoft.com/office/drawing/2014/main" id="{12B3F2AA-8B96-415C-8B80-BC884F36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5391" y="24574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handoff-1">
            <a:extLst xmlns:a="http://schemas.openxmlformats.org/drawingml/2006/main">
              <a:ext uri="{FF2B5EF4-FFF2-40B4-BE49-F238E27FC236}">
                <a16:creationId xmlns:a16="http://schemas.microsoft.com/office/drawing/2014/main" id="{6557ED5B-3A40-45D2-92B9-5463EFF8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03345" y="3013072"/>
            <a:ext cx="66675" cy="2603497"/>
          </a:xfrm>
          <a:custGeom xmlns:a="http://schemas.openxmlformats.org/drawingml/2006/main">
            <a:pathLst>
              <a:path w="66675" h="2603497">
                <a:moveTo>
                  <a:pt x="0" y="0"/>
                </a:moveTo>
                <a:lnTo>
                  <a:pt x="19002" y="0"/>
                </a:lnTo>
                <a:lnTo>
                  <a:pt x="38014" y="0"/>
                </a:lnTo>
                <a:lnTo>
                  <a:pt x="57017" y="0"/>
                </a:lnTo>
                <a:lnTo>
                  <a:pt x="66675" y="9344"/>
                </a:lnTo>
                <a:lnTo>
                  <a:pt x="66675" y="28356"/>
                </a:lnTo>
                <a:lnTo>
                  <a:pt x="66675" y="47358"/>
                </a:lnTo>
                <a:lnTo>
                  <a:pt x="66675" y="66370"/>
                </a:lnTo>
                <a:lnTo>
                  <a:pt x="66675" y="85373"/>
                </a:lnTo>
                <a:lnTo>
                  <a:pt x="66675" y="104375"/>
                </a:lnTo>
                <a:lnTo>
                  <a:pt x="66675" y="123387"/>
                </a:lnTo>
                <a:lnTo>
                  <a:pt x="66675" y="142389"/>
                </a:lnTo>
                <a:lnTo>
                  <a:pt x="66675" y="161392"/>
                </a:lnTo>
                <a:lnTo>
                  <a:pt x="66675" y="180404"/>
                </a:lnTo>
                <a:lnTo>
                  <a:pt x="66675" y="199406"/>
                </a:lnTo>
                <a:lnTo>
                  <a:pt x="66675" y="218418"/>
                </a:lnTo>
                <a:lnTo>
                  <a:pt x="66675" y="237420"/>
                </a:lnTo>
                <a:lnTo>
                  <a:pt x="66675" y="256423"/>
                </a:lnTo>
                <a:lnTo>
                  <a:pt x="66675" y="275434"/>
                </a:lnTo>
                <a:lnTo>
                  <a:pt x="66675" y="294437"/>
                </a:lnTo>
                <a:lnTo>
                  <a:pt x="66675" y="313439"/>
                </a:lnTo>
                <a:lnTo>
                  <a:pt x="66675" y="332451"/>
                </a:lnTo>
                <a:lnTo>
                  <a:pt x="66675" y="351453"/>
                </a:lnTo>
                <a:lnTo>
                  <a:pt x="66675" y="370465"/>
                </a:lnTo>
                <a:lnTo>
                  <a:pt x="66675" y="389468"/>
                </a:lnTo>
                <a:lnTo>
                  <a:pt x="66675" y="408470"/>
                </a:lnTo>
                <a:lnTo>
                  <a:pt x="66675" y="427482"/>
                </a:lnTo>
                <a:lnTo>
                  <a:pt x="66675" y="446484"/>
                </a:lnTo>
                <a:lnTo>
                  <a:pt x="66675" y="465487"/>
                </a:lnTo>
                <a:lnTo>
                  <a:pt x="66675" y="484499"/>
                </a:lnTo>
                <a:lnTo>
                  <a:pt x="66675" y="503501"/>
                </a:lnTo>
                <a:lnTo>
                  <a:pt x="66675" y="522503"/>
                </a:lnTo>
                <a:lnTo>
                  <a:pt x="66675" y="541515"/>
                </a:lnTo>
                <a:lnTo>
                  <a:pt x="66675" y="560518"/>
                </a:lnTo>
                <a:lnTo>
                  <a:pt x="66675" y="579530"/>
                </a:lnTo>
                <a:lnTo>
                  <a:pt x="66675" y="598532"/>
                </a:lnTo>
                <a:lnTo>
                  <a:pt x="66675" y="617534"/>
                </a:lnTo>
                <a:lnTo>
                  <a:pt x="66675" y="636546"/>
                </a:lnTo>
                <a:lnTo>
                  <a:pt x="66675" y="655549"/>
                </a:lnTo>
                <a:lnTo>
                  <a:pt x="66675" y="674551"/>
                </a:lnTo>
                <a:lnTo>
                  <a:pt x="66675" y="693563"/>
                </a:lnTo>
                <a:lnTo>
                  <a:pt x="66675" y="712565"/>
                </a:lnTo>
                <a:lnTo>
                  <a:pt x="66675" y="731577"/>
                </a:lnTo>
                <a:lnTo>
                  <a:pt x="66675" y="750580"/>
                </a:lnTo>
                <a:lnTo>
                  <a:pt x="66675" y="769582"/>
                </a:lnTo>
                <a:lnTo>
                  <a:pt x="66675" y="788594"/>
                </a:lnTo>
                <a:lnTo>
                  <a:pt x="66675" y="807596"/>
                </a:lnTo>
                <a:lnTo>
                  <a:pt x="66675" y="826599"/>
                </a:lnTo>
                <a:lnTo>
                  <a:pt x="66675" y="845610"/>
                </a:lnTo>
                <a:lnTo>
                  <a:pt x="66675" y="864613"/>
                </a:lnTo>
                <a:lnTo>
                  <a:pt x="66675" y="883625"/>
                </a:lnTo>
                <a:lnTo>
                  <a:pt x="66675" y="902627"/>
                </a:lnTo>
                <a:lnTo>
                  <a:pt x="66675" y="921629"/>
                </a:lnTo>
                <a:lnTo>
                  <a:pt x="66675" y="940641"/>
                </a:lnTo>
                <a:lnTo>
                  <a:pt x="66675" y="959644"/>
                </a:lnTo>
                <a:lnTo>
                  <a:pt x="66675" y="978646"/>
                </a:lnTo>
                <a:lnTo>
                  <a:pt x="66675" y="997658"/>
                </a:lnTo>
                <a:lnTo>
                  <a:pt x="66675" y="1016660"/>
                </a:lnTo>
                <a:lnTo>
                  <a:pt x="66675" y="1035663"/>
                </a:lnTo>
                <a:lnTo>
                  <a:pt x="66675" y="1054675"/>
                </a:lnTo>
                <a:lnTo>
                  <a:pt x="66675" y="1073677"/>
                </a:lnTo>
                <a:lnTo>
                  <a:pt x="66675" y="1092689"/>
                </a:lnTo>
                <a:lnTo>
                  <a:pt x="66675" y="1111691"/>
                </a:lnTo>
                <a:lnTo>
                  <a:pt x="66675" y="1130694"/>
                </a:lnTo>
                <a:lnTo>
                  <a:pt x="66675" y="1149706"/>
                </a:lnTo>
                <a:lnTo>
                  <a:pt x="66675" y="1168708"/>
                </a:lnTo>
                <a:lnTo>
                  <a:pt x="66675" y="1187710"/>
                </a:lnTo>
                <a:lnTo>
                  <a:pt x="66675" y="1206722"/>
                </a:lnTo>
                <a:lnTo>
                  <a:pt x="66675" y="1225725"/>
                </a:lnTo>
                <a:lnTo>
                  <a:pt x="66675" y="1244737"/>
                </a:lnTo>
                <a:lnTo>
                  <a:pt x="66675" y="1263739"/>
                </a:lnTo>
                <a:lnTo>
                  <a:pt x="66675" y="1282741"/>
                </a:lnTo>
                <a:lnTo>
                  <a:pt x="66675" y="1301753"/>
                </a:lnTo>
                <a:lnTo>
                  <a:pt x="66675" y="1320756"/>
                </a:lnTo>
                <a:lnTo>
                  <a:pt x="66675" y="1339758"/>
                </a:lnTo>
                <a:lnTo>
                  <a:pt x="66675" y="1358770"/>
                </a:lnTo>
                <a:lnTo>
                  <a:pt x="66675" y="1377772"/>
                </a:lnTo>
                <a:lnTo>
                  <a:pt x="66675" y="1396784"/>
                </a:lnTo>
                <a:lnTo>
                  <a:pt x="66675" y="1415786"/>
                </a:lnTo>
                <a:lnTo>
                  <a:pt x="66675" y="1434789"/>
                </a:lnTo>
                <a:lnTo>
                  <a:pt x="66675" y="1453801"/>
                </a:lnTo>
                <a:lnTo>
                  <a:pt x="66675" y="1472803"/>
                </a:lnTo>
                <a:lnTo>
                  <a:pt x="66675" y="1491806"/>
                </a:lnTo>
                <a:lnTo>
                  <a:pt x="66675" y="1510817"/>
                </a:lnTo>
                <a:lnTo>
                  <a:pt x="66675" y="1529820"/>
                </a:lnTo>
                <a:lnTo>
                  <a:pt x="66675" y="1548822"/>
                </a:lnTo>
                <a:lnTo>
                  <a:pt x="66675" y="1567834"/>
                </a:lnTo>
                <a:lnTo>
                  <a:pt x="66675" y="1586836"/>
                </a:lnTo>
                <a:lnTo>
                  <a:pt x="66675" y="1605848"/>
                </a:lnTo>
                <a:lnTo>
                  <a:pt x="66675" y="1624851"/>
                </a:lnTo>
                <a:lnTo>
                  <a:pt x="66675" y="1643853"/>
                </a:lnTo>
                <a:lnTo>
                  <a:pt x="66675" y="1662865"/>
                </a:lnTo>
                <a:lnTo>
                  <a:pt x="66675" y="1681867"/>
                </a:lnTo>
                <a:lnTo>
                  <a:pt x="66675" y="1700870"/>
                </a:lnTo>
                <a:lnTo>
                  <a:pt x="66675" y="1719882"/>
                </a:lnTo>
                <a:lnTo>
                  <a:pt x="66675" y="1738884"/>
                </a:lnTo>
                <a:lnTo>
                  <a:pt x="66675" y="1757896"/>
                </a:lnTo>
                <a:lnTo>
                  <a:pt x="66675" y="1776898"/>
                </a:lnTo>
                <a:lnTo>
                  <a:pt x="66675" y="1795901"/>
                </a:lnTo>
                <a:lnTo>
                  <a:pt x="66675" y="1814913"/>
                </a:lnTo>
                <a:lnTo>
                  <a:pt x="66675" y="1833915"/>
                </a:lnTo>
                <a:lnTo>
                  <a:pt x="66675" y="1852917"/>
                </a:lnTo>
                <a:lnTo>
                  <a:pt x="66675" y="1871929"/>
                </a:lnTo>
                <a:lnTo>
                  <a:pt x="66675" y="1890932"/>
                </a:lnTo>
                <a:lnTo>
                  <a:pt x="66675" y="1909943"/>
                </a:lnTo>
                <a:lnTo>
                  <a:pt x="66675" y="1928946"/>
                </a:lnTo>
                <a:lnTo>
                  <a:pt x="66675" y="1947948"/>
                </a:lnTo>
                <a:lnTo>
                  <a:pt x="66675" y="1966960"/>
                </a:lnTo>
                <a:lnTo>
                  <a:pt x="66675" y="1985963"/>
                </a:lnTo>
                <a:lnTo>
                  <a:pt x="66675" y="2004965"/>
                </a:lnTo>
                <a:lnTo>
                  <a:pt x="66675" y="2023977"/>
                </a:lnTo>
                <a:lnTo>
                  <a:pt x="66675" y="2042979"/>
                </a:lnTo>
                <a:lnTo>
                  <a:pt x="66675" y="2061982"/>
                </a:lnTo>
                <a:lnTo>
                  <a:pt x="66675" y="2080993"/>
                </a:lnTo>
                <a:lnTo>
                  <a:pt x="66675" y="2099996"/>
                </a:lnTo>
                <a:lnTo>
                  <a:pt x="66675" y="2119008"/>
                </a:lnTo>
                <a:lnTo>
                  <a:pt x="66675" y="2138010"/>
                </a:lnTo>
                <a:lnTo>
                  <a:pt x="66675" y="2157012"/>
                </a:lnTo>
                <a:lnTo>
                  <a:pt x="66675" y="2176024"/>
                </a:lnTo>
                <a:lnTo>
                  <a:pt x="66675" y="2195027"/>
                </a:lnTo>
                <a:lnTo>
                  <a:pt x="66675" y="2214029"/>
                </a:lnTo>
                <a:lnTo>
                  <a:pt x="66675" y="2233041"/>
                </a:lnTo>
                <a:lnTo>
                  <a:pt x="66675" y="2252043"/>
                </a:lnTo>
                <a:lnTo>
                  <a:pt x="66675" y="2271055"/>
                </a:lnTo>
                <a:lnTo>
                  <a:pt x="66675" y="2290058"/>
                </a:lnTo>
                <a:lnTo>
                  <a:pt x="66675" y="2309060"/>
                </a:lnTo>
                <a:lnTo>
                  <a:pt x="66675" y="2328072"/>
                </a:lnTo>
                <a:lnTo>
                  <a:pt x="66675" y="2347074"/>
                </a:lnTo>
                <a:lnTo>
                  <a:pt x="66675" y="2366077"/>
                </a:lnTo>
                <a:lnTo>
                  <a:pt x="66675" y="2385089"/>
                </a:lnTo>
                <a:lnTo>
                  <a:pt x="66675" y="2404091"/>
                </a:lnTo>
                <a:lnTo>
                  <a:pt x="66675" y="2423093"/>
                </a:lnTo>
                <a:lnTo>
                  <a:pt x="66675" y="2442105"/>
                </a:lnTo>
                <a:lnTo>
                  <a:pt x="66675" y="2461108"/>
                </a:lnTo>
                <a:lnTo>
                  <a:pt x="66675" y="2480120"/>
                </a:lnTo>
                <a:lnTo>
                  <a:pt x="66675" y="2499122"/>
                </a:lnTo>
                <a:lnTo>
                  <a:pt x="66675" y="2518124"/>
                </a:lnTo>
                <a:lnTo>
                  <a:pt x="66675" y="2537136"/>
                </a:lnTo>
                <a:lnTo>
                  <a:pt x="66675" y="2556139"/>
                </a:lnTo>
                <a:lnTo>
                  <a:pt x="66675" y="2575141"/>
                </a:lnTo>
                <a:lnTo>
                  <a:pt x="66675" y="2594153"/>
                </a:lnTo>
                <a:lnTo>
                  <a:pt x="57017" y="2603497"/>
                </a:lnTo>
                <a:lnTo>
                  <a:pt x="38014" y="2603497"/>
                </a:lnTo>
                <a:lnTo>
                  <a:pt x="19002" y="2603497"/>
                </a:lnTo>
                <a:lnTo>
                  <a:pt x="0" y="2603497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8A9DF"/>
            </a:solidFill>
            <a:prstDash val="solid"/>
          </a:ln>
        </p:spPr>
      </p:sp>
      <p:sp>
        <p:nvSpPr>
          <p:cNvPr id="23" name="handoff-2">
            <a:extLst xmlns:a="http://schemas.openxmlformats.org/drawingml/2006/main">
              <a:ext uri="{FF2B5EF4-FFF2-40B4-BE49-F238E27FC236}">
                <a16:creationId xmlns:a16="http://schemas.microsoft.com/office/drawing/2014/main" id="{623D9210-41A1-4EF6-BD0C-3BEEDF64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03345" y="4314825"/>
            <a:ext cx="228600" cy="1301753"/>
          </a:xfrm>
          <a:custGeom xmlns:a="http://schemas.openxmlformats.org/drawingml/2006/main">
            <a:pathLst>
              <a:path w="228600" h="1301753">
                <a:moveTo>
                  <a:pt x="0" y="1301753"/>
                </a:moveTo>
                <a:lnTo>
                  <a:pt x="18898" y="1301753"/>
                </a:lnTo>
                <a:lnTo>
                  <a:pt x="37786" y="1301753"/>
                </a:lnTo>
                <a:lnTo>
                  <a:pt x="56683" y="1301753"/>
                </a:lnTo>
                <a:lnTo>
                  <a:pt x="75571" y="1301753"/>
                </a:lnTo>
                <a:lnTo>
                  <a:pt x="94469" y="1301753"/>
                </a:lnTo>
                <a:lnTo>
                  <a:pt x="113357" y="1301753"/>
                </a:lnTo>
                <a:lnTo>
                  <a:pt x="114300" y="1283799"/>
                </a:lnTo>
                <a:lnTo>
                  <a:pt x="114300" y="1264901"/>
                </a:lnTo>
                <a:lnTo>
                  <a:pt x="114300" y="1246013"/>
                </a:lnTo>
                <a:lnTo>
                  <a:pt x="114300" y="1227115"/>
                </a:lnTo>
                <a:lnTo>
                  <a:pt x="114300" y="1208227"/>
                </a:lnTo>
                <a:lnTo>
                  <a:pt x="114300" y="1189330"/>
                </a:lnTo>
                <a:lnTo>
                  <a:pt x="114300" y="1170442"/>
                </a:lnTo>
                <a:lnTo>
                  <a:pt x="114300" y="1151544"/>
                </a:lnTo>
                <a:lnTo>
                  <a:pt x="114300" y="1132656"/>
                </a:lnTo>
                <a:lnTo>
                  <a:pt x="114300" y="1113758"/>
                </a:lnTo>
                <a:lnTo>
                  <a:pt x="114300" y="1094870"/>
                </a:lnTo>
                <a:lnTo>
                  <a:pt x="114300" y="1075973"/>
                </a:lnTo>
                <a:lnTo>
                  <a:pt x="114300" y="1057075"/>
                </a:lnTo>
                <a:lnTo>
                  <a:pt x="114300" y="1038187"/>
                </a:lnTo>
                <a:lnTo>
                  <a:pt x="114300" y="1019289"/>
                </a:lnTo>
                <a:lnTo>
                  <a:pt x="114300" y="1000401"/>
                </a:lnTo>
                <a:lnTo>
                  <a:pt x="114300" y="981504"/>
                </a:lnTo>
                <a:lnTo>
                  <a:pt x="114300" y="962616"/>
                </a:lnTo>
                <a:lnTo>
                  <a:pt x="114300" y="943718"/>
                </a:lnTo>
                <a:lnTo>
                  <a:pt x="114300" y="924830"/>
                </a:lnTo>
                <a:lnTo>
                  <a:pt x="114300" y="905932"/>
                </a:lnTo>
                <a:lnTo>
                  <a:pt x="114300" y="887044"/>
                </a:lnTo>
                <a:lnTo>
                  <a:pt x="114300" y="868147"/>
                </a:lnTo>
                <a:lnTo>
                  <a:pt x="114300" y="849249"/>
                </a:lnTo>
                <a:lnTo>
                  <a:pt x="114300" y="830361"/>
                </a:lnTo>
                <a:lnTo>
                  <a:pt x="114300" y="811463"/>
                </a:lnTo>
                <a:lnTo>
                  <a:pt x="114300" y="792575"/>
                </a:lnTo>
                <a:lnTo>
                  <a:pt x="114300" y="773678"/>
                </a:lnTo>
                <a:lnTo>
                  <a:pt x="114300" y="754790"/>
                </a:lnTo>
                <a:lnTo>
                  <a:pt x="114300" y="735892"/>
                </a:lnTo>
                <a:lnTo>
                  <a:pt x="114300" y="717004"/>
                </a:lnTo>
                <a:lnTo>
                  <a:pt x="114300" y="698106"/>
                </a:lnTo>
                <a:lnTo>
                  <a:pt x="114300" y="679218"/>
                </a:lnTo>
                <a:lnTo>
                  <a:pt x="114300" y="660321"/>
                </a:lnTo>
                <a:lnTo>
                  <a:pt x="114300" y="641433"/>
                </a:lnTo>
                <a:lnTo>
                  <a:pt x="114300" y="622535"/>
                </a:lnTo>
                <a:lnTo>
                  <a:pt x="114300" y="603637"/>
                </a:lnTo>
                <a:lnTo>
                  <a:pt x="114300" y="584749"/>
                </a:lnTo>
                <a:lnTo>
                  <a:pt x="114300" y="565852"/>
                </a:lnTo>
                <a:lnTo>
                  <a:pt x="114300" y="546964"/>
                </a:lnTo>
                <a:lnTo>
                  <a:pt x="114300" y="528066"/>
                </a:lnTo>
                <a:lnTo>
                  <a:pt x="114300" y="509178"/>
                </a:lnTo>
                <a:lnTo>
                  <a:pt x="114300" y="490280"/>
                </a:lnTo>
                <a:lnTo>
                  <a:pt x="114300" y="471392"/>
                </a:lnTo>
                <a:lnTo>
                  <a:pt x="114300" y="452495"/>
                </a:lnTo>
                <a:lnTo>
                  <a:pt x="114300" y="433607"/>
                </a:lnTo>
                <a:lnTo>
                  <a:pt x="114300" y="414709"/>
                </a:lnTo>
                <a:lnTo>
                  <a:pt x="114300" y="395821"/>
                </a:lnTo>
                <a:lnTo>
                  <a:pt x="114300" y="376923"/>
                </a:lnTo>
                <a:lnTo>
                  <a:pt x="114300" y="358026"/>
                </a:lnTo>
                <a:lnTo>
                  <a:pt x="114300" y="339138"/>
                </a:lnTo>
                <a:lnTo>
                  <a:pt x="114300" y="320240"/>
                </a:lnTo>
                <a:lnTo>
                  <a:pt x="114300" y="301352"/>
                </a:lnTo>
                <a:lnTo>
                  <a:pt x="114300" y="282454"/>
                </a:lnTo>
                <a:lnTo>
                  <a:pt x="114300" y="263566"/>
                </a:lnTo>
                <a:lnTo>
                  <a:pt x="114300" y="244669"/>
                </a:lnTo>
                <a:lnTo>
                  <a:pt x="114300" y="225781"/>
                </a:lnTo>
                <a:lnTo>
                  <a:pt x="114300" y="206883"/>
                </a:lnTo>
                <a:lnTo>
                  <a:pt x="114300" y="187995"/>
                </a:lnTo>
                <a:lnTo>
                  <a:pt x="114300" y="169097"/>
                </a:lnTo>
                <a:lnTo>
                  <a:pt x="114300" y="150209"/>
                </a:lnTo>
                <a:lnTo>
                  <a:pt x="114300" y="131312"/>
                </a:lnTo>
                <a:lnTo>
                  <a:pt x="114300" y="112414"/>
                </a:lnTo>
                <a:lnTo>
                  <a:pt x="114300" y="93526"/>
                </a:lnTo>
                <a:lnTo>
                  <a:pt x="114300" y="74628"/>
                </a:lnTo>
                <a:lnTo>
                  <a:pt x="114300" y="55740"/>
                </a:lnTo>
                <a:lnTo>
                  <a:pt x="114300" y="36843"/>
                </a:lnTo>
                <a:lnTo>
                  <a:pt x="114300" y="17955"/>
                </a:lnTo>
                <a:lnTo>
                  <a:pt x="115243" y="0"/>
                </a:lnTo>
                <a:lnTo>
                  <a:pt x="134131" y="0"/>
                </a:lnTo>
                <a:lnTo>
                  <a:pt x="153029" y="0"/>
                </a:lnTo>
                <a:lnTo>
                  <a:pt x="171917" y="0"/>
                </a:lnTo>
                <a:lnTo>
                  <a:pt x="190814" y="0"/>
                </a:lnTo>
                <a:lnTo>
                  <a:pt x="209702" y="0"/>
                </a:ln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8A9DF"/>
            </a:solidFill>
            <a:prstDash val="solid"/>
          </a:ln>
        </p:spPr>
      </p:sp>
      <p:sp>
        <p:nvSpPr>
          <p:cNvPr id="24" name="handoff-3">
            <a:extLst xmlns:a="http://schemas.openxmlformats.org/drawingml/2006/main">
              <a:ext uri="{FF2B5EF4-FFF2-40B4-BE49-F238E27FC236}">
                <a16:creationId xmlns:a16="http://schemas.microsoft.com/office/drawing/2014/main" id="{C2344E7B-E555-4811-8296-FEB5DED4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5965" y="4314825"/>
            <a:ext cx="228600" cy="9525"/>
          </a:xfrm>
          <a:custGeom xmlns:a="http://schemas.openxmlformats.org/drawingml/2006/main">
            <a:pathLst>
              <a:path w="228600" h="9525">
                <a:moveTo>
                  <a:pt x="0" y="0"/>
                </a:moveTo>
                <a:lnTo>
                  <a:pt x="7144" y="0"/>
                </a:lnTo>
                <a:lnTo>
                  <a:pt x="14288" y="0"/>
                </a:lnTo>
                <a:lnTo>
                  <a:pt x="21431" y="0"/>
                </a:lnTo>
                <a:lnTo>
                  <a:pt x="28575" y="0"/>
                </a:lnTo>
                <a:lnTo>
                  <a:pt x="35719" y="0"/>
                </a:lnTo>
                <a:lnTo>
                  <a:pt x="42863" y="0"/>
                </a:lnTo>
                <a:lnTo>
                  <a:pt x="50006" y="0"/>
                </a:lnTo>
                <a:lnTo>
                  <a:pt x="57150" y="0"/>
                </a:lnTo>
                <a:lnTo>
                  <a:pt x="64294" y="0"/>
                </a:lnTo>
                <a:lnTo>
                  <a:pt x="71438" y="0"/>
                </a:lnTo>
                <a:lnTo>
                  <a:pt x="78581" y="0"/>
                </a:lnTo>
                <a:lnTo>
                  <a:pt x="85725" y="0"/>
                </a:lnTo>
                <a:lnTo>
                  <a:pt x="92869" y="0"/>
                </a:lnTo>
                <a:lnTo>
                  <a:pt x="100013" y="0"/>
                </a:lnTo>
                <a:lnTo>
                  <a:pt x="107156" y="0"/>
                </a:lnTo>
                <a:lnTo>
                  <a:pt x="114300" y="0"/>
                </a:lnTo>
                <a:lnTo>
                  <a:pt x="121444" y="0"/>
                </a:lnTo>
                <a:lnTo>
                  <a:pt x="128588" y="0"/>
                </a:lnTo>
                <a:lnTo>
                  <a:pt x="135731" y="0"/>
                </a:lnTo>
                <a:lnTo>
                  <a:pt x="142875" y="0"/>
                </a:lnTo>
                <a:lnTo>
                  <a:pt x="150019" y="0"/>
                </a:lnTo>
                <a:lnTo>
                  <a:pt x="157163" y="0"/>
                </a:lnTo>
                <a:lnTo>
                  <a:pt x="164306" y="0"/>
                </a:lnTo>
                <a:lnTo>
                  <a:pt x="171450" y="0"/>
                </a:lnTo>
                <a:lnTo>
                  <a:pt x="178594" y="0"/>
                </a:lnTo>
                <a:lnTo>
                  <a:pt x="185738" y="0"/>
                </a:lnTo>
                <a:lnTo>
                  <a:pt x="192881" y="0"/>
                </a:lnTo>
                <a:lnTo>
                  <a:pt x="200025" y="0"/>
                </a:lnTo>
                <a:lnTo>
                  <a:pt x="207169" y="0"/>
                </a:lnTo>
                <a:lnTo>
                  <a:pt x="214313" y="0"/>
                </a:lnTo>
                <a:lnTo>
                  <a:pt x="221456" y="0"/>
                </a:ln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8A9DF"/>
            </a:solidFill>
            <a:prstDash val="solid"/>
          </a:ln>
        </p:spPr>
      </p:sp>
      <p:sp>
        <p:nvSpPr>
          <p:cNvPr id="25" name="handoff-4">
            <a:extLst xmlns:a="http://schemas.openxmlformats.org/drawingml/2006/main">
              <a:ext uri="{FF2B5EF4-FFF2-40B4-BE49-F238E27FC236}">
                <a16:creationId xmlns:a16="http://schemas.microsoft.com/office/drawing/2014/main" id="{EA1A5DB4-FF3A-43C0-8854-88CCCD03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28585" y="3013072"/>
            <a:ext cx="66675" cy="1301753"/>
          </a:xfrm>
          <a:custGeom xmlns:a="http://schemas.openxmlformats.org/drawingml/2006/main">
            <a:pathLst>
              <a:path w="66675" h="1301753">
                <a:moveTo>
                  <a:pt x="0" y="1301753"/>
                </a:moveTo>
                <a:lnTo>
                  <a:pt x="18879" y="1301753"/>
                </a:lnTo>
                <a:lnTo>
                  <a:pt x="37767" y="1301753"/>
                </a:lnTo>
                <a:lnTo>
                  <a:pt x="56645" y="1301753"/>
                </a:lnTo>
                <a:lnTo>
                  <a:pt x="66675" y="1292895"/>
                </a:lnTo>
                <a:lnTo>
                  <a:pt x="66675" y="1274007"/>
                </a:lnTo>
                <a:lnTo>
                  <a:pt x="66675" y="1255128"/>
                </a:lnTo>
                <a:lnTo>
                  <a:pt x="66675" y="1236240"/>
                </a:lnTo>
                <a:lnTo>
                  <a:pt x="66675" y="1217362"/>
                </a:lnTo>
                <a:lnTo>
                  <a:pt x="66675" y="1198483"/>
                </a:lnTo>
                <a:lnTo>
                  <a:pt x="66675" y="1179595"/>
                </a:lnTo>
                <a:lnTo>
                  <a:pt x="66675" y="1160717"/>
                </a:lnTo>
                <a:lnTo>
                  <a:pt x="66675" y="1141828"/>
                </a:lnTo>
                <a:lnTo>
                  <a:pt x="66675" y="1122950"/>
                </a:lnTo>
                <a:lnTo>
                  <a:pt x="66675" y="1104062"/>
                </a:lnTo>
                <a:lnTo>
                  <a:pt x="66675" y="1085183"/>
                </a:lnTo>
                <a:lnTo>
                  <a:pt x="66675" y="1066295"/>
                </a:lnTo>
                <a:lnTo>
                  <a:pt x="66675" y="1047417"/>
                </a:lnTo>
                <a:lnTo>
                  <a:pt x="66675" y="1028529"/>
                </a:lnTo>
                <a:lnTo>
                  <a:pt x="66675" y="1009650"/>
                </a:lnTo>
                <a:lnTo>
                  <a:pt x="66675" y="990771"/>
                </a:lnTo>
                <a:lnTo>
                  <a:pt x="66675" y="971883"/>
                </a:lnTo>
                <a:lnTo>
                  <a:pt x="66675" y="953005"/>
                </a:lnTo>
                <a:lnTo>
                  <a:pt x="66675" y="934117"/>
                </a:lnTo>
                <a:lnTo>
                  <a:pt x="66675" y="915238"/>
                </a:lnTo>
                <a:lnTo>
                  <a:pt x="66675" y="896350"/>
                </a:lnTo>
                <a:lnTo>
                  <a:pt x="66675" y="877472"/>
                </a:lnTo>
                <a:lnTo>
                  <a:pt x="66675" y="858584"/>
                </a:lnTo>
                <a:lnTo>
                  <a:pt x="66675" y="839705"/>
                </a:lnTo>
                <a:lnTo>
                  <a:pt x="66675" y="820817"/>
                </a:lnTo>
                <a:lnTo>
                  <a:pt x="66675" y="801938"/>
                </a:lnTo>
                <a:lnTo>
                  <a:pt x="66675" y="783060"/>
                </a:lnTo>
                <a:lnTo>
                  <a:pt x="66675" y="764172"/>
                </a:lnTo>
                <a:lnTo>
                  <a:pt x="66675" y="745293"/>
                </a:lnTo>
                <a:lnTo>
                  <a:pt x="66675" y="726405"/>
                </a:lnTo>
                <a:lnTo>
                  <a:pt x="66675" y="707527"/>
                </a:lnTo>
                <a:lnTo>
                  <a:pt x="66675" y="688638"/>
                </a:lnTo>
                <a:lnTo>
                  <a:pt x="66675" y="669760"/>
                </a:lnTo>
                <a:lnTo>
                  <a:pt x="66675" y="650872"/>
                </a:lnTo>
                <a:lnTo>
                  <a:pt x="66675" y="631993"/>
                </a:lnTo>
                <a:lnTo>
                  <a:pt x="66675" y="613105"/>
                </a:lnTo>
                <a:lnTo>
                  <a:pt x="66675" y="594227"/>
                </a:lnTo>
                <a:lnTo>
                  <a:pt x="66675" y="575348"/>
                </a:lnTo>
                <a:lnTo>
                  <a:pt x="66675" y="556460"/>
                </a:lnTo>
                <a:lnTo>
                  <a:pt x="66675" y="537581"/>
                </a:lnTo>
                <a:lnTo>
                  <a:pt x="66675" y="518693"/>
                </a:lnTo>
                <a:lnTo>
                  <a:pt x="66675" y="499815"/>
                </a:lnTo>
                <a:lnTo>
                  <a:pt x="66675" y="480927"/>
                </a:lnTo>
                <a:lnTo>
                  <a:pt x="66675" y="462048"/>
                </a:lnTo>
                <a:lnTo>
                  <a:pt x="66675" y="443160"/>
                </a:lnTo>
                <a:lnTo>
                  <a:pt x="66675" y="424282"/>
                </a:lnTo>
                <a:lnTo>
                  <a:pt x="66675" y="405394"/>
                </a:lnTo>
                <a:lnTo>
                  <a:pt x="66675" y="386515"/>
                </a:lnTo>
                <a:lnTo>
                  <a:pt x="66675" y="367627"/>
                </a:lnTo>
                <a:lnTo>
                  <a:pt x="66675" y="348748"/>
                </a:lnTo>
                <a:lnTo>
                  <a:pt x="66675" y="329870"/>
                </a:lnTo>
                <a:lnTo>
                  <a:pt x="66675" y="310982"/>
                </a:lnTo>
                <a:lnTo>
                  <a:pt x="66675" y="292103"/>
                </a:lnTo>
                <a:lnTo>
                  <a:pt x="66675" y="273215"/>
                </a:lnTo>
                <a:lnTo>
                  <a:pt x="66675" y="254337"/>
                </a:lnTo>
                <a:lnTo>
                  <a:pt x="66675" y="235448"/>
                </a:lnTo>
                <a:lnTo>
                  <a:pt x="66675" y="216570"/>
                </a:lnTo>
                <a:lnTo>
                  <a:pt x="66675" y="197682"/>
                </a:lnTo>
                <a:lnTo>
                  <a:pt x="66675" y="178803"/>
                </a:lnTo>
                <a:lnTo>
                  <a:pt x="66675" y="159915"/>
                </a:lnTo>
                <a:lnTo>
                  <a:pt x="66675" y="141037"/>
                </a:lnTo>
                <a:lnTo>
                  <a:pt x="66675" y="122158"/>
                </a:lnTo>
                <a:lnTo>
                  <a:pt x="66675" y="103270"/>
                </a:lnTo>
                <a:lnTo>
                  <a:pt x="66675" y="84392"/>
                </a:lnTo>
                <a:lnTo>
                  <a:pt x="66675" y="65503"/>
                </a:lnTo>
                <a:lnTo>
                  <a:pt x="66675" y="46625"/>
                </a:lnTo>
                <a:lnTo>
                  <a:pt x="66675" y="27737"/>
                </a:lnTo>
                <a:lnTo>
                  <a:pt x="66675" y="8858"/>
                </a:lnTo>
                <a:lnTo>
                  <a:pt x="56645" y="0"/>
                </a:lnTo>
                <a:lnTo>
                  <a:pt x="37767" y="0"/>
                </a:lnTo>
                <a:lnTo>
                  <a:pt x="18879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8A9DF"/>
            </a:solidFill>
            <a:prstDash val="solid"/>
          </a:ln>
        </p:spPr>
      </p:sp>
      <p:sp>
        <p:nvSpPr>
          <p:cNvPr id="26" name="handoff-5">
            <a:extLst xmlns:a="http://schemas.openxmlformats.org/drawingml/2006/main">
              <a:ext uri="{FF2B5EF4-FFF2-40B4-BE49-F238E27FC236}">
                <a16:creationId xmlns:a16="http://schemas.microsoft.com/office/drawing/2014/main" id="{0A8D6C0C-25C8-4211-86A5-BC4D0FB3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28585" y="3013072"/>
            <a:ext cx="228600" cy="2603497"/>
          </a:xfrm>
          <a:custGeom xmlns:a="http://schemas.openxmlformats.org/drawingml/2006/main">
            <a:pathLst>
              <a:path w="228600" h="2603497">
                <a:moveTo>
                  <a:pt x="0" y="0"/>
                </a:moveTo>
                <a:lnTo>
                  <a:pt x="19012" y="0"/>
                </a:lnTo>
                <a:lnTo>
                  <a:pt x="38014" y="0"/>
                </a:lnTo>
                <a:lnTo>
                  <a:pt x="57026" y="0"/>
                </a:lnTo>
                <a:lnTo>
                  <a:pt x="76029" y="0"/>
                </a:lnTo>
                <a:lnTo>
                  <a:pt x="95040" y="0"/>
                </a:lnTo>
                <a:lnTo>
                  <a:pt x="114043" y="0"/>
                </a:lnTo>
                <a:lnTo>
                  <a:pt x="114300" y="18755"/>
                </a:lnTo>
                <a:lnTo>
                  <a:pt x="114300" y="37757"/>
                </a:lnTo>
                <a:lnTo>
                  <a:pt x="114300" y="56769"/>
                </a:lnTo>
                <a:lnTo>
                  <a:pt x="114300" y="75771"/>
                </a:lnTo>
                <a:lnTo>
                  <a:pt x="114300" y="94783"/>
                </a:lnTo>
                <a:lnTo>
                  <a:pt x="114300" y="113786"/>
                </a:lnTo>
                <a:lnTo>
                  <a:pt x="114300" y="132798"/>
                </a:lnTo>
                <a:lnTo>
                  <a:pt x="114300" y="151800"/>
                </a:lnTo>
                <a:lnTo>
                  <a:pt x="114300" y="170812"/>
                </a:lnTo>
                <a:lnTo>
                  <a:pt x="114300" y="189814"/>
                </a:lnTo>
                <a:lnTo>
                  <a:pt x="114300" y="208826"/>
                </a:lnTo>
                <a:lnTo>
                  <a:pt x="114300" y="227828"/>
                </a:lnTo>
                <a:lnTo>
                  <a:pt x="114300" y="246840"/>
                </a:lnTo>
                <a:lnTo>
                  <a:pt x="114300" y="265852"/>
                </a:lnTo>
                <a:lnTo>
                  <a:pt x="114300" y="284855"/>
                </a:lnTo>
                <a:lnTo>
                  <a:pt x="114300" y="303867"/>
                </a:lnTo>
                <a:lnTo>
                  <a:pt x="114300" y="322869"/>
                </a:lnTo>
                <a:lnTo>
                  <a:pt x="114300" y="341881"/>
                </a:lnTo>
                <a:lnTo>
                  <a:pt x="114300" y="360883"/>
                </a:lnTo>
                <a:lnTo>
                  <a:pt x="114300" y="379895"/>
                </a:lnTo>
                <a:lnTo>
                  <a:pt x="114300" y="398897"/>
                </a:lnTo>
                <a:lnTo>
                  <a:pt x="114300" y="417909"/>
                </a:lnTo>
                <a:lnTo>
                  <a:pt x="114300" y="436912"/>
                </a:lnTo>
                <a:lnTo>
                  <a:pt x="114300" y="455924"/>
                </a:lnTo>
                <a:lnTo>
                  <a:pt x="114300" y="474926"/>
                </a:lnTo>
                <a:lnTo>
                  <a:pt x="114300" y="493938"/>
                </a:lnTo>
                <a:lnTo>
                  <a:pt x="114300" y="512940"/>
                </a:lnTo>
                <a:lnTo>
                  <a:pt x="114300" y="531952"/>
                </a:lnTo>
                <a:lnTo>
                  <a:pt x="114300" y="550955"/>
                </a:lnTo>
                <a:lnTo>
                  <a:pt x="114300" y="569966"/>
                </a:lnTo>
                <a:lnTo>
                  <a:pt x="114300" y="588969"/>
                </a:lnTo>
                <a:lnTo>
                  <a:pt x="114300" y="607981"/>
                </a:lnTo>
                <a:lnTo>
                  <a:pt x="114300" y="626993"/>
                </a:lnTo>
                <a:lnTo>
                  <a:pt x="114300" y="645995"/>
                </a:lnTo>
                <a:lnTo>
                  <a:pt x="114300" y="665007"/>
                </a:lnTo>
                <a:lnTo>
                  <a:pt x="114300" y="684009"/>
                </a:lnTo>
                <a:lnTo>
                  <a:pt x="114300" y="703021"/>
                </a:lnTo>
                <a:lnTo>
                  <a:pt x="114300" y="722024"/>
                </a:lnTo>
                <a:lnTo>
                  <a:pt x="114300" y="741035"/>
                </a:lnTo>
                <a:lnTo>
                  <a:pt x="114300" y="760038"/>
                </a:lnTo>
                <a:lnTo>
                  <a:pt x="114300" y="779050"/>
                </a:lnTo>
                <a:lnTo>
                  <a:pt x="114300" y="798052"/>
                </a:lnTo>
                <a:lnTo>
                  <a:pt x="114300" y="817064"/>
                </a:lnTo>
                <a:lnTo>
                  <a:pt x="114300" y="836066"/>
                </a:lnTo>
                <a:lnTo>
                  <a:pt x="114300" y="855078"/>
                </a:lnTo>
                <a:lnTo>
                  <a:pt x="114300" y="874081"/>
                </a:lnTo>
                <a:lnTo>
                  <a:pt x="114300" y="893093"/>
                </a:lnTo>
                <a:lnTo>
                  <a:pt x="114300" y="912095"/>
                </a:lnTo>
                <a:lnTo>
                  <a:pt x="114300" y="931107"/>
                </a:lnTo>
                <a:lnTo>
                  <a:pt x="114300" y="950109"/>
                </a:lnTo>
                <a:lnTo>
                  <a:pt x="114300" y="969121"/>
                </a:lnTo>
                <a:lnTo>
                  <a:pt x="114300" y="988124"/>
                </a:lnTo>
                <a:lnTo>
                  <a:pt x="114300" y="1007135"/>
                </a:lnTo>
                <a:lnTo>
                  <a:pt x="114300" y="1026147"/>
                </a:lnTo>
                <a:lnTo>
                  <a:pt x="114300" y="1045150"/>
                </a:lnTo>
                <a:lnTo>
                  <a:pt x="114300" y="1064162"/>
                </a:lnTo>
                <a:lnTo>
                  <a:pt x="114300" y="1083164"/>
                </a:lnTo>
                <a:lnTo>
                  <a:pt x="114300" y="1102176"/>
                </a:lnTo>
                <a:lnTo>
                  <a:pt x="114300" y="1121178"/>
                </a:lnTo>
                <a:lnTo>
                  <a:pt x="114300" y="1140190"/>
                </a:lnTo>
                <a:lnTo>
                  <a:pt x="114300" y="1159193"/>
                </a:lnTo>
                <a:lnTo>
                  <a:pt x="114300" y="1178204"/>
                </a:lnTo>
                <a:lnTo>
                  <a:pt x="114300" y="1197207"/>
                </a:lnTo>
                <a:lnTo>
                  <a:pt x="114300" y="1216219"/>
                </a:lnTo>
                <a:lnTo>
                  <a:pt x="114300" y="1235221"/>
                </a:lnTo>
                <a:lnTo>
                  <a:pt x="114300" y="1254233"/>
                </a:lnTo>
                <a:lnTo>
                  <a:pt x="114300" y="1273235"/>
                </a:lnTo>
                <a:lnTo>
                  <a:pt x="114300" y="1292247"/>
                </a:lnTo>
                <a:lnTo>
                  <a:pt x="114300" y="1311250"/>
                </a:lnTo>
                <a:lnTo>
                  <a:pt x="114300" y="1330262"/>
                </a:lnTo>
                <a:lnTo>
                  <a:pt x="114300" y="1349264"/>
                </a:lnTo>
                <a:lnTo>
                  <a:pt x="114300" y="1368276"/>
                </a:lnTo>
                <a:lnTo>
                  <a:pt x="114300" y="1387288"/>
                </a:lnTo>
                <a:lnTo>
                  <a:pt x="114300" y="1406290"/>
                </a:lnTo>
                <a:lnTo>
                  <a:pt x="114300" y="1425302"/>
                </a:lnTo>
                <a:lnTo>
                  <a:pt x="114300" y="1444304"/>
                </a:lnTo>
                <a:lnTo>
                  <a:pt x="114300" y="1463316"/>
                </a:lnTo>
                <a:lnTo>
                  <a:pt x="114300" y="1482319"/>
                </a:lnTo>
                <a:lnTo>
                  <a:pt x="114300" y="1501331"/>
                </a:lnTo>
                <a:lnTo>
                  <a:pt x="114300" y="1520333"/>
                </a:lnTo>
                <a:lnTo>
                  <a:pt x="114300" y="1539345"/>
                </a:lnTo>
                <a:lnTo>
                  <a:pt x="114300" y="1558347"/>
                </a:lnTo>
                <a:lnTo>
                  <a:pt x="114300" y="1577359"/>
                </a:lnTo>
                <a:lnTo>
                  <a:pt x="114300" y="1596361"/>
                </a:lnTo>
                <a:lnTo>
                  <a:pt x="114300" y="1615373"/>
                </a:lnTo>
                <a:lnTo>
                  <a:pt x="114300" y="1634376"/>
                </a:lnTo>
                <a:lnTo>
                  <a:pt x="114300" y="1653388"/>
                </a:lnTo>
                <a:lnTo>
                  <a:pt x="114300" y="1672390"/>
                </a:lnTo>
                <a:lnTo>
                  <a:pt x="114300" y="1691402"/>
                </a:lnTo>
                <a:lnTo>
                  <a:pt x="114300" y="1710404"/>
                </a:lnTo>
                <a:lnTo>
                  <a:pt x="114300" y="1729416"/>
                </a:lnTo>
                <a:lnTo>
                  <a:pt x="114300" y="1748428"/>
                </a:lnTo>
                <a:lnTo>
                  <a:pt x="114300" y="1767430"/>
                </a:lnTo>
                <a:lnTo>
                  <a:pt x="114300" y="1786442"/>
                </a:lnTo>
                <a:lnTo>
                  <a:pt x="114300" y="1805445"/>
                </a:lnTo>
                <a:lnTo>
                  <a:pt x="114300" y="1824457"/>
                </a:lnTo>
                <a:lnTo>
                  <a:pt x="114300" y="1843459"/>
                </a:lnTo>
                <a:lnTo>
                  <a:pt x="114300" y="1862471"/>
                </a:lnTo>
                <a:lnTo>
                  <a:pt x="114300" y="1881473"/>
                </a:lnTo>
                <a:lnTo>
                  <a:pt x="114300" y="1900485"/>
                </a:lnTo>
                <a:lnTo>
                  <a:pt x="114300" y="1919488"/>
                </a:lnTo>
                <a:lnTo>
                  <a:pt x="114300" y="1938499"/>
                </a:lnTo>
                <a:lnTo>
                  <a:pt x="114300" y="1957502"/>
                </a:lnTo>
                <a:lnTo>
                  <a:pt x="114300" y="1976514"/>
                </a:lnTo>
                <a:lnTo>
                  <a:pt x="114300" y="1995516"/>
                </a:lnTo>
                <a:lnTo>
                  <a:pt x="114300" y="2014528"/>
                </a:lnTo>
                <a:lnTo>
                  <a:pt x="114300" y="2033530"/>
                </a:lnTo>
                <a:lnTo>
                  <a:pt x="114300" y="2052542"/>
                </a:lnTo>
                <a:lnTo>
                  <a:pt x="114300" y="2071545"/>
                </a:lnTo>
                <a:lnTo>
                  <a:pt x="114300" y="2090557"/>
                </a:lnTo>
                <a:lnTo>
                  <a:pt x="114300" y="2109559"/>
                </a:lnTo>
                <a:lnTo>
                  <a:pt x="114300" y="2128571"/>
                </a:lnTo>
                <a:lnTo>
                  <a:pt x="114300" y="2147583"/>
                </a:lnTo>
                <a:lnTo>
                  <a:pt x="114300" y="2166585"/>
                </a:lnTo>
                <a:lnTo>
                  <a:pt x="114300" y="2185597"/>
                </a:lnTo>
                <a:lnTo>
                  <a:pt x="114300" y="2204599"/>
                </a:lnTo>
                <a:lnTo>
                  <a:pt x="114300" y="2223611"/>
                </a:lnTo>
                <a:lnTo>
                  <a:pt x="114300" y="2242614"/>
                </a:lnTo>
                <a:lnTo>
                  <a:pt x="114300" y="2261626"/>
                </a:lnTo>
                <a:lnTo>
                  <a:pt x="114300" y="2280628"/>
                </a:lnTo>
                <a:lnTo>
                  <a:pt x="114300" y="2299640"/>
                </a:lnTo>
                <a:lnTo>
                  <a:pt x="114300" y="2318642"/>
                </a:lnTo>
                <a:lnTo>
                  <a:pt x="114300" y="2337654"/>
                </a:lnTo>
                <a:lnTo>
                  <a:pt x="114300" y="2356656"/>
                </a:lnTo>
                <a:lnTo>
                  <a:pt x="114300" y="2375668"/>
                </a:lnTo>
                <a:lnTo>
                  <a:pt x="114300" y="2394671"/>
                </a:lnTo>
                <a:lnTo>
                  <a:pt x="114300" y="2413683"/>
                </a:lnTo>
                <a:lnTo>
                  <a:pt x="114300" y="2432685"/>
                </a:lnTo>
                <a:lnTo>
                  <a:pt x="114300" y="2451697"/>
                </a:lnTo>
                <a:lnTo>
                  <a:pt x="114300" y="2470699"/>
                </a:lnTo>
                <a:lnTo>
                  <a:pt x="114300" y="2489711"/>
                </a:lnTo>
                <a:lnTo>
                  <a:pt x="114300" y="2508723"/>
                </a:lnTo>
                <a:lnTo>
                  <a:pt x="114300" y="2527725"/>
                </a:lnTo>
                <a:lnTo>
                  <a:pt x="114300" y="2546737"/>
                </a:lnTo>
                <a:lnTo>
                  <a:pt x="114300" y="2565740"/>
                </a:lnTo>
                <a:lnTo>
                  <a:pt x="114300" y="2584752"/>
                </a:lnTo>
                <a:lnTo>
                  <a:pt x="114557" y="2603497"/>
                </a:lnTo>
                <a:lnTo>
                  <a:pt x="133560" y="2603497"/>
                </a:lnTo>
                <a:lnTo>
                  <a:pt x="152571" y="2603497"/>
                </a:lnTo>
                <a:lnTo>
                  <a:pt x="171574" y="2603497"/>
                </a:lnTo>
                <a:lnTo>
                  <a:pt x="190586" y="2603497"/>
                </a:lnTo>
                <a:lnTo>
                  <a:pt x="209598" y="2603497"/>
                </a:lnTo>
                <a:lnTo>
                  <a:pt x="228600" y="2603497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8A9DF"/>
            </a:solidFill>
            <a:prstDash val="solid"/>
          </a:ln>
        </p:spPr>
      </p:sp>
      <p:sp>
        <p:nvSpPr>
          <p:cNvPr id="27" name="handoff-6">
            <a:extLst xmlns:a="http://schemas.openxmlformats.org/drawingml/2006/main">
              <a:ext uri="{FF2B5EF4-FFF2-40B4-BE49-F238E27FC236}">
                <a16:creationId xmlns:a16="http://schemas.microsoft.com/office/drawing/2014/main" id="{98E73C2C-5F34-495E-BEB4-195D56F5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41205" y="3013072"/>
            <a:ext cx="228600" cy="2603497"/>
          </a:xfrm>
          <a:custGeom xmlns:a="http://schemas.openxmlformats.org/drawingml/2006/main">
            <a:pathLst>
              <a:path w="228600" h="2603497">
                <a:moveTo>
                  <a:pt x="0" y="2603497"/>
                </a:moveTo>
                <a:lnTo>
                  <a:pt x="19012" y="2603497"/>
                </a:lnTo>
                <a:lnTo>
                  <a:pt x="38014" y="2603497"/>
                </a:lnTo>
                <a:lnTo>
                  <a:pt x="57026" y="2603497"/>
                </a:lnTo>
                <a:lnTo>
                  <a:pt x="76029" y="2603497"/>
                </a:lnTo>
                <a:lnTo>
                  <a:pt x="95040" y="2603497"/>
                </a:lnTo>
                <a:lnTo>
                  <a:pt x="114043" y="2603497"/>
                </a:lnTo>
                <a:lnTo>
                  <a:pt x="114300" y="2584752"/>
                </a:lnTo>
                <a:lnTo>
                  <a:pt x="114300" y="2565740"/>
                </a:lnTo>
                <a:lnTo>
                  <a:pt x="114300" y="2546737"/>
                </a:lnTo>
                <a:lnTo>
                  <a:pt x="114300" y="2527725"/>
                </a:lnTo>
                <a:lnTo>
                  <a:pt x="114300" y="2508723"/>
                </a:lnTo>
                <a:lnTo>
                  <a:pt x="114300" y="2489711"/>
                </a:lnTo>
                <a:lnTo>
                  <a:pt x="114300" y="2470699"/>
                </a:lnTo>
                <a:lnTo>
                  <a:pt x="114300" y="2451697"/>
                </a:lnTo>
                <a:lnTo>
                  <a:pt x="114300" y="2432685"/>
                </a:lnTo>
                <a:lnTo>
                  <a:pt x="114300" y="2413683"/>
                </a:lnTo>
                <a:lnTo>
                  <a:pt x="114300" y="2394671"/>
                </a:lnTo>
                <a:lnTo>
                  <a:pt x="114300" y="2375668"/>
                </a:lnTo>
                <a:lnTo>
                  <a:pt x="114300" y="2356656"/>
                </a:lnTo>
                <a:lnTo>
                  <a:pt x="114300" y="2337654"/>
                </a:lnTo>
                <a:lnTo>
                  <a:pt x="114300" y="2318642"/>
                </a:lnTo>
                <a:lnTo>
                  <a:pt x="114300" y="2299640"/>
                </a:lnTo>
                <a:lnTo>
                  <a:pt x="114300" y="2280628"/>
                </a:lnTo>
                <a:lnTo>
                  <a:pt x="114300" y="2261626"/>
                </a:lnTo>
                <a:lnTo>
                  <a:pt x="114300" y="2242614"/>
                </a:lnTo>
                <a:lnTo>
                  <a:pt x="114300" y="2223611"/>
                </a:lnTo>
                <a:lnTo>
                  <a:pt x="114300" y="2204599"/>
                </a:lnTo>
                <a:lnTo>
                  <a:pt x="114300" y="2185597"/>
                </a:lnTo>
                <a:lnTo>
                  <a:pt x="114300" y="2166585"/>
                </a:lnTo>
                <a:lnTo>
                  <a:pt x="114300" y="2147583"/>
                </a:lnTo>
                <a:lnTo>
                  <a:pt x="114300" y="2128571"/>
                </a:lnTo>
                <a:lnTo>
                  <a:pt x="114300" y="2109568"/>
                </a:lnTo>
                <a:lnTo>
                  <a:pt x="114300" y="2090557"/>
                </a:lnTo>
                <a:lnTo>
                  <a:pt x="114300" y="2071545"/>
                </a:lnTo>
                <a:lnTo>
                  <a:pt x="114300" y="2052542"/>
                </a:lnTo>
                <a:lnTo>
                  <a:pt x="114300" y="2033530"/>
                </a:lnTo>
                <a:lnTo>
                  <a:pt x="114300" y="2014528"/>
                </a:lnTo>
                <a:lnTo>
                  <a:pt x="114300" y="1995516"/>
                </a:lnTo>
                <a:lnTo>
                  <a:pt x="114300" y="1976514"/>
                </a:lnTo>
                <a:lnTo>
                  <a:pt x="114300" y="1957502"/>
                </a:lnTo>
                <a:lnTo>
                  <a:pt x="114300" y="1938499"/>
                </a:lnTo>
                <a:lnTo>
                  <a:pt x="114300" y="1919488"/>
                </a:lnTo>
                <a:lnTo>
                  <a:pt x="114300" y="1900485"/>
                </a:lnTo>
                <a:lnTo>
                  <a:pt x="114300" y="1881473"/>
                </a:lnTo>
                <a:lnTo>
                  <a:pt x="114300" y="1862471"/>
                </a:lnTo>
                <a:lnTo>
                  <a:pt x="114300" y="1843459"/>
                </a:lnTo>
                <a:lnTo>
                  <a:pt x="114300" y="1824457"/>
                </a:lnTo>
                <a:lnTo>
                  <a:pt x="114300" y="1805445"/>
                </a:lnTo>
                <a:lnTo>
                  <a:pt x="114300" y="1786442"/>
                </a:lnTo>
                <a:lnTo>
                  <a:pt x="114300" y="1767430"/>
                </a:lnTo>
                <a:lnTo>
                  <a:pt x="114300" y="1748428"/>
                </a:lnTo>
                <a:lnTo>
                  <a:pt x="114300" y="1729416"/>
                </a:lnTo>
                <a:lnTo>
                  <a:pt x="114300" y="1710404"/>
                </a:lnTo>
                <a:lnTo>
                  <a:pt x="114300" y="1691402"/>
                </a:lnTo>
                <a:lnTo>
                  <a:pt x="114300" y="1672390"/>
                </a:lnTo>
                <a:lnTo>
                  <a:pt x="114300" y="1653388"/>
                </a:lnTo>
                <a:lnTo>
                  <a:pt x="114300" y="1634376"/>
                </a:lnTo>
                <a:lnTo>
                  <a:pt x="114300" y="1615373"/>
                </a:lnTo>
                <a:lnTo>
                  <a:pt x="114300" y="1596361"/>
                </a:lnTo>
                <a:lnTo>
                  <a:pt x="114300" y="1577359"/>
                </a:lnTo>
                <a:lnTo>
                  <a:pt x="114300" y="1558347"/>
                </a:lnTo>
                <a:lnTo>
                  <a:pt x="114300" y="1539345"/>
                </a:lnTo>
                <a:lnTo>
                  <a:pt x="114300" y="1520333"/>
                </a:lnTo>
                <a:lnTo>
                  <a:pt x="114300" y="1501331"/>
                </a:lnTo>
                <a:lnTo>
                  <a:pt x="114300" y="1482319"/>
                </a:lnTo>
                <a:lnTo>
                  <a:pt x="114300" y="1463316"/>
                </a:lnTo>
                <a:lnTo>
                  <a:pt x="114300" y="1444304"/>
                </a:lnTo>
                <a:lnTo>
                  <a:pt x="114300" y="1425302"/>
                </a:lnTo>
                <a:lnTo>
                  <a:pt x="114300" y="1406290"/>
                </a:lnTo>
                <a:lnTo>
                  <a:pt x="114300" y="1387288"/>
                </a:lnTo>
                <a:lnTo>
                  <a:pt x="114300" y="1368276"/>
                </a:lnTo>
                <a:lnTo>
                  <a:pt x="114300" y="1349273"/>
                </a:lnTo>
                <a:lnTo>
                  <a:pt x="114300" y="1330262"/>
                </a:lnTo>
                <a:lnTo>
                  <a:pt x="114300" y="1311250"/>
                </a:lnTo>
                <a:lnTo>
                  <a:pt x="114300" y="1292247"/>
                </a:lnTo>
                <a:lnTo>
                  <a:pt x="114300" y="1273235"/>
                </a:lnTo>
                <a:lnTo>
                  <a:pt x="114300" y="1254233"/>
                </a:lnTo>
                <a:lnTo>
                  <a:pt x="114300" y="1235221"/>
                </a:lnTo>
                <a:lnTo>
                  <a:pt x="114300" y="1216219"/>
                </a:lnTo>
                <a:lnTo>
                  <a:pt x="114300" y="1197207"/>
                </a:lnTo>
                <a:lnTo>
                  <a:pt x="114300" y="1178204"/>
                </a:lnTo>
                <a:lnTo>
                  <a:pt x="114300" y="1159193"/>
                </a:lnTo>
                <a:lnTo>
                  <a:pt x="114300" y="1140190"/>
                </a:lnTo>
                <a:lnTo>
                  <a:pt x="114300" y="1121178"/>
                </a:lnTo>
                <a:lnTo>
                  <a:pt x="114300" y="1102176"/>
                </a:lnTo>
                <a:lnTo>
                  <a:pt x="114300" y="1083164"/>
                </a:lnTo>
                <a:lnTo>
                  <a:pt x="114300" y="1064162"/>
                </a:lnTo>
                <a:lnTo>
                  <a:pt x="114300" y="1045150"/>
                </a:lnTo>
                <a:lnTo>
                  <a:pt x="114300" y="1026147"/>
                </a:lnTo>
                <a:lnTo>
                  <a:pt x="114300" y="1007135"/>
                </a:lnTo>
                <a:lnTo>
                  <a:pt x="114300" y="988124"/>
                </a:lnTo>
                <a:lnTo>
                  <a:pt x="114300" y="969121"/>
                </a:lnTo>
                <a:lnTo>
                  <a:pt x="114300" y="950109"/>
                </a:lnTo>
                <a:lnTo>
                  <a:pt x="114300" y="931107"/>
                </a:lnTo>
                <a:lnTo>
                  <a:pt x="114300" y="912095"/>
                </a:lnTo>
                <a:lnTo>
                  <a:pt x="114300" y="893093"/>
                </a:lnTo>
                <a:lnTo>
                  <a:pt x="114300" y="874081"/>
                </a:lnTo>
                <a:lnTo>
                  <a:pt x="114300" y="855078"/>
                </a:lnTo>
                <a:lnTo>
                  <a:pt x="114300" y="836066"/>
                </a:lnTo>
                <a:lnTo>
                  <a:pt x="114300" y="817064"/>
                </a:lnTo>
                <a:lnTo>
                  <a:pt x="114300" y="798052"/>
                </a:lnTo>
                <a:lnTo>
                  <a:pt x="114300" y="779050"/>
                </a:lnTo>
                <a:lnTo>
                  <a:pt x="114300" y="760038"/>
                </a:lnTo>
                <a:lnTo>
                  <a:pt x="114300" y="741035"/>
                </a:lnTo>
                <a:lnTo>
                  <a:pt x="114300" y="722024"/>
                </a:lnTo>
                <a:lnTo>
                  <a:pt x="114300" y="703021"/>
                </a:lnTo>
                <a:lnTo>
                  <a:pt x="114300" y="684009"/>
                </a:lnTo>
                <a:lnTo>
                  <a:pt x="114300" y="665007"/>
                </a:lnTo>
                <a:lnTo>
                  <a:pt x="114300" y="645995"/>
                </a:lnTo>
                <a:lnTo>
                  <a:pt x="114300" y="626993"/>
                </a:lnTo>
                <a:lnTo>
                  <a:pt x="114300" y="607981"/>
                </a:lnTo>
                <a:lnTo>
                  <a:pt x="114300" y="588969"/>
                </a:lnTo>
                <a:lnTo>
                  <a:pt x="114300" y="569966"/>
                </a:lnTo>
                <a:lnTo>
                  <a:pt x="114300" y="550955"/>
                </a:lnTo>
                <a:lnTo>
                  <a:pt x="114300" y="531952"/>
                </a:lnTo>
                <a:lnTo>
                  <a:pt x="114300" y="512940"/>
                </a:lnTo>
                <a:lnTo>
                  <a:pt x="114300" y="493938"/>
                </a:lnTo>
                <a:lnTo>
                  <a:pt x="114300" y="474926"/>
                </a:lnTo>
                <a:lnTo>
                  <a:pt x="114300" y="455924"/>
                </a:lnTo>
                <a:lnTo>
                  <a:pt x="114300" y="436912"/>
                </a:lnTo>
                <a:lnTo>
                  <a:pt x="114300" y="417909"/>
                </a:lnTo>
                <a:lnTo>
                  <a:pt x="114300" y="398897"/>
                </a:lnTo>
                <a:lnTo>
                  <a:pt x="114300" y="379895"/>
                </a:lnTo>
                <a:lnTo>
                  <a:pt x="114300" y="360883"/>
                </a:lnTo>
                <a:lnTo>
                  <a:pt x="114300" y="341881"/>
                </a:lnTo>
                <a:lnTo>
                  <a:pt x="114300" y="322869"/>
                </a:lnTo>
                <a:lnTo>
                  <a:pt x="114300" y="303867"/>
                </a:lnTo>
                <a:lnTo>
                  <a:pt x="114300" y="284855"/>
                </a:lnTo>
                <a:lnTo>
                  <a:pt x="114300" y="265852"/>
                </a:lnTo>
                <a:lnTo>
                  <a:pt x="114300" y="246840"/>
                </a:lnTo>
                <a:lnTo>
                  <a:pt x="114300" y="227828"/>
                </a:lnTo>
                <a:lnTo>
                  <a:pt x="114300" y="208826"/>
                </a:lnTo>
                <a:lnTo>
                  <a:pt x="114300" y="189814"/>
                </a:lnTo>
                <a:lnTo>
                  <a:pt x="114300" y="170812"/>
                </a:lnTo>
                <a:lnTo>
                  <a:pt x="114300" y="151800"/>
                </a:lnTo>
                <a:lnTo>
                  <a:pt x="114300" y="132798"/>
                </a:lnTo>
                <a:lnTo>
                  <a:pt x="114300" y="113786"/>
                </a:lnTo>
                <a:lnTo>
                  <a:pt x="114300" y="94783"/>
                </a:lnTo>
                <a:lnTo>
                  <a:pt x="114300" y="75771"/>
                </a:lnTo>
                <a:lnTo>
                  <a:pt x="114300" y="56769"/>
                </a:lnTo>
                <a:lnTo>
                  <a:pt x="114300" y="37757"/>
                </a:lnTo>
                <a:lnTo>
                  <a:pt x="114300" y="18755"/>
                </a:lnTo>
                <a:lnTo>
                  <a:pt x="114557" y="0"/>
                </a:lnTo>
                <a:lnTo>
                  <a:pt x="133560" y="0"/>
                </a:lnTo>
                <a:lnTo>
                  <a:pt x="152571" y="0"/>
                </a:lnTo>
                <a:lnTo>
                  <a:pt x="171574" y="0"/>
                </a:lnTo>
                <a:lnTo>
                  <a:pt x="190586" y="0"/>
                </a:lnTo>
                <a:lnTo>
                  <a:pt x="209588" y="0"/>
                </a:ln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8A9DF"/>
            </a:solidFill>
            <a:prstDash val="solid"/>
          </a:ln>
        </p:spPr>
      </p:sp>
      <p:sp>
        <p:nvSpPr>
          <p:cNvPr id="28" name="handoff-target-1">
            <a:extLst xmlns:a="http://schemas.openxmlformats.org/drawingml/2006/main">
              <a:ext uri="{FF2B5EF4-FFF2-40B4-BE49-F238E27FC236}">
                <a16:creationId xmlns:a16="http://schemas.microsoft.com/office/drawing/2014/main" id="{FC6453DB-B495-4825-9EE2-B46F67AB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76463" y="5573716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B86C5"/>
            </a:solidFill>
            <a:prstDash val="solid"/>
          </a:ln>
        </p:spPr>
      </p:sp>
      <p:sp>
        <p:nvSpPr>
          <p:cNvPr id="29" name="handoff-target-2">
            <a:extLst xmlns:a="http://schemas.openxmlformats.org/drawingml/2006/main">
              <a:ext uri="{FF2B5EF4-FFF2-40B4-BE49-F238E27FC236}">
                <a16:creationId xmlns:a16="http://schemas.microsoft.com/office/drawing/2014/main" id="{1E5F0EB7-F716-49D6-B641-4DCA6E27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9083" y="427196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B86C5"/>
            </a:solidFill>
            <a:prstDash val="solid"/>
          </a:ln>
        </p:spPr>
      </p:sp>
      <p:sp>
        <p:nvSpPr>
          <p:cNvPr id="30" name="handoff-target-3">
            <a:extLst xmlns:a="http://schemas.openxmlformats.org/drawingml/2006/main">
              <a:ext uri="{FF2B5EF4-FFF2-40B4-BE49-F238E27FC236}">
                <a16:creationId xmlns:a16="http://schemas.microsoft.com/office/drawing/2014/main" id="{F57282AA-49D8-496C-BBB2-BB4B963C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1703" y="427196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B86C5"/>
            </a:solidFill>
            <a:prstDash val="solid"/>
          </a:ln>
        </p:spPr>
      </p:sp>
      <p:sp>
        <p:nvSpPr>
          <p:cNvPr id="31" name="handoff-target-4">
            <a:extLst xmlns:a="http://schemas.openxmlformats.org/drawingml/2006/main">
              <a:ext uri="{FF2B5EF4-FFF2-40B4-BE49-F238E27FC236}">
                <a16:creationId xmlns:a16="http://schemas.microsoft.com/office/drawing/2014/main" id="{A835D6C3-E446-4B00-B56A-B1CDDF60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1703" y="2970209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B86C5"/>
            </a:solidFill>
            <a:prstDash val="solid"/>
          </a:ln>
        </p:spPr>
      </p:sp>
      <p:sp>
        <p:nvSpPr>
          <p:cNvPr id="32" name="handoff-target-5">
            <a:extLst xmlns:a="http://schemas.openxmlformats.org/drawingml/2006/main">
              <a:ext uri="{FF2B5EF4-FFF2-40B4-BE49-F238E27FC236}">
                <a16:creationId xmlns:a16="http://schemas.microsoft.com/office/drawing/2014/main" id="{692CF70C-9E8D-46D7-B660-6E027596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4323" y="5573716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B86C5"/>
            </a:solidFill>
            <a:prstDash val="solid"/>
          </a:ln>
        </p:spPr>
      </p:sp>
      <p:sp>
        <p:nvSpPr>
          <p:cNvPr id="33" name="handoff-target-6">
            <a:extLst xmlns:a="http://schemas.openxmlformats.org/drawingml/2006/main">
              <a:ext uri="{FF2B5EF4-FFF2-40B4-BE49-F238E27FC236}">
                <a16:creationId xmlns:a16="http://schemas.microsoft.com/office/drawing/2014/main" id="{66B9C39B-357F-4843-8FC3-143AAA6F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6943" y="2970209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B86C5"/>
            </a:solidFill>
            <a:prstDash val="solid"/>
          </a:ln>
        </p:spPr>
      </p:sp>
      <p:sp>
        <p:nvSpPr>
          <p:cNvPr id="34" name="stage-order-1">
            <a:extLst xmlns:a="http://schemas.openxmlformats.org/drawingml/2006/main">
              <a:ext uri="{FF2B5EF4-FFF2-40B4-BE49-F238E27FC236}">
                <a16:creationId xmlns:a16="http://schemas.microsoft.com/office/drawing/2014/main" id="{4C8605E4-8A46-4EAE-89DE-7ED8CFFC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0275" y="18002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5" name="stage-1-title">
            <a:extLst xmlns:a="http://schemas.openxmlformats.org/drawingml/2006/main">
              <a:ext uri="{FF2B5EF4-FFF2-40B4-BE49-F238E27FC236}">
                <a16:creationId xmlns:a16="http://schemas.microsoft.com/office/drawing/2014/main" id="{E21BD89B-FF06-4C36-B180-253A20DCD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0" y="1790700"/>
            <a:ext cx="1388716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7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需求澄清</a:t>
            </a:r>
          </a:p>
        </p:txBody>
      </p:sp>
      <p:sp>
        <p:nvSpPr>
          <p:cNvPr id="36" name="stage-divider-2">
            <a:extLst xmlns:a="http://schemas.openxmlformats.org/drawingml/2006/main">
              <a:ext uri="{FF2B5EF4-FFF2-40B4-BE49-F238E27FC236}">
                <a16:creationId xmlns:a16="http://schemas.microsoft.com/office/drawing/2014/main" id="{F1041657-275E-45E0-9789-FE77C29E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7616" y="17907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stage-order-2">
            <a:extLst xmlns:a="http://schemas.openxmlformats.org/drawingml/2006/main">
              <a:ext uri="{FF2B5EF4-FFF2-40B4-BE49-F238E27FC236}">
                <a16:creationId xmlns:a16="http://schemas.microsoft.com/office/drawing/2014/main" id="{F821B189-4281-4D5A-BC3C-340912E8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2866" y="18002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8" name="stage-2-title">
            <a:extLst xmlns:a="http://schemas.openxmlformats.org/drawingml/2006/main">
              <a:ext uri="{FF2B5EF4-FFF2-40B4-BE49-F238E27FC236}">
                <a16:creationId xmlns:a16="http://schemas.microsoft.com/office/drawing/2014/main" id="{EE9D1A1D-9FB9-4FA3-A408-5497806FB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4341" y="1790700"/>
            <a:ext cx="1388716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7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方案设计</a:t>
            </a:r>
          </a:p>
        </p:txBody>
      </p:sp>
      <p:sp>
        <p:nvSpPr>
          <p:cNvPr id="39" name="stage-divider-3">
            <a:extLst xmlns:a="http://schemas.openxmlformats.org/drawingml/2006/main">
              <a:ext uri="{FF2B5EF4-FFF2-40B4-BE49-F238E27FC236}">
                <a16:creationId xmlns:a16="http://schemas.microsoft.com/office/drawing/2014/main" id="{9B02470A-B524-4CC5-8477-EFC38AD49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30208" y="17907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stage-order-3">
            <a:extLst xmlns:a="http://schemas.openxmlformats.org/drawingml/2006/main">
              <a:ext uri="{FF2B5EF4-FFF2-40B4-BE49-F238E27FC236}">
                <a16:creationId xmlns:a16="http://schemas.microsoft.com/office/drawing/2014/main" id="{86F73F2D-5164-455E-924C-E150639A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25458" y="18002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1" name="stage-3-title">
            <a:extLst xmlns:a="http://schemas.openxmlformats.org/drawingml/2006/main">
              <a:ext uri="{FF2B5EF4-FFF2-40B4-BE49-F238E27FC236}">
                <a16:creationId xmlns:a16="http://schemas.microsoft.com/office/drawing/2014/main" id="{7D87E68F-479A-4848-9036-CA60B7AA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96933" y="1790700"/>
            <a:ext cx="1388716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7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联合执行</a:t>
            </a:r>
          </a:p>
        </p:txBody>
      </p:sp>
      <p:sp>
        <p:nvSpPr>
          <p:cNvPr id="42" name="stage-divider-4">
            <a:extLst xmlns:a="http://schemas.openxmlformats.org/drawingml/2006/main">
              <a:ext uri="{FF2B5EF4-FFF2-40B4-BE49-F238E27FC236}">
                <a16:creationId xmlns:a16="http://schemas.microsoft.com/office/drawing/2014/main" id="{84DCCF0A-4D3A-4654-954F-4EA1642E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42799" y="17907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stage-order-4">
            <a:extLst xmlns:a="http://schemas.openxmlformats.org/drawingml/2006/main">
              <a:ext uri="{FF2B5EF4-FFF2-40B4-BE49-F238E27FC236}">
                <a16:creationId xmlns:a16="http://schemas.microsoft.com/office/drawing/2014/main" id="{682CFF77-ABDA-4641-995A-E00BB2A5A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38049" y="18002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4" name="stage-4-title">
            <a:extLst xmlns:a="http://schemas.openxmlformats.org/drawingml/2006/main">
              <a:ext uri="{FF2B5EF4-FFF2-40B4-BE49-F238E27FC236}">
                <a16:creationId xmlns:a16="http://schemas.microsoft.com/office/drawing/2014/main" id="{ED5DA4D3-A676-4269-A6DE-8D68A57B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9524" y="1790700"/>
            <a:ext cx="1388716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7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验收复盘</a:t>
            </a:r>
          </a:p>
        </p:txBody>
      </p:sp>
      <p:sp>
        <p:nvSpPr>
          <p:cNvPr id="45" name="stage-divider-5">
            <a:extLst xmlns:a="http://schemas.openxmlformats.org/drawingml/2006/main">
              <a:ext uri="{FF2B5EF4-FFF2-40B4-BE49-F238E27FC236}">
                <a16:creationId xmlns:a16="http://schemas.microsoft.com/office/drawing/2014/main" id="{DB6E3F77-7B01-4833-8007-46739E33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5391" y="17907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stage-order-5">
            <a:extLst xmlns:a="http://schemas.openxmlformats.org/drawingml/2006/main">
              <a:ext uri="{FF2B5EF4-FFF2-40B4-BE49-F238E27FC236}">
                <a16:creationId xmlns:a16="http://schemas.microsoft.com/office/drawing/2014/main" id="{06FDAE70-5638-4BC1-B889-998C3EE7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50641" y="18002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7" name="stage-5-title">
            <a:extLst xmlns:a="http://schemas.openxmlformats.org/drawingml/2006/main">
              <a:ext uri="{FF2B5EF4-FFF2-40B4-BE49-F238E27FC236}">
                <a16:creationId xmlns:a16="http://schemas.microsoft.com/office/drawing/2014/main" id="{5719ACEA-57EB-4C14-AE21-C014F951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2116" y="1790700"/>
            <a:ext cx="1388869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7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持续优化</a:t>
            </a:r>
          </a:p>
        </p:txBody>
      </p:sp>
      <p:sp>
        <p:nvSpPr>
          <p:cNvPr id="48" name="task-1-shadow">
            <a:extLst xmlns:a="http://schemas.openxmlformats.org/drawingml/2006/main">
              <a:ext uri="{FF2B5EF4-FFF2-40B4-BE49-F238E27FC236}">
                <a16:creationId xmlns:a16="http://schemas.microsoft.com/office/drawing/2014/main" id="{32D46ECE-C598-4394-B130-E11AB330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19325" y="2670124"/>
            <a:ext cx="1683991" cy="781050"/>
          </a:xfrm>
          <a:prstGeom xmlns:a="http://schemas.openxmlformats.org/drawingml/2006/main" prst="roundRect">
            <a:avLst>
              <a:gd name="adj" fmla="val 18293"/>
            </a:avLst>
          </a:prstGeom>
          <a:solidFill xmlns:a="http://schemas.openxmlformats.org/drawingml/2006/main">
            <a:srgbClr val="DCE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task-1-surface">
            <a:extLst xmlns:a="http://schemas.openxmlformats.org/drawingml/2006/main">
              <a:ext uri="{FF2B5EF4-FFF2-40B4-BE49-F238E27FC236}">
                <a16:creationId xmlns:a16="http://schemas.microsoft.com/office/drawing/2014/main" id="{ECFD4A99-B0B4-43BC-BF26-9EB15E956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19325" y="2622499"/>
            <a:ext cx="1683991" cy="781050"/>
          </a:xfrm>
          <a:prstGeom xmlns:a="http://schemas.openxmlformats.org/drawingml/2006/main" prst="roundRect">
            <a:avLst>
              <a:gd name="adj" fmla="val 182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50" name="task-1-accent">
            <a:extLst xmlns:a="http://schemas.openxmlformats.org/drawingml/2006/main">
              <a:ext uri="{FF2B5EF4-FFF2-40B4-BE49-F238E27FC236}">
                <a16:creationId xmlns:a16="http://schemas.microsoft.com/office/drawing/2014/main" id="{D62225E3-56C7-42AB-A9FD-00306BA71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19325" y="2622499"/>
            <a:ext cx="4762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task-2-shadow">
            <a:extLst xmlns:a="http://schemas.openxmlformats.org/drawingml/2006/main">
              <a:ext uri="{FF2B5EF4-FFF2-40B4-BE49-F238E27FC236}">
                <a16:creationId xmlns:a16="http://schemas.microsoft.com/office/drawing/2014/main" id="{72E3ACF8-34D7-4DB2-9A3D-AC9D0405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19325" y="5273573"/>
            <a:ext cx="1683991" cy="781050"/>
          </a:xfrm>
          <a:prstGeom xmlns:a="http://schemas.openxmlformats.org/drawingml/2006/main" prst="roundRect">
            <a:avLst>
              <a:gd name="adj" fmla="val 18293"/>
            </a:avLst>
          </a:prstGeom>
          <a:solidFill xmlns:a="http://schemas.openxmlformats.org/drawingml/2006/main">
            <a:srgbClr val="DCE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task-2-surface">
            <a:extLst xmlns:a="http://schemas.openxmlformats.org/drawingml/2006/main">
              <a:ext uri="{FF2B5EF4-FFF2-40B4-BE49-F238E27FC236}">
                <a16:creationId xmlns:a16="http://schemas.microsoft.com/office/drawing/2014/main" id="{F24878D5-66D3-47C8-AF19-EE5A9F29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19325" y="5225948"/>
            <a:ext cx="1683991" cy="781050"/>
          </a:xfrm>
          <a:prstGeom xmlns:a="http://schemas.openxmlformats.org/drawingml/2006/main" prst="roundRect">
            <a:avLst>
              <a:gd name="adj" fmla="val 182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53" name="task-2-accent">
            <a:extLst xmlns:a="http://schemas.openxmlformats.org/drawingml/2006/main">
              <a:ext uri="{FF2B5EF4-FFF2-40B4-BE49-F238E27FC236}">
                <a16:creationId xmlns:a16="http://schemas.microsoft.com/office/drawing/2014/main" id="{ADD5D5F0-A99A-469D-8684-DF3A406B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19325" y="5225948"/>
            <a:ext cx="4762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task-3-shadow">
            <a:extLst xmlns:a="http://schemas.openxmlformats.org/drawingml/2006/main">
              <a:ext uri="{FF2B5EF4-FFF2-40B4-BE49-F238E27FC236}">
                <a16:creationId xmlns:a16="http://schemas.microsoft.com/office/drawing/2014/main" id="{CCEF51EB-77C4-4350-BB0F-0D7E6F44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1916" y="3971925"/>
            <a:ext cx="1683991" cy="781050"/>
          </a:xfrm>
          <a:prstGeom xmlns:a="http://schemas.openxmlformats.org/drawingml/2006/main" prst="roundRect">
            <a:avLst>
              <a:gd name="adj" fmla="val 18293"/>
            </a:avLst>
          </a:prstGeom>
          <a:solidFill xmlns:a="http://schemas.openxmlformats.org/drawingml/2006/main">
            <a:srgbClr val="DCE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task-3-surface">
            <a:extLst xmlns:a="http://schemas.openxmlformats.org/drawingml/2006/main">
              <a:ext uri="{FF2B5EF4-FFF2-40B4-BE49-F238E27FC236}">
                <a16:creationId xmlns:a16="http://schemas.microsoft.com/office/drawing/2014/main" id="{58165FC3-9B87-4C9A-8317-CCA0746B1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1916" y="3924300"/>
            <a:ext cx="1683991" cy="781050"/>
          </a:xfrm>
          <a:prstGeom xmlns:a="http://schemas.openxmlformats.org/drawingml/2006/main" prst="roundRect">
            <a:avLst>
              <a:gd name="adj" fmla="val 182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56" name="task-3-accent">
            <a:extLst xmlns:a="http://schemas.openxmlformats.org/drawingml/2006/main">
              <a:ext uri="{FF2B5EF4-FFF2-40B4-BE49-F238E27FC236}">
                <a16:creationId xmlns:a16="http://schemas.microsoft.com/office/drawing/2014/main" id="{C8A27A8A-2E45-48AF-9C2C-EB053EB5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1916" y="3924300"/>
            <a:ext cx="4762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task-4-shadow">
            <a:extLst xmlns:a="http://schemas.openxmlformats.org/drawingml/2006/main">
              <a:ext uri="{FF2B5EF4-FFF2-40B4-BE49-F238E27FC236}">
                <a16:creationId xmlns:a16="http://schemas.microsoft.com/office/drawing/2014/main" id="{D1CB1689-FED4-4A7E-9445-427EA878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4508" y="3971925"/>
            <a:ext cx="1683991" cy="781050"/>
          </a:xfrm>
          <a:prstGeom xmlns:a="http://schemas.openxmlformats.org/drawingml/2006/main" prst="roundRect">
            <a:avLst>
              <a:gd name="adj" fmla="val 18293"/>
            </a:avLst>
          </a:prstGeom>
          <a:solidFill xmlns:a="http://schemas.openxmlformats.org/drawingml/2006/main">
            <a:srgbClr val="DCE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task-4-surface">
            <a:extLst xmlns:a="http://schemas.openxmlformats.org/drawingml/2006/main">
              <a:ext uri="{FF2B5EF4-FFF2-40B4-BE49-F238E27FC236}">
                <a16:creationId xmlns:a16="http://schemas.microsoft.com/office/drawing/2014/main" id="{911A3582-ACB6-4D00-8FE6-D5A7A5F2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4508" y="3924300"/>
            <a:ext cx="1683991" cy="781050"/>
          </a:xfrm>
          <a:prstGeom xmlns:a="http://schemas.openxmlformats.org/drawingml/2006/main" prst="roundRect">
            <a:avLst>
              <a:gd name="adj" fmla="val 182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59" name="task-4-accent">
            <a:extLst xmlns:a="http://schemas.openxmlformats.org/drawingml/2006/main">
              <a:ext uri="{FF2B5EF4-FFF2-40B4-BE49-F238E27FC236}">
                <a16:creationId xmlns:a16="http://schemas.microsoft.com/office/drawing/2014/main" id="{7F5E5B73-74CC-4B66-B303-57FF1413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4508" y="3924300"/>
            <a:ext cx="4762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task-5-shadow">
            <a:extLst xmlns:a="http://schemas.openxmlformats.org/drawingml/2006/main">
              <a:ext uri="{FF2B5EF4-FFF2-40B4-BE49-F238E27FC236}">
                <a16:creationId xmlns:a16="http://schemas.microsoft.com/office/drawing/2014/main" id="{2034F781-0678-466B-86FF-93523CC2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4508" y="2670124"/>
            <a:ext cx="1683991" cy="781050"/>
          </a:xfrm>
          <a:prstGeom xmlns:a="http://schemas.openxmlformats.org/drawingml/2006/main" prst="roundRect">
            <a:avLst>
              <a:gd name="adj" fmla="val 18293"/>
            </a:avLst>
          </a:prstGeom>
          <a:solidFill xmlns:a="http://schemas.openxmlformats.org/drawingml/2006/main">
            <a:srgbClr val="DCE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task-5-surface">
            <a:extLst xmlns:a="http://schemas.openxmlformats.org/drawingml/2006/main">
              <a:ext uri="{FF2B5EF4-FFF2-40B4-BE49-F238E27FC236}">
                <a16:creationId xmlns:a16="http://schemas.microsoft.com/office/drawing/2014/main" id="{62696AD7-F942-4A88-86F4-1F87CEBE0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4508" y="2622499"/>
            <a:ext cx="1683991" cy="781050"/>
          </a:xfrm>
          <a:prstGeom xmlns:a="http://schemas.openxmlformats.org/drawingml/2006/main" prst="roundRect">
            <a:avLst>
              <a:gd name="adj" fmla="val 182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62" name="task-5-accent">
            <a:extLst xmlns:a="http://schemas.openxmlformats.org/drawingml/2006/main">
              <a:ext uri="{FF2B5EF4-FFF2-40B4-BE49-F238E27FC236}">
                <a16:creationId xmlns:a16="http://schemas.microsoft.com/office/drawing/2014/main" id="{B3697ED5-E733-424D-A0C7-21660FB0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4508" y="2622499"/>
            <a:ext cx="4762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task-6-shadow">
            <a:extLst xmlns:a="http://schemas.openxmlformats.org/drawingml/2006/main">
              <a:ext uri="{FF2B5EF4-FFF2-40B4-BE49-F238E27FC236}">
                <a16:creationId xmlns:a16="http://schemas.microsoft.com/office/drawing/2014/main" id="{F29ED824-D22B-43F9-9A3C-9D3225FF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57099" y="5273573"/>
            <a:ext cx="1683991" cy="781050"/>
          </a:xfrm>
          <a:prstGeom xmlns:a="http://schemas.openxmlformats.org/drawingml/2006/main" prst="roundRect">
            <a:avLst>
              <a:gd name="adj" fmla="val 18293"/>
            </a:avLst>
          </a:prstGeom>
          <a:solidFill xmlns:a="http://schemas.openxmlformats.org/drawingml/2006/main">
            <a:srgbClr val="DCE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task-6-surface">
            <a:extLst xmlns:a="http://schemas.openxmlformats.org/drawingml/2006/main">
              <a:ext uri="{FF2B5EF4-FFF2-40B4-BE49-F238E27FC236}">
                <a16:creationId xmlns:a16="http://schemas.microsoft.com/office/drawing/2014/main" id="{4F8DBC35-4616-40F9-ACBA-7D3D8EE1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57099" y="5225948"/>
            <a:ext cx="1683991" cy="781050"/>
          </a:xfrm>
          <a:prstGeom xmlns:a="http://schemas.openxmlformats.org/drawingml/2006/main" prst="roundRect">
            <a:avLst>
              <a:gd name="adj" fmla="val 182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65" name="task-6-accent">
            <a:extLst xmlns:a="http://schemas.openxmlformats.org/drawingml/2006/main">
              <a:ext uri="{FF2B5EF4-FFF2-40B4-BE49-F238E27FC236}">
                <a16:creationId xmlns:a16="http://schemas.microsoft.com/office/drawing/2014/main" id="{29B11114-B5CC-4453-ADD9-52DA2261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57099" y="5225948"/>
            <a:ext cx="4762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task-7-shadow">
            <a:extLst xmlns:a="http://schemas.openxmlformats.org/drawingml/2006/main">
              <a:ext uri="{FF2B5EF4-FFF2-40B4-BE49-F238E27FC236}">
                <a16:creationId xmlns:a16="http://schemas.microsoft.com/office/drawing/2014/main" id="{23294BE0-1E56-4E29-BDB8-95DA274C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9691" y="2670124"/>
            <a:ext cx="1683991" cy="781050"/>
          </a:xfrm>
          <a:prstGeom xmlns:a="http://schemas.openxmlformats.org/drawingml/2006/main" prst="roundRect">
            <a:avLst>
              <a:gd name="adj" fmla="val 18293"/>
            </a:avLst>
          </a:prstGeom>
          <a:solidFill xmlns:a="http://schemas.openxmlformats.org/drawingml/2006/main">
            <a:srgbClr val="DCE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task-7-surface">
            <a:extLst xmlns:a="http://schemas.openxmlformats.org/drawingml/2006/main">
              <a:ext uri="{FF2B5EF4-FFF2-40B4-BE49-F238E27FC236}">
                <a16:creationId xmlns:a16="http://schemas.microsoft.com/office/drawing/2014/main" id="{7355C493-2E81-459A-A867-5A69439D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9691" y="2622499"/>
            <a:ext cx="1683991" cy="781050"/>
          </a:xfrm>
          <a:prstGeom xmlns:a="http://schemas.openxmlformats.org/drawingml/2006/main" prst="roundRect">
            <a:avLst>
              <a:gd name="adj" fmla="val 182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68" name="task-7-accent">
            <a:extLst xmlns:a="http://schemas.openxmlformats.org/drawingml/2006/main">
              <a:ext uri="{FF2B5EF4-FFF2-40B4-BE49-F238E27FC236}">
                <a16:creationId xmlns:a16="http://schemas.microsoft.com/office/drawing/2014/main" id="{797BE397-133A-4E1C-A6E7-9B041A7F4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9691" y="2622499"/>
            <a:ext cx="47625" cy="781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task-1-title">
            <a:extLst xmlns:a="http://schemas.openxmlformats.org/drawingml/2006/main">
              <a:ext uri="{FF2B5EF4-FFF2-40B4-BE49-F238E27FC236}">
                <a16:creationId xmlns:a16="http://schemas.microsoft.com/office/drawing/2014/main" id="{D3379F99-CB17-43D0-BFCE-DDCDBAB6E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2200" y="2680697"/>
            <a:ext cx="1464916" cy="253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收集真实需求</a:t>
            </a:r>
          </a:p>
        </p:txBody>
      </p:sp>
      <p:sp>
        <p:nvSpPr>
          <p:cNvPr id="70" name="task-1-body">
            <a:extLst xmlns:a="http://schemas.openxmlformats.org/drawingml/2006/main">
              <a:ext uri="{FF2B5EF4-FFF2-40B4-BE49-F238E27FC236}">
                <a16:creationId xmlns:a16="http://schemas.microsoft.com/office/drawing/2014/main" id="{AAA7CFBC-A6AF-443C-B72D-196FC844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2200" y="2933995"/>
            <a:ext cx="1464916" cy="4113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梳理场景与核心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71" name="task-2-title">
            <a:extLst xmlns:a="http://schemas.openxmlformats.org/drawingml/2006/main">
              <a:ext uri="{FF2B5EF4-FFF2-40B4-BE49-F238E27FC236}">
                <a16:creationId xmlns:a16="http://schemas.microsoft.com/office/drawing/2014/main" id="{C23B2D37-D1AD-4C31-B4F3-6E611BC6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2200" y="5284146"/>
            <a:ext cx="1464916" cy="253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确认目标边界</a:t>
            </a:r>
          </a:p>
        </p:txBody>
      </p:sp>
      <p:sp>
        <p:nvSpPr>
          <p:cNvPr id="72" name="task-2-body">
            <a:extLst xmlns:a="http://schemas.openxmlformats.org/drawingml/2006/main">
              <a:ext uri="{FF2B5EF4-FFF2-40B4-BE49-F238E27FC236}">
                <a16:creationId xmlns:a16="http://schemas.microsoft.com/office/drawing/2014/main" id="{EDE92D4E-D87B-482F-A0BB-4CBB4957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2200" y="5537444"/>
            <a:ext cx="1464916" cy="4113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明确范围与验收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标准</a:t>
            </a:r>
          </a:p>
        </p:txBody>
      </p:sp>
      <p:sp>
        <p:nvSpPr>
          <p:cNvPr id="73" name="task-3-title">
            <a:extLst xmlns:a="http://schemas.openxmlformats.org/drawingml/2006/main">
              <a:ext uri="{FF2B5EF4-FFF2-40B4-BE49-F238E27FC236}">
                <a16:creationId xmlns:a16="http://schemas.microsoft.com/office/drawing/2014/main" id="{2D4F0DF6-E453-419B-B6D1-F94C6313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74791" y="3982488"/>
            <a:ext cx="1464916" cy="253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形成实施方案</a:t>
            </a:r>
          </a:p>
        </p:txBody>
      </p:sp>
      <p:sp>
        <p:nvSpPr>
          <p:cNvPr id="74" name="task-3-body">
            <a:extLst xmlns:a="http://schemas.openxmlformats.org/drawingml/2006/main">
              <a:ext uri="{FF2B5EF4-FFF2-40B4-BE49-F238E27FC236}">
                <a16:creationId xmlns:a16="http://schemas.microsoft.com/office/drawing/2014/main" id="{76057DF4-A579-4851-9240-377F0EE6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74791" y="4235796"/>
            <a:ext cx="1464916" cy="4113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设计路径与关键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机制</a:t>
            </a:r>
          </a:p>
        </p:txBody>
      </p:sp>
      <p:sp>
        <p:nvSpPr>
          <p:cNvPr id="75" name="task-4-title">
            <a:extLst xmlns:a="http://schemas.openxmlformats.org/drawingml/2006/main">
              <a:ext uri="{FF2B5EF4-FFF2-40B4-BE49-F238E27FC236}">
                <a16:creationId xmlns:a16="http://schemas.microsoft.com/office/drawing/2014/main" id="{3F8E0330-F8B0-4021-8354-81D170A0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87383" y="3982488"/>
            <a:ext cx="1464916" cy="253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完成方案交付</a:t>
            </a:r>
          </a:p>
        </p:txBody>
      </p:sp>
      <p:sp>
        <p:nvSpPr>
          <p:cNvPr id="76" name="task-4-body">
            <a:extLst xmlns:a="http://schemas.openxmlformats.org/drawingml/2006/main">
              <a:ext uri="{FF2B5EF4-FFF2-40B4-BE49-F238E27FC236}">
                <a16:creationId xmlns:a16="http://schemas.microsoft.com/office/drawing/2014/main" id="{6D4E0050-D8C3-4E7E-BC72-6F8357AB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87383" y="4235796"/>
            <a:ext cx="1464916" cy="4113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实现功能并联调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77" name="task-5-title">
            <a:extLst xmlns:a="http://schemas.openxmlformats.org/drawingml/2006/main">
              <a:ext uri="{FF2B5EF4-FFF2-40B4-BE49-F238E27FC236}">
                <a16:creationId xmlns:a16="http://schemas.microsoft.com/office/drawing/2014/main" id="{7230DC15-9358-43F5-9541-4D78707C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87383" y="2680697"/>
            <a:ext cx="1464916" cy="253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组织场景试用</a:t>
            </a:r>
          </a:p>
        </p:txBody>
      </p:sp>
      <p:sp>
        <p:nvSpPr>
          <p:cNvPr id="78" name="task-5-body">
            <a:extLst xmlns:a="http://schemas.openxmlformats.org/drawingml/2006/main">
              <a:ext uri="{FF2B5EF4-FFF2-40B4-BE49-F238E27FC236}">
                <a16:creationId xmlns:a16="http://schemas.microsoft.com/office/drawing/2014/main" id="{F3DD4D36-047E-4138-8B4E-3CDAAA3B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87383" y="2933995"/>
            <a:ext cx="1464916" cy="4113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反馈问题与使用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体验</a:t>
            </a:r>
          </a:p>
        </p:txBody>
      </p:sp>
      <p:sp>
        <p:nvSpPr>
          <p:cNvPr id="79" name="task-6-title">
            <a:extLst xmlns:a="http://schemas.openxmlformats.org/drawingml/2006/main">
              <a:ext uri="{FF2B5EF4-FFF2-40B4-BE49-F238E27FC236}">
                <a16:creationId xmlns:a16="http://schemas.microsoft.com/office/drawing/2014/main" id="{73CB4472-0A5B-4B8F-A825-076AEE71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9974" y="5284146"/>
            <a:ext cx="1464916" cy="253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联合验收复盘</a:t>
            </a:r>
          </a:p>
        </p:txBody>
      </p:sp>
      <p:sp>
        <p:nvSpPr>
          <p:cNvPr id="80" name="task-6-body">
            <a:extLst xmlns:a="http://schemas.openxmlformats.org/drawingml/2006/main">
              <a:ext uri="{FF2B5EF4-FFF2-40B4-BE49-F238E27FC236}">
                <a16:creationId xmlns:a16="http://schemas.microsoft.com/office/drawing/2014/main" id="{2103F7AD-9DCF-45D8-A68F-C982F026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9974" y="5537444"/>
            <a:ext cx="1464916" cy="4113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确认结果并沉淀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经验</a:t>
            </a:r>
          </a:p>
        </p:txBody>
      </p:sp>
      <p:sp>
        <p:nvSpPr>
          <p:cNvPr id="81" name="task-7-title">
            <a:extLst xmlns:a="http://schemas.openxmlformats.org/drawingml/2006/main">
              <a:ext uri="{FF2B5EF4-FFF2-40B4-BE49-F238E27FC236}">
                <a16:creationId xmlns:a16="http://schemas.microsoft.com/office/drawing/2014/main" id="{8F210D06-A54D-490F-A62C-6A11EBD25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12566" y="2680697"/>
            <a:ext cx="1464916" cy="253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持续运营优化</a:t>
            </a:r>
          </a:p>
        </p:txBody>
      </p:sp>
      <p:sp>
        <p:nvSpPr>
          <p:cNvPr id="82" name="task-7-body">
            <a:extLst xmlns:a="http://schemas.openxmlformats.org/drawingml/2006/main">
              <a:ext uri="{FF2B5EF4-FFF2-40B4-BE49-F238E27FC236}">
                <a16:creationId xmlns:a16="http://schemas.microsoft.com/office/drawing/2014/main" id="{2F505D67-E155-4522-922C-4A94E592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12566" y="2933995"/>
            <a:ext cx="1464916" cy="4113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依据数据迭代流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程</a:t>
            </a:r>
          </a:p>
        </p:txBody>
      </p:sp>
      <p:sp>
        <p:nvSpPr>
          <p:cNvPr id="83" name="corner-label">
            <a:extLst xmlns:a="http://schemas.openxmlformats.org/drawingml/2006/main">
              <a:ext uri="{FF2B5EF4-FFF2-40B4-BE49-F238E27FC236}">
                <a16:creationId xmlns:a16="http://schemas.microsoft.com/office/drawing/2014/main" id="{28A83631-D63B-4CC2-BA76-CB9B4761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1657350"/>
            <a:ext cx="140970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F0F6FD"/>
          </a:solidFill>
          <a:ln xmlns:a="http://schemas.openxmlformats.org/drawingml/2006/main" w="9525">
            <a:solidFill>
              <a:srgbClr val="D4E3F4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476B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476B95"/>
                </a:solidFill>
                <a:latin typeface="Microsoft YaHei"/>
                <a:ea typeface="Microsoft YaHei"/>
                <a:cs typeface="Microsoft YaHei"/>
              </a:rPr>
              <a:t>角色 × 阶段</a:t>
            </a:r>
          </a:p>
        </p:txBody>
      </p:sp>
    </p:spTree>
    <p:extLst>
      <p:ext uri="{BB962C8B-B14F-4D97-AF65-F5344CB8AC3E}">
        <p14:creationId xmlns:p14="http://schemas.microsoft.com/office/powerpoint/2010/main" val="14733109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6" name="stage-band-underlay">
            <a:extLst xmlns:a="http://schemas.openxmlformats.org/drawingml/2006/main">
              <a:ext uri="{FF2B5EF4-FFF2-40B4-BE49-F238E27FC236}">
                <a16:creationId xmlns:a16="http://schemas.microsoft.com/office/drawing/2014/main" id="{B2D6FA56-BCF1-4927-944B-5085F5909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5025" y="1704975"/>
            <a:ext cx="956310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ane-1-surface">
            <a:extLst xmlns:a="http://schemas.openxmlformats.org/drawingml/2006/main">
              <a:ext uri="{FF2B5EF4-FFF2-40B4-BE49-F238E27FC236}">
                <a16:creationId xmlns:a16="http://schemas.microsoft.com/office/drawing/2014/main" id="{251991A3-58C0-4241-BC6A-B5AFD26F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5025" y="2362200"/>
            <a:ext cx="9563100" cy="900113"/>
          </a:xfrm>
          <a:prstGeom xmlns:a="http://schemas.openxmlformats.org/drawingml/2006/main" prst="roundRect">
            <a:avLst>
              <a:gd name="adj" fmla="val 16931"/>
            </a:avLst>
          </a:prstGeom>
          <a:solidFill xmlns:a="http://schemas.openxmlformats.org/drawingml/2006/main">
            <a:srgbClr val="F8FBFE"/>
          </a:solidFill>
          <a:ln xmlns:a="http://schemas.openxmlformats.org/drawingml/2006/main" w="9525">
            <a:solidFill>
              <a:srgbClr val="DCE8F5"/>
            </a:solidFill>
            <a:prstDash val="solid"/>
          </a:ln>
        </p:spPr>
      </p:sp>
      <p:sp>
        <p:nvSpPr>
          <p:cNvPr id="3" name="role-1-underlay">
            <a:extLst xmlns:a="http://schemas.openxmlformats.org/drawingml/2006/main">
              <a:ext uri="{FF2B5EF4-FFF2-40B4-BE49-F238E27FC236}">
                <a16:creationId xmlns:a16="http://schemas.microsoft.com/office/drawing/2014/main" id="{43D6628A-2DD1-45F6-9F97-E9A347DE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2476500"/>
            <a:ext cx="1409700" cy="747713"/>
          </a:xfrm>
          <a:prstGeom xmlns:a="http://schemas.openxmlformats.org/drawingml/2006/main" prst="roundRect">
            <a:avLst>
              <a:gd name="adj" fmla="val 20382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ole-1-label">
            <a:extLst xmlns:a="http://schemas.openxmlformats.org/drawingml/2006/main">
              <a:ext uri="{FF2B5EF4-FFF2-40B4-BE49-F238E27FC236}">
                <a16:creationId xmlns:a16="http://schemas.microsoft.com/office/drawing/2014/main" id="{908E8984-6277-4044-AB7C-2B81A1AE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2438400"/>
            <a:ext cx="1409700" cy="747713"/>
          </a:xfrm>
          <a:prstGeom xmlns:a="http://schemas.openxmlformats.org/drawingml/2006/main" prst="roundRect">
            <a:avLst>
              <a:gd name="adj" fmla="val 203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6"/>
          <a:fontRef xmlns:a="http://schemas.openxmlformats.org/drawingml/2006/main" idx="major"/>
        </p:style>
      </p:sp>
      <p:sp>
        <p:nvSpPr>
          <p:cNvPr id="5" name="role-1-accent">
            <a:extLst xmlns:a="http://schemas.openxmlformats.org/drawingml/2006/main">
              <a:ext uri="{FF2B5EF4-FFF2-40B4-BE49-F238E27FC236}">
                <a16:creationId xmlns:a16="http://schemas.microsoft.com/office/drawing/2014/main" id="{1D35690A-9A06-4657-945E-174539AE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2438400"/>
            <a:ext cx="66675" cy="74771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ole-1-name">
            <a:extLst xmlns:a="http://schemas.openxmlformats.org/drawingml/2006/main">
              <a:ext uri="{FF2B5EF4-FFF2-40B4-BE49-F238E27FC236}">
                <a16:creationId xmlns:a16="http://schemas.microsoft.com/office/drawing/2014/main" id="{0293E15C-325E-497D-8838-3917374F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" y="2688431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42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业务团队</a:t>
            </a:r>
          </a:p>
        </p:txBody>
      </p:sp>
      <p:sp>
        <p:nvSpPr>
          <p:cNvPr id="7" name="lane-2-surface">
            <a:extLst xmlns:a="http://schemas.openxmlformats.org/drawingml/2006/main">
              <a:ext uri="{FF2B5EF4-FFF2-40B4-BE49-F238E27FC236}">
                <a16:creationId xmlns:a16="http://schemas.microsoft.com/office/drawing/2014/main" id="{6B0C30ED-B4E7-4C30-98AD-00BE9688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5025" y="3338513"/>
            <a:ext cx="9563100" cy="900113"/>
          </a:xfrm>
          <a:prstGeom xmlns:a="http://schemas.openxmlformats.org/drawingml/2006/main" prst="roundRect">
            <a:avLst>
              <a:gd name="adj" fmla="val 16931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CE8F5"/>
            </a:solidFill>
            <a:prstDash val="solid"/>
          </a:ln>
        </p:spPr>
      </p:sp>
      <p:sp>
        <p:nvSpPr>
          <p:cNvPr id="8" name="role-2-underlay">
            <a:extLst xmlns:a="http://schemas.openxmlformats.org/drawingml/2006/main">
              <a:ext uri="{FF2B5EF4-FFF2-40B4-BE49-F238E27FC236}">
                <a16:creationId xmlns:a16="http://schemas.microsoft.com/office/drawing/2014/main" id="{73D76603-2ED0-4067-B1F3-E5B4B7132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3452813"/>
            <a:ext cx="1409700" cy="747713"/>
          </a:xfrm>
          <a:prstGeom xmlns:a="http://schemas.openxmlformats.org/drawingml/2006/main" prst="roundRect">
            <a:avLst>
              <a:gd name="adj" fmla="val 20382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ole-2-label">
            <a:extLst xmlns:a="http://schemas.openxmlformats.org/drawingml/2006/main">
              <a:ext uri="{FF2B5EF4-FFF2-40B4-BE49-F238E27FC236}">
                <a16:creationId xmlns:a16="http://schemas.microsoft.com/office/drawing/2014/main" id="{60A64D5E-52D8-4423-8FF5-F3108426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3414713"/>
            <a:ext cx="1409700" cy="747713"/>
          </a:xfrm>
          <a:prstGeom xmlns:a="http://schemas.openxmlformats.org/drawingml/2006/main" prst="roundRect">
            <a:avLst>
              <a:gd name="adj" fmla="val 203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6"/>
          <a:fontRef xmlns:a="http://schemas.openxmlformats.org/drawingml/2006/main" idx="major"/>
        </p:style>
      </p:sp>
      <p:sp>
        <p:nvSpPr>
          <p:cNvPr id="10" name="role-2-accent">
            <a:extLst xmlns:a="http://schemas.openxmlformats.org/drawingml/2006/main">
              <a:ext uri="{FF2B5EF4-FFF2-40B4-BE49-F238E27FC236}">
                <a16:creationId xmlns:a16="http://schemas.microsoft.com/office/drawing/2014/main" id="{8532859F-D73B-46C5-8F90-05179104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3414713"/>
            <a:ext cx="66675" cy="74771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6F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ole-2-name">
            <a:extLst xmlns:a="http://schemas.openxmlformats.org/drawingml/2006/main">
              <a:ext uri="{FF2B5EF4-FFF2-40B4-BE49-F238E27FC236}">
                <a16:creationId xmlns:a16="http://schemas.microsoft.com/office/drawing/2014/main" id="{58297799-A997-4689-B02F-3FB47512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" y="3664744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42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技术团队</a:t>
            </a:r>
          </a:p>
        </p:txBody>
      </p:sp>
      <p:sp>
        <p:nvSpPr>
          <p:cNvPr id="12" name="lane-3-surface">
            <a:extLst xmlns:a="http://schemas.openxmlformats.org/drawingml/2006/main">
              <a:ext uri="{FF2B5EF4-FFF2-40B4-BE49-F238E27FC236}">
                <a16:creationId xmlns:a16="http://schemas.microsoft.com/office/drawing/2014/main" id="{74FD1D59-026F-4F26-A423-5DB462E3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5025" y="4314825"/>
            <a:ext cx="9563100" cy="900113"/>
          </a:xfrm>
          <a:prstGeom xmlns:a="http://schemas.openxmlformats.org/drawingml/2006/main" prst="roundRect">
            <a:avLst>
              <a:gd name="adj" fmla="val 16931"/>
            </a:avLst>
          </a:prstGeom>
          <a:solidFill xmlns:a="http://schemas.openxmlformats.org/drawingml/2006/main">
            <a:srgbClr val="F8FBFE"/>
          </a:solidFill>
          <a:ln xmlns:a="http://schemas.openxmlformats.org/drawingml/2006/main" w="9525">
            <a:solidFill>
              <a:srgbClr val="DCE8F5"/>
            </a:solidFill>
            <a:prstDash val="solid"/>
          </a:ln>
        </p:spPr>
      </p:sp>
      <p:sp>
        <p:nvSpPr>
          <p:cNvPr id="13" name="role-3-underlay">
            <a:extLst xmlns:a="http://schemas.openxmlformats.org/drawingml/2006/main">
              <a:ext uri="{FF2B5EF4-FFF2-40B4-BE49-F238E27FC236}">
                <a16:creationId xmlns:a16="http://schemas.microsoft.com/office/drawing/2014/main" id="{0CA2FBAE-96EB-4067-B8DD-98A42E477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4429125"/>
            <a:ext cx="1409700" cy="747713"/>
          </a:xfrm>
          <a:prstGeom xmlns:a="http://schemas.openxmlformats.org/drawingml/2006/main" prst="roundRect">
            <a:avLst>
              <a:gd name="adj" fmla="val 20382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ole-3-label">
            <a:extLst xmlns:a="http://schemas.openxmlformats.org/drawingml/2006/main">
              <a:ext uri="{FF2B5EF4-FFF2-40B4-BE49-F238E27FC236}">
                <a16:creationId xmlns:a16="http://schemas.microsoft.com/office/drawing/2014/main" id="{218D5DBC-9012-4D14-9576-842EEED9D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4391025"/>
            <a:ext cx="1409700" cy="747713"/>
          </a:xfrm>
          <a:prstGeom xmlns:a="http://schemas.openxmlformats.org/drawingml/2006/main" prst="roundRect">
            <a:avLst>
              <a:gd name="adj" fmla="val 203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6"/>
          <a:fontRef xmlns:a="http://schemas.openxmlformats.org/drawingml/2006/main" idx="major"/>
        </p:style>
      </p:sp>
      <p:sp>
        <p:nvSpPr>
          <p:cNvPr id="15" name="role-3-accent">
            <a:extLst xmlns:a="http://schemas.openxmlformats.org/drawingml/2006/main">
              <a:ext uri="{FF2B5EF4-FFF2-40B4-BE49-F238E27FC236}">
                <a16:creationId xmlns:a16="http://schemas.microsoft.com/office/drawing/2014/main" id="{BE6475ED-2614-492E-BAA6-E71A0BBC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4391025"/>
            <a:ext cx="66675" cy="74771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E9E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ole-3-name">
            <a:extLst xmlns:a="http://schemas.openxmlformats.org/drawingml/2006/main">
              <a:ext uri="{FF2B5EF4-FFF2-40B4-BE49-F238E27FC236}">
                <a16:creationId xmlns:a16="http://schemas.microsoft.com/office/drawing/2014/main" id="{D45CA0E0-E179-4B92-989B-777EBAD4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" y="4641056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42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管理团队</a:t>
            </a:r>
          </a:p>
        </p:txBody>
      </p:sp>
      <p:sp>
        <p:nvSpPr>
          <p:cNvPr id="17" name="lane-4-surface">
            <a:extLst xmlns:a="http://schemas.openxmlformats.org/drawingml/2006/main">
              <a:ext uri="{FF2B5EF4-FFF2-40B4-BE49-F238E27FC236}">
                <a16:creationId xmlns:a16="http://schemas.microsoft.com/office/drawing/2014/main" id="{E9D59E71-902A-4307-A2AD-EB6ED464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5025" y="5291138"/>
            <a:ext cx="9563100" cy="900113"/>
          </a:xfrm>
          <a:prstGeom xmlns:a="http://schemas.openxmlformats.org/drawingml/2006/main" prst="roundRect">
            <a:avLst>
              <a:gd name="adj" fmla="val 16931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CE8F5"/>
            </a:solidFill>
            <a:prstDash val="solid"/>
          </a:ln>
        </p:spPr>
      </p:sp>
      <p:sp>
        <p:nvSpPr>
          <p:cNvPr id="18" name="role-4-underlay">
            <a:extLst xmlns:a="http://schemas.openxmlformats.org/drawingml/2006/main">
              <a:ext uri="{FF2B5EF4-FFF2-40B4-BE49-F238E27FC236}">
                <a16:creationId xmlns:a16="http://schemas.microsoft.com/office/drawing/2014/main" id="{91D08A36-719B-4B79-B1AC-9BF6CD51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5405438"/>
            <a:ext cx="1409700" cy="747713"/>
          </a:xfrm>
          <a:prstGeom xmlns:a="http://schemas.openxmlformats.org/drawingml/2006/main" prst="roundRect">
            <a:avLst>
              <a:gd name="adj" fmla="val 20382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ole-4-label">
            <a:extLst xmlns:a="http://schemas.openxmlformats.org/drawingml/2006/main">
              <a:ext uri="{FF2B5EF4-FFF2-40B4-BE49-F238E27FC236}">
                <a16:creationId xmlns:a16="http://schemas.microsoft.com/office/drawing/2014/main" id="{A7630F17-23C6-4BA8-AA3C-3417B8F98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5367338"/>
            <a:ext cx="1409700" cy="747713"/>
          </a:xfrm>
          <a:prstGeom xmlns:a="http://schemas.openxmlformats.org/drawingml/2006/main" prst="roundRect">
            <a:avLst>
              <a:gd name="adj" fmla="val 203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3F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6"/>
          <a:fontRef xmlns:a="http://schemas.openxmlformats.org/drawingml/2006/main" idx="major"/>
        </p:style>
      </p:sp>
      <p:sp>
        <p:nvSpPr>
          <p:cNvPr id="20" name="role-4-accent">
            <a:extLst xmlns:a="http://schemas.openxmlformats.org/drawingml/2006/main">
              <a:ext uri="{FF2B5EF4-FFF2-40B4-BE49-F238E27FC236}">
                <a16:creationId xmlns:a16="http://schemas.microsoft.com/office/drawing/2014/main" id="{331BC3F3-959F-4269-890B-44E92500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5367338"/>
            <a:ext cx="66675" cy="74771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8B6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ole-4-name">
            <a:extLst xmlns:a="http://schemas.openxmlformats.org/drawingml/2006/main">
              <a:ext uri="{FF2B5EF4-FFF2-40B4-BE49-F238E27FC236}">
                <a16:creationId xmlns:a16="http://schemas.microsoft.com/office/drawing/2014/main" id="{32750745-3888-48B0-97F2-2AF0836A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" y="5617369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42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支持团队</a:t>
            </a:r>
          </a:p>
        </p:txBody>
      </p:sp>
      <p:sp>
        <p:nvSpPr>
          <p:cNvPr id="22" name="stage-band">
            <a:extLst xmlns:a="http://schemas.openxmlformats.org/drawingml/2006/main">
              <a:ext uri="{FF2B5EF4-FFF2-40B4-BE49-F238E27FC236}">
                <a16:creationId xmlns:a16="http://schemas.microsoft.com/office/drawing/2014/main" id="{217341F1-1BAB-457E-9D24-9291208A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05025" y="1657350"/>
            <a:ext cx="956310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EEF5FD"/>
          </a:solidFill>
          <a:ln xmlns:a="http://schemas.openxmlformats.org/drawingml/2006/main" w="9525">
            <a:solidFill>
              <a:srgbClr val="D4E4F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27"/>
          <a:fontRef xmlns:a="http://schemas.openxmlformats.org/drawingml/2006/main" idx="major"/>
        </p:style>
      </p:sp>
      <p:sp>
        <p:nvSpPr>
          <p:cNvPr id="23" name="column-divider-1">
            <a:extLst xmlns:a="http://schemas.openxmlformats.org/drawingml/2006/main">
              <a:ext uri="{FF2B5EF4-FFF2-40B4-BE49-F238E27FC236}">
                <a16:creationId xmlns:a16="http://schemas.microsoft.com/office/drawing/2014/main" id="{A490F2C5-0150-4038-86AC-33F98633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7616" y="24574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olumn-divider-2">
            <a:extLst xmlns:a="http://schemas.openxmlformats.org/drawingml/2006/main">
              <a:ext uri="{FF2B5EF4-FFF2-40B4-BE49-F238E27FC236}">
                <a16:creationId xmlns:a16="http://schemas.microsoft.com/office/drawing/2014/main" id="{55B4FE77-D1DE-4A13-9590-6451DD0F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30208" y="24574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olumn-divider-3">
            <a:extLst xmlns:a="http://schemas.openxmlformats.org/drawingml/2006/main">
              <a:ext uri="{FF2B5EF4-FFF2-40B4-BE49-F238E27FC236}">
                <a16:creationId xmlns:a16="http://schemas.microsoft.com/office/drawing/2014/main" id="{E8645865-9C76-4F1E-AB70-43C50F95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42799" y="24574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olumn-divider-4">
            <a:extLst xmlns:a="http://schemas.openxmlformats.org/drawingml/2006/main">
              <a:ext uri="{FF2B5EF4-FFF2-40B4-BE49-F238E27FC236}">
                <a16:creationId xmlns:a16="http://schemas.microsoft.com/office/drawing/2014/main" id="{65A547EF-D258-4CA3-93D6-35C4063DA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5391" y="24574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4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handoff-1">
            <a:extLst xmlns:a="http://schemas.openxmlformats.org/drawingml/2006/main">
              <a:ext uri="{FF2B5EF4-FFF2-40B4-BE49-F238E27FC236}">
                <a16:creationId xmlns:a16="http://schemas.microsoft.com/office/drawing/2014/main" id="{199672AF-1140-46D8-AC79-37094F3F5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03345" y="2850356"/>
            <a:ext cx="66675" cy="1952625"/>
          </a:xfrm>
          <a:custGeom xmlns:a="http://schemas.openxmlformats.org/drawingml/2006/main">
            <a:pathLst>
              <a:path w="66675" h="1952625">
                <a:moveTo>
                  <a:pt x="0" y="0"/>
                </a:moveTo>
                <a:lnTo>
                  <a:pt x="18964" y="0"/>
                </a:lnTo>
                <a:lnTo>
                  <a:pt x="37929" y="0"/>
                </a:lnTo>
                <a:lnTo>
                  <a:pt x="56893" y="0"/>
                </a:lnTo>
                <a:lnTo>
                  <a:pt x="66675" y="9182"/>
                </a:lnTo>
                <a:lnTo>
                  <a:pt x="66675" y="28146"/>
                </a:lnTo>
                <a:lnTo>
                  <a:pt x="66675" y="47101"/>
                </a:lnTo>
                <a:lnTo>
                  <a:pt x="66675" y="66065"/>
                </a:lnTo>
                <a:lnTo>
                  <a:pt x="66675" y="85030"/>
                </a:lnTo>
                <a:lnTo>
                  <a:pt x="66675" y="103994"/>
                </a:lnTo>
                <a:lnTo>
                  <a:pt x="66675" y="122958"/>
                </a:lnTo>
                <a:lnTo>
                  <a:pt x="66675" y="141923"/>
                </a:lnTo>
                <a:lnTo>
                  <a:pt x="66675" y="160887"/>
                </a:lnTo>
                <a:lnTo>
                  <a:pt x="66675" y="179851"/>
                </a:lnTo>
                <a:lnTo>
                  <a:pt x="66675" y="198815"/>
                </a:lnTo>
                <a:lnTo>
                  <a:pt x="66675" y="217780"/>
                </a:lnTo>
                <a:lnTo>
                  <a:pt x="66675" y="236744"/>
                </a:lnTo>
                <a:lnTo>
                  <a:pt x="66675" y="255699"/>
                </a:lnTo>
                <a:lnTo>
                  <a:pt x="66675" y="274663"/>
                </a:lnTo>
                <a:lnTo>
                  <a:pt x="66675" y="293627"/>
                </a:lnTo>
                <a:lnTo>
                  <a:pt x="66675" y="312591"/>
                </a:lnTo>
                <a:lnTo>
                  <a:pt x="66675" y="331556"/>
                </a:lnTo>
                <a:lnTo>
                  <a:pt x="66675" y="350520"/>
                </a:lnTo>
                <a:lnTo>
                  <a:pt x="66675" y="369484"/>
                </a:lnTo>
                <a:lnTo>
                  <a:pt x="66675" y="388449"/>
                </a:lnTo>
                <a:lnTo>
                  <a:pt x="66675" y="407413"/>
                </a:lnTo>
                <a:lnTo>
                  <a:pt x="66675" y="426377"/>
                </a:lnTo>
                <a:lnTo>
                  <a:pt x="66675" y="445341"/>
                </a:lnTo>
                <a:lnTo>
                  <a:pt x="66675" y="464296"/>
                </a:lnTo>
                <a:lnTo>
                  <a:pt x="66675" y="483260"/>
                </a:lnTo>
                <a:lnTo>
                  <a:pt x="66675" y="502225"/>
                </a:lnTo>
                <a:lnTo>
                  <a:pt x="66675" y="521189"/>
                </a:lnTo>
                <a:lnTo>
                  <a:pt x="66675" y="540153"/>
                </a:lnTo>
                <a:lnTo>
                  <a:pt x="66675" y="559118"/>
                </a:lnTo>
                <a:lnTo>
                  <a:pt x="66675" y="578082"/>
                </a:lnTo>
                <a:lnTo>
                  <a:pt x="66675" y="597046"/>
                </a:lnTo>
                <a:lnTo>
                  <a:pt x="66675" y="616010"/>
                </a:lnTo>
                <a:lnTo>
                  <a:pt x="66675" y="634975"/>
                </a:lnTo>
                <a:lnTo>
                  <a:pt x="66675" y="653939"/>
                </a:lnTo>
                <a:lnTo>
                  <a:pt x="66675" y="672894"/>
                </a:lnTo>
                <a:lnTo>
                  <a:pt x="66675" y="691858"/>
                </a:lnTo>
                <a:lnTo>
                  <a:pt x="66675" y="710822"/>
                </a:lnTo>
                <a:lnTo>
                  <a:pt x="66675" y="729786"/>
                </a:lnTo>
                <a:lnTo>
                  <a:pt x="66675" y="748751"/>
                </a:lnTo>
                <a:lnTo>
                  <a:pt x="66675" y="767715"/>
                </a:lnTo>
                <a:lnTo>
                  <a:pt x="66675" y="786679"/>
                </a:lnTo>
                <a:lnTo>
                  <a:pt x="66675" y="805644"/>
                </a:lnTo>
                <a:lnTo>
                  <a:pt x="66675" y="824608"/>
                </a:lnTo>
                <a:lnTo>
                  <a:pt x="66675" y="843572"/>
                </a:lnTo>
                <a:lnTo>
                  <a:pt x="66675" y="862536"/>
                </a:lnTo>
                <a:lnTo>
                  <a:pt x="66675" y="881491"/>
                </a:lnTo>
                <a:lnTo>
                  <a:pt x="66675" y="900455"/>
                </a:lnTo>
                <a:lnTo>
                  <a:pt x="66675" y="919420"/>
                </a:lnTo>
                <a:lnTo>
                  <a:pt x="66675" y="938384"/>
                </a:lnTo>
                <a:lnTo>
                  <a:pt x="66675" y="957348"/>
                </a:lnTo>
                <a:lnTo>
                  <a:pt x="66675" y="976313"/>
                </a:lnTo>
                <a:lnTo>
                  <a:pt x="66675" y="995277"/>
                </a:lnTo>
                <a:lnTo>
                  <a:pt x="66675" y="1014241"/>
                </a:lnTo>
                <a:lnTo>
                  <a:pt x="66675" y="1033205"/>
                </a:lnTo>
                <a:lnTo>
                  <a:pt x="66675" y="1052170"/>
                </a:lnTo>
                <a:lnTo>
                  <a:pt x="66675" y="1071134"/>
                </a:lnTo>
                <a:lnTo>
                  <a:pt x="66675" y="1090089"/>
                </a:lnTo>
                <a:lnTo>
                  <a:pt x="66675" y="1109053"/>
                </a:lnTo>
                <a:lnTo>
                  <a:pt x="66675" y="1128017"/>
                </a:lnTo>
                <a:lnTo>
                  <a:pt x="66675" y="1146981"/>
                </a:lnTo>
                <a:lnTo>
                  <a:pt x="66675" y="1165946"/>
                </a:lnTo>
                <a:lnTo>
                  <a:pt x="66675" y="1184910"/>
                </a:lnTo>
                <a:lnTo>
                  <a:pt x="66675" y="1203874"/>
                </a:lnTo>
                <a:lnTo>
                  <a:pt x="66675" y="1222839"/>
                </a:lnTo>
                <a:lnTo>
                  <a:pt x="66675" y="1241803"/>
                </a:lnTo>
                <a:lnTo>
                  <a:pt x="66675" y="1260767"/>
                </a:lnTo>
                <a:lnTo>
                  <a:pt x="66675" y="1279731"/>
                </a:lnTo>
                <a:lnTo>
                  <a:pt x="66675" y="1298686"/>
                </a:lnTo>
                <a:lnTo>
                  <a:pt x="66675" y="1317650"/>
                </a:lnTo>
                <a:lnTo>
                  <a:pt x="66675" y="1336615"/>
                </a:lnTo>
                <a:lnTo>
                  <a:pt x="66675" y="1355579"/>
                </a:lnTo>
                <a:lnTo>
                  <a:pt x="66675" y="1374543"/>
                </a:lnTo>
                <a:lnTo>
                  <a:pt x="66675" y="1393508"/>
                </a:lnTo>
                <a:lnTo>
                  <a:pt x="66675" y="1412472"/>
                </a:lnTo>
                <a:lnTo>
                  <a:pt x="66675" y="1431436"/>
                </a:lnTo>
                <a:lnTo>
                  <a:pt x="66675" y="1450400"/>
                </a:lnTo>
                <a:lnTo>
                  <a:pt x="66675" y="1469365"/>
                </a:lnTo>
                <a:lnTo>
                  <a:pt x="66675" y="1488329"/>
                </a:lnTo>
                <a:lnTo>
                  <a:pt x="66675" y="1507284"/>
                </a:lnTo>
                <a:lnTo>
                  <a:pt x="66675" y="1526248"/>
                </a:lnTo>
                <a:lnTo>
                  <a:pt x="66675" y="1545212"/>
                </a:lnTo>
                <a:lnTo>
                  <a:pt x="66675" y="1564176"/>
                </a:lnTo>
                <a:lnTo>
                  <a:pt x="66675" y="1583141"/>
                </a:lnTo>
                <a:lnTo>
                  <a:pt x="66675" y="1602105"/>
                </a:lnTo>
                <a:lnTo>
                  <a:pt x="66675" y="1621069"/>
                </a:lnTo>
                <a:lnTo>
                  <a:pt x="66675" y="1640034"/>
                </a:lnTo>
                <a:lnTo>
                  <a:pt x="66675" y="1658998"/>
                </a:lnTo>
                <a:lnTo>
                  <a:pt x="66675" y="1677962"/>
                </a:lnTo>
                <a:lnTo>
                  <a:pt x="66675" y="1696926"/>
                </a:lnTo>
                <a:lnTo>
                  <a:pt x="66675" y="1715881"/>
                </a:lnTo>
                <a:lnTo>
                  <a:pt x="66675" y="1734845"/>
                </a:lnTo>
                <a:lnTo>
                  <a:pt x="66675" y="1753810"/>
                </a:lnTo>
                <a:lnTo>
                  <a:pt x="66675" y="1772774"/>
                </a:lnTo>
                <a:lnTo>
                  <a:pt x="66675" y="1791738"/>
                </a:lnTo>
                <a:lnTo>
                  <a:pt x="66675" y="1810703"/>
                </a:lnTo>
                <a:lnTo>
                  <a:pt x="66675" y="1829667"/>
                </a:lnTo>
                <a:lnTo>
                  <a:pt x="66675" y="1848631"/>
                </a:lnTo>
                <a:lnTo>
                  <a:pt x="66675" y="1867595"/>
                </a:lnTo>
                <a:lnTo>
                  <a:pt x="66675" y="1886560"/>
                </a:lnTo>
                <a:lnTo>
                  <a:pt x="66675" y="1905524"/>
                </a:lnTo>
                <a:lnTo>
                  <a:pt x="66675" y="1924479"/>
                </a:lnTo>
                <a:lnTo>
                  <a:pt x="66675" y="1943443"/>
                </a:lnTo>
                <a:lnTo>
                  <a:pt x="56893" y="1952625"/>
                </a:lnTo>
                <a:lnTo>
                  <a:pt x="37929" y="1952625"/>
                </a:lnTo>
                <a:lnTo>
                  <a:pt x="18964" y="1952625"/>
                </a:lnTo>
                <a:lnTo>
                  <a:pt x="0" y="19526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8A9DF"/>
            </a:solidFill>
            <a:prstDash val="solid"/>
          </a:ln>
        </p:spPr>
      </p:sp>
      <p:sp>
        <p:nvSpPr>
          <p:cNvPr id="28" name="handoff-2">
            <a:extLst xmlns:a="http://schemas.openxmlformats.org/drawingml/2006/main">
              <a:ext uri="{FF2B5EF4-FFF2-40B4-BE49-F238E27FC236}">
                <a16:creationId xmlns:a16="http://schemas.microsoft.com/office/drawing/2014/main" id="{6C93F9BC-3D6F-4E54-9126-E4BC9744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03345" y="3826669"/>
            <a:ext cx="228600" cy="976313"/>
          </a:xfrm>
          <a:custGeom xmlns:a="http://schemas.openxmlformats.org/drawingml/2006/main">
            <a:pathLst>
              <a:path w="228600" h="976313">
                <a:moveTo>
                  <a:pt x="0" y="976313"/>
                </a:moveTo>
                <a:lnTo>
                  <a:pt x="18831" y="976313"/>
                </a:lnTo>
                <a:lnTo>
                  <a:pt x="37652" y="976313"/>
                </a:lnTo>
                <a:lnTo>
                  <a:pt x="56483" y="976313"/>
                </a:lnTo>
                <a:lnTo>
                  <a:pt x="75305" y="976313"/>
                </a:lnTo>
                <a:lnTo>
                  <a:pt x="94136" y="976313"/>
                </a:lnTo>
                <a:lnTo>
                  <a:pt x="112957" y="976313"/>
                </a:lnTo>
                <a:lnTo>
                  <a:pt x="114300" y="958825"/>
                </a:lnTo>
                <a:lnTo>
                  <a:pt x="114300" y="940003"/>
                </a:lnTo>
                <a:lnTo>
                  <a:pt x="114300" y="921172"/>
                </a:lnTo>
                <a:lnTo>
                  <a:pt x="114300" y="902341"/>
                </a:lnTo>
                <a:lnTo>
                  <a:pt x="114300" y="883520"/>
                </a:lnTo>
                <a:lnTo>
                  <a:pt x="114300" y="864689"/>
                </a:lnTo>
                <a:lnTo>
                  <a:pt x="114300" y="845868"/>
                </a:lnTo>
                <a:lnTo>
                  <a:pt x="114300" y="827037"/>
                </a:lnTo>
                <a:lnTo>
                  <a:pt x="114300" y="808215"/>
                </a:lnTo>
                <a:lnTo>
                  <a:pt x="114300" y="789384"/>
                </a:lnTo>
                <a:lnTo>
                  <a:pt x="114300" y="770553"/>
                </a:lnTo>
                <a:lnTo>
                  <a:pt x="114300" y="751732"/>
                </a:lnTo>
                <a:lnTo>
                  <a:pt x="114300" y="732901"/>
                </a:lnTo>
                <a:lnTo>
                  <a:pt x="114300" y="714080"/>
                </a:lnTo>
                <a:lnTo>
                  <a:pt x="114300" y="695249"/>
                </a:lnTo>
                <a:lnTo>
                  <a:pt x="114300" y="676427"/>
                </a:lnTo>
                <a:lnTo>
                  <a:pt x="114300" y="657596"/>
                </a:lnTo>
                <a:lnTo>
                  <a:pt x="114300" y="638775"/>
                </a:lnTo>
                <a:lnTo>
                  <a:pt x="114300" y="619944"/>
                </a:lnTo>
                <a:lnTo>
                  <a:pt x="114300" y="601113"/>
                </a:lnTo>
                <a:lnTo>
                  <a:pt x="114300" y="582292"/>
                </a:lnTo>
                <a:lnTo>
                  <a:pt x="114300" y="563461"/>
                </a:lnTo>
                <a:lnTo>
                  <a:pt x="114300" y="544640"/>
                </a:lnTo>
                <a:lnTo>
                  <a:pt x="114300" y="525809"/>
                </a:lnTo>
                <a:lnTo>
                  <a:pt x="114300" y="506987"/>
                </a:lnTo>
                <a:lnTo>
                  <a:pt x="114300" y="488156"/>
                </a:lnTo>
                <a:lnTo>
                  <a:pt x="114300" y="469325"/>
                </a:lnTo>
                <a:lnTo>
                  <a:pt x="114300" y="450504"/>
                </a:lnTo>
                <a:lnTo>
                  <a:pt x="114300" y="431673"/>
                </a:lnTo>
                <a:lnTo>
                  <a:pt x="114300" y="412852"/>
                </a:lnTo>
                <a:lnTo>
                  <a:pt x="114300" y="394021"/>
                </a:lnTo>
                <a:lnTo>
                  <a:pt x="114300" y="375199"/>
                </a:lnTo>
                <a:lnTo>
                  <a:pt x="114300" y="356368"/>
                </a:lnTo>
                <a:lnTo>
                  <a:pt x="114300" y="337547"/>
                </a:lnTo>
                <a:lnTo>
                  <a:pt x="114300" y="318716"/>
                </a:lnTo>
                <a:lnTo>
                  <a:pt x="114300" y="299885"/>
                </a:lnTo>
                <a:lnTo>
                  <a:pt x="114300" y="281064"/>
                </a:lnTo>
                <a:lnTo>
                  <a:pt x="114300" y="262233"/>
                </a:lnTo>
                <a:lnTo>
                  <a:pt x="114300" y="243411"/>
                </a:lnTo>
                <a:lnTo>
                  <a:pt x="114300" y="224580"/>
                </a:lnTo>
                <a:lnTo>
                  <a:pt x="114300" y="205759"/>
                </a:lnTo>
                <a:lnTo>
                  <a:pt x="114300" y="186928"/>
                </a:lnTo>
                <a:lnTo>
                  <a:pt x="114300" y="168097"/>
                </a:lnTo>
                <a:lnTo>
                  <a:pt x="114300" y="149276"/>
                </a:lnTo>
                <a:lnTo>
                  <a:pt x="114300" y="130445"/>
                </a:lnTo>
                <a:lnTo>
                  <a:pt x="114300" y="111623"/>
                </a:lnTo>
                <a:lnTo>
                  <a:pt x="114300" y="92793"/>
                </a:lnTo>
                <a:lnTo>
                  <a:pt x="114300" y="73971"/>
                </a:lnTo>
                <a:lnTo>
                  <a:pt x="114300" y="55140"/>
                </a:lnTo>
                <a:lnTo>
                  <a:pt x="114300" y="36319"/>
                </a:lnTo>
                <a:lnTo>
                  <a:pt x="114300" y="17488"/>
                </a:lnTo>
                <a:lnTo>
                  <a:pt x="115643" y="0"/>
                </a:lnTo>
                <a:lnTo>
                  <a:pt x="134464" y="0"/>
                </a:lnTo>
                <a:lnTo>
                  <a:pt x="153295" y="0"/>
                </a:lnTo>
                <a:lnTo>
                  <a:pt x="172117" y="0"/>
                </a:lnTo>
                <a:lnTo>
                  <a:pt x="190948" y="0"/>
                </a:lnTo>
                <a:lnTo>
                  <a:pt x="209769" y="0"/>
                </a:ln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8A9DF"/>
            </a:solidFill>
            <a:prstDash val="solid"/>
          </a:ln>
        </p:spPr>
      </p:sp>
      <p:sp>
        <p:nvSpPr>
          <p:cNvPr id="29" name="handoff-3">
            <a:extLst xmlns:a="http://schemas.openxmlformats.org/drawingml/2006/main">
              <a:ext uri="{FF2B5EF4-FFF2-40B4-BE49-F238E27FC236}">
                <a16:creationId xmlns:a16="http://schemas.microsoft.com/office/drawing/2014/main" id="{C0E4FF94-2F74-4E2F-B0C4-42A84C80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5965" y="3826669"/>
            <a:ext cx="66675" cy="1952625"/>
          </a:xfrm>
          <a:custGeom xmlns:a="http://schemas.openxmlformats.org/drawingml/2006/main">
            <a:pathLst>
              <a:path w="66675" h="1952625">
                <a:moveTo>
                  <a:pt x="0" y="0"/>
                </a:moveTo>
                <a:lnTo>
                  <a:pt x="18964" y="0"/>
                </a:lnTo>
                <a:lnTo>
                  <a:pt x="37929" y="0"/>
                </a:lnTo>
                <a:lnTo>
                  <a:pt x="56893" y="0"/>
                </a:lnTo>
                <a:lnTo>
                  <a:pt x="66675" y="9182"/>
                </a:lnTo>
                <a:lnTo>
                  <a:pt x="66675" y="28146"/>
                </a:lnTo>
                <a:lnTo>
                  <a:pt x="66675" y="47101"/>
                </a:lnTo>
                <a:lnTo>
                  <a:pt x="66675" y="66065"/>
                </a:lnTo>
                <a:lnTo>
                  <a:pt x="66675" y="85030"/>
                </a:lnTo>
                <a:lnTo>
                  <a:pt x="66675" y="103994"/>
                </a:lnTo>
                <a:lnTo>
                  <a:pt x="66675" y="122958"/>
                </a:lnTo>
                <a:lnTo>
                  <a:pt x="66675" y="141923"/>
                </a:lnTo>
                <a:lnTo>
                  <a:pt x="66675" y="160887"/>
                </a:lnTo>
                <a:lnTo>
                  <a:pt x="66675" y="179851"/>
                </a:lnTo>
                <a:lnTo>
                  <a:pt x="66675" y="198815"/>
                </a:lnTo>
                <a:lnTo>
                  <a:pt x="66675" y="217780"/>
                </a:lnTo>
                <a:lnTo>
                  <a:pt x="66675" y="236744"/>
                </a:lnTo>
                <a:lnTo>
                  <a:pt x="66675" y="255699"/>
                </a:lnTo>
                <a:lnTo>
                  <a:pt x="66675" y="274663"/>
                </a:lnTo>
                <a:lnTo>
                  <a:pt x="66675" y="293627"/>
                </a:lnTo>
                <a:lnTo>
                  <a:pt x="66675" y="312591"/>
                </a:lnTo>
                <a:lnTo>
                  <a:pt x="66675" y="331556"/>
                </a:lnTo>
                <a:lnTo>
                  <a:pt x="66675" y="350520"/>
                </a:lnTo>
                <a:lnTo>
                  <a:pt x="66675" y="369484"/>
                </a:lnTo>
                <a:lnTo>
                  <a:pt x="66675" y="388449"/>
                </a:lnTo>
                <a:lnTo>
                  <a:pt x="66675" y="407413"/>
                </a:lnTo>
                <a:lnTo>
                  <a:pt x="66675" y="426377"/>
                </a:lnTo>
                <a:lnTo>
                  <a:pt x="66675" y="445341"/>
                </a:lnTo>
                <a:lnTo>
                  <a:pt x="66675" y="464296"/>
                </a:lnTo>
                <a:lnTo>
                  <a:pt x="66675" y="483260"/>
                </a:lnTo>
                <a:lnTo>
                  <a:pt x="66675" y="502225"/>
                </a:lnTo>
                <a:lnTo>
                  <a:pt x="66675" y="521189"/>
                </a:lnTo>
                <a:lnTo>
                  <a:pt x="66675" y="540153"/>
                </a:lnTo>
                <a:lnTo>
                  <a:pt x="66675" y="559118"/>
                </a:lnTo>
                <a:lnTo>
                  <a:pt x="66675" y="578082"/>
                </a:lnTo>
                <a:lnTo>
                  <a:pt x="66675" y="597046"/>
                </a:lnTo>
                <a:lnTo>
                  <a:pt x="66675" y="616010"/>
                </a:lnTo>
                <a:lnTo>
                  <a:pt x="66675" y="634975"/>
                </a:lnTo>
                <a:lnTo>
                  <a:pt x="66675" y="653939"/>
                </a:lnTo>
                <a:lnTo>
                  <a:pt x="66675" y="672894"/>
                </a:lnTo>
                <a:lnTo>
                  <a:pt x="66675" y="691858"/>
                </a:lnTo>
                <a:lnTo>
                  <a:pt x="66675" y="710822"/>
                </a:lnTo>
                <a:lnTo>
                  <a:pt x="66675" y="729786"/>
                </a:lnTo>
                <a:lnTo>
                  <a:pt x="66675" y="748751"/>
                </a:lnTo>
                <a:lnTo>
                  <a:pt x="66675" y="767715"/>
                </a:lnTo>
                <a:lnTo>
                  <a:pt x="66675" y="786679"/>
                </a:lnTo>
                <a:lnTo>
                  <a:pt x="66675" y="805644"/>
                </a:lnTo>
                <a:lnTo>
                  <a:pt x="66675" y="824608"/>
                </a:lnTo>
                <a:lnTo>
                  <a:pt x="66675" y="843572"/>
                </a:lnTo>
                <a:lnTo>
                  <a:pt x="66675" y="862536"/>
                </a:lnTo>
                <a:lnTo>
                  <a:pt x="66675" y="881491"/>
                </a:lnTo>
                <a:lnTo>
                  <a:pt x="66675" y="900455"/>
                </a:lnTo>
                <a:lnTo>
                  <a:pt x="66675" y="919420"/>
                </a:lnTo>
                <a:lnTo>
                  <a:pt x="66675" y="938384"/>
                </a:lnTo>
                <a:lnTo>
                  <a:pt x="66675" y="957348"/>
                </a:lnTo>
                <a:lnTo>
                  <a:pt x="66675" y="976313"/>
                </a:lnTo>
                <a:lnTo>
                  <a:pt x="66675" y="995277"/>
                </a:lnTo>
                <a:lnTo>
                  <a:pt x="66675" y="1014241"/>
                </a:lnTo>
                <a:lnTo>
                  <a:pt x="66675" y="1033205"/>
                </a:lnTo>
                <a:lnTo>
                  <a:pt x="66675" y="1052170"/>
                </a:lnTo>
                <a:lnTo>
                  <a:pt x="66675" y="1071134"/>
                </a:lnTo>
                <a:lnTo>
                  <a:pt x="66675" y="1090089"/>
                </a:lnTo>
                <a:lnTo>
                  <a:pt x="66675" y="1109053"/>
                </a:lnTo>
                <a:lnTo>
                  <a:pt x="66675" y="1128017"/>
                </a:lnTo>
                <a:lnTo>
                  <a:pt x="66675" y="1146981"/>
                </a:lnTo>
                <a:lnTo>
                  <a:pt x="66675" y="1165946"/>
                </a:lnTo>
                <a:lnTo>
                  <a:pt x="66675" y="1184910"/>
                </a:lnTo>
                <a:lnTo>
                  <a:pt x="66675" y="1203874"/>
                </a:lnTo>
                <a:lnTo>
                  <a:pt x="66675" y="1222839"/>
                </a:lnTo>
                <a:lnTo>
                  <a:pt x="66675" y="1241803"/>
                </a:lnTo>
                <a:lnTo>
                  <a:pt x="66675" y="1260767"/>
                </a:lnTo>
                <a:lnTo>
                  <a:pt x="66675" y="1279731"/>
                </a:lnTo>
                <a:lnTo>
                  <a:pt x="66675" y="1298686"/>
                </a:lnTo>
                <a:lnTo>
                  <a:pt x="66675" y="1317650"/>
                </a:lnTo>
                <a:lnTo>
                  <a:pt x="66675" y="1336615"/>
                </a:lnTo>
                <a:lnTo>
                  <a:pt x="66675" y="1355579"/>
                </a:lnTo>
                <a:lnTo>
                  <a:pt x="66675" y="1374543"/>
                </a:lnTo>
                <a:lnTo>
                  <a:pt x="66675" y="1393508"/>
                </a:lnTo>
                <a:lnTo>
                  <a:pt x="66675" y="1412472"/>
                </a:lnTo>
                <a:lnTo>
                  <a:pt x="66675" y="1431436"/>
                </a:lnTo>
                <a:lnTo>
                  <a:pt x="66675" y="1450400"/>
                </a:lnTo>
                <a:lnTo>
                  <a:pt x="66675" y="1469365"/>
                </a:lnTo>
                <a:lnTo>
                  <a:pt x="66675" y="1488329"/>
                </a:lnTo>
                <a:lnTo>
                  <a:pt x="66675" y="1507284"/>
                </a:lnTo>
                <a:lnTo>
                  <a:pt x="66675" y="1526248"/>
                </a:lnTo>
                <a:lnTo>
                  <a:pt x="66675" y="1545212"/>
                </a:lnTo>
                <a:lnTo>
                  <a:pt x="66675" y="1564176"/>
                </a:lnTo>
                <a:lnTo>
                  <a:pt x="66675" y="1583141"/>
                </a:lnTo>
                <a:lnTo>
                  <a:pt x="66675" y="1602105"/>
                </a:lnTo>
                <a:lnTo>
                  <a:pt x="66675" y="1621069"/>
                </a:lnTo>
                <a:lnTo>
                  <a:pt x="66675" y="1640034"/>
                </a:lnTo>
                <a:lnTo>
                  <a:pt x="66675" y="1658998"/>
                </a:lnTo>
                <a:lnTo>
                  <a:pt x="66675" y="1677962"/>
                </a:lnTo>
                <a:lnTo>
                  <a:pt x="66675" y="1696926"/>
                </a:lnTo>
                <a:lnTo>
                  <a:pt x="66675" y="1715881"/>
                </a:lnTo>
                <a:lnTo>
                  <a:pt x="66675" y="1734845"/>
                </a:lnTo>
                <a:lnTo>
                  <a:pt x="66675" y="1753810"/>
                </a:lnTo>
                <a:lnTo>
                  <a:pt x="66675" y="1772774"/>
                </a:lnTo>
                <a:lnTo>
                  <a:pt x="66675" y="1791738"/>
                </a:lnTo>
                <a:lnTo>
                  <a:pt x="66675" y="1810703"/>
                </a:lnTo>
                <a:lnTo>
                  <a:pt x="66675" y="1829667"/>
                </a:lnTo>
                <a:lnTo>
                  <a:pt x="66675" y="1848631"/>
                </a:lnTo>
                <a:lnTo>
                  <a:pt x="66675" y="1867595"/>
                </a:lnTo>
                <a:lnTo>
                  <a:pt x="66675" y="1886560"/>
                </a:lnTo>
                <a:lnTo>
                  <a:pt x="66675" y="1905524"/>
                </a:lnTo>
                <a:lnTo>
                  <a:pt x="66675" y="1924479"/>
                </a:lnTo>
                <a:lnTo>
                  <a:pt x="66675" y="1943443"/>
                </a:lnTo>
                <a:lnTo>
                  <a:pt x="56893" y="1952625"/>
                </a:lnTo>
                <a:lnTo>
                  <a:pt x="37929" y="1952625"/>
                </a:lnTo>
                <a:lnTo>
                  <a:pt x="18964" y="1952625"/>
                </a:lnTo>
                <a:lnTo>
                  <a:pt x="0" y="19526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8A9DF"/>
            </a:solidFill>
            <a:prstDash val="solid"/>
          </a:ln>
        </p:spPr>
      </p:sp>
      <p:sp>
        <p:nvSpPr>
          <p:cNvPr id="30" name="handoff-4">
            <a:extLst xmlns:a="http://schemas.openxmlformats.org/drawingml/2006/main">
              <a:ext uri="{FF2B5EF4-FFF2-40B4-BE49-F238E27FC236}">
                <a16:creationId xmlns:a16="http://schemas.microsoft.com/office/drawing/2014/main" id="{B52394CA-CB14-4C78-BD04-876A707B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5965" y="3826669"/>
            <a:ext cx="228600" cy="1952625"/>
          </a:xfrm>
          <a:custGeom xmlns:a="http://schemas.openxmlformats.org/drawingml/2006/main">
            <a:pathLst>
              <a:path w="228600" h="1952625">
                <a:moveTo>
                  <a:pt x="0" y="1952625"/>
                </a:moveTo>
                <a:lnTo>
                  <a:pt x="18964" y="1952625"/>
                </a:lnTo>
                <a:lnTo>
                  <a:pt x="37938" y="1952625"/>
                </a:lnTo>
                <a:lnTo>
                  <a:pt x="56902" y="1952625"/>
                </a:lnTo>
                <a:lnTo>
                  <a:pt x="75867" y="1952625"/>
                </a:lnTo>
                <a:lnTo>
                  <a:pt x="94840" y="1952625"/>
                </a:lnTo>
                <a:lnTo>
                  <a:pt x="113805" y="1952625"/>
                </a:lnTo>
                <a:lnTo>
                  <a:pt x="114300" y="1934156"/>
                </a:lnTo>
                <a:lnTo>
                  <a:pt x="114300" y="1915192"/>
                </a:lnTo>
                <a:lnTo>
                  <a:pt x="114300" y="1896218"/>
                </a:lnTo>
                <a:lnTo>
                  <a:pt x="114300" y="1877254"/>
                </a:lnTo>
                <a:lnTo>
                  <a:pt x="114300" y="1858289"/>
                </a:lnTo>
                <a:lnTo>
                  <a:pt x="114300" y="1839316"/>
                </a:lnTo>
                <a:lnTo>
                  <a:pt x="114300" y="1820351"/>
                </a:lnTo>
                <a:lnTo>
                  <a:pt x="114300" y="1801387"/>
                </a:lnTo>
                <a:lnTo>
                  <a:pt x="114300" y="1782413"/>
                </a:lnTo>
                <a:lnTo>
                  <a:pt x="114300" y="1763449"/>
                </a:lnTo>
                <a:lnTo>
                  <a:pt x="114300" y="1744485"/>
                </a:lnTo>
                <a:lnTo>
                  <a:pt x="114300" y="1725520"/>
                </a:lnTo>
                <a:lnTo>
                  <a:pt x="114300" y="1706547"/>
                </a:lnTo>
                <a:lnTo>
                  <a:pt x="114300" y="1687582"/>
                </a:lnTo>
                <a:lnTo>
                  <a:pt x="114300" y="1668618"/>
                </a:lnTo>
                <a:lnTo>
                  <a:pt x="114300" y="1649644"/>
                </a:lnTo>
                <a:lnTo>
                  <a:pt x="114300" y="1630680"/>
                </a:lnTo>
                <a:lnTo>
                  <a:pt x="114300" y="1611716"/>
                </a:lnTo>
                <a:lnTo>
                  <a:pt x="114300" y="1592742"/>
                </a:lnTo>
                <a:lnTo>
                  <a:pt x="114300" y="1573778"/>
                </a:lnTo>
                <a:lnTo>
                  <a:pt x="114300" y="1554813"/>
                </a:lnTo>
                <a:lnTo>
                  <a:pt x="114300" y="1535840"/>
                </a:lnTo>
                <a:lnTo>
                  <a:pt x="114300" y="1516875"/>
                </a:lnTo>
                <a:lnTo>
                  <a:pt x="114300" y="1497911"/>
                </a:lnTo>
                <a:lnTo>
                  <a:pt x="114300" y="1478947"/>
                </a:lnTo>
                <a:lnTo>
                  <a:pt x="114300" y="1459973"/>
                </a:lnTo>
                <a:lnTo>
                  <a:pt x="114300" y="1441009"/>
                </a:lnTo>
                <a:lnTo>
                  <a:pt x="114300" y="1422044"/>
                </a:lnTo>
                <a:lnTo>
                  <a:pt x="114300" y="1403071"/>
                </a:lnTo>
                <a:lnTo>
                  <a:pt x="114300" y="1384106"/>
                </a:lnTo>
                <a:lnTo>
                  <a:pt x="114300" y="1365142"/>
                </a:lnTo>
                <a:lnTo>
                  <a:pt x="114300" y="1346168"/>
                </a:lnTo>
                <a:lnTo>
                  <a:pt x="114300" y="1327204"/>
                </a:lnTo>
                <a:lnTo>
                  <a:pt x="114300" y="1308240"/>
                </a:lnTo>
                <a:lnTo>
                  <a:pt x="114300" y="1289275"/>
                </a:lnTo>
                <a:lnTo>
                  <a:pt x="114300" y="1270302"/>
                </a:lnTo>
                <a:lnTo>
                  <a:pt x="114300" y="1251337"/>
                </a:lnTo>
                <a:lnTo>
                  <a:pt x="114300" y="1232373"/>
                </a:lnTo>
                <a:lnTo>
                  <a:pt x="114300" y="1213399"/>
                </a:lnTo>
                <a:lnTo>
                  <a:pt x="114300" y="1194435"/>
                </a:lnTo>
                <a:lnTo>
                  <a:pt x="114300" y="1175471"/>
                </a:lnTo>
                <a:lnTo>
                  <a:pt x="114300" y="1156497"/>
                </a:lnTo>
                <a:lnTo>
                  <a:pt x="114300" y="1137533"/>
                </a:lnTo>
                <a:lnTo>
                  <a:pt x="114300" y="1118568"/>
                </a:lnTo>
                <a:lnTo>
                  <a:pt x="114300" y="1099595"/>
                </a:lnTo>
                <a:lnTo>
                  <a:pt x="114300" y="1080630"/>
                </a:lnTo>
                <a:lnTo>
                  <a:pt x="114300" y="1061666"/>
                </a:lnTo>
                <a:lnTo>
                  <a:pt x="114300" y="1042702"/>
                </a:lnTo>
                <a:lnTo>
                  <a:pt x="114300" y="1023728"/>
                </a:lnTo>
                <a:lnTo>
                  <a:pt x="114300" y="1004764"/>
                </a:lnTo>
                <a:lnTo>
                  <a:pt x="114300" y="985799"/>
                </a:lnTo>
                <a:lnTo>
                  <a:pt x="114300" y="966826"/>
                </a:lnTo>
                <a:lnTo>
                  <a:pt x="114300" y="947861"/>
                </a:lnTo>
                <a:lnTo>
                  <a:pt x="114300" y="928897"/>
                </a:lnTo>
                <a:lnTo>
                  <a:pt x="114300" y="909923"/>
                </a:lnTo>
                <a:lnTo>
                  <a:pt x="114300" y="890959"/>
                </a:lnTo>
                <a:lnTo>
                  <a:pt x="114300" y="871995"/>
                </a:lnTo>
                <a:lnTo>
                  <a:pt x="114300" y="853030"/>
                </a:lnTo>
                <a:lnTo>
                  <a:pt x="114300" y="834057"/>
                </a:lnTo>
                <a:lnTo>
                  <a:pt x="114300" y="815092"/>
                </a:lnTo>
                <a:lnTo>
                  <a:pt x="114300" y="796128"/>
                </a:lnTo>
                <a:lnTo>
                  <a:pt x="114300" y="777154"/>
                </a:lnTo>
                <a:lnTo>
                  <a:pt x="114300" y="758190"/>
                </a:lnTo>
                <a:lnTo>
                  <a:pt x="114300" y="739226"/>
                </a:lnTo>
                <a:lnTo>
                  <a:pt x="114300" y="720252"/>
                </a:lnTo>
                <a:lnTo>
                  <a:pt x="114300" y="701288"/>
                </a:lnTo>
                <a:lnTo>
                  <a:pt x="114300" y="682323"/>
                </a:lnTo>
                <a:lnTo>
                  <a:pt x="114300" y="663350"/>
                </a:lnTo>
                <a:lnTo>
                  <a:pt x="114300" y="644385"/>
                </a:lnTo>
                <a:lnTo>
                  <a:pt x="114300" y="625421"/>
                </a:lnTo>
                <a:lnTo>
                  <a:pt x="114300" y="606457"/>
                </a:lnTo>
                <a:lnTo>
                  <a:pt x="114300" y="587483"/>
                </a:lnTo>
                <a:lnTo>
                  <a:pt x="114300" y="568519"/>
                </a:lnTo>
                <a:lnTo>
                  <a:pt x="114300" y="549554"/>
                </a:lnTo>
                <a:lnTo>
                  <a:pt x="114300" y="530581"/>
                </a:lnTo>
                <a:lnTo>
                  <a:pt x="114300" y="511616"/>
                </a:lnTo>
                <a:lnTo>
                  <a:pt x="114300" y="492652"/>
                </a:lnTo>
                <a:lnTo>
                  <a:pt x="114300" y="473678"/>
                </a:lnTo>
                <a:lnTo>
                  <a:pt x="114300" y="454714"/>
                </a:lnTo>
                <a:lnTo>
                  <a:pt x="114300" y="435750"/>
                </a:lnTo>
                <a:lnTo>
                  <a:pt x="114300" y="416785"/>
                </a:lnTo>
                <a:lnTo>
                  <a:pt x="114300" y="397812"/>
                </a:lnTo>
                <a:lnTo>
                  <a:pt x="114300" y="378847"/>
                </a:lnTo>
                <a:lnTo>
                  <a:pt x="114300" y="359883"/>
                </a:lnTo>
                <a:lnTo>
                  <a:pt x="114300" y="340909"/>
                </a:lnTo>
                <a:lnTo>
                  <a:pt x="114300" y="321945"/>
                </a:lnTo>
                <a:lnTo>
                  <a:pt x="114300" y="302981"/>
                </a:lnTo>
                <a:lnTo>
                  <a:pt x="114300" y="284007"/>
                </a:lnTo>
                <a:lnTo>
                  <a:pt x="114300" y="265043"/>
                </a:lnTo>
                <a:lnTo>
                  <a:pt x="114300" y="246078"/>
                </a:lnTo>
                <a:lnTo>
                  <a:pt x="114300" y="227105"/>
                </a:lnTo>
                <a:lnTo>
                  <a:pt x="114300" y="208140"/>
                </a:lnTo>
                <a:lnTo>
                  <a:pt x="114300" y="189176"/>
                </a:lnTo>
                <a:lnTo>
                  <a:pt x="114300" y="170212"/>
                </a:lnTo>
                <a:lnTo>
                  <a:pt x="114300" y="151238"/>
                </a:lnTo>
                <a:lnTo>
                  <a:pt x="114300" y="132274"/>
                </a:lnTo>
                <a:lnTo>
                  <a:pt x="114300" y="113309"/>
                </a:lnTo>
                <a:lnTo>
                  <a:pt x="114300" y="94336"/>
                </a:lnTo>
                <a:lnTo>
                  <a:pt x="114300" y="75371"/>
                </a:lnTo>
                <a:lnTo>
                  <a:pt x="114300" y="56407"/>
                </a:lnTo>
                <a:lnTo>
                  <a:pt x="114300" y="37433"/>
                </a:lnTo>
                <a:lnTo>
                  <a:pt x="114300" y="18469"/>
                </a:lnTo>
                <a:lnTo>
                  <a:pt x="114795" y="0"/>
                </a:lnTo>
                <a:lnTo>
                  <a:pt x="133760" y="0"/>
                </a:lnTo>
                <a:lnTo>
                  <a:pt x="152733" y="0"/>
                </a:lnTo>
                <a:lnTo>
                  <a:pt x="171698" y="0"/>
                </a:lnTo>
                <a:lnTo>
                  <a:pt x="190662" y="0"/>
                </a:lnTo>
                <a:lnTo>
                  <a:pt x="209636" y="0"/>
                </a:ln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8A9DF"/>
            </a:solidFill>
            <a:prstDash val="solid"/>
          </a:ln>
        </p:spPr>
      </p:sp>
      <p:sp>
        <p:nvSpPr>
          <p:cNvPr id="31" name="handoff-5">
            <a:extLst xmlns:a="http://schemas.openxmlformats.org/drawingml/2006/main">
              <a:ext uri="{FF2B5EF4-FFF2-40B4-BE49-F238E27FC236}">
                <a16:creationId xmlns:a16="http://schemas.microsoft.com/office/drawing/2014/main" id="{1C653103-8534-40F3-86AD-E2164892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28585" y="2850356"/>
            <a:ext cx="66675" cy="976313"/>
          </a:xfrm>
          <a:custGeom xmlns:a="http://schemas.openxmlformats.org/drawingml/2006/main">
            <a:pathLst>
              <a:path w="66675" h="976313">
                <a:moveTo>
                  <a:pt x="0" y="976313"/>
                </a:moveTo>
                <a:lnTo>
                  <a:pt x="18812" y="976313"/>
                </a:lnTo>
                <a:lnTo>
                  <a:pt x="37614" y="976313"/>
                </a:lnTo>
                <a:lnTo>
                  <a:pt x="56426" y="976313"/>
                </a:lnTo>
                <a:lnTo>
                  <a:pt x="66675" y="967759"/>
                </a:lnTo>
                <a:lnTo>
                  <a:pt x="66675" y="948947"/>
                </a:lnTo>
                <a:lnTo>
                  <a:pt x="66675" y="930145"/>
                </a:lnTo>
                <a:lnTo>
                  <a:pt x="66675" y="911333"/>
                </a:lnTo>
                <a:lnTo>
                  <a:pt x="66675" y="892521"/>
                </a:lnTo>
                <a:lnTo>
                  <a:pt x="66675" y="873719"/>
                </a:lnTo>
                <a:lnTo>
                  <a:pt x="66675" y="854907"/>
                </a:lnTo>
                <a:lnTo>
                  <a:pt x="66675" y="836105"/>
                </a:lnTo>
                <a:lnTo>
                  <a:pt x="66675" y="817293"/>
                </a:lnTo>
                <a:lnTo>
                  <a:pt x="66675" y="798490"/>
                </a:lnTo>
                <a:lnTo>
                  <a:pt x="66675" y="779678"/>
                </a:lnTo>
                <a:lnTo>
                  <a:pt x="66675" y="760867"/>
                </a:lnTo>
                <a:lnTo>
                  <a:pt x="66675" y="742064"/>
                </a:lnTo>
                <a:lnTo>
                  <a:pt x="66675" y="723252"/>
                </a:lnTo>
                <a:lnTo>
                  <a:pt x="66675" y="704450"/>
                </a:lnTo>
                <a:lnTo>
                  <a:pt x="66675" y="685638"/>
                </a:lnTo>
                <a:lnTo>
                  <a:pt x="66675" y="666826"/>
                </a:lnTo>
                <a:lnTo>
                  <a:pt x="66675" y="648024"/>
                </a:lnTo>
                <a:lnTo>
                  <a:pt x="66675" y="629212"/>
                </a:lnTo>
                <a:lnTo>
                  <a:pt x="66675" y="610410"/>
                </a:lnTo>
                <a:lnTo>
                  <a:pt x="66675" y="591598"/>
                </a:lnTo>
                <a:lnTo>
                  <a:pt x="66675" y="572795"/>
                </a:lnTo>
                <a:lnTo>
                  <a:pt x="66675" y="553984"/>
                </a:lnTo>
                <a:lnTo>
                  <a:pt x="66675" y="535172"/>
                </a:lnTo>
                <a:lnTo>
                  <a:pt x="66675" y="516369"/>
                </a:lnTo>
                <a:lnTo>
                  <a:pt x="66675" y="497557"/>
                </a:lnTo>
                <a:lnTo>
                  <a:pt x="66675" y="478755"/>
                </a:lnTo>
                <a:lnTo>
                  <a:pt x="66675" y="459943"/>
                </a:lnTo>
                <a:lnTo>
                  <a:pt x="66675" y="441141"/>
                </a:lnTo>
                <a:lnTo>
                  <a:pt x="66675" y="422329"/>
                </a:lnTo>
                <a:lnTo>
                  <a:pt x="66675" y="403517"/>
                </a:lnTo>
                <a:lnTo>
                  <a:pt x="66675" y="384715"/>
                </a:lnTo>
                <a:lnTo>
                  <a:pt x="66675" y="365903"/>
                </a:lnTo>
                <a:lnTo>
                  <a:pt x="66675" y="347101"/>
                </a:lnTo>
                <a:lnTo>
                  <a:pt x="66675" y="328289"/>
                </a:lnTo>
                <a:lnTo>
                  <a:pt x="66675" y="309486"/>
                </a:lnTo>
                <a:lnTo>
                  <a:pt x="66675" y="290674"/>
                </a:lnTo>
                <a:lnTo>
                  <a:pt x="66675" y="271863"/>
                </a:lnTo>
                <a:lnTo>
                  <a:pt x="66675" y="253060"/>
                </a:lnTo>
                <a:lnTo>
                  <a:pt x="66675" y="234248"/>
                </a:lnTo>
                <a:lnTo>
                  <a:pt x="66675" y="215446"/>
                </a:lnTo>
                <a:lnTo>
                  <a:pt x="66675" y="196634"/>
                </a:lnTo>
                <a:lnTo>
                  <a:pt x="66675" y="177822"/>
                </a:lnTo>
                <a:lnTo>
                  <a:pt x="66675" y="159020"/>
                </a:lnTo>
                <a:lnTo>
                  <a:pt x="66675" y="140208"/>
                </a:lnTo>
                <a:lnTo>
                  <a:pt x="66675" y="121406"/>
                </a:lnTo>
                <a:lnTo>
                  <a:pt x="66675" y="102594"/>
                </a:lnTo>
                <a:lnTo>
                  <a:pt x="66675" y="83791"/>
                </a:lnTo>
                <a:lnTo>
                  <a:pt x="66675" y="64980"/>
                </a:lnTo>
                <a:lnTo>
                  <a:pt x="66675" y="46168"/>
                </a:lnTo>
                <a:lnTo>
                  <a:pt x="66675" y="27365"/>
                </a:lnTo>
                <a:lnTo>
                  <a:pt x="66675" y="8553"/>
                </a:lnTo>
                <a:lnTo>
                  <a:pt x="56426" y="0"/>
                </a:lnTo>
                <a:lnTo>
                  <a:pt x="37614" y="0"/>
                </a:lnTo>
                <a:lnTo>
                  <a:pt x="18812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8A9DF"/>
            </a:solidFill>
            <a:prstDash val="solid"/>
          </a:ln>
        </p:spPr>
      </p:sp>
      <p:sp>
        <p:nvSpPr>
          <p:cNvPr id="32" name="handoff-6">
            <a:extLst xmlns:a="http://schemas.openxmlformats.org/drawingml/2006/main">
              <a:ext uri="{FF2B5EF4-FFF2-40B4-BE49-F238E27FC236}">
                <a16:creationId xmlns:a16="http://schemas.microsoft.com/office/drawing/2014/main" id="{CF998BB2-A787-4F81-8BB2-BC2686116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28585" y="2850356"/>
            <a:ext cx="228600" cy="1952625"/>
          </a:xfrm>
          <a:custGeom xmlns:a="http://schemas.openxmlformats.org/drawingml/2006/main">
            <a:pathLst>
              <a:path w="228600" h="1952625">
                <a:moveTo>
                  <a:pt x="0" y="0"/>
                </a:moveTo>
                <a:lnTo>
                  <a:pt x="18964" y="0"/>
                </a:lnTo>
                <a:lnTo>
                  <a:pt x="37938" y="0"/>
                </a:lnTo>
                <a:lnTo>
                  <a:pt x="56902" y="0"/>
                </a:lnTo>
                <a:lnTo>
                  <a:pt x="75867" y="0"/>
                </a:lnTo>
                <a:lnTo>
                  <a:pt x="94840" y="0"/>
                </a:lnTo>
                <a:lnTo>
                  <a:pt x="113805" y="0"/>
                </a:lnTo>
                <a:lnTo>
                  <a:pt x="114300" y="18469"/>
                </a:lnTo>
                <a:lnTo>
                  <a:pt x="114300" y="37433"/>
                </a:lnTo>
                <a:lnTo>
                  <a:pt x="114300" y="56407"/>
                </a:lnTo>
                <a:lnTo>
                  <a:pt x="114300" y="75371"/>
                </a:lnTo>
                <a:lnTo>
                  <a:pt x="114300" y="94336"/>
                </a:lnTo>
                <a:lnTo>
                  <a:pt x="114300" y="113309"/>
                </a:lnTo>
                <a:lnTo>
                  <a:pt x="114300" y="132274"/>
                </a:lnTo>
                <a:lnTo>
                  <a:pt x="114300" y="151238"/>
                </a:lnTo>
                <a:lnTo>
                  <a:pt x="114300" y="170212"/>
                </a:lnTo>
                <a:lnTo>
                  <a:pt x="114300" y="189176"/>
                </a:lnTo>
                <a:lnTo>
                  <a:pt x="114300" y="208140"/>
                </a:lnTo>
                <a:lnTo>
                  <a:pt x="114300" y="227105"/>
                </a:lnTo>
                <a:lnTo>
                  <a:pt x="114300" y="246078"/>
                </a:lnTo>
                <a:lnTo>
                  <a:pt x="114300" y="265043"/>
                </a:lnTo>
                <a:lnTo>
                  <a:pt x="114300" y="284007"/>
                </a:lnTo>
                <a:lnTo>
                  <a:pt x="114300" y="302981"/>
                </a:lnTo>
                <a:lnTo>
                  <a:pt x="114300" y="321945"/>
                </a:lnTo>
                <a:lnTo>
                  <a:pt x="114300" y="340909"/>
                </a:lnTo>
                <a:lnTo>
                  <a:pt x="114300" y="359883"/>
                </a:lnTo>
                <a:lnTo>
                  <a:pt x="114300" y="378847"/>
                </a:lnTo>
                <a:lnTo>
                  <a:pt x="114300" y="397812"/>
                </a:lnTo>
                <a:lnTo>
                  <a:pt x="114300" y="416785"/>
                </a:lnTo>
                <a:lnTo>
                  <a:pt x="114300" y="435750"/>
                </a:lnTo>
                <a:lnTo>
                  <a:pt x="114300" y="454714"/>
                </a:lnTo>
                <a:lnTo>
                  <a:pt x="114300" y="473678"/>
                </a:lnTo>
                <a:lnTo>
                  <a:pt x="114300" y="492652"/>
                </a:lnTo>
                <a:lnTo>
                  <a:pt x="114300" y="511616"/>
                </a:lnTo>
                <a:lnTo>
                  <a:pt x="114300" y="530581"/>
                </a:lnTo>
                <a:lnTo>
                  <a:pt x="114300" y="549554"/>
                </a:lnTo>
                <a:lnTo>
                  <a:pt x="114300" y="568519"/>
                </a:lnTo>
                <a:lnTo>
                  <a:pt x="114300" y="587483"/>
                </a:lnTo>
                <a:lnTo>
                  <a:pt x="114300" y="606457"/>
                </a:lnTo>
                <a:lnTo>
                  <a:pt x="114300" y="625421"/>
                </a:lnTo>
                <a:lnTo>
                  <a:pt x="114300" y="644385"/>
                </a:lnTo>
                <a:lnTo>
                  <a:pt x="114300" y="663350"/>
                </a:lnTo>
                <a:lnTo>
                  <a:pt x="114300" y="682323"/>
                </a:lnTo>
                <a:lnTo>
                  <a:pt x="114300" y="701288"/>
                </a:lnTo>
                <a:lnTo>
                  <a:pt x="114300" y="720252"/>
                </a:lnTo>
                <a:lnTo>
                  <a:pt x="114300" y="739226"/>
                </a:lnTo>
                <a:lnTo>
                  <a:pt x="114300" y="758190"/>
                </a:lnTo>
                <a:lnTo>
                  <a:pt x="114300" y="777154"/>
                </a:lnTo>
                <a:lnTo>
                  <a:pt x="114300" y="796128"/>
                </a:lnTo>
                <a:lnTo>
                  <a:pt x="114300" y="815092"/>
                </a:lnTo>
                <a:lnTo>
                  <a:pt x="114300" y="834057"/>
                </a:lnTo>
                <a:lnTo>
                  <a:pt x="114300" y="853030"/>
                </a:lnTo>
                <a:lnTo>
                  <a:pt x="114300" y="871995"/>
                </a:lnTo>
                <a:lnTo>
                  <a:pt x="114300" y="890959"/>
                </a:lnTo>
                <a:lnTo>
                  <a:pt x="114300" y="909923"/>
                </a:lnTo>
                <a:lnTo>
                  <a:pt x="114300" y="928897"/>
                </a:lnTo>
                <a:lnTo>
                  <a:pt x="114300" y="947861"/>
                </a:lnTo>
                <a:lnTo>
                  <a:pt x="114300" y="966826"/>
                </a:lnTo>
                <a:lnTo>
                  <a:pt x="114300" y="985799"/>
                </a:lnTo>
                <a:lnTo>
                  <a:pt x="114300" y="1004764"/>
                </a:lnTo>
                <a:lnTo>
                  <a:pt x="114300" y="1023728"/>
                </a:lnTo>
                <a:lnTo>
                  <a:pt x="114300" y="1042702"/>
                </a:lnTo>
                <a:lnTo>
                  <a:pt x="114300" y="1061666"/>
                </a:lnTo>
                <a:lnTo>
                  <a:pt x="114300" y="1080630"/>
                </a:lnTo>
                <a:lnTo>
                  <a:pt x="114300" y="1099595"/>
                </a:lnTo>
                <a:lnTo>
                  <a:pt x="114300" y="1118568"/>
                </a:lnTo>
                <a:lnTo>
                  <a:pt x="114300" y="1137533"/>
                </a:lnTo>
                <a:lnTo>
                  <a:pt x="114300" y="1156497"/>
                </a:lnTo>
                <a:lnTo>
                  <a:pt x="114300" y="1175471"/>
                </a:lnTo>
                <a:lnTo>
                  <a:pt x="114300" y="1194435"/>
                </a:lnTo>
                <a:lnTo>
                  <a:pt x="114300" y="1213399"/>
                </a:lnTo>
                <a:lnTo>
                  <a:pt x="114300" y="1232373"/>
                </a:lnTo>
                <a:lnTo>
                  <a:pt x="114300" y="1251337"/>
                </a:lnTo>
                <a:lnTo>
                  <a:pt x="114300" y="1270302"/>
                </a:lnTo>
                <a:lnTo>
                  <a:pt x="114300" y="1289275"/>
                </a:lnTo>
                <a:lnTo>
                  <a:pt x="114300" y="1308240"/>
                </a:lnTo>
                <a:lnTo>
                  <a:pt x="114300" y="1327204"/>
                </a:lnTo>
                <a:lnTo>
                  <a:pt x="114300" y="1346168"/>
                </a:lnTo>
                <a:lnTo>
                  <a:pt x="114300" y="1365142"/>
                </a:lnTo>
                <a:lnTo>
                  <a:pt x="114300" y="1384106"/>
                </a:lnTo>
                <a:lnTo>
                  <a:pt x="114300" y="1403071"/>
                </a:lnTo>
                <a:lnTo>
                  <a:pt x="114300" y="1422044"/>
                </a:lnTo>
                <a:lnTo>
                  <a:pt x="114300" y="1441009"/>
                </a:lnTo>
                <a:lnTo>
                  <a:pt x="114300" y="1459973"/>
                </a:lnTo>
                <a:lnTo>
                  <a:pt x="114300" y="1478947"/>
                </a:lnTo>
                <a:lnTo>
                  <a:pt x="114300" y="1497911"/>
                </a:lnTo>
                <a:lnTo>
                  <a:pt x="114300" y="1516875"/>
                </a:lnTo>
                <a:lnTo>
                  <a:pt x="114300" y="1535840"/>
                </a:lnTo>
                <a:lnTo>
                  <a:pt x="114300" y="1554813"/>
                </a:lnTo>
                <a:lnTo>
                  <a:pt x="114300" y="1573778"/>
                </a:lnTo>
                <a:lnTo>
                  <a:pt x="114300" y="1592742"/>
                </a:lnTo>
                <a:lnTo>
                  <a:pt x="114300" y="1611716"/>
                </a:lnTo>
                <a:lnTo>
                  <a:pt x="114300" y="1630680"/>
                </a:lnTo>
                <a:lnTo>
                  <a:pt x="114300" y="1649644"/>
                </a:lnTo>
                <a:lnTo>
                  <a:pt x="114300" y="1668618"/>
                </a:lnTo>
                <a:lnTo>
                  <a:pt x="114300" y="1687582"/>
                </a:lnTo>
                <a:lnTo>
                  <a:pt x="114300" y="1706547"/>
                </a:lnTo>
                <a:lnTo>
                  <a:pt x="114300" y="1725520"/>
                </a:lnTo>
                <a:lnTo>
                  <a:pt x="114300" y="1744485"/>
                </a:lnTo>
                <a:lnTo>
                  <a:pt x="114300" y="1763449"/>
                </a:lnTo>
                <a:lnTo>
                  <a:pt x="114300" y="1782413"/>
                </a:lnTo>
                <a:lnTo>
                  <a:pt x="114300" y="1801387"/>
                </a:lnTo>
                <a:lnTo>
                  <a:pt x="114300" y="1820351"/>
                </a:lnTo>
                <a:lnTo>
                  <a:pt x="114300" y="1839316"/>
                </a:lnTo>
                <a:lnTo>
                  <a:pt x="114300" y="1858289"/>
                </a:lnTo>
                <a:lnTo>
                  <a:pt x="114300" y="1877254"/>
                </a:lnTo>
                <a:lnTo>
                  <a:pt x="114300" y="1896218"/>
                </a:lnTo>
                <a:lnTo>
                  <a:pt x="114300" y="1915192"/>
                </a:lnTo>
                <a:lnTo>
                  <a:pt x="114300" y="1934156"/>
                </a:lnTo>
                <a:lnTo>
                  <a:pt x="114795" y="1952625"/>
                </a:lnTo>
                <a:lnTo>
                  <a:pt x="133760" y="1952625"/>
                </a:lnTo>
                <a:lnTo>
                  <a:pt x="152733" y="1952625"/>
                </a:lnTo>
                <a:lnTo>
                  <a:pt x="171698" y="1952625"/>
                </a:lnTo>
                <a:lnTo>
                  <a:pt x="190662" y="1952625"/>
                </a:lnTo>
                <a:lnTo>
                  <a:pt x="209636" y="1952625"/>
                </a:lnTo>
                <a:lnTo>
                  <a:pt x="228600" y="19526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8A9DF"/>
            </a:solidFill>
            <a:prstDash val="solid"/>
          </a:ln>
        </p:spPr>
      </p:sp>
      <p:sp>
        <p:nvSpPr>
          <p:cNvPr id="33" name="handoff-7">
            <a:extLst xmlns:a="http://schemas.openxmlformats.org/drawingml/2006/main">
              <a:ext uri="{FF2B5EF4-FFF2-40B4-BE49-F238E27FC236}">
                <a16:creationId xmlns:a16="http://schemas.microsoft.com/office/drawing/2014/main" id="{90C94457-260F-405F-8EB5-F4716CB4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41205" y="2850356"/>
            <a:ext cx="228600" cy="1952625"/>
          </a:xfrm>
          <a:custGeom xmlns:a="http://schemas.openxmlformats.org/drawingml/2006/main">
            <a:pathLst>
              <a:path w="228600" h="1952625">
                <a:moveTo>
                  <a:pt x="0" y="1952625"/>
                </a:moveTo>
                <a:lnTo>
                  <a:pt x="18964" y="1952625"/>
                </a:lnTo>
                <a:lnTo>
                  <a:pt x="37938" y="1952625"/>
                </a:lnTo>
                <a:lnTo>
                  <a:pt x="56902" y="1952625"/>
                </a:lnTo>
                <a:lnTo>
                  <a:pt x="75867" y="1952625"/>
                </a:lnTo>
                <a:lnTo>
                  <a:pt x="94840" y="1952625"/>
                </a:lnTo>
                <a:lnTo>
                  <a:pt x="113805" y="1952625"/>
                </a:lnTo>
                <a:lnTo>
                  <a:pt x="114300" y="1934156"/>
                </a:lnTo>
                <a:lnTo>
                  <a:pt x="114300" y="1915192"/>
                </a:lnTo>
                <a:lnTo>
                  <a:pt x="114300" y="1896218"/>
                </a:lnTo>
                <a:lnTo>
                  <a:pt x="114300" y="1877254"/>
                </a:lnTo>
                <a:lnTo>
                  <a:pt x="114300" y="1858289"/>
                </a:lnTo>
                <a:lnTo>
                  <a:pt x="114300" y="1839316"/>
                </a:lnTo>
                <a:lnTo>
                  <a:pt x="114300" y="1820351"/>
                </a:lnTo>
                <a:lnTo>
                  <a:pt x="114300" y="1801387"/>
                </a:lnTo>
                <a:lnTo>
                  <a:pt x="114300" y="1782413"/>
                </a:lnTo>
                <a:lnTo>
                  <a:pt x="114300" y="1763449"/>
                </a:lnTo>
                <a:lnTo>
                  <a:pt x="114300" y="1744485"/>
                </a:lnTo>
                <a:lnTo>
                  <a:pt x="114300" y="1725520"/>
                </a:lnTo>
                <a:lnTo>
                  <a:pt x="114300" y="1706547"/>
                </a:lnTo>
                <a:lnTo>
                  <a:pt x="114300" y="1687582"/>
                </a:lnTo>
                <a:lnTo>
                  <a:pt x="114300" y="1668618"/>
                </a:lnTo>
                <a:lnTo>
                  <a:pt x="114300" y="1649644"/>
                </a:lnTo>
                <a:lnTo>
                  <a:pt x="114300" y="1630680"/>
                </a:lnTo>
                <a:lnTo>
                  <a:pt x="114300" y="1611716"/>
                </a:lnTo>
                <a:lnTo>
                  <a:pt x="114300" y="1592742"/>
                </a:lnTo>
                <a:lnTo>
                  <a:pt x="114300" y="1573778"/>
                </a:lnTo>
                <a:lnTo>
                  <a:pt x="114300" y="1554813"/>
                </a:lnTo>
                <a:lnTo>
                  <a:pt x="114300" y="1535840"/>
                </a:lnTo>
                <a:lnTo>
                  <a:pt x="114300" y="1516875"/>
                </a:lnTo>
                <a:lnTo>
                  <a:pt x="114300" y="1497911"/>
                </a:lnTo>
                <a:lnTo>
                  <a:pt x="114300" y="1478947"/>
                </a:lnTo>
                <a:lnTo>
                  <a:pt x="114300" y="1459973"/>
                </a:lnTo>
                <a:lnTo>
                  <a:pt x="114300" y="1441009"/>
                </a:lnTo>
                <a:lnTo>
                  <a:pt x="114300" y="1422044"/>
                </a:lnTo>
                <a:lnTo>
                  <a:pt x="114300" y="1403071"/>
                </a:lnTo>
                <a:lnTo>
                  <a:pt x="114300" y="1384106"/>
                </a:lnTo>
                <a:lnTo>
                  <a:pt x="114300" y="1365142"/>
                </a:lnTo>
                <a:lnTo>
                  <a:pt x="114300" y="1346168"/>
                </a:lnTo>
                <a:lnTo>
                  <a:pt x="114300" y="1327204"/>
                </a:lnTo>
                <a:lnTo>
                  <a:pt x="114300" y="1308240"/>
                </a:lnTo>
                <a:lnTo>
                  <a:pt x="114300" y="1289275"/>
                </a:lnTo>
                <a:lnTo>
                  <a:pt x="114300" y="1270302"/>
                </a:lnTo>
                <a:lnTo>
                  <a:pt x="114300" y="1251337"/>
                </a:lnTo>
                <a:lnTo>
                  <a:pt x="114300" y="1232373"/>
                </a:lnTo>
                <a:lnTo>
                  <a:pt x="114300" y="1213399"/>
                </a:lnTo>
                <a:lnTo>
                  <a:pt x="114300" y="1194435"/>
                </a:lnTo>
                <a:lnTo>
                  <a:pt x="114300" y="1175471"/>
                </a:lnTo>
                <a:lnTo>
                  <a:pt x="114300" y="1156497"/>
                </a:lnTo>
                <a:lnTo>
                  <a:pt x="114300" y="1137533"/>
                </a:lnTo>
                <a:lnTo>
                  <a:pt x="114300" y="1118568"/>
                </a:lnTo>
                <a:lnTo>
                  <a:pt x="114300" y="1099595"/>
                </a:lnTo>
                <a:lnTo>
                  <a:pt x="114300" y="1080630"/>
                </a:lnTo>
                <a:lnTo>
                  <a:pt x="114300" y="1061666"/>
                </a:lnTo>
                <a:lnTo>
                  <a:pt x="114300" y="1042702"/>
                </a:lnTo>
                <a:lnTo>
                  <a:pt x="114300" y="1023728"/>
                </a:lnTo>
                <a:lnTo>
                  <a:pt x="114300" y="1004764"/>
                </a:lnTo>
                <a:lnTo>
                  <a:pt x="114300" y="985799"/>
                </a:lnTo>
                <a:lnTo>
                  <a:pt x="114300" y="966826"/>
                </a:lnTo>
                <a:lnTo>
                  <a:pt x="114300" y="947861"/>
                </a:lnTo>
                <a:lnTo>
                  <a:pt x="114300" y="928897"/>
                </a:lnTo>
                <a:lnTo>
                  <a:pt x="114300" y="909923"/>
                </a:lnTo>
                <a:lnTo>
                  <a:pt x="114300" y="890959"/>
                </a:lnTo>
                <a:lnTo>
                  <a:pt x="114300" y="871995"/>
                </a:lnTo>
                <a:lnTo>
                  <a:pt x="114300" y="853030"/>
                </a:lnTo>
                <a:lnTo>
                  <a:pt x="114300" y="834057"/>
                </a:lnTo>
                <a:lnTo>
                  <a:pt x="114300" y="815092"/>
                </a:lnTo>
                <a:lnTo>
                  <a:pt x="114300" y="796128"/>
                </a:lnTo>
                <a:lnTo>
                  <a:pt x="114300" y="777154"/>
                </a:lnTo>
                <a:lnTo>
                  <a:pt x="114300" y="758190"/>
                </a:lnTo>
                <a:lnTo>
                  <a:pt x="114300" y="739226"/>
                </a:lnTo>
                <a:lnTo>
                  <a:pt x="114300" y="720252"/>
                </a:lnTo>
                <a:lnTo>
                  <a:pt x="114300" y="701288"/>
                </a:lnTo>
                <a:lnTo>
                  <a:pt x="114300" y="682323"/>
                </a:lnTo>
                <a:lnTo>
                  <a:pt x="114300" y="663350"/>
                </a:lnTo>
                <a:lnTo>
                  <a:pt x="114300" y="644385"/>
                </a:lnTo>
                <a:lnTo>
                  <a:pt x="114300" y="625421"/>
                </a:lnTo>
                <a:lnTo>
                  <a:pt x="114300" y="606457"/>
                </a:lnTo>
                <a:lnTo>
                  <a:pt x="114300" y="587483"/>
                </a:lnTo>
                <a:lnTo>
                  <a:pt x="114300" y="568519"/>
                </a:lnTo>
                <a:lnTo>
                  <a:pt x="114300" y="549554"/>
                </a:lnTo>
                <a:lnTo>
                  <a:pt x="114300" y="530581"/>
                </a:lnTo>
                <a:lnTo>
                  <a:pt x="114300" y="511616"/>
                </a:lnTo>
                <a:lnTo>
                  <a:pt x="114300" y="492652"/>
                </a:lnTo>
                <a:lnTo>
                  <a:pt x="114300" y="473678"/>
                </a:lnTo>
                <a:lnTo>
                  <a:pt x="114300" y="454714"/>
                </a:lnTo>
                <a:lnTo>
                  <a:pt x="114300" y="435750"/>
                </a:lnTo>
                <a:lnTo>
                  <a:pt x="114300" y="416785"/>
                </a:lnTo>
                <a:lnTo>
                  <a:pt x="114300" y="397812"/>
                </a:lnTo>
                <a:lnTo>
                  <a:pt x="114300" y="378847"/>
                </a:lnTo>
                <a:lnTo>
                  <a:pt x="114300" y="359883"/>
                </a:lnTo>
                <a:lnTo>
                  <a:pt x="114300" y="340909"/>
                </a:lnTo>
                <a:lnTo>
                  <a:pt x="114300" y="321945"/>
                </a:lnTo>
                <a:lnTo>
                  <a:pt x="114300" y="302981"/>
                </a:lnTo>
                <a:lnTo>
                  <a:pt x="114300" y="284007"/>
                </a:lnTo>
                <a:lnTo>
                  <a:pt x="114300" y="265043"/>
                </a:lnTo>
                <a:lnTo>
                  <a:pt x="114300" y="246078"/>
                </a:lnTo>
                <a:lnTo>
                  <a:pt x="114300" y="227105"/>
                </a:lnTo>
                <a:lnTo>
                  <a:pt x="114300" y="208140"/>
                </a:lnTo>
                <a:lnTo>
                  <a:pt x="114300" y="189176"/>
                </a:lnTo>
                <a:lnTo>
                  <a:pt x="114300" y="170212"/>
                </a:lnTo>
                <a:lnTo>
                  <a:pt x="114300" y="151238"/>
                </a:lnTo>
                <a:lnTo>
                  <a:pt x="114300" y="132274"/>
                </a:lnTo>
                <a:lnTo>
                  <a:pt x="114300" y="113309"/>
                </a:lnTo>
                <a:lnTo>
                  <a:pt x="114300" y="94336"/>
                </a:lnTo>
                <a:lnTo>
                  <a:pt x="114300" y="75371"/>
                </a:lnTo>
                <a:lnTo>
                  <a:pt x="114300" y="56407"/>
                </a:lnTo>
                <a:lnTo>
                  <a:pt x="114300" y="37433"/>
                </a:lnTo>
                <a:lnTo>
                  <a:pt x="114300" y="18469"/>
                </a:lnTo>
                <a:lnTo>
                  <a:pt x="114795" y="0"/>
                </a:lnTo>
                <a:lnTo>
                  <a:pt x="133760" y="0"/>
                </a:lnTo>
                <a:lnTo>
                  <a:pt x="152733" y="0"/>
                </a:lnTo>
                <a:lnTo>
                  <a:pt x="171698" y="0"/>
                </a:lnTo>
                <a:lnTo>
                  <a:pt x="190662" y="0"/>
                </a:lnTo>
                <a:lnTo>
                  <a:pt x="209636" y="0"/>
                </a:lnTo>
                <a:lnTo>
                  <a:pt x="228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8A9DF"/>
            </a:solidFill>
            <a:prstDash val="solid"/>
          </a:ln>
        </p:spPr>
      </p:sp>
      <p:sp>
        <p:nvSpPr>
          <p:cNvPr id="34" name="handoff-target-1">
            <a:extLst xmlns:a="http://schemas.openxmlformats.org/drawingml/2006/main">
              <a:ext uri="{FF2B5EF4-FFF2-40B4-BE49-F238E27FC236}">
                <a16:creationId xmlns:a16="http://schemas.microsoft.com/office/drawing/2014/main" id="{88BC6415-3DB6-45AA-95C2-F48DDF8C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76463" y="4760119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B86C5"/>
            </a:solidFill>
            <a:prstDash val="solid"/>
          </a:ln>
        </p:spPr>
      </p:sp>
      <p:sp>
        <p:nvSpPr>
          <p:cNvPr id="35" name="handoff-target-2">
            <a:extLst xmlns:a="http://schemas.openxmlformats.org/drawingml/2006/main">
              <a:ext uri="{FF2B5EF4-FFF2-40B4-BE49-F238E27FC236}">
                <a16:creationId xmlns:a16="http://schemas.microsoft.com/office/drawing/2014/main" id="{C1DC0B9C-8808-4A79-B11C-6A2E0FE7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9083" y="3783806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B86C5"/>
            </a:solidFill>
            <a:prstDash val="solid"/>
          </a:ln>
        </p:spPr>
      </p:sp>
      <p:sp>
        <p:nvSpPr>
          <p:cNvPr id="36" name="handoff-target-3">
            <a:extLst xmlns:a="http://schemas.openxmlformats.org/drawingml/2006/main">
              <a:ext uri="{FF2B5EF4-FFF2-40B4-BE49-F238E27FC236}">
                <a16:creationId xmlns:a16="http://schemas.microsoft.com/office/drawing/2014/main" id="{2411A9B6-A4C0-45B3-A843-3F6EE9CF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9083" y="5736431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B86C5"/>
            </a:solidFill>
            <a:prstDash val="solid"/>
          </a:ln>
        </p:spPr>
      </p:sp>
      <p:sp>
        <p:nvSpPr>
          <p:cNvPr id="37" name="handoff-target-4">
            <a:extLst xmlns:a="http://schemas.openxmlformats.org/drawingml/2006/main">
              <a:ext uri="{FF2B5EF4-FFF2-40B4-BE49-F238E27FC236}">
                <a16:creationId xmlns:a16="http://schemas.microsoft.com/office/drawing/2014/main" id="{322C2A51-9992-4352-B434-728729E4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1703" y="3783806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B86C5"/>
            </a:solidFill>
            <a:prstDash val="solid"/>
          </a:ln>
        </p:spPr>
      </p:sp>
      <p:sp>
        <p:nvSpPr>
          <p:cNvPr id="38" name="handoff-target-5">
            <a:extLst xmlns:a="http://schemas.openxmlformats.org/drawingml/2006/main">
              <a:ext uri="{FF2B5EF4-FFF2-40B4-BE49-F238E27FC236}">
                <a16:creationId xmlns:a16="http://schemas.microsoft.com/office/drawing/2014/main" id="{20A779DD-73E1-4980-A501-B1B61941D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1703" y="2807494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B86C5"/>
            </a:solidFill>
            <a:prstDash val="solid"/>
          </a:ln>
        </p:spPr>
      </p:sp>
      <p:sp>
        <p:nvSpPr>
          <p:cNvPr id="39" name="handoff-target-6">
            <a:extLst xmlns:a="http://schemas.openxmlformats.org/drawingml/2006/main">
              <a:ext uri="{FF2B5EF4-FFF2-40B4-BE49-F238E27FC236}">
                <a16:creationId xmlns:a16="http://schemas.microsoft.com/office/drawing/2014/main" id="{91501648-5488-4BF3-B5E9-721BE294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4323" y="4760119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B86C5"/>
            </a:solidFill>
            <a:prstDash val="solid"/>
          </a:ln>
        </p:spPr>
      </p:sp>
      <p:sp>
        <p:nvSpPr>
          <p:cNvPr id="40" name="handoff-target-7">
            <a:extLst xmlns:a="http://schemas.openxmlformats.org/drawingml/2006/main">
              <a:ext uri="{FF2B5EF4-FFF2-40B4-BE49-F238E27FC236}">
                <a16:creationId xmlns:a16="http://schemas.microsoft.com/office/drawing/2014/main" id="{921FE287-751F-482F-AE63-A27830EA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6943" y="2807494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B86C5"/>
            </a:solidFill>
            <a:prstDash val="solid"/>
          </a:ln>
        </p:spPr>
      </p:sp>
      <p:sp>
        <p:nvSpPr>
          <p:cNvPr id="41" name="stage-order-1">
            <a:extLst xmlns:a="http://schemas.openxmlformats.org/drawingml/2006/main">
              <a:ext uri="{FF2B5EF4-FFF2-40B4-BE49-F238E27FC236}">
                <a16:creationId xmlns:a16="http://schemas.microsoft.com/office/drawing/2014/main" id="{945E669B-ACE5-4493-A47A-E4C018EC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0275" y="18002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2" name="stage-1-title">
            <a:extLst xmlns:a="http://schemas.openxmlformats.org/drawingml/2006/main">
              <a:ext uri="{FF2B5EF4-FFF2-40B4-BE49-F238E27FC236}">
                <a16:creationId xmlns:a16="http://schemas.microsoft.com/office/drawing/2014/main" id="{4BB8D0C4-861F-40B8-8C59-87640597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0" y="1790700"/>
            <a:ext cx="1388716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7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需求澄清</a:t>
            </a:r>
          </a:p>
        </p:txBody>
      </p:sp>
      <p:sp>
        <p:nvSpPr>
          <p:cNvPr id="43" name="stage-divider-2">
            <a:extLst xmlns:a="http://schemas.openxmlformats.org/drawingml/2006/main">
              <a:ext uri="{FF2B5EF4-FFF2-40B4-BE49-F238E27FC236}">
                <a16:creationId xmlns:a16="http://schemas.microsoft.com/office/drawing/2014/main" id="{5699D8AD-915A-4AA7-84D4-E153FEEB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17616" y="17907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stage-order-2">
            <a:extLst xmlns:a="http://schemas.openxmlformats.org/drawingml/2006/main">
              <a:ext uri="{FF2B5EF4-FFF2-40B4-BE49-F238E27FC236}">
                <a16:creationId xmlns:a16="http://schemas.microsoft.com/office/drawing/2014/main" id="{BD9D42C7-6B13-4DCA-9C9E-74C2D168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2866" y="18002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5" name="stage-2-title">
            <a:extLst xmlns:a="http://schemas.openxmlformats.org/drawingml/2006/main">
              <a:ext uri="{FF2B5EF4-FFF2-40B4-BE49-F238E27FC236}">
                <a16:creationId xmlns:a16="http://schemas.microsoft.com/office/drawing/2014/main" id="{2171C677-6ABA-4180-8D17-68046F99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4341" y="1790700"/>
            <a:ext cx="1388716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7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方案设计</a:t>
            </a:r>
          </a:p>
        </p:txBody>
      </p:sp>
      <p:sp>
        <p:nvSpPr>
          <p:cNvPr id="46" name="stage-divider-3">
            <a:extLst xmlns:a="http://schemas.openxmlformats.org/drawingml/2006/main">
              <a:ext uri="{FF2B5EF4-FFF2-40B4-BE49-F238E27FC236}">
                <a16:creationId xmlns:a16="http://schemas.microsoft.com/office/drawing/2014/main" id="{CD4DB8B2-253A-422E-92AF-E33B1B91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30208" y="17907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stage-order-3">
            <a:extLst xmlns:a="http://schemas.openxmlformats.org/drawingml/2006/main">
              <a:ext uri="{FF2B5EF4-FFF2-40B4-BE49-F238E27FC236}">
                <a16:creationId xmlns:a16="http://schemas.microsoft.com/office/drawing/2014/main" id="{575F1602-C642-418C-81EB-32C3A4706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25458" y="18002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8" name="stage-3-title">
            <a:extLst xmlns:a="http://schemas.openxmlformats.org/drawingml/2006/main">
              <a:ext uri="{FF2B5EF4-FFF2-40B4-BE49-F238E27FC236}">
                <a16:creationId xmlns:a16="http://schemas.microsoft.com/office/drawing/2014/main" id="{1BF9DA6D-1E1F-4332-9F03-F2B43F3C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96933" y="1790700"/>
            <a:ext cx="1388716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7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联合执行</a:t>
            </a:r>
          </a:p>
        </p:txBody>
      </p:sp>
      <p:sp>
        <p:nvSpPr>
          <p:cNvPr id="49" name="stage-divider-4">
            <a:extLst xmlns:a="http://schemas.openxmlformats.org/drawingml/2006/main">
              <a:ext uri="{FF2B5EF4-FFF2-40B4-BE49-F238E27FC236}">
                <a16:creationId xmlns:a16="http://schemas.microsoft.com/office/drawing/2014/main" id="{FE0D8098-950A-4986-B0AD-44CBC5EA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42799" y="17907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stage-order-4">
            <a:extLst xmlns:a="http://schemas.openxmlformats.org/drawingml/2006/main">
              <a:ext uri="{FF2B5EF4-FFF2-40B4-BE49-F238E27FC236}">
                <a16:creationId xmlns:a16="http://schemas.microsoft.com/office/drawing/2014/main" id="{7C59F785-73A1-4131-85D0-9BDD1390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38049" y="18002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1" name="stage-4-title">
            <a:extLst xmlns:a="http://schemas.openxmlformats.org/drawingml/2006/main">
              <a:ext uri="{FF2B5EF4-FFF2-40B4-BE49-F238E27FC236}">
                <a16:creationId xmlns:a16="http://schemas.microsoft.com/office/drawing/2014/main" id="{70FCE5F8-0591-4FBE-B7DC-5A179610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9524" y="1790700"/>
            <a:ext cx="1388716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7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验收复盘</a:t>
            </a:r>
          </a:p>
        </p:txBody>
      </p:sp>
      <p:sp>
        <p:nvSpPr>
          <p:cNvPr id="52" name="stage-divider-5">
            <a:extLst xmlns:a="http://schemas.openxmlformats.org/drawingml/2006/main">
              <a:ext uri="{FF2B5EF4-FFF2-40B4-BE49-F238E27FC236}">
                <a16:creationId xmlns:a16="http://schemas.microsoft.com/office/drawing/2014/main" id="{73902484-47C9-485E-A4C8-7FF0154FD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5391" y="17907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stage-order-5">
            <a:extLst xmlns:a="http://schemas.openxmlformats.org/drawingml/2006/main">
              <a:ext uri="{FF2B5EF4-FFF2-40B4-BE49-F238E27FC236}">
                <a16:creationId xmlns:a16="http://schemas.microsoft.com/office/drawing/2014/main" id="{A6EC2F92-F93F-4813-A6F6-AB0094CB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50641" y="18002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4" name="stage-5-title">
            <a:extLst xmlns:a="http://schemas.openxmlformats.org/drawingml/2006/main">
              <a:ext uri="{FF2B5EF4-FFF2-40B4-BE49-F238E27FC236}">
                <a16:creationId xmlns:a16="http://schemas.microsoft.com/office/drawing/2014/main" id="{5D1CE100-84A2-4360-B727-18CB9BFA0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22116" y="1790700"/>
            <a:ext cx="1388869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7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持续优化</a:t>
            </a:r>
          </a:p>
        </p:txBody>
      </p:sp>
      <p:sp>
        <p:nvSpPr>
          <p:cNvPr id="55" name="task-1-shadow">
            <a:extLst xmlns:a="http://schemas.openxmlformats.org/drawingml/2006/main">
              <a:ext uri="{FF2B5EF4-FFF2-40B4-BE49-F238E27FC236}">
                <a16:creationId xmlns:a16="http://schemas.microsoft.com/office/drawing/2014/main" id="{C1F0C4CC-1BF5-438A-A8FC-D9954FA59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19325" y="2564606"/>
            <a:ext cx="1683991" cy="6667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CE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task-1-surface">
            <a:extLst xmlns:a="http://schemas.openxmlformats.org/drawingml/2006/main">
              <a:ext uri="{FF2B5EF4-FFF2-40B4-BE49-F238E27FC236}">
                <a16:creationId xmlns:a16="http://schemas.microsoft.com/office/drawing/2014/main" id="{18BF33FE-E9BC-4417-98E9-69E820E6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19325" y="2516981"/>
            <a:ext cx="1683991" cy="6667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57" name="task-1-accent">
            <a:extLst xmlns:a="http://schemas.openxmlformats.org/drawingml/2006/main">
              <a:ext uri="{FF2B5EF4-FFF2-40B4-BE49-F238E27FC236}">
                <a16:creationId xmlns:a16="http://schemas.microsoft.com/office/drawing/2014/main" id="{3E1B394E-A872-44CC-9DC9-4BC08A6C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19325" y="2516981"/>
            <a:ext cx="47625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task-2-shadow">
            <a:extLst xmlns:a="http://schemas.openxmlformats.org/drawingml/2006/main">
              <a:ext uri="{FF2B5EF4-FFF2-40B4-BE49-F238E27FC236}">
                <a16:creationId xmlns:a16="http://schemas.microsoft.com/office/drawing/2014/main" id="{C0F9450C-6ABA-44F5-A084-3010DCA9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19325" y="4517231"/>
            <a:ext cx="1683991" cy="6667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CE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task-2-surface">
            <a:extLst xmlns:a="http://schemas.openxmlformats.org/drawingml/2006/main">
              <a:ext uri="{FF2B5EF4-FFF2-40B4-BE49-F238E27FC236}">
                <a16:creationId xmlns:a16="http://schemas.microsoft.com/office/drawing/2014/main" id="{3BC5923F-5DA4-4603-9F33-DE7D713F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19325" y="4469606"/>
            <a:ext cx="1683991" cy="6667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60" name="task-2-accent">
            <a:extLst xmlns:a="http://schemas.openxmlformats.org/drawingml/2006/main">
              <a:ext uri="{FF2B5EF4-FFF2-40B4-BE49-F238E27FC236}">
                <a16:creationId xmlns:a16="http://schemas.microsoft.com/office/drawing/2014/main" id="{5A5618E7-11F7-41FB-A814-28F19F02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19325" y="4469606"/>
            <a:ext cx="47625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task-3-shadow">
            <a:extLst xmlns:a="http://schemas.openxmlformats.org/drawingml/2006/main">
              <a:ext uri="{FF2B5EF4-FFF2-40B4-BE49-F238E27FC236}">
                <a16:creationId xmlns:a16="http://schemas.microsoft.com/office/drawing/2014/main" id="{BE4B1B29-8D0E-47BC-ACBC-5835A64F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1916" y="3540919"/>
            <a:ext cx="1683991" cy="6667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CE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task-3-surface">
            <a:extLst xmlns:a="http://schemas.openxmlformats.org/drawingml/2006/main">
              <a:ext uri="{FF2B5EF4-FFF2-40B4-BE49-F238E27FC236}">
                <a16:creationId xmlns:a16="http://schemas.microsoft.com/office/drawing/2014/main" id="{AEBAB6BE-B820-40CD-A342-A5D8711A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1916" y="3493294"/>
            <a:ext cx="1683991" cy="6667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63" name="task-3-accent">
            <a:extLst xmlns:a="http://schemas.openxmlformats.org/drawingml/2006/main">
              <a:ext uri="{FF2B5EF4-FFF2-40B4-BE49-F238E27FC236}">
                <a16:creationId xmlns:a16="http://schemas.microsoft.com/office/drawing/2014/main" id="{1A70FFBC-CD8C-4F4D-8A2A-3469EF607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1916" y="3493294"/>
            <a:ext cx="47625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task-4-shadow">
            <a:extLst xmlns:a="http://schemas.openxmlformats.org/drawingml/2006/main">
              <a:ext uri="{FF2B5EF4-FFF2-40B4-BE49-F238E27FC236}">
                <a16:creationId xmlns:a16="http://schemas.microsoft.com/office/drawing/2014/main" id="{C35A9AD8-EB13-42E0-8BF4-1345D1DCC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1916" y="5493544"/>
            <a:ext cx="1683991" cy="6667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CE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task-4-surface">
            <a:extLst xmlns:a="http://schemas.openxmlformats.org/drawingml/2006/main">
              <a:ext uri="{FF2B5EF4-FFF2-40B4-BE49-F238E27FC236}">
                <a16:creationId xmlns:a16="http://schemas.microsoft.com/office/drawing/2014/main" id="{22F04425-89A5-4EF1-B4E8-5D28B38B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1916" y="5445919"/>
            <a:ext cx="1683991" cy="6667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66" name="task-4-accent">
            <a:extLst xmlns:a="http://schemas.openxmlformats.org/drawingml/2006/main">
              <a:ext uri="{FF2B5EF4-FFF2-40B4-BE49-F238E27FC236}">
                <a16:creationId xmlns:a16="http://schemas.microsoft.com/office/drawing/2014/main" id="{32CCC31C-5EE5-4A69-B8A9-03FD1CD4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31916" y="5445919"/>
            <a:ext cx="47625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task-5-shadow">
            <a:extLst xmlns:a="http://schemas.openxmlformats.org/drawingml/2006/main">
              <a:ext uri="{FF2B5EF4-FFF2-40B4-BE49-F238E27FC236}">
                <a16:creationId xmlns:a16="http://schemas.microsoft.com/office/drawing/2014/main" id="{21B52E03-C978-4DB3-857B-329C2B68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4508" y="3540919"/>
            <a:ext cx="1683991" cy="6667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CE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task-5-surface">
            <a:extLst xmlns:a="http://schemas.openxmlformats.org/drawingml/2006/main">
              <a:ext uri="{FF2B5EF4-FFF2-40B4-BE49-F238E27FC236}">
                <a16:creationId xmlns:a16="http://schemas.microsoft.com/office/drawing/2014/main" id="{FB2789B8-7A01-4BEF-87AC-A9932C45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4508" y="3493294"/>
            <a:ext cx="1683991" cy="6667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69" name="task-5-accent">
            <a:extLst xmlns:a="http://schemas.openxmlformats.org/drawingml/2006/main">
              <a:ext uri="{FF2B5EF4-FFF2-40B4-BE49-F238E27FC236}">
                <a16:creationId xmlns:a16="http://schemas.microsoft.com/office/drawing/2014/main" id="{DB6E0666-713E-47A1-A271-0C3E9F5B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4508" y="3493294"/>
            <a:ext cx="47625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task-6-shadow">
            <a:extLst xmlns:a="http://schemas.openxmlformats.org/drawingml/2006/main">
              <a:ext uri="{FF2B5EF4-FFF2-40B4-BE49-F238E27FC236}">
                <a16:creationId xmlns:a16="http://schemas.microsoft.com/office/drawing/2014/main" id="{2C12525F-6077-410E-816D-17A7CDB5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4508" y="2564606"/>
            <a:ext cx="1683991" cy="6667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CE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task-6-surface">
            <a:extLst xmlns:a="http://schemas.openxmlformats.org/drawingml/2006/main">
              <a:ext uri="{FF2B5EF4-FFF2-40B4-BE49-F238E27FC236}">
                <a16:creationId xmlns:a16="http://schemas.microsoft.com/office/drawing/2014/main" id="{7E0CF815-9ABF-45EA-A63A-09C2C999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4508" y="2516981"/>
            <a:ext cx="1683991" cy="6667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72" name="task-6-accent">
            <a:extLst xmlns:a="http://schemas.openxmlformats.org/drawingml/2006/main">
              <a:ext uri="{FF2B5EF4-FFF2-40B4-BE49-F238E27FC236}">
                <a16:creationId xmlns:a16="http://schemas.microsoft.com/office/drawing/2014/main" id="{F61C113D-2D40-4ED0-82EE-46815A4A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44508" y="2516981"/>
            <a:ext cx="47625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task-7-shadow">
            <a:extLst xmlns:a="http://schemas.openxmlformats.org/drawingml/2006/main">
              <a:ext uri="{FF2B5EF4-FFF2-40B4-BE49-F238E27FC236}">
                <a16:creationId xmlns:a16="http://schemas.microsoft.com/office/drawing/2014/main" id="{8876EF97-CA0E-44C6-8488-7E4685D7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57099" y="4517231"/>
            <a:ext cx="1683991" cy="6667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CE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task-7-surface">
            <a:extLst xmlns:a="http://schemas.openxmlformats.org/drawingml/2006/main">
              <a:ext uri="{FF2B5EF4-FFF2-40B4-BE49-F238E27FC236}">
                <a16:creationId xmlns:a16="http://schemas.microsoft.com/office/drawing/2014/main" id="{4F909462-8810-4B50-A832-9EB6990A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57099" y="4469606"/>
            <a:ext cx="1683991" cy="6667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75" name="task-7-accent">
            <a:extLst xmlns:a="http://schemas.openxmlformats.org/drawingml/2006/main">
              <a:ext uri="{FF2B5EF4-FFF2-40B4-BE49-F238E27FC236}">
                <a16:creationId xmlns:a16="http://schemas.microsoft.com/office/drawing/2014/main" id="{A69E9BF5-FD4C-48AE-9F03-3C3C5081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57099" y="4469606"/>
            <a:ext cx="47625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task-8-shadow">
            <a:extLst xmlns:a="http://schemas.openxmlformats.org/drawingml/2006/main">
              <a:ext uri="{FF2B5EF4-FFF2-40B4-BE49-F238E27FC236}">
                <a16:creationId xmlns:a16="http://schemas.microsoft.com/office/drawing/2014/main" id="{15E363D6-50B4-4D27-8056-63F4673E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9691" y="2564606"/>
            <a:ext cx="1683991" cy="6667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DCE8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task-8-surface">
            <a:extLst xmlns:a="http://schemas.openxmlformats.org/drawingml/2006/main">
              <a:ext uri="{FF2B5EF4-FFF2-40B4-BE49-F238E27FC236}">
                <a16:creationId xmlns:a16="http://schemas.microsoft.com/office/drawing/2014/main" id="{035E8F7B-A279-41A6-AD78-B8FABAE16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9691" y="2516981"/>
            <a:ext cx="1683991" cy="66675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2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78" name="task-8-accent">
            <a:extLst xmlns:a="http://schemas.openxmlformats.org/drawingml/2006/main">
              <a:ext uri="{FF2B5EF4-FFF2-40B4-BE49-F238E27FC236}">
                <a16:creationId xmlns:a16="http://schemas.microsoft.com/office/drawing/2014/main" id="{53E7ADBA-7BB1-4C72-A446-73B3D74F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9691" y="2516981"/>
            <a:ext cx="47625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task-1-title">
            <a:extLst xmlns:a="http://schemas.openxmlformats.org/drawingml/2006/main">
              <a:ext uri="{FF2B5EF4-FFF2-40B4-BE49-F238E27FC236}">
                <a16:creationId xmlns:a16="http://schemas.microsoft.com/office/drawing/2014/main" id="{97EA26A6-CEAC-4D22-973B-7D4F6EB7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2200" y="2620861"/>
            <a:ext cx="1464916" cy="253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收集真实需求</a:t>
            </a:r>
          </a:p>
        </p:txBody>
      </p:sp>
      <p:sp>
        <p:nvSpPr>
          <p:cNvPr id="80" name="task-1-body">
            <a:extLst xmlns:a="http://schemas.openxmlformats.org/drawingml/2006/main">
              <a:ext uri="{FF2B5EF4-FFF2-40B4-BE49-F238E27FC236}">
                <a16:creationId xmlns:a16="http://schemas.microsoft.com/office/drawing/2014/main" id="{4E6E56AA-4C29-4AA9-A3A8-B0AFD39F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2200" y="2874169"/>
            <a:ext cx="1464916" cy="205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梳理场景与核心</a:t>
            </a:r>
          </a:p>
        </p:txBody>
      </p:sp>
      <p:sp>
        <p:nvSpPr>
          <p:cNvPr id="81" name="task-2-title">
            <a:extLst xmlns:a="http://schemas.openxmlformats.org/drawingml/2006/main">
              <a:ext uri="{FF2B5EF4-FFF2-40B4-BE49-F238E27FC236}">
                <a16:creationId xmlns:a16="http://schemas.microsoft.com/office/drawing/2014/main" id="{5AED3871-8FBD-41B5-BBD2-DC6B4350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2200" y="4573486"/>
            <a:ext cx="1464916" cy="253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确认目标边界</a:t>
            </a:r>
          </a:p>
        </p:txBody>
      </p:sp>
      <p:sp>
        <p:nvSpPr>
          <p:cNvPr id="82" name="task-2-body">
            <a:extLst xmlns:a="http://schemas.openxmlformats.org/drawingml/2006/main">
              <a:ext uri="{FF2B5EF4-FFF2-40B4-BE49-F238E27FC236}">
                <a16:creationId xmlns:a16="http://schemas.microsoft.com/office/drawing/2014/main" id="{5B61D957-0BA9-45B8-A9B4-31065E0C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2200" y="4826794"/>
            <a:ext cx="1464916" cy="205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明确范围与验收</a:t>
            </a:r>
          </a:p>
        </p:txBody>
      </p:sp>
      <p:sp>
        <p:nvSpPr>
          <p:cNvPr id="83" name="task-3-title">
            <a:extLst xmlns:a="http://schemas.openxmlformats.org/drawingml/2006/main">
              <a:ext uri="{FF2B5EF4-FFF2-40B4-BE49-F238E27FC236}">
                <a16:creationId xmlns:a16="http://schemas.microsoft.com/office/drawing/2014/main" id="{32AA1ED5-0EAC-465F-8244-DD95674B5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74791" y="3597173"/>
            <a:ext cx="1464916" cy="253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形成实施方案</a:t>
            </a:r>
          </a:p>
        </p:txBody>
      </p:sp>
      <p:sp>
        <p:nvSpPr>
          <p:cNvPr id="84" name="task-3-body">
            <a:extLst xmlns:a="http://schemas.openxmlformats.org/drawingml/2006/main">
              <a:ext uri="{FF2B5EF4-FFF2-40B4-BE49-F238E27FC236}">
                <a16:creationId xmlns:a16="http://schemas.microsoft.com/office/drawing/2014/main" id="{F0344737-8768-4103-B701-4251EBD66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74791" y="3850481"/>
            <a:ext cx="1464916" cy="205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设计路径与关键</a:t>
            </a:r>
          </a:p>
        </p:txBody>
      </p:sp>
      <p:sp>
        <p:nvSpPr>
          <p:cNvPr id="85" name="task-4-title">
            <a:extLst xmlns:a="http://schemas.openxmlformats.org/drawingml/2006/main">
              <a:ext uri="{FF2B5EF4-FFF2-40B4-BE49-F238E27FC236}">
                <a16:creationId xmlns:a16="http://schemas.microsoft.com/office/drawing/2014/main" id="{9926CE1A-6B59-4D70-B7A6-E848A708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74791" y="5549798"/>
            <a:ext cx="1464916" cy="253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评估资源条件</a:t>
            </a:r>
          </a:p>
        </p:txBody>
      </p:sp>
      <p:sp>
        <p:nvSpPr>
          <p:cNvPr id="86" name="task-4-body">
            <a:extLst xmlns:a="http://schemas.openxmlformats.org/drawingml/2006/main">
              <a:ext uri="{FF2B5EF4-FFF2-40B4-BE49-F238E27FC236}">
                <a16:creationId xmlns:a16="http://schemas.microsoft.com/office/drawing/2014/main" id="{6E832D06-E4FA-43AB-BAB3-7AD725004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74791" y="5803106"/>
            <a:ext cx="1464916" cy="205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核对预算与支撑</a:t>
            </a:r>
          </a:p>
        </p:txBody>
      </p:sp>
      <p:sp>
        <p:nvSpPr>
          <p:cNvPr id="87" name="task-5-title">
            <a:extLst xmlns:a="http://schemas.openxmlformats.org/drawingml/2006/main">
              <a:ext uri="{FF2B5EF4-FFF2-40B4-BE49-F238E27FC236}">
                <a16:creationId xmlns:a16="http://schemas.microsoft.com/office/drawing/2014/main" id="{8D7B05A2-4C38-4DE3-9078-403E51C1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87383" y="3597173"/>
            <a:ext cx="1464916" cy="253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完成方案交付</a:t>
            </a:r>
          </a:p>
        </p:txBody>
      </p:sp>
      <p:sp>
        <p:nvSpPr>
          <p:cNvPr id="88" name="task-5-body">
            <a:extLst xmlns:a="http://schemas.openxmlformats.org/drawingml/2006/main">
              <a:ext uri="{FF2B5EF4-FFF2-40B4-BE49-F238E27FC236}">
                <a16:creationId xmlns:a16="http://schemas.microsoft.com/office/drawing/2014/main" id="{9B7CFC5F-012F-45B9-812A-549792A0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87383" y="3850481"/>
            <a:ext cx="1464916" cy="205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实现功能并联调</a:t>
            </a:r>
          </a:p>
        </p:txBody>
      </p:sp>
      <p:sp>
        <p:nvSpPr>
          <p:cNvPr id="89" name="task-6-title">
            <a:extLst xmlns:a="http://schemas.openxmlformats.org/drawingml/2006/main">
              <a:ext uri="{FF2B5EF4-FFF2-40B4-BE49-F238E27FC236}">
                <a16:creationId xmlns:a16="http://schemas.microsoft.com/office/drawing/2014/main" id="{AF9C5A0A-CC40-40D0-85E4-7AE4A3AF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87383" y="2620861"/>
            <a:ext cx="1464916" cy="253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组织场景试用</a:t>
            </a:r>
          </a:p>
        </p:txBody>
      </p:sp>
      <p:sp>
        <p:nvSpPr>
          <p:cNvPr id="90" name="task-6-body">
            <a:extLst xmlns:a="http://schemas.openxmlformats.org/drawingml/2006/main">
              <a:ext uri="{FF2B5EF4-FFF2-40B4-BE49-F238E27FC236}">
                <a16:creationId xmlns:a16="http://schemas.microsoft.com/office/drawing/2014/main" id="{65635CA1-2EEF-4D6A-8EE8-8621E146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87383" y="2874169"/>
            <a:ext cx="1464916" cy="205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反馈问题与使用</a:t>
            </a:r>
          </a:p>
        </p:txBody>
      </p:sp>
      <p:sp>
        <p:nvSpPr>
          <p:cNvPr id="91" name="task-7-title">
            <a:extLst xmlns:a="http://schemas.openxmlformats.org/drawingml/2006/main">
              <a:ext uri="{FF2B5EF4-FFF2-40B4-BE49-F238E27FC236}">
                <a16:creationId xmlns:a16="http://schemas.microsoft.com/office/drawing/2014/main" id="{0929CD87-FA44-4EDD-BEAC-99F3497E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9974" y="4573486"/>
            <a:ext cx="1464916" cy="253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联合验收复盘</a:t>
            </a:r>
          </a:p>
        </p:txBody>
      </p:sp>
      <p:sp>
        <p:nvSpPr>
          <p:cNvPr id="92" name="task-7-body">
            <a:extLst xmlns:a="http://schemas.openxmlformats.org/drawingml/2006/main">
              <a:ext uri="{FF2B5EF4-FFF2-40B4-BE49-F238E27FC236}">
                <a16:creationId xmlns:a16="http://schemas.microsoft.com/office/drawing/2014/main" id="{1D2CC47C-5255-4EA3-BC49-AC9D5C7C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9974" y="4826794"/>
            <a:ext cx="1464916" cy="205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确认结果并沉淀</a:t>
            </a:r>
          </a:p>
        </p:txBody>
      </p:sp>
      <p:sp>
        <p:nvSpPr>
          <p:cNvPr id="93" name="task-8-title">
            <a:extLst xmlns:a="http://schemas.openxmlformats.org/drawingml/2006/main">
              <a:ext uri="{FF2B5EF4-FFF2-40B4-BE49-F238E27FC236}">
                <a16:creationId xmlns:a16="http://schemas.microsoft.com/office/drawing/2014/main" id="{3D7FF193-EEDD-4A80-B7D4-1435E5DF6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12566" y="2620861"/>
            <a:ext cx="1464916" cy="2533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持续运营优化</a:t>
            </a:r>
          </a:p>
        </p:txBody>
      </p:sp>
      <p:sp>
        <p:nvSpPr>
          <p:cNvPr id="94" name="task-8-body">
            <a:extLst xmlns:a="http://schemas.openxmlformats.org/drawingml/2006/main">
              <a:ext uri="{FF2B5EF4-FFF2-40B4-BE49-F238E27FC236}">
                <a16:creationId xmlns:a16="http://schemas.microsoft.com/office/drawing/2014/main" id="{108C8A00-7ECF-4D2E-A179-80E7A31B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12566" y="2874169"/>
            <a:ext cx="1464916" cy="2056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60758D"/>
                </a:solidFill>
                <a:latin typeface="Microsoft YaHei"/>
                <a:ea typeface="Microsoft YaHei"/>
                <a:cs typeface="Microsoft YaHei"/>
              </a:rPr>
              <a:t>依据数据迭代流</a:t>
            </a:r>
          </a:p>
        </p:txBody>
      </p:sp>
      <p:sp>
        <p:nvSpPr>
          <p:cNvPr id="95" name="corner-label">
            <a:extLst xmlns:a="http://schemas.openxmlformats.org/drawingml/2006/main">
              <a:ext uri="{FF2B5EF4-FFF2-40B4-BE49-F238E27FC236}">
                <a16:creationId xmlns:a16="http://schemas.microsoft.com/office/drawing/2014/main" id="{578A0BAD-75E5-4815-81CB-861A9AFCD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" y="1657350"/>
            <a:ext cx="140970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F0F6FD"/>
          </a:solidFill>
          <a:ln xmlns:a="http://schemas.openxmlformats.org/drawingml/2006/main" w="9525">
            <a:solidFill>
              <a:srgbClr val="D4E3F4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476B9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476B95"/>
                </a:solidFill>
                <a:latin typeface="Microsoft YaHei"/>
                <a:ea typeface="Microsoft YaHei"/>
                <a:cs typeface="Microsoft YaHei"/>
              </a:rPr>
              <a:t>角色 × 阶段</a:t>
            </a:r>
          </a:p>
        </p:txBody>
      </p:sp>
    </p:spTree>
    <p:extLst>
      <p:ext uri="{BB962C8B-B14F-4D97-AF65-F5344CB8AC3E}">
        <p14:creationId xmlns:p14="http://schemas.microsoft.com/office/powerpoint/2010/main" val="10071042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266700" dist="114300" dir="5400000">
              <a:srgbClr val="2F5EA8">
                <a:alpha val="22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10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16000"/>
              </a:srgbClr>
            </a:outerShdw>
          </a:effectLst>
        </a:effectStyle>
        <a:effectStyle>
          <a:effectLst>
            <a:outerShdw blurRad="114300" dist="47625" dir="5400000">
              <a:srgbClr val="2F5EA8">
                <a:alpha val="7000"/>
              </a:srgbClr>
            </a:outerShdw>
          </a:effectLst>
        </a:effectStyle>
        <a:effectStyle>
          <a:effectLst>
            <a:outerShdw blurRad="95250" dist="38100" dir="5400000">
              <a:srgbClr val="2F5EA8">
                <a:alpha val="8000"/>
              </a:srgbClr>
            </a:outerShdw>
          </a:effectLst>
        </a:effectStyle>
        <a:effectStyle>
          <a:effectLst>
            <a:outerShdw blurRad="209550" dist="95250" dir="5400000">
              <a:srgbClr val="2F5EA8">
                <a:alpha val="8000"/>
              </a:srgbClr>
            </a:outerShdw>
          </a:effectLst>
        </a:effectStyle>
        <a:effectStyle>
          <a:effectLst>
            <a:outerShdw blurRad="133350" dist="57150" dir="5400000">
              <a:srgbClr val="2F5EA8">
                <a:alpha val="18000"/>
              </a:srgbClr>
            </a:outerShdw>
          </a:effectLst>
        </a:effectStyle>
        <a:effectStyle>
          <a:effectLst>
            <a:outerShdw blurRad="200025" dist="85725" dir="5400000">
              <a:srgbClr val="2F5EA8">
                <a:alpha val="14000"/>
              </a:srgbClr>
            </a:outerShdw>
          </a:effectLst>
        </a:effectStyle>
        <a:effectStyle>
          <a:effectLst>
            <a:outerShdw blurRad="171450" dist="76200" dir="5400000">
              <a:srgbClr val="264E80">
                <a:alpha val="10000"/>
              </a:srgbClr>
            </a:outerShdw>
          </a:effectLst>
        </a:effectStyle>
        <a:effectStyle>
          <a:effectLst>
            <a:outerShdw blurRad="171450" dist="76200" dir="5400000">
              <a:srgbClr val="1F497E">
                <a:alpha val="8000"/>
              </a:srgbClr>
            </a:outerShdw>
          </a:effectLst>
        </a:effectStyle>
        <a:effectStyle>
          <a:effectLst>
            <a:outerShdw blurRad="95250" dist="38100" dir="5400000">
              <a:srgbClr val="2F5EA8">
                <a:alpha val="16000"/>
              </a:srgbClr>
            </a:outerShdw>
          </a:effectLst>
        </a:effectStyle>
        <a:effectStyle>
          <a:effectLst>
            <a:outerShdw blurRad="114300" dist="57150" dir="5400000">
              <a:srgbClr val="2F5EA8">
                <a:alpha val="15000"/>
              </a:srgbClr>
            </a:outerShdw>
          </a:effectLst>
        </a:effectStyle>
        <a:effectStyle>
          <a:effectLst>
            <a:outerShdw blurRad="114300" dist="47625" dir="5400000">
              <a:srgbClr val="2F5EA8">
                <a:alpha val="20000"/>
              </a:srgbClr>
            </a:outerShdw>
          </a:effectLst>
        </a:effectStyle>
        <a:effectStyle>
          <a:effectLst>
            <a:outerShdw blurRad="190500" dist="8572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266700" dist="133350" dir="5400000">
              <a:srgbClr val="2F5EA8">
                <a:alpha val="24000"/>
              </a:srgbClr>
            </a:outerShdw>
          </a:effectLst>
        </a:effectStyle>
        <a:effectStyle>
          <a:effectLst>
            <a:outerShdw blurRad="133350" dist="57150" dir="5400000">
              <a:srgbClr val="2F5EA8">
                <a:alpha val="6000"/>
              </a:srgbClr>
            </a:outerShdw>
          </a:effectLst>
        </a:effectStyle>
        <a:effectStyle>
          <a:effectLst>
            <a:outerShdw blurRad="171450" dist="66675" dir="5400000">
              <a:srgbClr val="2F5EA8">
                <a:alpha val="7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2026-08-24T02:19:48.4480000Z</dcterms:created>
  <dcterms:modified xsi:type="dcterms:W3CDTF">2026-08-24T02:19:48.4480000Z</dcterms:modified>
</coreProperties>
</file>