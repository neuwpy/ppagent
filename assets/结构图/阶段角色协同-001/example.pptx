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f9b3d83842447f" /><Relationship Type="http://schemas.openxmlformats.org/officeDocument/2006/relationships/extended-properties" Target="/docProps/app.xml" Id="R85ffbb5ef9434240" /><Relationship Type="http://schemas.openxmlformats.org/officeDocument/2006/relationships/officeDocument" Target="/ppt/presentation.xml" Id="Rb2510ce3ca3444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acc061f91c442b"/>
  </p:sldMasterIdLst>
  <p:notesMasterIdLst>
    <p:notesMasterId xmlns:r="http://schemas.openxmlformats.org/officeDocument/2006/relationships" r:id="R5c49329b9b1c4869"/>
  </p:notesMasterIdLst>
  <p:sldIdLst>
    <p:sldId xmlns:r="http://schemas.openxmlformats.org/officeDocument/2006/relationships" id="256" r:id="Rb549b4421d704f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81c63f97d0403e" /><Relationship Type="http://schemas.openxmlformats.org/officeDocument/2006/relationships/slideMaster" Target="/ppt/slideMasters/slideMaster1.xml" Id="R09acc061f91c442b" /><Relationship Type="http://schemas.openxmlformats.org/officeDocument/2006/relationships/notesMaster" Target="/ppt/notesMasters/notesMaster1.xml" Id="R5c49329b9b1c4869" /><Relationship Type="http://schemas.openxmlformats.org/officeDocument/2006/relationships/presProps" Target="/ppt/presProps.xml" Id="Rd63cafaec8e042bc" /><Relationship Type="http://schemas.openxmlformats.org/officeDocument/2006/relationships/tableStyles" Target="/ppt/tableStyles.xml" Id="Rc14a1a276520444a" /><Relationship Type="http://schemas.openxmlformats.org/officeDocument/2006/relationships/slide" Target="/ppt/slides/slide1.xml" Id="Rb549b4421d704f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728dfca8014d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6000"/>
              </a:srgbClr>
            </a:outerShdw>
          </a:effectLst>
        </a:effectStyle>
        <a:effectStyle>
          <a:effectLst>
            <a:outerShdw blurRad="171450" dist="6667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d3ecf01d3047c5" /><Relationship Type="http://schemas.openxmlformats.org/officeDocument/2006/relationships/notesMaster" Target="/ppt/notesMasters/notesMaster1.xml" Id="R9f41f4e098f243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6d3ed343aa44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5be7ad306f4a4a" /><Relationship Type="http://schemas.openxmlformats.org/officeDocument/2006/relationships/slideLayout" Target="/ppt/slideLayouts/slideLayout1.xml" Id="Rb4f3225f9ce041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f3225f9ce041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6000"/>
              </a:srgbClr>
            </a:outerShdw>
          </a:effectLst>
        </a:effectStyle>
        <a:effectStyle>
          <a:effectLst>
            <a:outerShdw blurRad="171450" dist="6667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a2a39ac5a456c" /><Relationship Type="http://schemas.openxmlformats.org/officeDocument/2006/relationships/notesSlide" Target="/ppt/notesSlides/notesSlide1.xml" Id="R98a351da54da48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stage-band-underlay">
            <a:extLst xmlns:a="http://schemas.openxmlformats.org/drawingml/2006/main">
              <a:ext uri="{FF2B5EF4-FFF2-40B4-BE49-F238E27FC236}">
                <a16:creationId xmlns:a16="http://schemas.microsoft.com/office/drawing/2014/main" id="{ADAA96F6-03B0-4CBA-A981-77895C63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5025" y="1704975"/>
            <a:ext cx="9563100" cy="590550"/>
          </a:xfrm>
          <a:prstGeom xmlns:a="http://schemas.openxmlformats.org/drawingml/2006/main" prst="roundRect">
            <a:avLst>
              <a:gd name="adj" fmla="val 29032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ne-1-surface">
            <a:extLst xmlns:a="http://schemas.openxmlformats.org/drawingml/2006/main">
              <a:ext uri="{FF2B5EF4-FFF2-40B4-BE49-F238E27FC236}">
                <a16:creationId xmlns:a16="http://schemas.microsoft.com/office/drawing/2014/main" id="{EA372BDF-B0A0-42DB-86A2-471F89BD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5025" y="2362200"/>
            <a:ext cx="9563100" cy="1225448"/>
          </a:xfrm>
          <a:prstGeom xmlns:a="http://schemas.openxmlformats.org/drawingml/2006/main" prst="roundRect">
            <a:avLst>
              <a:gd name="adj" fmla="val 12436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CE8F5"/>
            </a:solidFill>
            <a:prstDash val="solid"/>
          </a:ln>
        </p:spPr>
      </p:sp>
      <p:sp>
        <p:nvSpPr>
          <p:cNvPr id="3" name="role-1-underlay">
            <a:extLst xmlns:a="http://schemas.openxmlformats.org/drawingml/2006/main">
              <a:ext uri="{FF2B5EF4-FFF2-40B4-BE49-F238E27FC236}">
                <a16:creationId xmlns:a16="http://schemas.microsoft.com/office/drawing/2014/main" id="{3988E3F0-2809-4117-AB2F-D9B83698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2476500"/>
            <a:ext cx="1409700" cy="1073048"/>
          </a:xfrm>
          <a:prstGeom xmlns:a="http://schemas.openxmlformats.org/drawingml/2006/main" prst="roundRect">
            <a:avLst>
              <a:gd name="adj" fmla="val 14203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ole-1-label">
            <a:extLst xmlns:a="http://schemas.openxmlformats.org/drawingml/2006/main">
              <a:ext uri="{FF2B5EF4-FFF2-40B4-BE49-F238E27FC236}">
                <a16:creationId xmlns:a16="http://schemas.microsoft.com/office/drawing/2014/main" id="{87B51E9F-6662-41AC-A43F-DA184B1C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2438400"/>
            <a:ext cx="1409700" cy="1073048"/>
          </a:xfrm>
          <a:prstGeom xmlns:a="http://schemas.openxmlformats.org/drawingml/2006/main" prst="roundRect">
            <a:avLst>
              <a:gd name="adj" fmla="val 142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E3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" name="role-1-accent">
            <a:extLst xmlns:a="http://schemas.openxmlformats.org/drawingml/2006/main">
              <a:ext uri="{FF2B5EF4-FFF2-40B4-BE49-F238E27FC236}">
                <a16:creationId xmlns:a16="http://schemas.microsoft.com/office/drawing/2014/main" id="{97332FBC-BBBF-4260-8B77-B1AF47B3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2438400"/>
            <a:ext cx="66675" cy="107304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ole-1-name">
            <a:extLst xmlns:a="http://schemas.openxmlformats.org/drawingml/2006/main">
              <a:ext uri="{FF2B5EF4-FFF2-40B4-BE49-F238E27FC236}">
                <a16:creationId xmlns:a16="http://schemas.microsoft.com/office/drawing/2014/main" id="{DD54DFF5-E3AF-4760-A5E9-5F938207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" y="2851099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4200"/>
              </a:lnSpc>
              <a:buNone/>
              <a:def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业务团队</a:t>
            </a:r>
          </a:p>
        </p:txBody>
      </p:sp>
      <p:sp>
        <p:nvSpPr>
          <p:cNvPr id="7" name="lane-2-surface">
            <a:extLst xmlns:a="http://schemas.openxmlformats.org/drawingml/2006/main">
              <a:ext uri="{FF2B5EF4-FFF2-40B4-BE49-F238E27FC236}">
                <a16:creationId xmlns:a16="http://schemas.microsoft.com/office/drawing/2014/main" id="{607CC7B3-654E-4F65-9E6C-B5CA9118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5025" y="3663848"/>
            <a:ext cx="9563100" cy="1225448"/>
          </a:xfrm>
          <a:prstGeom xmlns:a="http://schemas.openxmlformats.org/drawingml/2006/main" prst="roundRect">
            <a:avLst>
              <a:gd name="adj" fmla="val 12436"/>
            </a:avLst>
          </a:prstGeom>
          <a:solidFill xmlns:a="http://schemas.openxmlformats.org/drawingml/2006/main">
            <a:srgbClr val="F2F7FD"/>
          </a:solidFill>
          <a:ln xmlns:a="http://schemas.openxmlformats.org/drawingml/2006/main" w="9525">
            <a:solidFill>
              <a:srgbClr val="DCE8F5"/>
            </a:solidFill>
            <a:prstDash val="solid"/>
          </a:ln>
        </p:spPr>
      </p:sp>
      <p:sp>
        <p:nvSpPr>
          <p:cNvPr id="8" name="role-2-underlay">
            <a:extLst xmlns:a="http://schemas.openxmlformats.org/drawingml/2006/main">
              <a:ext uri="{FF2B5EF4-FFF2-40B4-BE49-F238E27FC236}">
                <a16:creationId xmlns:a16="http://schemas.microsoft.com/office/drawing/2014/main" id="{CCDF5ED1-01D5-4E73-9F12-9BBF0934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78148"/>
            <a:ext cx="1409700" cy="1073048"/>
          </a:xfrm>
          <a:prstGeom xmlns:a="http://schemas.openxmlformats.org/drawingml/2006/main" prst="roundRect">
            <a:avLst>
              <a:gd name="adj" fmla="val 14203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ole-2-label">
            <a:extLst xmlns:a="http://schemas.openxmlformats.org/drawingml/2006/main">
              <a:ext uri="{FF2B5EF4-FFF2-40B4-BE49-F238E27FC236}">
                <a16:creationId xmlns:a16="http://schemas.microsoft.com/office/drawing/2014/main" id="{DA82D698-0870-4FCE-AA6B-8B2F4934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40048"/>
            <a:ext cx="1409700" cy="1073048"/>
          </a:xfrm>
          <a:prstGeom xmlns:a="http://schemas.openxmlformats.org/drawingml/2006/main" prst="roundRect">
            <a:avLst>
              <a:gd name="adj" fmla="val 142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E3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0" name="role-2-accent">
            <a:extLst xmlns:a="http://schemas.openxmlformats.org/drawingml/2006/main">
              <a:ext uri="{FF2B5EF4-FFF2-40B4-BE49-F238E27FC236}">
                <a16:creationId xmlns:a16="http://schemas.microsoft.com/office/drawing/2014/main" id="{565367A4-5604-4E91-AEA9-47798483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40048"/>
            <a:ext cx="66675" cy="107304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ole-2-name">
            <a:extLst xmlns:a="http://schemas.openxmlformats.org/drawingml/2006/main">
              <a:ext uri="{FF2B5EF4-FFF2-40B4-BE49-F238E27FC236}">
                <a16:creationId xmlns:a16="http://schemas.microsoft.com/office/drawing/2014/main" id="{2BA2FF3D-CFE8-474C-B822-322EC80E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" y="4152748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4200"/>
              </a:lnSpc>
              <a:buNone/>
              <a:def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技术团队</a:t>
            </a:r>
          </a:p>
        </p:txBody>
      </p:sp>
      <p:sp>
        <p:nvSpPr>
          <p:cNvPr id="12" name="lane-3-surface">
            <a:extLst xmlns:a="http://schemas.openxmlformats.org/drawingml/2006/main">
              <a:ext uri="{FF2B5EF4-FFF2-40B4-BE49-F238E27FC236}">
                <a16:creationId xmlns:a16="http://schemas.microsoft.com/office/drawing/2014/main" id="{B2049929-CB51-4348-BA3A-D6AD430F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5025" y="4965649"/>
            <a:ext cx="9563100" cy="1225448"/>
          </a:xfrm>
          <a:prstGeom xmlns:a="http://schemas.openxmlformats.org/drawingml/2006/main" prst="roundRect">
            <a:avLst>
              <a:gd name="adj" fmla="val 12436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CE8F5"/>
            </a:solidFill>
            <a:prstDash val="solid"/>
          </a:ln>
        </p:spPr>
      </p:sp>
      <p:sp>
        <p:nvSpPr>
          <p:cNvPr id="13" name="role-3-underlay">
            <a:extLst xmlns:a="http://schemas.openxmlformats.org/drawingml/2006/main">
              <a:ext uri="{FF2B5EF4-FFF2-40B4-BE49-F238E27FC236}">
                <a16:creationId xmlns:a16="http://schemas.microsoft.com/office/drawing/2014/main" id="{384AA878-E794-4F45-8E2D-3A4777EA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079949"/>
            <a:ext cx="1409700" cy="1073048"/>
          </a:xfrm>
          <a:prstGeom xmlns:a="http://schemas.openxmlformats.org/drawingml/2006/main" prst="roundRect">
            <a:avLst>
              <a:gd name="adj" fmla="val 14203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ole-3-label">
            <a:extLst xmlns:a="http://schemas.openxmlformats.org/drawingml/2006/main">
              <a:ext uri="{FF2B5EF4-FFF2-40B4-BE49-F238E27FC236}">
                <a16:creationId xmlns:a16="http://schemas.microsoft.com/office/drawing/2014/main" id="{44998985-1641-42CC-B711-C92DAFC7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041849"/>
            <a:ext cx="1409700" cy="1073048"/>
          </a:xfrm>
          <a:prstGeom xmlns:a="http://schemas.openxmlformats.org/drawingml/2006/main" prst="roundRect">
            <a:avLst>
              <a:gd name="adj" fmla="val 142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E3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ole-3-accent">
            <a:extLst xmlns:a="http://schemas.openxmlformats.org/drawingml/2006/main">
              <a:ext uri="{FF2B5EF4-FFF2-40B4-BE49-F238E27FC236}">
                <a16:creationId xmlns:a16="http://schemas.microsoft.com/office/drawing/2014/main" id="{1B26A80A-BABF-40B2-A2E1-3799D4B4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041849"/>
            <a:ext cx="66675" cy="107304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E9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ole-3-name">
            <a:extLst xmlns:a="http://schemas.openxmlformats.org/drawingml/2006/main">
              <a:ext uri="{FF2B5EF4-FFF2-40B4-BE49-F238E27FC236}">
                <a16:creationId xmlns:a16="http://schemas.microsoft.com/office/drawing/2014/main" id="{D76D2E57-45FC-4088-8F1B-BD3BABC9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" y="5454548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4200"/>
              </a:lnSpc>
              <a:buNone/>
              <a:def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管理团队</a:t>
            </a:r>
          </a:p>
        </p:txBody>
      </p:sp>
      <p:sp>
        <p:nvSpPr>
          <p:cNvPr id="17" name="stage-band">
            <a:extLst xmlns:a="http://schemas.openxmlformats.org/drawingml/2006/main">
              <a:ext uri="{FF2B5EF4-FFF2-40B4-BE49-F238E27FC236}">
                <a16:creationId xmlns:a16="http://schemas.microsoft.com/office/drawing/2014/main" id="{88060B7F-0E3E-43E2-9DFB-272A312A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5025" y="1657350"/>
            <a:ext cx="9563100" cy="590550"/>
          </a:xfrm>
          <a:prstGeom xmlns:a="http://schemas.openxmlformats.org/drawingml/2006/main" prst="roundRect">
            <a:avLst>
              <a:gd name="adj" fmla="val 29032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9525">
            <a:solidFill>
              <a:srgbClr val="D4E4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8" name="column-divider-1">
            <a:extLst xmlns:a="http://schemas.openxmlformats.org/drawingml/2006/main">
              <a:ext uri="{FF2B5EF4-FFF2-40B4-BE49-F238E27FC236}">
                <a16:creationId xmlns:a16="http://schemas.microsoft.com/office/drawing/2014/main" id="{4E8E7BD4-A9C2-4162-BCF6-40CAED58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800" y="2457450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4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column-divider-2">
            <a:extLst xmlns:a="http://schemas.openxmlformats.org/drawingml/2006/main">
              <a:ext uri="{FF2B5EF4-FFF2-40B4-BE49-F238E27FC236}">
                <a16:creationId xmlns:a16="http://schemas.microsoft.com/office/drawing/2014/main" id="{D5AEB343-A5CB-40FA-AE88-129ABBA1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2457450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4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olumn-divider-3">
            <a:extLst xmlns:a="http://schemas.openxmlformats.org/drawingml/2006/main">
              <a:ext uri="{FF2B5EF4-FFF2-40B4-BE49-F238E27FC236}">
                <a16:creationId xmlns:a16="http://schemas.microsoft.com/office/drawing/2014/main" id="{50768C14-FB65-4D7C-9425-927C8725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77350" y="2457450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4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andoff-1">
            <a:extLst xmlns:a="http://schemas.openxmlformats.org/drawingml/2006/main">
              <a:ext uri="{FF2B5EF4-FFF2-40B4-BE49-F238E27FC236}">
                <a16:creationId xmlns:a16="http://schemas.microsoft.com/office/drawing/2014/main" id="{86DF92C4-01DD-4BBB-9C22-5B62A3655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19588" y="3013072"/>
            <a:ext cx="66675" cy="2603497"/>
          </a:xfrm>
          <a:custGeom xmlns:a="http://schemas.openxmlformats.org/drawingml/2006/main">
            <a:pathLst>
              <a:path w="66675" h="2603497">
                <a:moveTo>
                  <a:pt x="0" y="0"/>
                </a:moveTo>
                <a:lnTo>
                  <a:pt x="19002" y="0"/>
                </a:lnTo>
                <a:lnTo>
                  <a:pt x="38014" y="0"/>
                </a:lnTo>
                <a:lnTo>
                  <a:pt x="57017" y="0"/>
                </a:lnTo>
                <a:lnTo>
                  <a:pt x="66675" y="9344"/>
                </a:lnTo>
                <a:lnTo>
                  <a:pt x="66675" y="28356"/>
                </a:lnTo>
                <a:lnTo>
                  <a:pt x="66675" y="47358"/>
                </a:lnTo>
                <a:lnTo>
                  <a:pt x="66675" y="66370"/>
                </a:lnTo>
                <a:lnTo>
                  <a:pt x="66675" y="85373"/>
                </a:lnTo>
                <a:lnTo>
                  <a:pt x="66675" y="104375"/>
                </a:lnTo>
                <a:lnTo>
                  <a:pt x="66675" y="123387"/>
                </a:lnTo>
                <a:lnTo>
                  <a:pt x="66675" y="142389"/>
                </a:lnTo>
                <a:lnTo>
                  <a:pt x="66675" y="161392"/>
                </a:lnTo>
                <a:lnTo>
                  <a:pt x="66675" y="180404"/>
                </a:lnTo>
                <a:lnTo>
                  <a:pt x="66675" y="199406"/>
                </a:lnTo>
                <a:lnTo>
                  <a:pt x="66675" y="218418"/>
                </a:lnTo>
                <a:lnTo>
                  <a:pt x="66675" y="237420"/>
                </a:lnTo>
                <a:lnTo>
                  <a:pt x="66675" y="256423"/>
                </a:lnTo>
                <a:lnTo>
                  <a:pt x="66675" y="275434"/>
                </a:lnTo>
                <a:lnTo>
                  <a:pt x="66675" y="294437"/>
                </a:lnTo>
                <a:lnTo>
                  <a:pt x="66675" y="313439"/>
                </a:lnTo>
                <a:lnTo>
                  <a:pt x="66675" y="332451"/>
                </a:lnTo>
                <a:lnTo>
                  <a:pt x="66675" y="351453"/>
                </a:lnTo>
                <a:lnTo>
                  <a:pt x="66675" y="370465"/>
                </a:lnTo>
                <a:lnTo>
                  <a:pt x="66675" y="389468"/>
                </a:lnTo>
                <a:lnTo>
                  <a:pt x="66675" y="408470"/>
                </a:lnTo>
                <a:lnTo>
                  <a:pt x="66675" y="427482"/>
                </a:lnTo>
                <a:lnTo>
                  <a:pt x="66675" y="446484"/>
                </a:lnTo>
                <a:lnTo>
                  <a:pt x="66675" y="465487"/>
                </a:lnTo>
                <a:lnTo>
                  <a:pt x="66675" y="484499"/>
                </a:lnTo>
                <a:lnTo>
                  <a:pt x="66675" y="503501"/>
                </a:lnTo>
                <a:lnTo>
                  <a:pt x="66675" y="522503"/>
                </a:lnTo>
                <a:lnTo>
                  <a:pt x="66675" y="541515"/>
                </a:lnTo>
                <a:lnTo>
                  <a:pt x="66675" y="560518"/>
                </a:lnTo>
                <a:lnTo>
                  <a:pt x="66675" y="579530"/>
                </a:lnTo>
                <a:lnTo>
                  <a:pt x="66675" y="598532"/>
                </a:lnTo>
                <a:lnTo>
                  <a:pt x="66675" y="617534"/>
                </a:lnTo>
                <a:lnTo>
                  <a:pt x="66675" y="636546"/>
                </a:lnTo>
                <a:lnTo>
                  <a:pt x="66675" y="655549"/>
                </a:lnTo>
                <a:lnTo>
                  <a:pt x="66675" y="674551"/>
                </a:lnTo>
                <a:lnTo>
                  <a:pt x="66675" y="693563"/>
                </a:lnTo>
                <a:lnTo>
                  <a:pt x="66675" y="712565"/>
                </a:lnTo>
                <a:lnTo>
                  <a:pt x="66675" y="731577"/>
                </a:lnTo>
                <a:lnTo>
                  <a:pt x="66675" y="750580"/>
                </a:lnTo>
                <a:lnTo>
                  <a:pt x="66675" y="769582"/>
                </a:lnTo>
                <a:lnTo>
                  <a:pt x="66675" y="788594"/>
                </a:lnTo>
                <a:lnTo>
                  <a:pt x="66675" y="807596"/>
                </a:lnTo>
                <a:lnTo>
                  <a:pt x="66675" y="826599"/>
                </a:lnTo>
                <a:lnTo>
                  <a:pt x="66675" y="845610"/>
                </a:lnTo>
                <a:lnTo>
                  <a:pt x="66675" y="864613"/>
                </a:lnTo>
                <a:lnTo>
                  <a:pt x="66675" y="883625"/>
                </a:lnTo>
                <a:lnTo>
                  <a:pt x="66675" y="902627"/>
                </a:lnTo>
                <a:lnTo>
                  <a:pt x="66675" y="921629"/>
                </a:lnTo>
                <a:lnTo>
                  <a:pt x="66675" y="940641"/>
                </a:lnTo>
                <a:lnTo>
                  <a:pt x="66675" y="959644"/>
                </a:lnTo>
                <a:lnTo>
                  <a:pt x="66675" y="978646"/>
                </a:lnTo>
                <a:lnTo>
                  <a:pt x="66675" y="997658"/>
                </a:lnTo>
                <a:lnTo>
                  <a:pt x="66675" y="1016660"/>
                </a:lnTo>
                <a:lnTo>
                  <a:pt x="66675" y="1035663"/>
                </a:lnTo>
                <a:lnTo>
                  <a:pt x="66675" y="1054675"/>
                </a:lnTo>
                <a:lnTo>
                  <a:pt x="66675" y="1073677"/>
                </a:lnTo>
                <a:lnTo>
                  <a:pt x="66675" y="1092689"/>
                </a:lnTo>
                <a:lnTo>
                  <a:pt x="66675" y="1111691"/>
                </a:lnTo>
                <a:lnTo>
                  <a:pt x="66675" y="1130694"/>
                </a:lnTo>
                <a:lnTo>
                  <a:pt x="66675" y="1149706"/>
                </a:lnTo>
                <a:lnTo>
                  <a:pt x="66675" y="1168708"/>
                </a:lnTo>
                <a:lnTo>
                  <a:pt x="66675" y="1187710"/>
                </a:lnTo>
                <a:lnTo>
                  <a:pt x="66675" y="1206722"/>
                </a:lnTo>
                <a:lnTo>
                  <a:pt x="66675" y="1225725"/>
                </a:lnTo>
                <a:lnTo>
                  <a:pt x="66675" y="1244737"/>
                </a:lnTo>
                <a:lnTo>
                  <a:pt x="66675" y="1263739"/>
                </a:lnTo>
                <a:lnTo>
                  <a:pt x="66675" y="1282741"/>
                </a:lnTo>
                <a:lnTo>
                  <a:pt x="66675" y="1301753"/>
                </a:lnTo>
                <a:lnTo>
                  <a:pt x="66675" y="1320756"/>
                </a:lnTo>
                <a:lnTo>
                  <a:pt x="66675" y="1339758"/>
                </a:lnTo>
                <a:lnTo>
                  <a:pt x="66675" y="1358770"/>
                </a:lnTo>
                <a:lnTo>
                  <a:pt x="66675" y="1377772"/>
                </a:lnTo>
                <a:lnTo>
                  <a:pt x="66675" y="1396784"/>
                </a:lnTo>
                <a:lnTo>
                  <a:pt x="66675" y="1415786"/>
                </a:lnTo>
                <a:lnTo>
                  <a:pt x="66675" y="1434789"/>
                </a:lnTo>
                <a:lnTo>
                  <a:pt x="66675" y="1453801"/>
                </a:lnTo>
                <a:lnTo>
                  <a:pt x="66675" y="1472803"/>
                </a:lnTo>
                <a:lnTo>
                  <a:pt x="66675" y="1491806"/>
                </a:lnTo>
                <a:lnTo>
                  <a:pt x="66675" y="1510817"/>
                </a:lnTo>
                <a:lnTo>
                  <a:pt x="66675" y="1529820"/>
                </a:lnTo>
                <a:lnTo>
                  <a:pt x="66675" y="1548822"/>
                </a:lnTo>
                <a:lnTo>
                  <a:pt x="66675" y="1567834"/>
                </a:lnTo>
                <a:lnTo>
                  <a:pt x="66675" y="1586836"/>
                </a:lnTo>
                <a:lnTo>
                  <a:pt x="66675" y="1605848"/>
                </a:lnTo>
                <a:lnTo>
                  <a:pt x="66675" y="1624851"/>
                </a:lnTo>
                <a:lnTo>
                  <a:pt x="66675" y="1643853"/>
                </a:lnTo>
                <a:lnTo>
                  <a:pt x="66675" y="1662865"/>
                </a:lnTo>
                <a:lnTo>
                  <a:pt x="66675" y="1681867"/>
                </a:lnTo>
                <a:lnTo>
                  <a:pt x="66675" y="1700870"/>
                </a:lnTo>
                <a:lnTo>
                  <a:pt x="66675" y="1719882"/>
                </a:lnTo>
                <a:lnTo>
                  <a:pt x="66675" y="1738884"/>
                </a:lnTo>
                <a:lnTo>
                  <a:pt x="66675" y="1757896"/>
                </a:lnTo>
                <a:lnTo>
                  <a:pt x="66675" y="1776898"/>
                </a:lnTo>
                <a:lnTo>
                  <a:pt x="66675" y="1795901"/>
                </a:lnTo>
                <a:lnTo>
                  <a:pt x="66675" y="1814913"/>
                </a:lnTo>
                <a:lnTo>
                  <a:pt x="66675" y="1833915"/>
                </a:lnTo>
                <a:lnTo>
                  <a:pt x="66675" y="1852917"/>
                </a:lnTo>
                <a:lnTo>
                  <a:pt x="66675" y="1871929"/>
                </a:lnTo>
                <a:lnTo>
                  <a:pt x="66675" y="1890932"/>
                </a:lnTo>
                <a:lnTo>
                  <a:pt x="66675" y="1909943"/>
                </a:lnTo>
                <a:lnTo>
                  <a:pt x="66675" y="1928946"/>
                </a:lnTo>
                <a:lnTo>
                  <a:pt x="66675" y="1947948"/>
                </a:lnTo>
                <a:lnTo>
                  <a:pt x="66675" y="1966960"/>
                </a:lnTo>
                <a:lnTo>
                  <a:pt x="66675" y="1985963"/>
                </a:lnTo>
                <a:lnTo>
                  <a:pt x="66675" y="2004965"/>
                </a:lnTo>
                <a:lnTo>
                  <a:pt x="66675" y="2023977"/>
                </a:lnTo>
                <a:lnTo>
                  <a:pt x="66675" y="2042979"/>
                </a:lnTo>
                <a:lnTo>
                  <a:pt x="66675" y="2061982"/>
                </a:lnTo>
                <a:lnTo>
                  <a:pt x="66675" y="2080993"/>
                </a:lnTo>
                <a:lnTo>
                  <a:pt x="66675" y="2099996"/>
                </a:lnTo>
                <a:lnTo>
                  <a:pt x="66675" y="2119008"/>
                </a:lnTo>
                <a:lnTo>
                  <a:pt x="66675" y="2138010"/>
                </a:lnTo>
                <a:lnTo>
                  <a:pt x="66675" y="2157012"/>
                </a:lnTo>
                <a:lnTo>
                  <a:pt x="66675" y="2176024"/>
                </a:lnTo>
                <a:lnTo>
                  <a:pt x="66675" y="2195027"/>
                </a:lnTo>
                <a:lnTo>
                  <a:pt x="66675" y="2214029"/>
                </a:lnTo>
                <a:lnTo>
                  <a:pt x="66675" y="2233041"/>
                </a:lnTo>
                <a:lnTo>
                  <a:pt x="66675" y="2252043"/>
                </a:lnTo>
                <a:lnTo>
                  <a:pt x="66675" y="2271055"/>
                </a:lnTo>
                <a:lnTo>
                  <a:pt x="66675" y="2290058"/>
                </a:lnTo>
                <a:lnTo>
                  <a:pt x="66675" y="2309060"/>
                </a:lnTo>
                <a:lnTo>
                  <a:pt x="66675" y="2328072"/>
                </a:lnTo>
                <a:lnTo>
                  <a:pt x="66675" y="2347074"/>
                </a:lnTo>
                <a:lnTo>
                  <a:pt x="66675" y="2366077"/>
                </a:lnTo>
                <a:lnTo>
                  <a:pt x="66675" y="2385089"/>
                </a:lnTo>
                <a:lnTo>
                  <a:pt x="66675" y="2404091"/>
                </a:lnTo>
                <a:lnTo>
                  <a:pt x="66675" y="2423093"/>
                </a:lnTo>
                <a:lnTo>
                  <a:pt x="66675" y="2442105"/>
                </a:lnTo>
                <a:lnTo>
                  <a:pt x="66675" y="2461108"/>
                </a:lnTo>
                <a:lnTo>
                  <a:pt x="66675" y="2480120"/>
                </a:lnTo>
                <a:lnTo>
                  <a:pt x="66675" y="2499122"/>
                </a:lnTo>
                <a:lnTo>
                  <a:pt x="66675" y="2518124"/>
                </a:lnTo>
                <a:lnTo>
                  <a:pt x="66675" y="2537136"/>
                </a:lnTo>
                <a:lnTo>
                  <a:pt x="66675" y="2556139"/>
                </a:lnTo>
                <a:lnTo>
                  <a:pt x="66675" y="2575141"/>
                </a:lnTo>
                <a:lnTo>
                  <a:pt x="66675" y="2594153"/>
                </a:lnTo>
                <a:lnTo>
                  <a:pt x="57017" y="2603497"/>
                </a:lnTo>
                <a:lnTo>
                  <a:pt x="38014" y="2603497"/>
                </a:lnTo>
                <a:lnTo>
                  <a:pt x="19002" y="2603497"/>
                </a:lnTo>
                <a:lnTo>
                  <a:pt x="0" y="260349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A9DF"/>
            </a:solidFill>
            <a:prstDash val="solid"/>
          </a:ln>
        </p:spPr>
      </p:sp>
      <p:sp>
        <p:nvSpPr>
          <p:cNvPr id="22" name="handoff-2">
            <a:extLst xmlns:a="http://schemas.openxmlformats.org/drawingml/2006/main">
              <a:ext uri="{FF2B5EF4-FFF2-40B4-BE49-F238E27FC236}">
                <a16:creationId xmlns:a16="http://schemas.microsoft.com/office/drawing/2014/main" id="{C60DB30F-2AB8-4878-B1D7-5E0AC94B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19588" y="4314825"/>
            <a:ext cx="352425" cy="1301753"/>
          </a:xfrm>
          <a:custGeom xmlns:a="http://schemas.openxmlformats.org/drawingml/2006/main">
            <a:pathLst>
              <a:path w="352425" h="1301753">
                <a:moveTo>
                  <a:pt x="0" y="1301753"/>
                </a:moveTo>
                <a:lnTo>
                  <a:pt x="19012" y="1301753"/>
                </a:lnTo>
                <a:lnTo>
                  <a:pt x="38024" y="1301753"/>
                </a:lnTo>
                <a:lnTo>
                  <a:pt x="57036" y="1301753"/>
                </a:lnTo>
                <a:lnTo>
                  <a:pt x="76057" y="1301753"/>
                </a:lnTo>
                <a:lnTo>
                  <a:pt x="95069" y="1301753"/>
                </a:lnTo>
                <a:lnTo>
                  <a:pt x="114081" y="1301753"/>
                </a:lnTo>
                <a:lnTo>
                  <a:pt x="133093" y="1301753"/>
                </a:lnTo>
                <a:lnTo>
                  <a:pt x="152105" y="1301753"/>
                </a:lnTo>
                <a:lnTo>
                  <a:pt x="171126" y="1301753"/>
                </a:lnTo>
                <a:lnTo>
                  <a:pt x="176213" y="1287828"/>
                </a:lnTo>
                <a:lnTo>
                  <a:pt x="176213" y="1268816"/>
                </a:lnTo>
                <a:lnTo>
                  <a:pt x="176213" y="1249804"/>
                </a:lnTo>
                <a:lnTo>
                  <a:pt x="176213" y="1230782"/>
                </a:lnTo>
                <a:lnTo>
                  <a:pt x="176213" y="1211771"/>
                </a:lnTo>
                <a:lnTo>
                  <a:pt x="176213" y="1192759"/>
                </a:lnTo>
                <a:lnTo>
                  <a:pt x="176213" y="1173747"/>
                </a:lnTo>
                <a:lnTo>
                  <a:pt x="176213" y="1154735"/>
                </a:lnTo>
                <a:lnTo>
                  <a:pt x="176213" y="1135723"/>
                </a:lnTo>
                <a:lnTo>
                  <a:pt x="176213" y="1116701"/>
                </a:lnTo>
                <a:lnTo>
                  <a:pt x="176213" y="1097690"/>
                </a:lnTo>
                <a:lnTo>
                  <a:pt x="176213" y="1078678"/>
                </a:lnTo>
                <a:lnTo>
                  <a:pt x="176213" y="1059666"/>
                </a:lnTo>
                <a:lnTo>
                  <a:pt x="176213" y="1040654"/>
                </a:lnTo>
                <a:lnTo>
                  <a:pt x="176213" y="1021642"/>
                </a:lnTo>
                <a:lnTo>
                  <a:pt x="176213" y="1002621"/>
                </a:lnTo>
                <a:lnTo>
                  <a:pt x="176213" y="983609"/>
                </a:lnTo>
                <a:lnTo>
                  <a:pt x="176213" y="964597"/>
                </a:lnTo>
                <a:lnTo>
                  <a:pt x="176213" y="945585"/>
                </a:lnTo>
                <a:lnTo>
                  <a:pt x="176213" y="926573"/>
                </a:lnTo>
                <a:lnTo>
                  <a:pt x="176213" y="907561"/>
                </a:lnTo>
                <a:lnTo>
                  <a:pt x="176213" y="888540"/>
                </a:lnTo>
                <a:lnTo>
                  <a:pt x="176213" y="869528"/>
                </a:lnTo>
                <a:lnTo>
                  <a:pt x="176213" y="850516"/>
                </a:lnTo>
                <a:lnTo>
                  <a:pt x="176213" y="831504"/>
                </a:lnTo>
                <a:lnTo>
                  <a:pt x="176213" y="812492"/>
                </a:lnTo>
                <a:lnTo>
                  <a:pt x="176213" y="793480"/>
                </a:lnTo>
                <a:lnTo>
                  <a:pt x="176213" y="774459"/>
                </a:lnTo>
                <a:lnTo>
                  <a:pt x="176213" y="755447"/>
                </a:lnTo>
                <a:lnTo>
                  <a:pt x="176213" y="736435"/>
                </a:lnTo>
                <a:lnTo>
                  <a:pt x="176213" y="717423"/>
                </a:lnTo>
                <a:lnTo>
                  <a:pt x="176213" y="698411"/>
                </a:lnTo>
                <a:lnTo>
                  <a:pt x="176213" y="679399"/>
                </a:lnTo>
                <a:lnTo>
                  <a:pt x="176213" y="660378"/>
                </a:lnTo>
                <a:lnTo>
                  <a:pt x="176213" y="641366"/>
                </a:lnTo>
                <a:lnTo>
                  <a:pt x="176213" y="622354"/>
                </a:lnTo>
                <a:lnTo>
                  <a:pt x="176213" y="603342"/>
                </a:lnTo>
                <a:lnTo>
                  <a:pt x="176213" y="584330"/>
                </a:lnTo>
                <a:lnTo>
                  <a:pt x="176213" y="565318"/>
                </a:lnTo>
                <a:lnTo>
                  <a:pt x="176213" y="546297"/>
                </a:lnTo>
                <a:lnTo>
                  <a:pt x="176213" y="527285"/>
                </a:lnTo>
                <a:lnTo>
                  <a:pt x="176213" y="508273"/>
                </a:lnTo>
                <a:lnTo>
                  <a:pt x="176213" y="489261"/>
                </a:lnTo>
                <a:lnTo>
                  <a:pt x="176213" y="470249"/>
                </a:lnTo>
                <a:lnTo>
                  <a:pt x="176213" y="451237"/>
                </a:lnTo>
                <a:lnTo>
                  <a:pt x="176213" y="432216"/>
                </a:lnTo>
                <a:lnTo>
                  <a:pt x="176213" y="413204"/>
                </a:lnTo>
                <a:lnTo>
                  <a:pt x="176213" y="394192"/>
                </a:lnTo>
                <a:lnTo>
                  <a:pt x="176213" y="375180"/>
                </a:lnTo>
                <a:lnTo>
                  <a:pt x="176213" y="356168"/>
                </a:lnTo>
                <a:lnTo>
                  <a:pt x="176213" y="337156"/>
                </a:lnTo>
                <a:lnTo>
                  <a:pt x="176213" y="318135"/>
                </a:lnTo>
                <a:lnTo>
                  <a:pt x="176213" y="299123"/>
                </a:lnTo>
                <a:lnTo>
                  <a:pt x="176213" y="280111"/>
                </a:lnTo>
                <a:lnTo>
                  <a:pt x="176213" y="261099"/>
                </a:lnTo>
                <a:lnTo>
                  <a:pt x="176213" y="242087"/>
                </a:lnTo>
                <a:lnTo>
                  <a:pt x="176213" y="223076"/>
                </a:lnTo>
                <a:lnTo>
                  <a:pt x="176213" y="204054"/>
                </a:lnTo>
                <a:lnTo>
                  <a:pt x="176213" y="185042"/>
                </a:lnTo>
                <a:lnTo>
                  <a:pt x="176213" y="166030"/>
                </a:lnTo>
                <a:lnTo>
                  <a:pt x="176213" y="147018"/>
                </a:lnTo>
                <a:lnTo>
                  <a:pt x="176213" y="128006"/>
                </a:lnTo>
                <a:lnTo>
                  <a:pt x="176213" y="108995"/>
                </a:lnTo>
                <a:lnTo>
                  <a:pt x="176213" y="89973"/>
                </a:lnTo>
                <a:lnTo>
                  <a:pt x="176213" y="70961"/>
                </a:lnTo>
                <a:lnTo>
                  <a:pt x="176213" y="51949"/>
                </a:lnTo>
                <a:lnTo>
                  <a:pt x="176213" y="32937"/>
                </a:lnTo>
                <a:lnTo>
                  <a:pt x="176213" y="13926"/>
                </a:lnTo>
                <a:lnTo>
                  <a:pt x="181299" y="0"/>
                </a:lnTo>
                <a:lnTo>
                  <a:pt x="200320" y="0"/>
                </a:lnTo>
                <a:lnTo>
                  <a:pt x="219332" y="0"/>
                </a:lnTo>
                <a:lnTo>
                  <a:pt x="238344" y="0"/>
                </a:lnTo>
                <a:lnTo>
                  <a:pt x="257356" y="0"/>
                </a:lnTo>
                <a:lnTo>
                  <a:pt x="276368" y="0"/>
                </a:lnTo>
                <a:lnTo>
                  <a:pt x="295380" y="0"/>
                </a:lnTo>
                <a:lnTo>
                  <a:pt x="314401" y="0"/>
                </a:lnTo>
                <a:lnTo>
                  <a:pt x="333413" y="0"/>
                </a:lnTo>
                <a:lnTo>
                  <a:pt x="352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A9DF"/>
            </a:solidFill>
            <a:prstDash val="solid"/>
          </a:ln>
        </p:spPr>
      </p:sp>
      <p:sp>
        <p:nvSpPr>
          <p:cNvPr id="23" name="handoff-3">
            <a:extLst xmlns:a="http://schemas.openxmlformats.org/drawingml/2006/main">
              <a:ext uri="{FF2B5EF4-FFF2-40B4-BE49-F238E27FC236}">
                <a16:creationId xmlns:a16="http://schemas.microsoft.com/office/drawing/2014/main" id="{A415C04F-B56C-4DD0-AC0A-1A55BE6D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0363" y="4314825"/>
            <a:ext cx="352425" cy="9525"/>
          </a:xfrm>
          <a:custGeom xmlns:a="http://schemas.openxmlformats.org/drawingml/2006/main">
            <a:pathLst>
              <a:path w="352425" h="9525">
                <a:moveTo>
                  <a:pt x="0" y="0"/>
                </a:moveTo>
                <a:lnTo>
                  <a:pt x="11011" y="0"/>
                </a:lnTo>
                <a:lnTo>
                  <a:pt x="22031" y="0"/>
                </a:lnTo>
                <a:lnTo>
                  <a:pt x="33042" y="0"/>
                </a:lnTo>
                <a:lnTo>
                  <a:pt x="44053" y="0"/>
                </a:lnTo>
                <a:lnTo>
                  <a:pt x="55064" y="0"/>
                </a:lnTo>
                <a:lnTo>
                  <a:pt x="66084" y="0"/>
                </a:lnTo>
                <a:lnTo>
                  <a:pt x="77095" y="0"/>
                </a:lnTo>
                <a:lnTo>
                  <a:pt x="88106" y="0"/>
                </a:lnTo>
                <a:lnTo>
                  <a:pt x="99117" y="0"/>
                </a:lnTo>
                <a:lnTo>
                  <a:pt x="110138" y="0"/>
                </a:lnTo>
                <a:lnTo>
                  <a:pt x="121148" y="0"/>
                </a:lnTo>
                <a:lnTo>
                  <a:pt x="132159" y="0"/>
                </a:lnTo>
                <a:lnTo>
                  <a:pt x="143170" y="0"/>
                </a:lnTo>
                <a:lnTo>
                  <a:pt x="154191" y="0"/>
                </a:lnTo>
                <a:lnTo>
                  <a:pt x="165202" y="0"/>
                </a:lnTo>
                <a:lnTo>
                  <a:pt x="176213" y="0"/>
                </a:lnTo>
                <a:lnTo>
                  <a:pt x="187223" y="0"/>
                </a:lnTo>
                <a:lnTo>
                  <a:pt x="198244" y="0"/>
                </a:lnTo>
                <a:lnTo>
                  <a:pt x="209255" y="0"/>
                </a:lnTo>
                <a:lnTo>
                  <a:pt x="220266" y="0"/>
                </a:lnTo>
                <a:lnTo>
                  <a:pt x="231277" y="0"/>
                </a:lnTo>
                <a:lnTo>
                  <a:pt x="242297" y="0"/>
                </a:lnTo>
                <a:lnTo>
                  <a:pt x="253308" y="0"/>
                </a:lnTo>
                <a:lnTo>
                  <a:pt x="264319" y="0"/>
                </a:lnTo>
                <a:lnTo>
                  <a:pt x="275330" y="0"/>
                </a:lnTo>
                <a:lnTo>
                  <a:pt x="286350" y="0"/>
                </a:lnTo>
                <a:lnTo>
                  <a:pt x="297361" y="0"/>
                </a:lnTo>
                <a:lnTo>
                  <a:pt x="308372" y="0"/>
                </a:lnTo>
                <a:lnTo>
                  <a:pt x="319383" y="0"/>
                </a:lnTo>
                <a:lnTo>
                  <a:pt x="330403" y="0"/>
                </a:lnTo>
                <a:lnTo>
                  <a:pt x="341414" y="0"/>
                </a:lnTo>
                <a:lnTo>
                  <a:pt x="352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A9DF"/>
            </a:solidFill>
            <a:prstDash val="solid"/>
          </a:ln>
        </p:spPr>
      </p:sp>
      <p:sp>
        <p:nvSpPr>
          <p:cNvPr id="24" name="handoff-4">
            <a:extLst xmlns:a="http://schemas.openxmlformats.org/drawingml/2006/main">
              <a:ext uri="{FF2B5EF4-FFF2-40B4-BE49-F238E27FC236}">
                <a16:creationId xmlns:a16="http://schemas.microsoft.com/office/drawing/2014/main" id="{3C21C190-1B36-46C7-BF12-4C598C38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01138" y="3013072"/>
            <a:ext cx="66675" cy="1301753"/>
          </a:xfrm>
          <a:custGeom xmlns:a="http://schemas.openxmlformats.org/drawingml/2006/main">
            <a:pathLst>
              <a:path w="66675" h="1301753">
                <a:moveTo>
                  <a:pt x="0" y="1301753"/>
                </a:moveTo>
                <a:lnTo>
                  <a:pt x="18879" y="1301753"/>
                </a:lnTo>
                <a:lnTo>
                  <a:pt x="37767" y="1301753"/>
                </a:lnTo>
                <a:lnTo>
                  <a:pt x="56645" y="1301753"/>
                </a:lnTo>
                <a:lnTo>
                  <a:pt x="66675" y="1292895"/>
                </a:lnTo>
                <a:lnTo>
                  <a:pt x="66675" y="1274007"/>
                </a:lnTo>
                <a:lnTo>
                  <a:pt x="66675" y="1255128"/>
                </a:lnTo>
                <a:lnTo>
                  <a:pt x="66675" y="1236240"/>
                </a:lnTo>
                <a:lnTo>
                  <a:pt x="66675" y="1217362"/>
                </a:lnTo>
                <a:lnTo>
                  <a:pt x="66675" y="1198483"/>
                </a:lnTo>
                <a:lnTo>
                  <a:pt x="66675" y="1179595"/>
                </a:lnTo>
                <a:lnTo>
                  <a:pt x="66675" y="1160717"/>
                </a:lnTo>
                <a:lnTo>
                  <a:pt x="66675" y="1141828"/>
                </a:lnTo>
                <a:lnTo>
                  <a:pt x="66675" y="1122950"/>
                </a:lnTo>
                <a:lnTo>
                  <a:pt x="66675" y="1104062"/>
                </a:lnTo>
                <a:lnTo>
                  <a:pt x="66675" y="1085183"/>
                </a:lnTo>
                <a:lnTo>
                  <a:pt x="66675" y="1066295"/>
                </a:lnTo>
                <a:lnTo>
                  <a:pt x="66675" y="1047417"/>
                </a:lnTo>
                <a:lnTo>
                  <a:pt x="66675" y="1028529"/>
                </a:lnTo>
                <a:lnTo>
                  <a:pt x="66675" y="1009650"/>
                </a:lnTo>
                <a:lnTo>
                  <a:pt x="66675" y="990771"/>
                </a:lnTo>
                <a:lnTo>
                  <a:pt x="66675" y="971883"/>
                </a:lnTo>
                <a:lnTo>
                  <a:pt x="66675" y="953005"/>
                </a:lnTo>
                <a:lnTo>
                  <a:pt x="66675" y="934117"/>
                </a:lnTo>
                <a:lnTo>
                  <a:pt x="66675" y="915238"/>
                </a:lnTo>
                <a:lnTo>
                  <a:pt x="66675" y="896350"/>
                </a:lnTo>
                <a:lnTo>
                  <a:pt x="66675" y="877472"/>
                </a:lnTo>
                <a:lnTo>
                  <a:pt x="66675" y="858584"/>
                </a:lnTo>
                <a:lnTo>
                  <a:pt x="66675" y="839705"/>
                </a:lnTo>
                <a:lnTo>
                  <a:pt x="66675" y="820817"/>
                </a:lnTo>
                <a:lnTo>
                  <a:pt x="66675" y="801938"/>
                </a:lnTo>
                <a:lnTo>
                  <a:pt x="66675" y="783060"/>
                </a:lnTo>
                <a:lnTo>
                  <a:pt x="66675" y="764172"/>
                </a:lnTo>
                <a:lnTo>
                  <a:pt x="66675" y="745293"/>
                </a:lnTo>
                <a:lnTo>
                  <a:pt x="66675" y="726405"/>
                </a:lnTo>
                <a:lnTo>
                  <a:pt x="66675" y="707527"/>
                </a:lnTo>
                <a:lnTo>
                  <a:pt x="66675" y="688638"/>
                </a:lnTo>
                <a:lnTo>
                  <a:pt x="66675" y="669760"/>
                </a:lnTo>
                <a:lnTo>
                  <a:pt x="66675" y="650872"/>
                </a:lnTo>
                <a:lnTo>
                  <a:pt x="66675" y="631993"/>
                </a:lnTo>
                <a:lnTo>
                  <a:pt x="66675" y="613105"/>
                </a:lnTo>
                <a:lnTo>
                  <a:pt x="66675" y="594227"/>
                </a:lnTo>
                <a:lnTo>
                  <a:pt x="66675" y="575348"/>
                </a:lnTo>
                <a:lnTo>
                  <a:pt x="66675" y="556460"/>
                </a:lnTo>
                <a:lnTo>
                  <a:pt x="66675" y="537581"/>
                </a:lnTo>
                <a:lnTo>
                  <a:pt x="66675" y="518693"/>
                </a:lnTo>
                <a:lnTo>
                  <a:pt x="66675" y="499815"/>
                </a:lnTo>
                <a:lnTo>
                  <a:pt x="66675" y="480927"/>
                </a:lnTo>
                <a:lnTo>
                  <a:pt x="66675" y="462048"/>
                </a:lnTo>
                <a:lnTo>
                  <a:pt x="66675" y="443160"/>
                </a:lnTo>
                <a:lnTo>
                  <a:pt x="66675" y="424282"/>
                </a:lnTo>
                <a:lnTo>
                  <a:pt x="66675" y="405394"/>
                </a:lnTo>
                <a:lnTo>
                  <a:pt x="66675" y="386515"/>
                </a:lnTo>
                <a:lnTo>
                  <a:pt x="66675" y="367627"/>
                </a:lnTo>
                <a:lnTo>
                  <a:pt x="66675" y="348748"/>
                </a:lnTo>
                <a:lnTo>
                  <a:pt x="66675" y="329870"/>
                </a:lnTo>
                <a:lnTo>
                  <a:pt x="66675" y="310982"/>
                </a:lnTo>
                <a:lnTo>
                  <a:pt x="66675" y="292103"/>
                </a:lnTo>
                <a:lnTo>
                  <a:pt x="66675" y="273215"/>
                </a:lnTo>
                <a:lnTo>
                  <a:pt x="66675" y="254337"/>
                </a:lnTo>
                <a:lnTo>
                  <a:pt x="66675" y="235448"/>
                </a:lnTo>
                <a:lnTo>
                  <a:pt x="66675" y="216570"/>
                </a:lnTo>
                <a:lnTo>
                  <a:pt x="66675" y="197682"/>
                </a:lnTo>
                <a:lnTo>
                  <a:pt x="66675" y="178803"/>
                </a:lnTo>
                <a:lnTo>
                  <a:pt x="66675" y="159915"/>
                </a:lnTo>
                <a:lnTo>
                  <a:pt x="66675" y="141037"/>
                </a:lnTo>
                <a:lnTo>
                  <a:pt x="66675" y="122158"/>
                </a:lnTo>
                <a:lnTo>
                  <a:pt x="66675" y="103270"/>
                </a:lnTo>
                <a:lnTo>
                  <a:pt x="66675" y="84392"/>
                </a:lnTo>
                <a:lnTo>
                  <a:pt x="66675" y="65503"/>
                </a:lnTo>
                <a:lnTo>
                  <a:pt x="66675" y="46625"/>
                </a:lnTo>
                <a:lnTo>
                  <a:pt x="66675" y="27737"/>
                </a:lnTo>
                <a:lnTo>
                  <a:pt x="66675" y="8858"/>
                </a:lnTo>
                <a:lnTo>
                  <a:pt x="56645" y="0"/>
                </a:lnTo>
                <a:lnTo>
                  <a:pt x="37767" y="0"/>
                </a:lnTo>
                <a:lnTo>
                  <a:pt x="18879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A9DF"/>
            </a:solidFill>
            <a:prstDash val="solid"/>
          </a:ln>
        </p:spPr>
      </p:sp>
      <p:sp>
        <p:nvSpPr>
          <p:cNvPr id="25" name="handoff-5">
            <a:extLst xmlns:a="http://schemas.openxmlformats.org/drawingml/2006/main">
              <a:ext uri="{FF2B5EF4-FFF2-40B4-BE49-F238E27FC236}">
                <a16:creationId xmlns:a16="http://schemas.microsoft.com/office/drawing/2014/main" id="{A5E97C61-A5D5-464D-8CA5-11A045F1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01138" y="3013072"/>
            <a:ext cx="352425" cy="2603497"/>
          </a:xfrm>
          <a:custGeom xmlns:a="http://schemas.openxmlformats.org/drawingml/2006/main">
            <a:pathLst>
              <a:path w="352425" h="2603497">
                <a:moveTo>
                  <a:pt x="0" y="0"/>
                </a:moveTo>
                <a:lnTo>
                  <a:pt x="18945" y="0"/>
                </a:lnTo>
                <a:lnTo>
                  <a:pt x="37900" y="0"/>
                </a:lnTo>
                <a:lnTo>
                  <a:pt x="56845" y="0"/>
                </a:lnTo>
                <a:lnTo>
                  <a:pt x="75790" y="0"/>
                </a:lnTo>
                <a:lnTo>
                  <a:pt x="94745" y="0"/>
                </a:lnTo>
                <a:lnTo>
                  <a:pt x="113690" y="0"/>
                </a:lnTo>
                <a:lnTo>
                  <a:pt x="132636" y="0"/>
                </a:lnTo>
                <a:lnTo>
                  <a:pt x="151590" y="0"/>
                </a:lnTo>
                <a:lnTo>
                  <a:pt x="170536" y="0"/>
                </a:lnTo>
                <a:lnTo>
                  <a:pt x="176213" y="13268"/>
                </a:lnTo>
                <a:lnTo>
                  <a:pt x="176213" y="32214"/>
                </a:lnTo>
                <a:lnTo>
                  <a:pt x="176213" y="51168"/>
                </a:lnTo>
                <a:lnTo>
                  <a:pt x="176213" y="70114"/>
                </a:lnTo>
                <a:lnTo>
                  <a:pt x="176213" y="89059"/>
                </a:lnTo>
                <a:lnTo>
                  <a:pt x="176213" y="108014"/>
                </a:lnTo>
                <a:lnTo>
                  <a:pt x="176213" y="126959"/>
                </a:lnTo>
                <a:lnTo>
                  <a:pt x="176213" y="145904"/>
                </a:lnTo>
                <a:lnTo>
                  <a:pt x="176213" y="164859"/>
                </a:lnTo>
                <a:lnTo>
                  <a:pt x="176213" y="183804"/>
                </a:lnTo>
                <a:lnTo>
                  <a:pt x="176213" y="202749"/>
                </a:lnTo>
                <a:lnTo>
                  <a:pt x="176213" y="221704"/>
                </a:lnTo>
                <a:lnTo>
                  <a:pt x="176213" y="240649"/>
                </a:lnTo>
                <a:lnTo>
                  <a:pt x="176213" y="259594"/>
                </a:lnTo>
                <a:lnTo>
                  <a:pt x="176213" y="278549"/>
                </a:lnTo>
                <a:lnTo>
                  <a:pt x="176213" y="297494"/>
                </a:lnTo>
                <a:lnTo>
                  <a:pt x="176213" y="316440"/>
                </a:lnTo>
                <a:lnTo>
                  <a:pt x="176213" y="335394"/>
                </a:lnTo>
                <a:lnTo>
                  <a:pt x="176213" y="354340"/>
                </a:lnTo>
                <a:lnTo>
                  <a:pt x="176213" y="373285"/>
                </a:lnTo>
                <a:lnTo>
                  <a:pt x="176213" y="392230"/>
                </a:lnTo>
                <a:lnTo>
                  <a:pt x="176213" y="411185"/>
                </a:lnTo>
                <a:lnTo>
                  <a:pt x="176213" y="430130"/>
                </a:lnTo>
                <a:lnTo>
                  <a:pt x="176213" y="449075"/>
                </a:lnTo>
                <a:lnTo>
                  <a:pt x="176213" y="468030"/>
                </a:lnTo>
                <a:lnTo>
                  <a:pt x="176213" y="486975"/>
                </a:lnTo>
                <a:lnTo>
                  <a:pt x="176213" y="505920"/>
                </a:lnTo>
                <a:lnTo>
                  <a:pt x="176213" y="524875"/>
                </a:lnTo>
                <a:lnTo>
                  <a:pt x="176213" y="543820"/>
                </a:lnTo>
                <a:lnTo>
                  <a:pt x="176213" y="562766"/>
                </a:lnTo>
                <a:lnTo>
                  <a:pt x="176213" y="581720"/>
                </a:lnTo>
                <a:lnTo>
                  <a:pt x="176213" y="600666"/>
                </a:lnTo>
                <a:lnTo>
                  <a:pt x="176213" y="619611"/>
                </a:lnTo>
                <a:lnTo>
                  <a:pt x="176213" y="638566"/>
                </a:lnTo>
                <a:lnTo>
                  <a:pt x="176213" y="657511"/>
                </a:lnTo>
                <a:lnTo>
                  <a:pt x="176213" y="676456"/>
                </a:lnTo>
                <a:lnTo>
                  <a:pt x="176213" y="695411"/>
                </a:lnTo>
                <a:lnTo>
                  <a:pt x="176213" y="714356"/>
                </a:lnTo>
                <a:lnTo>
                  <a:pt x="176213" y="733301"/>
                </a:lnTo>
                <a:lnTo>
                  <a:pt x="176213" y="752246"/>
                </a:lnTo>
                <a:lnTo>
                  <a:pt x="176213" y="771201"/>
                </a:lnTo>
                <a:lnTo>
                  <a:pt x="176213" y="790146"/>
                </a:lnTo>
                <a:lnTo>
                  <a:pt x="176213" y="809092"/>
                </a:lnTo>
                <a:lnTo>
                  <a:pt x="176213" y="828046"/>
                </a:lnTo>
                <a:lnTo>
                  <a:pt x="176213" y="846992"/>
                </a:lnTo>
                <a:lnTo>
                  <a:pt x="176213" y="865937"/>
                </a:lnTo>
                <a:lnTo>
                  <a:pt x="176213" y="884892"/>
                </a:lnTo>
                <a:lnTo>
                  <a:pt x="176213" y="903837"/>
                </a:lnTo>
                <a:lnTo>
                  <a:pt x="176213" y="922782"/>
                </a:lnTo>
                <a:lnTo>
                  <a:pt x="176213" y="941737"/>
                </a:lnTo>
                <a:lnTo>
                  <a:pt x="176213" y="960682"/>
                </a:lnTo>
                <a:lnTo>
                  <a:pt x="176213" y="979627"/>
                </a:lnTo>
                <a:lnTo>
                  <a:pt x="176213" y="998582"/>
                </a:lnTo>
                <a:lnTo>
                  <a:pt x="176213" y="1017527"/>
                </a:lnTo>
                <a:lnTo>
                  <a:pt x="176213" y="1036472"/>
                </a:lnTo>
                <a:lnTo>
                  <a:pt x="176213" y="1055427"/>
                </a:lnTo>
                <a:lnTo>
                  <a:pt x="176213" y="1074372"/>
                </a:lnTo>
                <a:lnTo>
                  <a:pt x="176213" y="1093318"/>
                </a:lnTo>
                <a:lnTo>
                  <a:pt x="176213" y="1112263"/>
                </a:lnTo>
                <a:lnTo>
                  <a:pt x="176213" y="1131218"/>
                </a:lnTo>
                <a:lnTo>
                  <a:pt x="176213" y="1150163"/>
                </a:lnTo>
                <a:lnTo>
                  <a:pt x="176213" y="1169108"/>
                </a:lnTo>
                <a:lnTo>
                  <a:pt x="176213" y="1188063"/>
                </a:lnTo>
                <a:lnTo>
                  <a:pt x="176213" y="1207008"/>
                </a:lnTo>
                <a:lnTo>
                  <a:pt x="176213" y="1225953"/>
                </a:lnTo>
                <a:lnTo>
                  <a:pt x="176213" y="1244908"/>
                </a:lnTo>
                <a:lnTo>
                  <a:pt x="176213" y="1263853"/>
                </a:lnTo>
                <a:lnTo>
                  <a:pt x="176213" y="1282798"/>
                </a:lnTo>
                <a:lnTo>
                  <a:pt x="176213" y="1301753"/>
                </a:lnTo>
                <a:lnTo>
                  <a:pt x="176213" y="1320698"/>
                </a:lnTo>
                <a:lnTo>
                  <a:pt x="176213" y="1339644"/>
                </a:lnTo>
                <a:lnTo>
                  <a:pt x="176213" y="1358598"/>
                </a:lnTo>
                <a:lnTo>
                  <a:pt x="176213" y="1377544"/>
                </a:lnTo>
                <a:lnTo>
                  <a:pt x="176213" y="1396489"/>
                </a:lnTo>
                <a:lnTo>
                  <a:pt x="176213" y="1415444"/>
                </a:lnTo>
                <a:lnTo>
                  <a:pt x="176213" y="1434389"/>
                </a:lnTo>
                <a:lnTo>
                  <a:pt x="176213" y="1453334"/>
                </a:lnTo>
                <a:lnTo>
                  <a:pt x="176213" y="1472279"/>
                </a:lnTo>
                <a:lnTo>
                  <a:pt x="176213" y="1491234"/>
                </a:lnTo>
                <a:lnTo>
                  <a:pt x="176213" y="1510179"/>
                </a:lnTo>
                <a:lnTo>
                  <a:pt x="176213" y="1529124"/>
                </a:lnTo>
                <a:lnTo>
                  <a:pt x="176213" y="1548079"/>
                </a:lnTo>
                <a:lnTo>
                  <a:pt x="176213" y="1567024"/>
                </a:lnTo>
                <a:lnTo>
                  <a:pt x="176213" y="1585970"/>
                </a:lnTo>
                <a:lnTo>
                  <a:pt x="176213" y="1604924"/>
                </a:lnTo>
                <a:lnTo>
                  <a:pt x="176213" y="1623870"/>
                </a:lnTo>
                <a:lnTo>
                  <a:pt x="176213" y="1642815"/>
                </a:lnTo>
                <a:lnTo>
                  <a:pt x="176213" y="1661770"/>
                </a:lnTo>
                <a:lnTo>
                  <a:pt x="176213" y="1680715"/>
                </a:lnTo>
                <a:lnTo>
                  <a:pt x="176213" y="1699660"/>
                </a:lnTo>
                <a:lnTo>
                  <a:pt x="176213" y="1718615"/>
                </a:lnTo>
                <a:lnTo>
                  <a:pt x="176213" y="1737560"/>
                </a:lnTo>
                <a:lnTo>
                  <a:pt x="176213" y="1756505"/>
                </a:lnTo>
                <a:lnTo>
                  <a:pt x="176213" y="1775460"/>
                </a:lnTo>
                <a:lnTo>
                  <a:pt x="176213" y="1794405"/>
                </a:lnTo>
                <a:lnTo>
                  <a:pt x="176213" y="1813350"/>
                </a:lnTo>
                <a:lnTo>
                  <a:pt x="176213" y="1832305"/>
                </a:lnTo>
                <a:lnTo>
                  <a:pt x="176213" y="1851250"/>
                </a:lnTo>
                <a:lnTo>
                  <a:pt x="176213" y="1870196"/>
                </a:lnTo>
                <a:lnTo>
                  <a:pt x="176213" y="1889141"/>
                </a:lnTo>
                <a:lnTo>
                  <a:pt x="176213" y="1908096"/>
                </a:lnTo>
                <a:lnTo>
                  <a:pt x="176213" y="1927041"/>
                </a:lnTo>
                <a:lnTo>
                  <a:pt x="176213" y="1945986"/>
                </a:lnTo>
                <a:lnTo>
                  <a:pt x="176213" y="1964941"/>
                </a:lnTo>
                <a:lnTo>
                  <a:pt x="176213" y="1983886"/>
                </a:lnTo>
                <a:lnTo>
                  <a:pt x="176213" y="2002831"/>
                </a:lnTo>
                <a:lnTo>
                  <a:pt x="176213" y="2021786"/>
                </a:lnTo>
                <a:lnTo>
                  <a:pt x="176213" y="2040731"/>
                </a:lnTo>
                <a:lnTo>
                  <a:pt x="176213" y="2059676"/>
                </a:lnTo>
                <a:lnTo>
                  <a:pt x="176213" y="2078631"/>
                </a:lnTo>
                <a:lnTo>
                  <a:pt x="176213" y="2097576"/>
                </a:lnTo>
                <a:lnTo>
                  <a:pt x="176213" y="2116522"/>
                </a:lnTo>
                <a:lnTo>
                  <a:pt x="176213" y="2135476"/>
                </a:lnTo>
                <a:lnTo>
                  <a:pt x="176213" y="2154422"/>
                </a:lnTo>
                <a:lnTo>
                  <a:pt x="176213" y="2173367"/>
                </a:lnTo>
                <a:lnTo>
                  <a:pt x="176213" y="2192322"/>
                </a:lnTo>
                <a:lnTo>
                  <a:pt x="176213" y="2211267"/>
                </a:lnTo>
                <a:lnTo>
                  <a:pt x="176213" y="2230212"/>
                </a:lnTo>
                <a:lnTo>
                  <a:pt x="176213" y="2249157"/>
                </a:lnTo>
                <a:lnTo>
                  <a:pt x="176213" y="2268112"/>
                </a:lnTo>
                <a:lnTo>
                  <a:pt x="176213" y="2287057"/>
                </a:lnTo>
                <a:lnTo>
                  <a:pt x="176213" y="2306003"/>
                </a:lnTo>
                <a:lnTo>
                  <a:pt x="176213" y="2324957"/>
                </a:lnTo>
                <a:lnTo>
                  <a:pt x="176213" y="2343902"/>
                </a:lnTo>
                <a:lnTo>
                  <a:pt x="176213" y="2362848"/>
                </a:lnTo>
                <a:lnTo>
                  <a:pt x="176213" y="2381802"/>
                </a:lnTo>
                <a:lnTo>
                  <a:pt x="176213" y="2400748"/>
                </a:lnTo>
                <a:lnTo>
                  <a:pt x="176213" y="2419693"/>
                </a:lnTo>
                <a:lnTo>
                  <a:pt x="176213" y="2438648"/>
                </a:lnTo>
                <a:lnTo>
                  <a:pt x="176213" y="2457593"/>
                </a:lnTo>
                <a:lnTo>
                  <a:pt x="176213" y="2476538"/>
                </a:lnTo>
                <a:lnTo>
                  <a:pt x="176213" y="2495493"/>
                </a:lnTo>
                <a:lnTo>
                  <a:pt x="176213" y="2514438"/>
                </a:lnTo>
                <a:lnTo>
                  <a:pt x="176213" y="2533383"/>
                </a:lnTo>
                <a:lnTo>
                  <a:pt x="176213" y="2552338"/>
                </a:lnTo>
                <a:lnTo>
                  <a:pt x="176213" y="2571283"/>
                </a:lnTo>
                <a:lnTo>
                  <a:pt x="176213" y="2590229"/>
                </a:lnTo>
                <a:lnTo>
                  <a:pt x="181889" y="2603497"/>
                </a:lnTo>
                <a:lnTo>
                  <a:pt x="200835" y="2603497"/>
                </a:lnTo>
                <a:lnTo>
                  <a:pt x="219789" y="2603497"/>
                </a:lnTo>
                <a:lnTo>
                  <a:pt x="238735" y="2603497"/>
                </a:lnTo>
                <a:lnTo>
                  <a:pt x="257680" y="2603497"/>
                </a:lnTo>
                <a:lnTo>
                  <a:pt x="276635" y="2603497"/>
                </a:lnTo>
                <a:lnTo>
                  <a:pt x="295580" y="2603497"/>
                </a:lnTo>
                <a:lnTo>
                  <a:pt x="314525" y="2603497"/>
                </a:lnTo>
                <a:lnTo>
                  <a:pt x="333480" y="2603497"/>
                </a:lnTo>
                <a:lnTo>
                  <a:pt x="352425" y="260349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A9DF"/>
            </a:solidFill>
            <a:prstDash val="solid"/>
          </a:ln>
        </p:spPr>
      </p:sp>
      <p:sp>
        <p:nvSpPr>
          <p:cNvPr id="26" name="handoff-target-1">
            <a:extLst xmlns:a="http://schemas.openxmlformats.org/drawingml/2006/main">
              <a:ext uri="{FF2B5EF4-FFF2-40B4-BE49-F238E27FC236}">
                <a16:creationId xmlns:a16="http://schemas.microsoft.com/office/drawing/2014/main" id="{379E82C7-3C98-44FF-A113-56ACCAB1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38375" y="557371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B86C5"/>
            </a:solidFill>
            <a:prstDash val="solid"/>
          </a:ln>
        </p:spPr>
      </p:sp>
      <p:sp>
        <p:nvSpPr>
          <p:cNvPr id="27" name="handoff-target-2">
            <a:extLst xmlns:a="http://schemas.openxmlformats.org/drawingml/2006/main">
              <a:ext uri="{FF2B5EF4-FFF2-40B4-BE49-F238E27FC236}">
                <a16:creationId xmlns:a16="http://schemas.microsoft.com/office/drawing/2014/main" id="{4D27DF86-855C-41F0-B4E3-D62A5CC2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42719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B86C5"/>
            </a:solidFill>
            <a:prstDash val="solid"/>
          </a:ln>
        </p:spPr>
      </p:sp>
      <p:sp>
        <p:nvSpPr>
          <p:cNvPr id="28" name="handoff-target-3">
            <a:extLst xmlns:a="http://schemas.openxmlformats.org/drawingml/2006/main">
              <a:ext uri="{FF2B5EF4-FFF2-40B4-BE49-F238E27FC236}">
                <a16:creationId xmlns:a16="http://schemas.microsoft.com/office/drawing/2014/main" id="{437885B6-C234-488E-8872-DF82DA08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19925" y="42719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B86C5"/>
            </a:solidFill>
            <a:prstDash val="solid"/>
          </a:ln>
        </p:spPr>
      </p:sp>
      <p:sp>
        <p:nvSpPr>
          <p:cNvPr id="29" name="handoff-target-4">
            <a:extLst xmlns:a="http://schemas.openxmlformats.org/drawingml/2006/main">
              <a:ext uri="{FF2B5EF4-FFF2-40B4-BE49-F238E27FC236}">
                <a16:creationId xmlns:a16="http://schemas.microsoft.com/office/drawing/2014/main" id="{7B81B2F0-BA2E-4492-92DA-59D4FD94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19925" y="297020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B86C5"/>
            </a:solidFill>
            <a:prstDash val="solid"/>
          </a:ln>
        </p:spPr>
      </p:sp>
      <p:sp>
        <p:nvSpPr>
          <p:cNvPr id="30" name="handoff-target-5">
            <a:extLst xmlns:a="http://schemas.openxmlformats.org/drawingml/2006/main">
              <a:ext uri="{FF2B5EF4-FFF2-40B4-BE49-F238E27FC236}">
                <a16:creationId xmlns:a16="http://schemas.microsoft.com/office/drawing/2014/main" id="{8BF9B457-178E-4FEA-BF16-0F866A0E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10700" y="557371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B86C5"/>
            </a:solidFill>
            <a:prstDash val="solid"/>
          </a:ln>
        </p:spPr>
      </p:sp>
      <p:sp>
        <p:nvSpPr>
          <p:cNvPr id="31" name="stage-order-1">
            <a:extLst xmlns:a="http://schemas.openxmlformats.org/drawingml/2006/main">
              <a:ext uri="{FF2B5EF4-FFF2-40B4-BE49-F238E27FC236}">
                <a16:creationId xmlns:a16="http://schemas.microsoft.com/office/drawing/2014/main" id="{7C3F4FBA-3B03-4790-B280-2B76CA0E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66950" y="1800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2" name="stage-1-title">
            <a:extLst xmlns:a="http://schemas.openxmlformats.org/drawingml/2006/main">
              <a:ext uri="{FF2B5EF4-FFF2-40B4-BE49-F238E27FC236}">
                <a16:creationId xmlns:a16="http://schemas.microsoft.com/office/drawing/2014/main" id="{5F615CEE-2306-4479-ACEF-0981DF98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57475" y="1790700"/>
            <a:ext cx="17240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4200"/>
              </a:lnSpc>
              <a:buNone/>
              <a:def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需求澄清</a:t>
            </a:r>
          </a:p>
        </p:txBody>
      </p:sp>
      <p:sp>
        <p:nvSpPr>
          <p:cNvPr id="33" name="stage-divider-2">
            <a:extLst xmlns:a="http://schemas.openxmlformats.org/drawingml/2006/main">
              <a:ext uri="{FF2B5EF4-FFF2-40B4-BE49-F238E27FC236}">
                <a16:creationId xmlns:a16="http://schemas.microsoft.com/office/drawing/2014/main" id="{29272DED-C291-45B4-9470-9A2E033A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800" y="179070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D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stage-order-2">
            <a:extLst xmlns:a="http://schemas.openxmlformats.org/drawingml/2006/main">
              <a:ext uri="{FF2B5EF4-FFF2-40B4-BE49-F238E27FC236}">
                <a16:creationId xmlns:a16="http://schemas.microsoft.com/office/drawing/2014/main" id="{682CA1EC-BA15-45CA-A55C-2D05242B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57725" y="1800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5" name="stage-2-title">
            <a:extLst xmlns:a="http://schemas.openxmlformats.org/drawingml/2006/main">
              <a:ext uri="{FF2B5EF4-FFF2-40B4-BE49-F238E27FC236}">
                <a16:creationId xmlns:a16="http://schemas.microsoft.com/office/drawing/2014/main" id="{E8C4114A-88FF-400F-83FA-3DCA93C0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790700"/>
            <a:ext cx="17240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4200"/>
              </a:lnSpc>
              <a:buNone/>
              <a:def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36" name="stage-divider-3">
            <a:extLst xmlns:a="http://schemas.openxmlformats.org/drawingml/2006/main">
              <a:ext uri="{FF2B5EF4-FFF2-40B4-BE49-F238E27FC236}">
                <a16:creationId xmlns:a16="http://schemas.microsoft.com/office/drawing/2014/main" id="{12CAAF05-465A-4A03-8E70-E23FC878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79070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D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stage-order-3">
            <a:extLst xmlns:a="http://schemas.openxmlformats.org/drawingml/2006/main">
              <a:ext uri="{FF2B5EF4-FFF2-40B4-BE49-F238E27FC236}">
                <a16:creationId xmlns:a16="http://schemas.microsoft.com/office/drawing/2014/main" id="{579D1DB8-EADE-45FF-A6A1-F141C271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0" y="1800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8" name="stage-3-title">
            <a:extLst xmlns:a="http://schemas.openxmlformats.org/drawingml/2006/main">
              <a:ext uri="{FF2B5EF4-FFF2-40B4-BE49-F238E27FC236}">
                <a16:creationId xmlns:a16="http://schemas.microsoft.com/office/drawing/2014/main" id="{B265E0B5-0DC3-47B0-8951-8B53BBBF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39025" y="1790700"/>
            <a:ext cx="17240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4200"/>
              </a:lnSpc>
              <a:buNone/>
              <a:def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联合执行</a:t>
            </a:r>
          </a:p>
        </p:txBody>
      </p:sp>
      <p:sp>
        <p:nvSpPr>
          <p:cNvPr id="39" name="stage-divider-4">
            <a:extLst xmlns:a="http://schemas.openxmlformats.org/drawingml/2006/main">
              <a:ext uri="{FF2B5EF4-FFF2-40B4-BE49-F238E27FC236}">
                <a16:creationId xmlns:a16="http://schemas.microsoft.com/office/drawing/2014/main" id="{5CA87408-BD36-4FC3-967F-46D38426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77350" y="179070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D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stage-order-4">
            <a:extLst xmlns:a="http://schemas.openxmlformats.org/drawingml/2006/main">
              <a:ext uri="{FF2B5EF4-FFF2-40B4-BE49-F238E27FC236}">
                <a16:creationId xmlns:a16="http://schemas.microsoft.com/office/drawing/2014/main" id="{A3225281-06A1-4714-BFBF-F1E8673BE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39275" y="1800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1" name="stage-4-title">
            <a:extLst xmlns:a="http://schemas.openxmlformats.org/drawingml/2006/main">
              <a:ext uri="{FF2B5EF4-FFF2-40B4-BE49-F238E27FC236}">
                <a16:creationId xmlns:a16="http://schemas.microsoft.com/office/drawing/2014/main" id="{9ADE8FFA-6616-4349-A9CF-18CA5D1B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29800" y="1790700"/>
            <a:ext cx="17240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4200"/>
              </a:lnSpc>
              <a:buNone/>
              <a:def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验收复盘</a:t>
            </a:r>
          </a:p>
        </p:txBody>
      </p:sp>
      <p:sp>
        <p:nvSpPr>
          <p:cNvPr id="42" name="task-1-shadow">
            <a:extLst xmlns:a="http://schemas.openxmlformats.org/drawingml/2006/main">
              <a:ext uri="{FF2B5EF4-FFF2-40B4-BE49-F238E27FC236}">
                <a16:creationId xmlns:a16="http://schemas.microsoft.com/office/drawing/2014/main" id="{E3992EBB-1CF4-4B16-9A37-B85E7DF2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1238" y="2670124"/>
            <a:ext cx="2038350" cy="781050"/>
          </a:xfrm>
          <a:prstGeom xmlns:a="http://schemas.openxmlformats.org/drawingml/2006/main" prst="roundRect">
            <a:avLst>
              <a:gd name="adj" fmla="val 18293"/>
            </a:avLst>
          </a:prstGeom>
          <a:solidFill xmlns:a="http://schemas.openxmlformats.org/drawingml/2006/main">
            <a:srgbClr val="DCE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task-1-surface">
            <a:extLst xmlns:a="http://schemas.openxmlformats.org/drawingml/2006/main">
              <a:ext uri="{FF2B5EF4-FFF2-40B4-BE49-F238E27FC236}">
                <a16:creationId xmlns:a16="http://schemas.microsoft.com/office/drawing/2014/main" id="{D8B598D7-1A6C-4E82-BFC3-DDCD0C7E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1238" y="2622499"/>
            <a:ext cx="2038350" cy="781050"/>
          </a:xfrm>
          <a:prstGeom xmlns:a="http://schemas.openxmlformats.org/drawingml/2006/main" prst="roundRect">
            <a:avLst>
              <a:gd name="adj" fmla="val 182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E2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44" name="task-1-accent">
            <a:extLst xmlns:a="http://schemas.openxmlformats.org/drawingml/2006/main">
              <a:ext uri="{FF2B5EF4-FFF2-40B4-BE49-F238E27FC236}">
                <a16:creationId xmlns:a16="http://schemas.microsoft.com/office/drawing/2014/main" id="{9F37E4BD-5660-428C-A6EB-75234058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1238" y="2622499"/>
            <a:ext cx="5715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task-1-title">
            <a:extLst xmlns:a="http://schemas.openxmlformats.org/drawingml/2006/main">
              <a:ext uri="{FF2B5EF4-FFF2-40B4-BE49-F238E27FC236}">
                <a16:creationId xmlns:a16="http://schemas.microsoft.com/office/drawing/2014/main" id="{4E01E6EC-7CBB-47BA-BFD8-AD746788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71738" y="2746324"/>
            <a:ext cx="173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7900"/>
              </a:lnSpc>
              <a:buNone/>
              <a:defRPr sz="17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收集真实需求</a:t>
            </a:r>
          </a:p>
        </p:txBody>
      </p:sp>
      <p:sp>
        <p:nvSpPr>
          <p:cNvPr id="46" name="task-1-body">
            <a:extLst xmlns:a="http://schemas.openxmlformats.org/drawingml/2006/main">
              <a:ext uri="{FF2B5EF4-FFF2-40B4-BE49-F238E27FC236}">
                <a16:creationId xmlns:a16="http://schemas.microsoft.com/office/drawing/2014/main" id="{8C4BEF38-9DA7-49CF-99A9-AF50411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71738" y="3051124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梳理场景与核心问题</a:t>
            </a:r>
          </a:p>
        </p:txBody>
      </p:sp>
      <p:sp>
        <p:nvSpPr>
          <p:cNvPr id="47" name="task-2-shadow">
            <a:extLst xmlns:a="http://schemas.openxmlformats.org/drawingml/2006/main">
              <a:ext uri="{FF2B5EF4-FFF2-40B4-BE49-F238E27FC236}">
                <a16:creationId xmlns:a16="http://schemas.microsoft.com/office/drawing/2014/main" id="{F3715005-B11F-4175-A8B9-67B2D6DE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1238" y="5273573"/>
            <a:ext cx="2038350" cy="781050"/>
          </a:xfrm>
          <a:prstGeom xmlns:a="http://schemas.openxmlformats.org/drawingml/2006/main" prst="roundRect">
            <a:avLst>
              <a:gd name="adj" fmla="val 18293"/>
            </a:avLst>
          </a:prstGeom>
          <a:solidFill xmlns:a="http://schemas.openxmlformats.org/drawingml/2006/main">
            <a:srgbClr val="DCE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task-2-surface">
            <a:extLst xmlns:a="http://schemas.openxmlformats.org/drawingml/2006/main">
              <a:ext uri="{FF2B5EF4-FFF2-40B4-BE49-F238E27FC236}">
                <a16:creationId xmlns:a16="http://schemas.microsoft.com/office/drawing/2014/main" id="{BCDFCD39-07D6-466F-B6C3-789BC5AA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1238" y="5225948"/>
            <a:ext cx="2038350" cy="781050"/>
          </a:xfrm>
          <a:prstGeom xmlns:a="http://schemas.openxmlformats.org/drawingml/2006/main" prst="roundRect">
            <a:avLst>
              <a:gd name="adj" fmla="val 182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E2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49" name="task-2-accent">
            <a:extLst xmlns:a="http://schemas.openxmlformats.org/drawingml/2006/main">
              <a:ext uri="{FF2B5EF4-FFF2-40B4-BE49-F238E27FC236}">
                <a16:creationId xmlns:a16="http://schemas.microsoft.com/office/drawing/2014/main" id="{592157FB-FB57-4225-8A45-D531FB98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1238" y="5225948"/>
            <a:ext cx="5715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task-2-title">
            <a:extLst xmlns:a="http://schemas.openxmlformats.org/drawingml/2006/main">
              <a:ext uri="{FF2B5EF4-FFF2-40B4-BE49-F238E27FC236}">
                <a16:creationId xmlns:a16="http://schemas.microsoft.com/office/drawing/2014/main" id="{299D4654-8DB5-4207-90F9-3E2E1C31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71738" y="5349773"/>
            <a:ext cx="173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7900"/>
              </a:lnSpc>
              <a:buNone/>
              <a:defRPr sz="17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确认目标边界</a:t>
            </a:r>
          </a:p>
        </p:txBody>
      </p:sp>
      <p:sp>
        <p:nvSpPr>
          <p:cNvPr id="51" name="task-2-body">
            <a:extLst xmlns:a="http://schemas.openxmlformats.org/drawingml/2006/main">
              <a:ext uri="{FF2B5EF4-FFF2-40B4-BE49-F238E27FC236}">
                <a16:creationId xmlns:a16="http://schemas.microsoft.com/office/drawing/2014/main" id="{56AD0D48-513C-4207-8AFB-F91C44EE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71738" y="5654573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明确范围与验收标准</a:t>
            </a:r>
          </a:p>
        </p:txBody>
      </p:sp>
      <p:sp>
        <p:nvSpPr>
          <p:cNvPr id="52" name="task-3-shadow">
            <a:extLst xmlns:a="http://schemas.openxmlformats.org/drawingml/2006/main">
              <a:ext uri="{FF2B5EF4-FFF2-40B4-BE49-F238E27FC236}">
                <a16:creationId xmlns:a16="http://schemas.microsoft.com/office/drawing/2014/main" id="{C184738B-2B49-4FBF-B558-72731517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2013" y="3971925"/>
            <a:ext cx="2038350" cy="781050"/>
          </a:xfrm>
          <a:prstGeom xmlns:a="http://schemas.openxmlformats.org/drawingml/2006/main" prst="roundRect">
            <a:avLst>
              <a:gd name="adj" fmla="val 18293"/>
            </a:avLst>
          </a:prstGeom>
          <a:solidFill xmlns:a="http://schemas.openxmlformats.org/drawingml/2006/main">
            <a:srgbClr val="DCE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task-3-surface">
            <a:extLst xmlns:a="http://schemas.openxmlformats.org/drawingml/2006/main">
              <a:ext uri="{FF2B5EF4-FFF2-40B4-BE49-F238E27FC236}">
                <a16:creationId xmlns:a16="http://schemas.microsoft.com/office/drawing/2014/main" id="{86B2CC1B-8984-4F36-B7A7-315774DA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2013" y="3924300"/>
            <a:ext cx="2038350" cy="781050"/>
          </a:xfrm>
          <a:prstGeom xmlns:a="http://schemas.openxmlformats.org/drawingml/2006/main" prst="roundRect">
            <a:avLst>
              <a:gd name="adj" fmla="val 182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E2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54" name="task-3-accent">
            <a:extLst xmlns:a="http://schemas.openxmlformats.org/drawingml/2006/main">
              <a:ext uri="{FF2B5EF4-FFF2-40B4-BE49-F238E27FC236}">
                <a16:creationId xmlns:a16="http://schemas.microsoft.com/office/drawing/2014/main" id="{A41D69A9-AC6E-4A68-966B-CE50939A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2013" y="3924300"/>
            <a:ext cx="5715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task-3-title">
            <a:extLst xmlns:a="http://schemas.openxmlformats.org/drawingml/2006/main">
              <a:ext uri="{FF2B5EF4-FFF2-40B4-BE49-F238E27FC236}">
                <a16:creationId xmlns:a16="http://schemas.microsoft.com/office/drawing/2014/main" id="{D4BD5537-95D5-4430-AD5D-32456974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2513" y="4048125"/>
            <a:ext cx="173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7900"/>
              </a:lnSpc>
              <a:buNone/>
              <a:defRPr sz="17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形成实施方案</a:t>
            </a:r>
          </a:p>
        </p:txBody>
      </p:sp>
      <p:sp>
        <p:nvSpPr>
          <p:cNvPr id="56" name="task-3-body">
            <a:extLst xmlns:a="http://schemas.openxmlformats.org/drawingml/2006/main">
              <a:ext uri="{FF2B5EF4-FFF2-40B4-BE49-F238E27FC236}">
                <a16:creationId xmlns:a16="http://schemas.microsoft.com/office/drawing/2014/main" id="{8CE99010-4AB6-4A62-82DB-C2DE1AEC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2513" y="43529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设计路径与关键机制</a:t>
            </a:r>
          </a:p>
        </p:txBody>
      </p:sp>
      <p:sp>
        <p:nvSpPr>
          <p:cNvPr id="57" name="task-4-shadow">
            <a:extLst xmlns:a="http://schemas.openxmlformats.org/drawingml/2006/main">
              <a:ext uri="{FF2B5EF4-FFF2-40B4-BE49-F238E27FC236}">
                <a16:creationId xmlns:a16="http://schemas.microsoft.com/office/drawing/2014/main" id="{60FE989B-CB6C-4831-9E39-CB7D12AB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2788" y="3971925"/>
            <a:ext cx="2038350" cy="781050"/>
          </a:xfrm>
          <a:prstGeom xmlns:a="http://schemas.openxmlformats.org/drawingml/2006/main" prst="roundRect">
            <a:avLst>
              <a:gd name="adj" fmla="val 18293"/>
            </a:avLst>
          </a:prstGeom>
          <a:solidFill xmlns:a="http://schemas.openxmlformats.org/drawingml/2006/main">
            <a:srgbClr val="DCE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task-4-surface">
            <a:extLst xmlns:a="http://schemas.openxmlformats.org/drawingml/2006/main">
              <a:ext uri="{FF2B5EF4-FFF2-40B4-BE49-F238E27FC236}">
                <a16:creationId xmlns:a16="http://schemas.microsoft.com/office/drawing/2014/main" id="{63052CC4-216C-4B3B-9360-EC84958C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2788" y="3924300"/>
            <a:ext cx="2038350" cy="781050"/>
          </a:xfrm>
          <a:prstGeom xmlns:a="http://schemas.openxmlformats.org/drawingml/2006/main" prst="roundRect">
            <a:avLst>
              <a:gd name="adj" fmla="val 182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E2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59" name="task-4-accent">
            <a:extLst xmlns:a="http://schemas.openxmlformats.org/drawingml/2006/main">
              <a:ext uri="{FF2B5EF4-FFF2-40B4-BE49-F238E27FC236}">
                <a16:creationId xmlns:a16="http://schemas.microsoft.com/office/drawing/2014/main" id="{7E25543F-22E5-4ABA-B350-39F8C826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2788" y="3924300"/>
            <a:ext cx="5715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task-4-title">
            <a:extLst xmlns:a="http://schemas.openxmlformats.org/drawingml/2006/main">
              <a:ext uri="{FF2B5EF4-FFF2-40B4-BE49-F238E27FC236}">
                <a16:creationId xmlns:a16="http://schemas.microsoft.com/office/drawing/2014/main" id="{7D6DB7C2-43EF-4751-BFAA-1E264A47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3288" y="4048125"/>
            <a:ext cx="173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7900"/>
              </a:lnSpc>
              <a:buNone/>
              <a:defRPr sz="17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完成方案交付</a:t>
            </a:r>
          </a:p>
        </p:txBody>
      </p:sp>
      <p:sp>
        <p:nvSpPr>
          <p:cNvPr id="61" name="task-4-body">
            <a:extLst xmlns:a="http://schemas.openxmlformats.org/drawingml/2006/main">
              <a:ext uri="{FF2B5EF4-FFF2-40B4-BE49-F238E27FC236}">
                <a16:creationId xmlns:a16="http://schemas.microsoft.com/office/drawing/2014/main" id="{AC60BBC5-B43F-466C-BC49-903A685B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3288" y="43529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实现功能并联调验证</a:t>
            </a:r>
          </a:p>
        </p:txBody>
      </p:sp>
      <p:sp>
        <p:nvSpPr>
          <p:cNvPr id="62" name="task-5-shadow">
            <a:extLst xmlns:a="http://schemas.openxmlformats.org/drawingml/2006/main">
              <a:ext uri="{FF2B5EF4-FFF2-40B4-BE49-F238E27FC236}">
                <a16:creationId xmlns:a16="http://schemas.microsoft.com/office/drawing/2014/main" id="{9B7F8A34-336F-49A2-9E52-F368E72A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2788" y="2670124"/>
            <a:ext cx="2038350" cy="781050"/>
          </a:xfrm>
          <a:prstGeom xmlns:a="http://schemas.openxmlformats.org/drawingml/2006/main" prst="roundRect">
            <a:avLst>
              <a:gd name="adj" fmla="val 18293"/>
            </a:avLst>
          </a:prstGeom>
          <a:solidFill xmlns:a="http://schemas.openxmlformats.org/drawingml/2006/main">
            <a:srgbClr val="DCE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task-5-surface">
            <a:extLst xmlns:a="http://schemas.openxmlformats.org/drawingml/2006/main">
              <a:ext uri="{FF2B5EF4-FFF2-40B4-BE49-F238E27FC236}">
                <a16:creationId xmlns:a16="http://schemas.microsoft.com/office/drawing/2014/main" id="{CC21225D-3B9B-4363-8AAC-C6D154C0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2788" y="2622499"/>
            <a:ext cx="2038350" cy="781050"/>
          </a:xfrm>
          <a:prstGeom xmlns:a="http://schemas.openxmlformats.org/drawingml/2006/main" prst="roundRect">
            <a:avLst>
              <a:gd name="adj" fmla="val 182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E2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64" name="task-5-accent">
            <a:extLst xmlns:a="http://schemas.openxmlformats.org/drawingml/2006/main">
              <a:ext uri="{FF2B5EF4-FFF2-40B4-BE49-F238E27FC236}">
                <a16:creationId xmlns:a16="http://schemas.microsoft.com/office/drawing/2014/main" id="{E5D9D9D2-5A61-4E0A-B6AD-9C27117A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2788" y="2622499"/>
            <a:ext cx="5715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task-5-title">
            <a:extLst xmlns:a="http://schemas.openxmlformats.org/drawingml/2006/main">
              <a:ext uri="{FF2B5EF4-FFF2-40B4-BE49-F238E27FC236}">
                <a16:creationId xmlns:a16="http://schemas.microsoft.com/office/drawing/2014/main" id="{F9435C45-C243-4AF3-A76E-D34282F60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3288" y="2746324"/>
            <a:ext cx="173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7900"/>
              </a:lnSpc>
              <a:buNone/>
              <a:defRPr sz="17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组织场景试用</a:t>
            </a:r>
          </a:p>
        </p:txBody>
      </p:sp>
      <p:sp>
        <p:nvSpPr>
          <p:cNvPr id="66" name="task-5-body">
            <a:extLst xmlns:a="http://schemas.openxmlformats.org/drawingml/2006/main">
              <a:ext uri="{FF2B5EF4-FFF2-40B4-BE49-F238E27FC236}">
                <a16:creationId xmlns:a16="http://schemas.microsoft.com/office/drawing/2014/main" id="{1DAFAD23-2E46-4343-85D3-87EB4942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3288" y="3051124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反馈问题与使用体验</a:t>
            </a:r>
          </a:p>
        </p:txBody>
      </p:sp>
      <p:sp>
        <p:nvSpPr>
          <p:cNvPr id="67" name="task-6-shadow">
            <a:extLst xmlns:a="http://schemas.openxmlformats.org/drawingml/2006/main">
              <a:ext uri="{FF2B5EF4-FFF2-40B4-BE49-F238E27FC236}">
                <a16:creationId xmlns:a16="http://schemas.microsoft.com/office/drawing/2014/main" id="{996BC75D-B799-466C-834D-4FDF8569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53563" y="5273573"/>
            <a:ext cx="2038350" cy="781050"/>
          </a:xfrm>
          <a:prstGeom xmlns:a="http://schemas.openxmlformats.org/drawingml/2006/main" prst="roundRect">
            <a:avLst>
              <a:gd name="adj" fmla="val 18293"/>
            </a:avLst>
          </a:prstGeom>
          <a:solidFill xmlns:a="http://schemas.openxmlformats.org/drawingml/2006/main">
            <a:srgbClr val="DCE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task-6-surface">
            <a:extLst xmlns:a="http://schemas.openxmlformats.org/drawingml/2006/main">
              <a:ext uri="{FF2B5EF4-FFF2-40B4-BE49-F238E27FC236}">
                <a16:creationId xmlns:a16="http://schemas.microsoft.com/office/drawing/2014/main" id="{2F9664E0-A108-4E80-8516-514A3255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53563" y="5225948"/>
            <a:ext cx="2038350" cy="781050"/>
          </a:xfrm>
          <a:prstGeom xmlns:a="http://schemas.openxmlformats.org/drawingml/2006/main" prst="roundRect">
            <a:avLst>
              <a:gd name="adj" fmla="val 182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E2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69" name="task-6-accent">
            <a:extLst xmlns:a="http://schemas.openxmlformats.org/drawingml/2006/main">
              <a:ext uri="{FF2B5EF4-FFF2-40B4-BE49-F238E27FC236}">
                <a16:creationId xmlns:a16="http://schemas.microsoft.com/office/drawing/2014/main" id="{08C7960C-8BC9-4973-B86A-8B80C16B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53563" y="5225948"/>
            <a:ext cx="5715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task-6-title">
            <a:extLst xmlns:a="http://schemas.openxmlformats.org/drawingml/2006/main">
              <a:ext uri="{FF2B5EF4-FFF2-40B4-BE49-F238E27FC236}">
                <a16:creationId xmlns:a16="http://schemas.microsoft.com/office/drawing/2014/main" id="{68169B98-1EF7-4F3D-BDE1-5A6320E7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44063" y="5349773"/>
            <a:ext cx="173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7900"/>
              </a:lnSpc>
              <a:buNone/>
              <a:defRPr sz="17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联合验收复盘</a:t>
            </a:r>
          </a:p>
        </p:txBody>
      </p:sp>
      <p:sp>
        <p:nvSpPr>
          <p:cNvPr id="71" name="task-6-body">
            <a:extLst xmlns:a="http://schemas.openxmlformats.org/drawingml/2006/main">
              <a:ext uri="{FF2B5EF4-FFF2-40B4-BE49-F238E27FC236}">
                <a16:creationId xmlns:a16="http://schemas.microsoft.com/office/drawing/2014/main" id="{66AB03FC-1779-4C98-A153-82FABCD9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44063" y="5654573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确认结果并沉淀经验</a:t>
            </a:r>
          </a:p>
        </p:txBody>
      </p:sp>
      <p:sp>
        <p:nvSpPr>
          <p:cNvPr id="72" name="corner-label">
            <a:extLst xmlns:a="http://schemas.openxmlformats.org/drawingml/2006/main">
              <a:ext uri="{FF2B5EF4-FFF2-40B4-BE49-F238E27FC236}">
                <a16:creationId xmlns:a16="http://schemas.microsoft.com/office/drawing/2014/main" id="{EDD8B2D0-97D8-41F4-B6DE-F3DF4D99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57350"/>
            <a:ext cx="1409700" cy="590550"/>
          </a:xfrm>
          <a:prstGeom xmlns:a="http://schemas.openxmlformats.org/drawingml/2006/main" prst="roundRect">
            <a:avLst>
              <a:gd name="adj" fmla="val 29032"/>
            </a:avLst>
          </a:prstGeom>
          <a:solidFill xmlns:a="http://schemas.openxmlformats.org/drawingml/2006/main">
            <a:srgbClr val="F0F6FD"/>
          </a:solidFill>
          <a:ln xmlns:a="http://schemas.openxmlformats.org/drawingml/2006/main" w="9525">
            <a:solidFill>
              <a:srgbClr val="D4E3F4"/>
            </a:solidFill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76B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76B95"/>
                </a:solidFill>
                <a:latin typeface="Microsoft YaHei"/>
                <a:ea typeface="Microsoft YaHei"/>
                <a:cs typeface="Microsoft YaHei"/>
              </a:rPr>
              <a:t>角色 × 阶段</a:t>
            </a:r>
          </a:p>
        </p:txBody>
      </p:sp>
    </p:spTree>
    <p:extLst>
      <p:ext uri="{BB962C8B-B14F-4D97-AF65-F5344CB8AC3E}">
        <p14:creationId xmlns:p14="http://schemas.microsoft.com/office/powerpoint/2010/main" val="2905257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6000"/>
              </a:srgbClr>
            </a:outerShdw>
          </a:effectLst>
        </a:effectStyle>
        <a:effectStyle>
          <a:effectLst>
            <a:outerShdw blurRad="171450" dist="6667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2026-08-23T16:47:51.4630000Z</dcterms:created>
  <dcterms:modified xsi:type="dcterms:W3CDTF">2026-08-23T16:47:51.4630000Z</dcterms:modified>
</coreProperties>
</file>