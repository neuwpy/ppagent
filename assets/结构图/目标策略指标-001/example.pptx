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15fff98de74956" /><Relationship Type="http://schemas.openxmlformats.org/officeDocument/2006/relationships/extended-properties" Target="/docProps/app.xml" Id="R9bb5ee4f1f344e6b" /><Relationship Type="http://schemas.openxmlformats.org/officeDocument/2006/relationships/officeDocument" Target="/ppt/presentation.xml" Id="R2727fa2627e54f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faa6be56324483"/>
  </p:sldMasterIdLst>
  <p:notesMasterIdLst>
    <p:notesMasterId xmlns:r="http://schemas.openxmlformats.org/officeDocument/2006/relationships" r:id="Reb32e32125a947d6"/>
  </p:notesMasterIdLst>
  <p:sldIdLst>
    <p:sldId xmlns:r="http://schemas.openxmlformats.org/officeDocument/2006/relationships" id="256" r:id="Re3922d1228c34a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69bbdbd4d64f4b" /><Relationship Type="http://schemas.openxmlformats.org/officeDocument/2006/relationships/slideMaster" Target="/ppt/slideMasters/slideMaster1.xml" Id="Radfaa6be56324483" /><Relationship Type="http://schemas.openxmlformats.org/officeDocument/2006/relationships/notesMaster" Target="/ppt/notesMasters/notesMaster1.xml" Id="Reb32e32125a947d6" /><Relationship Type="http://schemas.openxmlformats.org/officeDocument/2006/relationships/presProps" Target="/ppt/presProps.xml" Id="R5f6e74a0dc454bdc" /><Relationship Type="http://schemas.openxmlformats.org/officeDocument/2006/relationships/tableStyles" Target="/ppt/tableStyles.xml" Id="R3d34f9d571a24e8c" /><Relationship Type="http://schemas.openxmlformats.org/officeDocument/2006/relationships/slide" Target="/ppt/slides/slide1.xml" Id="Re3922d1228c34a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42640447e94f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395064880c47e8" /><Relationship Type="http://schemas.openxmlformats.org/officeDocument/2006/relationships/notesMaster" Target="/ppt/notesMasters/notesMaster1.xml" Id="Ra0c13350be8f45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4b40466f4c4b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d78bf541944e8c" /><Relationship Type="http://schemas.openxmlformats.org/officeDocument/2006/relationships/slideLayout" Target="/ppt/slideLayouts/slideLayout1.xml" Id="R28e5f605d2ac4d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e5f605d2ac4d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2077fd5534a4a" /><Relationship Type="http://schemas.openxmlformats.org/officeDocument/2006/relationships/notesSlide" Target="/ppt/notesSlides/notesSlide1.xml" Id="Rf2ce0265aad944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alignment-field-underlay">
            <a:extLst xmlns:a="http://schemas.openxmlformats.org/drawingml/2006/main">
              <a:ext uri="{FF2B5EF4-FFF2-40B4-BE49-F238E27FC236}">
                <a16:creationId xmlns:a16="http://schemas.microsoft.com/office/drawing/2014/main" id="{87BD8BF2-8DAD-4A95-845F-21AF9D1C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609850"/>
            <a:ext cx="9334500" cy="35052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lignment-field">
            <a:extLst xmlns:a="http://schemas.openxmlformats.org/drawingml/2006/main">
              <a:ext uri="{FF2B5EF4-FFF2-40B4-BE49-F238E27FC236}">
                <a16:creationId xmlns:a16="http://schemas.microsoft.com/office/drawing/2014/main" id="{2840110C-AE47-4DCA-B13E-69C6D053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543175"/>
            <a:ext cx="9334500" cy="35052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7FAFE"/>
          </a:solidFill>
          <a:ln xmlns:a="http://schemas.openxmlformats.org/drawingml/2006/main" w="9525">
            <a:solidFill>
              <a:srgbClr val="D3E2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goal-title">
            <a:extLst xmlns:a="http://schemas.openxmlformats.org/drawingml/2006/main">
              <a:ext uri="{FF2B5EF4-FFF2-40B4-BE49-F238E27FC236}">
                <a16:creationId xmlns:a16="http://schemas.microsoft.com/office/drawing/2014/main" id="{79D90D2F-91DA-4477-878E-06E4DC06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17240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1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建设稳定、可复用的智能汇报生产体系</a:t>
            </a:r>
          </a:p>
        </p:txBody>
      </p:sp>
      <p:sp>
        <p:nvSpPr>
          <p:cNvPr id="4" name="goal-body">
            <a:extLst xmlns:a="http://schemas.openxmlformats.org/drawingml/2006/main">
              <a:ext uri="{FF2B5EF4-FFF2-40B4-BE49-F238E27FC236}">
                <a16:creationId xmlns:a16="http://schemas.microsoft.com/office/drawing/2014/main" id="{138236BF-FE7F-404B-93CB-51795F99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2076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让固定场景中的演示文稿更可靠、更高效、更易维护</a:t>
            </a:r>
          </a:p>
        </p:txBody>
      </p:sp>
      <p:sp>
        <p:nvSpPr>
          <p:cNvPr id="5" name="alignment-accent">
            <a:extLst xmlns:a="http://schemas.openxmlformats.org/drawingml/2006/main">
              <a:ext uri="{FF2B5EF4-FFF2-40B4-BE49-F238E27FC236}">
                <a16:creationId xmlns:a16="http://schemas.microsoft.com/office/drawing/2014/main" id="{77483F6A-8DF7-4BBB-AA82-47C049C5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543175"/>
            <a:ext cx="9334500" cy="666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72000">
                <a:srgbClr val="4C88E8"/>
              </a:gs>
              <a:gs pos="100000">
                <a:srgbClr val="78AEE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6" name="metric-band-underlay">
            <a:extLst xmlns:a="http://schemas.openxmlformats.org/drawingml/2006/main">
              <a:ext uri="{FF2B5EF4-FFF2-40B4-BE49-F238E27FC236}">
                <a16:creationId xmlns:a16="http://schemas.microsoft.com/office/drawing/2014/main" id="{0E00589C-2397-4C13-AD58-AC5E90CD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972050"/>
            <a:ext cx="89916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6E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ategy-1-order-disc">
            <a:extLst xmlns:a="http://schemas.openxmlformats.org/drawingml/2006/main">
              <a:ext uri="{FF2B5EF4-FFF2-40B4-BE49-F238E27FC236}">
                <a16:creationId xmlns:a16="http://schemas.microsoft.com/office/drawing/2014/main" id="{240A29A1-3B6E-48CE-A450-6D0D7B52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7274" y="27527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5E5F8"/>
            </a:solidFill>
            <a:prstDash val="solid"/>
          </a:ln>
        </p:spPr>
      </p:sp>
      <p:sp>
        <p:nvSpPr>
          <p:cNvPr id="8" name="strategy-1-order-core">
            <a:extLst xmlns:a="http://schemas.openxmlformats.org/drawingml/2006/main">
              <a:ext uri="{FF2B5EF4-FFF2-40B4-BE49-F238E27FC236}">
                <a16:creationId xmlns:a16="http://schemas.microsoft.com/office/drawing/2014/main" id="{EC23630A-414A-46F0-A815-92586556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3949" y="2819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9" name="strategy-1-order">
            <a:extLst xmlns:a="http://schemas.openxmlformats.org/drawingml/2006/main">
              <a:ext uri="{FF2B5EF4-FFF2-40B4-BE49-F238E27FC236}">
                <a16:creationId xmlns:a16="http://schemas.microsoft.com/office/drawing/2014/main" id="{42DDC343-74E4-484F-B176-B6C158BF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3949" y="28194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strategy-1-title">
            <a:extLst xmlns:a="http://schemas.openxmlformats.org/drawingml/2006/main">
              <a:ext uri="{FF2B5EF4-FFF2-40B4-BE49-F238E27FC236}">
                <a16:creationId xmlns:a16="http://schemas.microsoft.com/office/drawing/2014/main" id="{AF6672A8-A0FA-42BF-BE3C-D0017F25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3324225"/>
            <a:ext cx="269229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4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内容标准化</a:t>
            </a:r>
          </a:p>
        </p:txBody>
      </p:sp>
      <p:sp>
        <p:nvSpPr>
          <p:cNvPr id="11" name="strategy-1-body">
            <a:extLst xmlns:a="http://schemas.openxmlformats.org/drawingml/2006/main">
              <a:ext uri="{FF2B5EF4-FFF2-40B4-BE49-F238E27FC236}">
                <a16:creationId xmlns:a16="http://schemas.microsoft.com/office/drawing/2014/main" id="{2D1A6835-E8CE-45F7-A009-C3255016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3752850"/>
            <a:ext cx="2425598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700" b="0" i="0">
                <a:solidFill>
                  <a:srgbClr val="4C5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C5F75"/>
                </a:solidFill>
                <a:latin typeface="Microsoft YaHei"/>
                <a:ea typeface="Microsoft YaHei"/>
                <a:cs typeface="Microsoft YaHei"/>
              </a:rPr>
              <a:t>把原稿拆成稳定字段，保留真实逻辑并控制每页信息密度。</a:t>
            </a:r>
          </a:p>
        </p:txBody>
      </p:sp>
      <p:sp>
        <p:nvSpPr>
          <p:cNvPr id="12" name="strategy-2-divider">
            <a:extLst xmlns:a="http://schemas.openxmlformats.org/drawingml/2006/main">
              <a:ext uri="{FF2B5EF4-FFF2-40B4-BE49-F238E27FC236}">
                <a16:creationId xmlns:a16="http://schemas.microsoft.com/office/drawing/2014/main" id="{822F87D5-951A-4D0F-8497-EB3A73D4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0148" y="2838450"/>
            <a:ext cx="9525" cy="183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rategy-2-order-disc">
            <a:extLst xmlns:a="http://schemas.openxmlformats.org/drawingml/2006/main">
              <a:ext uri="{FF2B5EF4-FFF2-40B4-BE49-F238E27FC236}">
                <a16:creationId xmlns:a16="http://schemas.microsoft.com/office/drawing/2014/main" id="{62F02AFA-ED02-4E40-9759-74AA0799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673" y="27527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5E5F8"/>
            </a:solidFill>
            <a:prstDash val="solid"/>
          </a:ln>
        </p:spPr>
      </p:sp>
      <p:sp>
        <p:nvSpPr>
          <p:cNvPr id="14" name="strategy-2-order-core">
            <a:extLst xmlns:a="http://schemas.openxmlformats.org/drawingml/2006/main">
              <a:ext uri="{FF2B5EF4-FFF2-40B4-BE49-F238E27FC236}">
                <a16:creationId xmlns:a16="http://schemas.microsoft.com/office/drawing/2014/main" id="{66C90225-DF36-4FE0-A4A1-B4F69B6C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348" y="2819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5" name="strategy-2-order">
            <a:extLst xmlns:a="http://schemas.openxmlformats.org/drawingml/2006/main">
              <a:ext uri="{FF2B5EF4-FFF2-40B4-BE49-F238E27FC236}">
                <a16:creationId xmlns:a16="http://schemas.microsoft.com/office/drawing/2014/main" id="{CF60B726-6D48-468C-B6DF-ADA64421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348" y="28194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strategy-2-title">
            <a:extLst xmlns:a="http://schemas.openxmlformats.org/drawingml/2006/main">
              <a:ext uri="{FF2B5EF4-FFF2-40B4-BE49-F238E27FC236}">
                <a16:creationId xmlns:a16="http://schemas.microsoft.com/office/drawing/2014/main" id="{4CDBA891-DE52-4CE2-B336-2FCF42C2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9698" y="3324225"/>
            <a:ext cx="269245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4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视觉资产化</a:t>
            </a:r>
          </a:p>
        </p:txBody>
      </p:sp>
      <p:sp>
        <p:nvSpPr>
          <p:cNvPr id="17" name="strategy-2-body">
            <a:extLst xmlns:a="http://schemas.openxmlformats.org/drawingml/2006/main">
              <a:ext uri="{FF2B5EF4-FFF2-40B4-BE49-F238E27FC236}">
                <a16:creationId xmlns:a16="http://schemas.microsoft.com/office/drawing/2014/main" id="{047F8022-F62E-4791-92F3-D5DA92FF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3048" y="3752850"/>
            <a:ext cx="2425751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700" b="0" i="0">
                <a:solidFill>
                  <a:srgbClr val="4C5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C5F75"/>
                </a:solidFill>
                <a:latin typeface="Microsoft YaHei"/>
                <a:ea typeface="Microsoft YaHei"/>
                <a:cs typeface="Microsoft YaHei"/>
              </a:rPr>
              <a:t>把常用逻辑固化为组件，统一字号、版心与连接语法。</a:t>
            </a:r>
          </a:p>
        </p:txBody>
      </p:sp>
      <p:sp>
        <p:nvSpPr>
          <p:cNvPr id="18" name="strategy-3-divider">
            <a:extLst xmlns:a="http://schemas.openxmlformats.org/drawingml/2006/main">
              <a:ext uri="{FF2B5EF4-FFF2-40B4-BE49-F238E27FC236}">
                <a16:creationId xmlns:a16="http://schemas.microsoft.com/office/drawing/2014/main" id="{6B2D5578-0D40-4703-B64B-FF4B9A9F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1699" y="2838450"/>
            <a:ext cx="9525" cy="183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rategy-3-order-disc">
            <a:extLst xmlns:a="http://schemas.openxmlformats.org/drawingml/2006/main">
              <a:ext uri="{FF2B5EF4-FFF2-40B4-BE49-F238E27FC236}">
                <a16:creationId xmlns:a16="http://schemas.microsoft.com/office/drawing/2014/main" id="{DD7643B4-D2A9-47C7-81A4-CE9CA366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0223" y="27527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5E5F8"/>
            </a:solidFill>
            <a:prstDash val="solid"/>
          </a:ln>
        </p:spPr>
      </p:sp>
      <p:sp>
        <p:nvSpPr>
          <p:cNvPr id="20" name="strategy-3-order-core">
            <a:extLst xmlns:a="http://schemas.openxmlformats.org/drawingml/2006/main">
              <a:ext uri="{FF2B5EF4-FFF2-40B4-BE49-F238E27FC236}">
                <a16:creationId xmlns:a16="http://schemas.microsoft.com/office/drawing/2014/main" id="{2EEA5F5A-B374-49C1-95C4-0694FA73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6898" y="2819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1" name="strategy-3-order">
            <a:extLst xmlns:a="http://schemas.openxmlformats.org/drawingml/2006/main">
              <a:ext uri="{FF2B5EF4-FFF2-40B4-BE49-F238E27FC236}">
                <a16:creationId xmlns:a16="http://schemas.microsoft.com/office/drawing/2014/main" id="{8EA335A6-717D-4D93-BADA-690D394B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6898" y="28194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strategy-3-title">
            <a:extLst xmlns:a="http://schemas.openxmlformats.org/drawingml/2006/main">
              <a:ext uri="{FF2B5EF4-FFF2-40B4-BE49-F238E27FC236}">
                <a16:creationId xmlns:a16="http://schemas.microsoft.com/office/drawing/2014/main" id="{E9011CC9-8A22-4CCC-8D51-E09EE9D7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1249" y="3324225"/>
            <a:ext cx="269229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4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生成工程化</a:t>
            </a:r>
          </a:p>
        </p:txBody>
      </p:sp>
      <p:sp>
        <p:nvSpPr>
          <p:cNvPr id="23" name="strategy-3-body">
            <a:extLst xmlns:a="http://schemas.openxmlformats.org/drawingml/2006/main">
              <a:ext uri="{FF2B5EF4-FFF2-40B4-BE49-F238E27FC236}">
                <a16:creationId xmlns:a16="http://schemas.microsoft.com/office/drawing/2014/main" id="{D3344F7A-A165-459F-8F8F-6E5DF1DD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4599" y="3752850"/>
            <a:ext cx="2425598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700" b="0" i="0">
                <a:solidFill>
                  <a:srgbClr val="4C5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C5F75"/>
                </a:solidFill>
                <a:latin typeface="Microsoft YaHei"/>
                <a:ea typeface="Microsoft YaHei"/>
                <a:cs typeface="Microsoft YaHei"/>
              </a:rPr>
              <a:t>确定性排版交付，保证结果稳定、可编辑、可重复。</a:t>
            </a:r>
          </a:p>
        </p:txBody>
      </p:sp>
      <p:sp>
        <p:nvSpPr>
          <p:cNvPr id="24" name="metric-band">
            <a:extLst xmlns:a="http://schemas.openxmlformats.org/drawingml/2006/main">
              <a:ext uri="{FF2B5EF4-FFF2-40B4-BE49-F238E27FC236}">
                <a16:creationId xmlns:a16="http://schemas.microsoft.com/office/drawing/2014/main" id="{AAB82A42-35FC-4D0B-A941-42F2DC14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905375"/>
            <a:ext cx="89916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9F2FC"/>
          </a:solidFill>
          <a:ln xmlns:a="http://schemas.openxmlformats.org/drawingml/2006/main" w="9525">
            <a:solidFill>
              <a:srgbClr val="C9DCEF"/>
            </a:solidFill>
            <a:prstDash val="solid"/>
          </a:ln>
        </p:spPr>
      </p:sp>
      <p:sp>
        <p:nvSpPr>
          <p:cNvPr id="25" name="metric-band-accent">
            <a:extLst xmlns:a="http://schemas.openxmlformats.org/drawingml/2006/main">
              <a:ext uri="{FF2B5EF4-FFF2-40B4-BE49-F238E27FC236}">
                <a16:creationId xmlns:a16="http://schemas.microsoft.com/office/drawing/2014/main" id="{1EE47D42-D06B-4E98-82E9-2753380E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905375"/>
            <a:ext cx="8991600" cy="571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971B7"/>
              </a:gs>
              <a:gs pos="100000">
                <a:srgbClr val="78AEE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6" name="strategy-1-metric-1-value">
            <a:extLst xmlns:a="http://schemas.openxmlformats.org/drawingml/2006/main">
              <a:ext uri="{FF2B5EF4-FFF2-40B4-BE49-F238E27FC236}">
                <a16:creationId xmlns:a16="http://schemas.microsoft.com/office/drawing/2014/main" id="{24BD8BD2-8666-4D22-B040-921C7227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5057775"/>
            <a:ext cx="1250899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500"/>
              </a:lnSpc>
              <a:buNone/>
              <a:defRPr sz="19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≥95%</a:t>
            </a:r>
          </a:p>
        </p:txBody>
      </p:sp>
      <p:sp>
        <p:nvSpPr>
          <p:cNvPr id="27" name="strategy-1-metric-1-label">
            <a:extLst xmlns:a="http://schemas.openxmlformats.org/drawingml/2006/main">
              <a:ext uri="{FF2B5EF4-FFF2-40B4-BE49-F238E27FC236}">
                <a16:creationId xmlns:a16="http://schemas.microsoft.com/office/drawing/2014/main" id="{2C3A116F-E3C7-4188-907A-E25C728B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5419725"/>
            <a:ext cx="125089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结构化通过率</a:t>
            </a:r>
          </a:p>
        </p:txBody>
      </p:sp>
      <p:sp>
        <p:nvSpPr>
          <p:cNvPr id="28" name="strategy-1-metric-divider">
            <a:extLst xmlns:a="http://schemas.openxmlformats.org/drawingml/2006/main">
              <a:ext uri="{FF2B5EF4-FFF2-40B4-BE49-F238E27FC236}">
                <a16:creationId xmlns:a16="http://schemas.microsoft.com/office/drawing/2014/main" id="{2B126422-7C03-4CAC-A9D6-FD9EE09A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6849" y="5124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trategy-1-metric-2-value">
            <a:extLst xmlns:a="http://schemas.openxmlformats.org/drawingml/2006/main">
              <a:ext uri="{FF2B5EF4-FFF2-40B4-BE49-F238E27FC236}">
                <a16:creationId xmlns:a16="http://schemas.microsoft.com/office/drawing/2014/main" id="{4D56A023-73F5-4015-A8C8-AF38307B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4474" y="5057775"/>
            <a:ext cx="1250899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500"/>
              </a:lnSpc>
              <a:buNone/>
              <a:defRPr sz="19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 项</a:t>
            </a:r>
          </a:p>
        </p:txBody>
      </p:sp>
      <p:sp>
        <p:nvSpPr>
          <p:cNvPr id="30" name="strategy-1-metric-2-label">
            <a:extLst xmlns:a="http://schemas.openxmlformats.org/drawingml/2006/main">
              <a:ext uri="{FF2B5EF4-FFF2-40B4-BE49-F238E27FC236}">
                <a16:creationId xmlns:a16="http://schemas.microsoft.com/office/drawing/2014/main" id="{7FD0D5C3-A4A6-454F-B85E-AEB57C72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4474" y="5419725"/>
            <a:ext cx="125089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信息遗漏</a:t>
            </a:r>
          </a:p>
        </p:txBody>
      </p:sp>
      <p:sp>
        <p:nvSpPr>
          <p:cNvPr id="31" name="strategy-2-foundation-divider">
            <a:extLst xmlns:a="http://schemas.openxmlformats.org/drawingml/2006/main">
              <a:ext uri="{FF2B5EF4-FFF2-40B4-BE49-F238E27FC236}">
                <a16:creationId xmlns:a16="http://schemas.microsoft.com/office/drawing/2014/main" id="{49E89A75-B402-4221-95E0-C129C01E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7298" y="507682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trategy-2-metric-1-value">
            <a:extLst xmlns:a="http://schemas.openxmlformats.org/drawingml/2006/main">
              <a:ext uri="{FF2B5EF4-FFF2-40B4-BE49-F238E27FC236}">
                <a16:creationId xmlns:a16="http://schemas.microsoft.com/office/drawing/2014/main" id="{A1F277C4-05C0-43E6-9D5A-72A32D7C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9223" y="5057775"/>
            <a:ext cx="1250899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500"/>
              </a:lnSpc>
              <a:buNone/>
              <a:defRPr sz="19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≥80%</a:t>
            </a:r>
          </a:p>
        </p:txBody>
      </p:sp>
      <p:sp>
        <p:nvSpPr>
          <p:cNvPr id="33" name="strategy-2-metric-1-label">
            <a:extLst xmlns:a="http://schemas.openxmlformats.org/drawingml/2006/main">
              <a:ext uri="{FF2B5EF4-FFF2-40B4-BE49-F238E27FC236}">
                <a16:creationId xmlns:a16="http://schemas.microsoft.com/office/drawing/2014/main" id="{BD236BC2-BC5E-4DE0-93E5-7AF40251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9223" y="5419725"/>
            <a:ext cx="125089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核心逻辑覆盖</a:t>
            </a:r>
          </a:p>
        </p:txBody>
      </p:sp>
      <p:sp>
        <p:nvSpPr>
          <p:cNvPr id="34" name="strategy-2-metric-divider">
            <a:extLst xmlns:a="http://schemas.openxmlformats.org/drawingml/2006/main">
              <a:ext uri="{FF2B5EF4-FFF2-40B4-BE49-F238E27FC236}">
                <a16:creationId xmlns:a16="http://schemas.microsoft.com/office/drawing/2014/main" id="{7D5C06C9-EC69-4F52-A857-DC86F1C9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3948" y="5124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trategy-2-metric-2-value">
            <a:extLst xmlns:a="http://schemas.openxmlformats.org/drawingml/2006/main">
              <a:ext uri="{FF2B5EF4-FFF2-40B4-BE49-F238E27FC236}">
                <a16:creationId xmlns:a16="http://schemas.microsoft.com/office/drawing/2014/main" id="{A4D3D5C9-448C-4E4B-9A49-50040F5D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573" y="5057775"/>
            <a:ext cx="125105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500"/>
              </a:lnSpc>
              <a:buNone/>
              <a:defRPr sz="19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≤1 轮</a:t>
            </a:r>
          </a:p>
        </p:txBody>
      </p:sp>
      <p:sp>
        <p:nvSpPr>
          <p:cNvPr id="36" name="strategy-2-metric-2-label">
            <a:extLst xmlns:a="http://schemas.openxmlformats.org/drawingml/2006/main">
              <a:ext uri="{FF2B5EF4-FFF2-40B4-BE49-F238E27FC236}">
                <a16:creationId xmlns:a16="http://schemas.microsoft.com/office/drawing/2014/main" id="{5AFA6620-6A82-440A-A908-533706E8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573" y="5419725"/>
            <a:ext cx="125105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人工返修</a:t>
            </a:r>
          </a:p>
        </p:txBody>
      </p:sp>
      <p:sp>
        <p:nvSpPr>
          <p:cNvPr id="37" name="strategy-3-foundation-divider">
            <a:extLst xmlns:a="http://schemas.openxmlformats.org/drawingml/2006/main">
              <a:ext uri="{FF2B5EF4-FFF2-40B4-BE49-F238E27FC236}">
                <a16:creationId xmlns:a16="http://schemas.microsoft.com/office/drawing/2014/main" id="{CF2F9722-7A1C-4A9E-93A9-C57F5461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4549" y="507682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trategy-3-metric-1-value">
            <a:extLst xmlns:a="http://schemas.openxmlformats.org/drawingml/2006/main">
              <a:ext uri="{FF2B5EF4-FFF2-40B4-BE49-F238E27FC236}">
                <a16:creationId xmlns:a16="http://schemas.microsoft.com/office/drawing/2014/main" id="{59178EAB-B2D5-4501-8D0C-114C4533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6474" y="5057775"/>
            <a:ext cx="1250899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500"/>
              </a:lnSpc>
              <a:buNone/>
              <a:defRPr sz="19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10分钟</a:t>
            </a:r>
          </a:p>
        </p:txBody>
      </p:sp>
      <p:sp>
        <p:nvSpPr>
          <p:cNvPr id="39" name="strategy-3-metric-1-label">
            <a:extLst xmlns:a="http://schemas.openxmlformats.org/drawingml/2006/main">
              <a:ext uri="{FF2B5EF4-FFF2-40B4-BE49-F238E27FC236}">
                <a16:creationId xmlns:a16="http://schemas.microsoft.com/office/drawing/2014/main" id="{90750D0A-9555-452D-99BF-9E2C1B85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6474" y="5419725"/>
            <a:ext cx="125089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单稿生成</a:t>
            </a:r>
          </a:p>
        </p:txBody>
      </p:sp>
      <p:sp>
        <p:nvSpPr>
          <p:cNvPr id="40" name="strategy-3-metric-divider">
            <a:extLst xmlns:a="http://schemas.openxmlformats.org/drawingml/2006/main">
              <a:ext uri="{FF2B5EF4-FFF2-40B4-BE49-F238E27FC236}">
                <a16:creationId xmlns:a16="http://schemas.microsoft.com/office/drawing/2014/main" id="{672BD4FE-E87E-498C-9BC8-7F5DB793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1198" y="5124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trategy-3-metric-2-value">
            <a:extLst xmlns:a="http://schemas.openxmlformats.org/drawingml/2006/main">
              <a:ext uri="{FF2B5EF4-FFF2-40B4-BE49-F238E27FC236}">
                <a16:creationId xmlns:a16="http://schemas.microsoft.com/office/drawing/2014/main" id="{E18F7BFC-714B-428C-98BB-37323364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8823" y="5057775"/>
            <a:ext cx="1250899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500"/>
              </a:lnSpc>
              <a:buNone/>
              <a:defRPr sz="19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42" name="strategy-3-metric-2-label">
            <a:extLst xmlns:a="http://schemas.openxmlformats.org/drawingml/2006/main">
              <a:ext uri="{FF2B5EF4-FFF2-40B4-BE49-F238E27FC236}">
                <a16:creationId xmlns:a16="http://schemas.microsoft.com/office/drawing/2014/main" id="{C3E8D54C-529A-4457-8D4E-7E9E3F2E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8823" y="5419725"/>
            <a:ext cx="125089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对象可编辑率</a:t>
            </a:r>
          </a:p>
        </p:txBody>
      </p:sp>
    </p:spTree>
    <p:extLst>
      <p:ext uri="{BB962C8B-B14F-4D97-AF65-F5344CB8AC3E}">
        <p14:creationId xmlns:p14="http://schemas.microsoft.com/office/powerpoint/2010/main" val="1205647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2026-08-23T16:10:23.4190000Z</dcterms:created>
  <dcterms:modified xsi:type="dcterms:W3CDTF">2026-08-23T16:10:23.4190000Z</dcterms:modified>
</coreProperties>
</file>