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a871d259ee4315" /><Relationship Type="http://schemas.openxmlformats.org/officeDocument/2006/relationships/extended-properties" Target="/docProps/app.xml" Id="Rf1b8dd9b74fc45f5" /><Relationship Type="http://schemas.openxmlformats.org/officeDocument/2006/relationships/officeDocument" Target="/ppt/presentation.xml" Id="Rc9b207412d724a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f6780d5a354b2f"/>
  </p:sldMasterIdLst>
  <p:notesMasterIdLst>
    <p:notesMasterId xmlns:r="http://schemas.openxmlformats.org/officeDocument/2006/relationships" r:id="R25e319920fef4607"/>
  </p:notesMasterIdLst>
  <p:sldIdLst>
    <p:sldId xmlns:r="http://schemas.openxmlformats.org/officeDocument/2006/relationships" id="256" r:id="R5960d4f7791c40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627b58961c4450" /><Relationship Type="http://schemas.openxmlformats.org/officeDocument/2006/relationships/slideMaster" Target="/ppt/slideMasters/slideMaster1.xml" Id="R98f6780d5a354b2f" /><Relationship Type="http://schemas.openxmlformats.org/officeDocument/2006/relationships/notesMaster" Target="/ppt/notesMasters/notesMaster1.xml" Id="R25e319920fef4607" /><Relationship Type="http://schemas.openxmlformats.org/officeDocument/2006/relationships/presProps" Target="/ppt/presProps.xml" Id="Rf4f9c3aa95854c2c" /><Relationship Type="http://schemas.openxmlformats.org/officeDocument/2006/relationships/tableStyles" Target="/ppt/tableStyles.xml" Id="R8ca0fe6840254065" /><Relationship Type="http://schemas.openxmlformats.org/officeDocument/2006/relationships/slide" Target="/ppt/slides/slide1.xml" Id="R5960d4f7791c40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095c58f8c646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629550d2fb4669" /><Relationship Type="http://schemas.openxmlformats.org/officeDocument/2006/relationships/notesMaster" Target="/ppt/notesMasters/notesMaster1.xml" Id="Rca5b40102c8749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2946ad4cb048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aed4dc45d441d8" /><Relationship Type="http://schemas.openxmlformats.org/officeDocument/2006/relationships/slideLayout" Target="/ppt/slideLayouts/slideLayout1.xml" Id="R905cb5c8ca1246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5cb5c8ca1246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3f7a53aa64546" /><Relationship Type="http://schemas.openxmlformats.org/officeDocument/2006/relationships/notesSlide" Target="/ppt/notesSlides/notesSlide1.xml" Id="R6aa9a05a6cf141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alignment-field-underlay">
            <a:extLst xmlns:a="http://schemas.openxmlformats.org/drawingml/2006/main">
              <a:ext uri="{FF2B5EF4-FFF2-40B4-BE49-F238E27FC236}">
                <a16:creationId xmlns:a16="http://schemas.microsoft.com/office/drawing/2014/main" id="{5C87AB8C-DAF1-4A56-A294-EA52C28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2609850"/>
            <a:ext cx="9334500" cy="35052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lignment-field">
            <a:extLst xmlns:a="http://schemas.openxmlformats.org/drawingml/2006/main">
              <a:ext uri="{FF2B5EF4-FFF2-40B4-BE49-F238E27FC236}">
                <a16:creationId xmlns:a16="http://schemas.microsoft.com/office/drawing/2014/main" id="{ACD3CEB5-3754-47B7-B11A-F5D9BE50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2543175"/>
            <a:ext cx="9334500" cy="35052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7FAFE"/>
          </a:solidFill>
          <a:ln xmlns:a="http://schemas.openxmlformats.org/drawingml/2006/main" w="9525">
            <a:solidFill>
              <a:srgbClr val="D3E2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" name="goal-title">
            <a:extLst xmlns:a="http://schemas.openxmlformats.org/drawingml/2006/main">
              <a:ext uri="{FF2B5EF4-FFF2-40B4-BE49-F238E27FC236}">
                <a16:creationId xmlns:a16="http://schemas.microsoft.com/office/drawing/2014/main" id="{16715135-7346-496A-92F1-AE3EA4BC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1715691"/>
            <a:ext cx="7620000" cy="2986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建设稳定、可复用的智能汇报生产体系</a:t>
            </a:r>
          </a:p>
        </p:txBody>
      </p:sp>
      <p:sp>
        <p:nvSpPr>
          <p:cNvPr id="4" name="goal-body">
            <a:extLst xmlns:a="http://schemas.openxmlformats.org/drawingml/2006/main">
              <a:ext uri="{FF2B5EF4-FFF2-40B4-BE49-F238E27FC236}">
                <a16:creationId xmlns:a16="http://schemas.microsoft.com/office/drawing/2014/main" id="{5E4504E8-1D9A-4E30-9D49-F05CB20C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2062010"/>
            <a:ext cx="7620000" cy="2418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让固定场景中的演示文稿更可靠、更高效、更易维护</a:t>
            </a:r>
          </a:p>
        </p:txBody>
      </p:sp>
      <p:sp>
        <p:nvSpPr>
          <p:cNvPr id="5" name="alignment-accent">
            <a:extLst xmlns:a="http://schemas.openxmlformats.org/drawingml/2006/main">
              <a:ext uri="{FF2B5EF4-FFF2-40B4-BE49-F238E27FC236}">
                <a16:creationId xmlns:a16="http://schemas.microsoft.com/office/drawing/2014/main" id="{EC4CD132-B19D-4980-B290-29E8BEBA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2543175"/>
            <a:ext cx="9334500" cy="6667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2F5EA8"/>
              </a:gs>
              <a:gs pos="72000">
                <a:srgbClr val="4C88E8"/>
              </a:gs>
              <a:gs pos="100000">
                <a:srgbClr val="78AE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6" name="metric-band-underlay">
            <a:extLst xmlns:a="http://schemas.openxmlformats.org/drawingml/2006/main">
              <a:ext uri="{FF2B5EF4-FFF2-40B4-BE49-F238E27FC236}">
                <a16:creationId xmlns:a16="http://schemas.microsoft.com/office/drawing/2014/main" id="{AB0DCB68-4A78-41B3-A0F5-58980204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4972050"/>
            <a:ext cx="8991600" cy="9525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D6E5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rategy-1-order-disc">
            <a:extLst xmlns:a="http://schemas.openxmlformats.org/drawingml/2006/main">
              <a:ext uri="{FF2B5EF4-FFF2-40B4-BE49-F238E27FC236}">
                <a16:creationId xmlns:a16="http://schemas.microsoft.com/office/drawing/2014/main" id="{55437F10-2CED-4670-9FEF-CFC5F3DC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7274" y="27527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5E5F8"/>
            </a:solidFill>
            <a:prstDash val="solid"/>
          </a:ln>
        </p:spPr>
      </p:sp>
      <p:sp>
        <p:nvSpPr>
          <p:cNvPr id="8" name="strategy-1-order-core">
            <a:extLst xmlns:a="http://schemas.openxmlformats.org/drawingml/2006/main">
              <a:ext uri="{FF2B5EF4-FFF2-40B4-BE49-F238E27FC236}">
                <a16:creationId xmlns:a16="http://schemas.microsoft.com/office/drawing/2014/main" id="{B77559F7-3325-48E6-9EE8-6D202652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93949" y="2819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9" name="strategy-1-order">
            <a:extLst xmlns:a="http://schemas.openxmlformats.org/drawingml/2006/main">
              <a:ext uri="{FF2B5EF4-FFF2-40B4-BE49-F238E27FC236}">
                <a16:creationId xmlns:a16="http://schemas.microsoft.com/office/drawing/2014/main" id="{91CA3603-89ED-4B5A-A656-42B1969D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93949" y="28194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strategy-1-title">
            <a:extLst xmlns:a="http://schemas.openxmlformats.org/drawingml/2006/main">
              <a:ext uri="{FF2B5EF4-FFF2-40B4-BE49-F238E27FC236}">
                <a16:creationId xmlns:a16="http://schemas.microsoft.com/office/drawing/2014/main" id="{0E1BA1E0-D9D0-4F68-8173-6157F9E9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71650" y="3384204"/>
            <a:ext cx="2425598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内容标准化</a:t>
            </a:r>
          </a:p>
        </p:txBody>
      </p:sp>
      <p:sp>
        <p:nvSpPr>
          <p:cNvPr id="11" name="strategy-1-body">
            <a:extLst xmlns:a="http://schemas.openxmlformats.org/drawingml/2006/main">
              <a:ext uri="{FF2B5EF4-FFF2-40B4-BE49-F238E27FC236}">
                <a16:creationId xmlns:a16="http://schemas.microsoft.com/office/drawing/2014/main" id="{BA0096F5-DD47-4520-8FAF-A002E9D4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71650" y="3786035"/>
            <a:ext cx="2425598" cy="9068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把原稿拆成稳定字段，保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留真实逻辑并控制每页信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息密度。</a:t>
            </a:r>
          </a:p>
        </p:txBody>
      </p:sp>
      <p:sp>
        <p:nvSpPr>
          <p:cNvPr id="12" name="strategy-2-divider">
            <a:extLst xmlns:a="http://schemas.openxmlformats.org/drawingml/2006/main">
              <a:ext uri="{FF2B5EF4-FFF2-40B4-BE49-F238E27FC236}">
                <a16:creationId xmlns:a16="http://schemas.microsoft.com/office/drawing/2014/main" id="{88E3F8F4-35B2-414D-903B-0740FEC6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0148" y="2838450"/>
            <a:ext cx="95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D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rategy-2-order-disc">
            <a:extLst xmlns:a="http://schemas.openxmlformats.org/drawingml/2006/main">
              <a:ext uri="{FF2B5EF4-FFF2-40B4-BE49-F238E27FC236}">
                <a16:creationId xmlns:a16="http://schemas.microsoft.com/office/drawing/2014/main" id="{F21195CB-2E4A-41E0-A5DA-6D0405A7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38673" y="27527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5E5F8"/>
            </a:solidFill>
            <a:prstDash val="solid"/>
          </a:ln>
        </p:spPr>
      </p:sp>
      <p:sp>
        <p:nvSpPr>
          <p:cNvPr id="14" name="strategy-2-order-core">
            <a:extLst xmlns:a="http://schemas.openxmlformats.org/drawingml/2006/main">
              <a:ext uri="{FF2B5EF4-FFF2-40B4-BE49-F238E27FC236}">
                <a16:creationId xmlns:a16="http://schemas.microsoft.com/office/drawing/2014/main" id="{E101A306-D1A8-40F6-8D67-8A4D68CD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348" y="2819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5" name="strategy-2-order">
            <a:extLst xmlns:a="http://schemas.openxmlformats.org/drawingml/2006/main">
              <a:ext uri="{FF2B5EF4-FFF2-40B4-BE49-F238E27FC236}">
                <a16:creationId xmlns:a16="http://schemas.microsoft.com/office/drawing/2014/main" id="{D1046B78-2D71-478F-95D7-EBB4D106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348" y="28194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strategy-2-title">
            <a:extLst xmlns:a="http://schemas.openxmlformats.org/drawingml/2006/main">
              <a:ext uri="{FF2B5EF4-FFF2-40B4-BE49-F238E27FC236}">
                <a16:creationId xmlns:a16="http://schemas.microsoft.com/office/drawing/2014/main" id="{7487A251-7EB0-4E73-92EB-6604FDAC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83048" y="3384204"/>
            <a:ext cx="2425751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视觉资产化</a:t>
            </a:r>
          </a:p>
        </p:txBody>
      </p:sp>
      <p:sp>
        <p:nvSpPr>
          <p:cNvPr id="17" name="strategy-2-body">
            <a:extLst xmlns:a="http://schemas.openxmlformats.org/drawingml/2006/main">
              <a:ext uri="{FF2B5EF4-FFF2-40B4-BE49-F238E27FC236}">
                <a16:creationId xmlns:a16="http://schemas.microsoft.com/office/drawing/2014/main" id="{05878A9F-1E70-4DA7-B1FD-EB077849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83048" y="3786035"/>
            <a:ext cx="2425751" cy="9068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把常用逻辑固化为组件，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统一字号、版心与连接语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法。</a:t>
            </a:r>
          </a:p>
        </p:txBody>
      </p:sp>
      <p:sp>
        <p:nvSpPr>
          <p:cNvPr id="18" name="strategy-3-divider">
            <a:extLst xmlns:a="http://schemas.openxmlformats.org/drawingml/2006/main">
              <a:ext uri="{FF2B5EF4-FFF2-40B4-BE49-F238E27FC236}">
                <a16:creationId xmlns:a16="http://schemas.microsoft.com/office/drawing/2014/main" id="{6C47D638-F11A-4E26-BBC7-517A27C8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1699" y="2838450"/>
            <a:ext cx="95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D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rategy-3-order-disc">
            <a:extLst xmlns:a="http://schemas.openxmlformats.org/drawingml/2006/main">
              <a:ext uri="{FF2B5EF4-FFF2-40B4-BE49-F238E27FC236}">
                <a16:creationId xmlns:a16="http://schemas.microsoft.com/office/drawing/2014/main" id="{C1D782CB-E6EB-4D89-A648-3B7E4B2A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0223" y="27527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5E5F8"/>
            </a:solidFill>
            <a:prstDash val="solid"/>
          </a:ln>
        </p:spPr>
      </p:sp>
      <p:sp>
        <p:nvSpPr>
          <p:cNvPr id="20" name="strategy-3-order-core">
            <a:extLst xmlns:a="http://schemas.openxmlformats.org/drawingml/2006/main">
              <a:ext uri="{FF2B5EF4-FFF2-40B4-BE49-F238E27FC236}">
                <a16:creationId xmlns:a16="http://schemas.microsoft.com/office/drawing/2014/main" id="{9217EF40-81E9-448B-A1E5-D220FA60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6898" y="2819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1" name="strategy-3-order">
            <a:extLst xmlns:a="http://schemas.openxmlformats.org/drawingml/2006/main">
              <a:ext uri="{FF2B5EF4-FFF2-40B4-BE49-F238E27FC236}">
                <a16:creationId xmlns:a16="http://schemas.microsoft.com/office/drawing/2014/main" id="{E6AA2E14-2A98-4A9A-BCB6-DA59D733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6898" y="28194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strategy-3-title">
            <a:extLst xmlns:a="http://schemas.openxmlformats.org/drawingml/2006/main">
              <a:ext uri="{FF2B5EF4-FFF2-40B4-BE49-F238E27FC236}">
                <a16:creationId xmlns:a16="http://schemas.microsoft.com/office/drawing/2014/main" id="{5EFBFC26-A2FB-400D-970F-7E88F64C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94599" y="3384204"/>
            <a:ext cx="2425598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生成工程化</a:t>
            </a:r>
          </a:p>
        </p:txBody>
      </p:sp>
      <p:sp>
        <p:nvSpPr>
          <p:cNvPr id="23" name="strategy-3-body">
            <a:extLst xmlns:a="http://schemas.openxmlformats.org/drawingml/2006/main">
              <a:ext uri="{FF2B5EF4-FFF2-40B4-BE49-F238E27FC236}">
                <a16:creationId xmlns:a16="http://schemas.microsoft.com/office/drawing/2014/main" id="{9AEAEA64-88E9-4F66-88DC-EF78378E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94599" y="3786035"/>
            <a:ext cx="2425598" cy="9068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确定性排版交付，保证结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果稳定、可编辑、可重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复。</a:t>
            </a:r>
          </a:p>
        </p:txBody>
      </p:sp>
      <p:sp>
        <p:nvSpPr>
          <p:cNvPr id="24" name="metric-band">
            <a:extLst xmlns:a="http://schemas.openxmlformats.org/drawingml/2006/main">
              <a:ext uri="{FF2B5EF4-FFF2-40B4-BE49-F238E27FC236}">
                <a16:creationId xmlns:a16="http://schemas.microsoft.com/office/drawing/2014/main" id="{610E4252-3AA6-4CB6-9577-31F4F5D1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4905375"/>
            <a:ext cx="8991600" cy="9525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E9F2FC"/>
          </a:solidFill>
          <a:ln xmlns:a="http://schemas.openxmlformats.org/drawingml/2006/main" w="9525">
            <a:solidFill>
              <a:srgbClr val="C9DCEF"/>
            </a:solidFill>
            <a:prstDash val="solid"/>
          </a:ln>
        </p:spPr>
      </p:sp>
      <p:sp>
        <p:nvSpPr>
          <p:cNvPr id="25" name="metric-band-accent">
            <a:extLst xmlns:a="http://schemas.openxmlformats.org/drawingml/2006/main">
              <a:ext uri="{FF2B5EF4-FFF2-40B4-BE49-F238E27FC236}">
                <a16:creationId xmlns:a16="http://schemas.microsoft.com/office/drawing/2014/main" id="{B14DDAF8-9863-4597-952A-FB18CCE8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4905375"/>
            <a:ext cx="8991600" cy="571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3971B7"/>
              </a:gs>
              <a:gs pos="100000">
                <a:srgbClr val="78AE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6" name="strategy-1-metric-1-value">
            <a:extLst xmlns:a="http://schemas.openxmlformats.org/drawingml/2006/main">
              <a:ext uri="{FF2B5EF4-FFF2-40B4-BE49-F238E27FC236}">
                <a16:creationId xmlns:a16="http://schemas.microsoft.com/office/drawing/2014/main" id="{A5510A30-26B9-4678-A369-CA43D635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2125" y="509052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≥95%</a:t>
            </a:r>
          </a:p>
        </p:txBody>
      </p:sp>
      <p:sp>
        <p:nvSpPr>
          <p:cNvPr id="27" name="strategy-1-metric-1-label">
            <a:extLst xmlns:a="http://schemas.openxmlformats.org/drawingml/2006/main">
              <a:ext uri="{FF2B5EF4-FFF2-40B4-BE49-F238E27FC236}">
                <a16:creationId xmlns:a16="http://schemas.microsoft.com/office/drawing/2014/main" id="{FEA89560-C6EA-46F0-B693-04352614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2125" y="5415563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结构化通过率</a:t>
            </a:r>
          </a:p>
        </p:txBody>
      </p:sp>
      <p:sp>
        <p:nvSpPr>
          <p:cNvPr id="28" name="strategy-1-metric-divider">
            <a:extLst xmlns:a="http://schemas.openxmlformats.org/drawingml/2006/main">
              <a:ext uri="{FF2B5EF4-FFF2-40B4-BE49-F238E27FC236}">
                <a16:creationId xmlns:a16="http://schemas.microsoft.com/office/drawing/2014/main" id="{CBE6AE99-005E-4FBF-B320-BC0DA2E5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36849" y="5124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8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trategy-1-metric-2-value">
            <a:extLst xmlns:a="http://schemas.openxmlformats.org/drawingml/2006/main">
              <a:ext uri="{FF2B5EF4-FFF2-40B4-BE49-F238E27FC236}">
                <a16:creationId xmlns:a16="http://schemas.microsoft.com/office/drawing/2014/main" id="{5AD1A5B0-25C0-4EA9-99A1-6840A8B9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4474" y="509052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0 项</a:t>
            </a:r>
          </a:p>
        </p:txBody>
      </p:sp>
      <p:sp>
        <p:nvSpPr>
          <p:cNvPr id="30" name="strategy-1-metric-2-label">
            <a:extLst xmlns:a="http://schemas.openxmlformats.org/drawingml/2006/main">
              <a:ext uri="{FF2B5EF4-FFF2-40B4-BE49-F238E27FC236}">
                <a16:creationId xmlns:a16="http://schemas.microsoft.com/office/drawing/2014/main" id="{1D692EB5-2A3C-42BA-AD23-FDCC71CD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4474" y="5415563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信息遗漏</a:t>
            </a:r>
          </a:p>
        </p:txBody>
      </p:sp>
      <p:sp>
        <p:nvSpPr>
          <p:cNvPr id="31" name="strategy-2-foundation-divider">
            <a:extLst xmlns:a="http://schemas.openxmlformats.org/drawingml/2006/main">
              <a:ext uri="{FF2B5EF4-FFF2-40B4-BE49-F238E27FC236}">
                <a16:creationId xmlns:a16="http://schemas.microsoft.com/office/drawing/2014/main" id="{7AFDEA46-8EA8-4E5E-A9D4-5D0D4F98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97298" y="5076825"/>
            <a:ext cx="95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3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strategy-2-metric-1-value">
            <a:extLst xmlns:a="http://schemas.openxmlformats.org/drawingml/2006/main">
              <a:ext uri="{FF2B5EF4-FFF2-40B4-BE49-F238E27FC236}">
                <a16:creationId xmlns:a16="http://schemas.microsoft.com/office/drawing/2014/main" id="{E07D97A8-9A4D-4D0A-8004-D390946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9223" y="509052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≥80%</a:t>
            </a:r>
          </a:p>
        </p:txBody>
      </p:sp>
      <p:sp>
        <p:nvSpPr>
          <p:cNvPr id="33" name="strategy-2-metric-1-label">
            <a:extLst xmlns:a="http://schemas.openxmlformats.org/drawingml/2006/main">
              <a:ext uri="{FF2B5EF4-FFF2-40B4-BE49-F238E27FC236}">
                <a16:creationId xmlns:a16="http://schemas.microsoft.com/office/drawing/2014/main" id="{F1C9E4C1-47AD-45C7-A3D9-112461E7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9223" y="5415563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核心逻辑覆盖</a:t>
            </a:r>
          </a:p>
        </p:txBody>
      </p:sp>
      <p:sp>
        <p:nvSpPr>
          <p:cNvPr id="34" name="strategy-2-metric-divider">
            <a:extLst xmlns:a="http://schemas.openxmlformats.org/drawingml/2006/main">
              <a:ext uri="{FF2B5EF4-FFF2-40B4-BE49-F238E27FC236}">
                <a16:creationId xmlns:a16="http://schemas.microsoft.com/office/drawing/2014/main" id="{27781A24-F466-40A0-BAA4-A1083506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3948" y="5124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8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trategy-2-metric-2-value">
            <a:extLst xmlns:a="http://schemas.openxmlformats.org/drawingml/2006/main">
              <a:ext uri="{FF2B5EF4-FFF2-40B4-BE49-F238E27FC236}">
                <a16:creationId xmlns:a16="http://schemas.microsoft.com/office/drawing/2014/main" id="{544618B0-531E-4D1D-8FD1-BA13F60B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573" y="5090522"/>
            <a:ext cx="1251052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≤1 轮</a:t>
            </a:r>
          </a:p>
        </p:txBody>
      </p:sp>
      <p:sp>
        <p:nvSpPr>
          <p:cNvPr id="36" name="strategy-2-metric-2-label">
            <a:extLst xmlns:a="http://schemas.openxmlformats.org/drawingml/2006/main">
              <a:ext uri="{FF2B5EF4-FFF2-40B4-BE49-F238E27FC236}">
                <a16:creationId xmlns:a16="http://schemas.microsoft.com/office/drawing/2014/main" id="{65AF8247-67CF-43D6-95E6-3498B029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573" y="5415563"/>
            <a:ext cx="1251052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人工返修</a:t>
            </a:r>
          </a:p>
        </p:txBody>
      </p:sp>
      <p:sp>
        <p:nvSpPr>
          <p:cNvPr id="37" name="strategy-3-foundation-divider">
            <a:extLst xmlns:a="http://schemas.openxmlformats.org/drawingml/2006/main">
              <a:ext uri="{FF2B5EF4-FFF2-40B4-BE49-F238E27FC236}">
                <a16:creationId xmlns:a16="http://schemas.microsoft.com/office/drawing/2014/main" id="{7B69D39C-A654-4D40-98C7-44FBF776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94549" y="5076825"/>
            <a:ext cx="95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3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strategy-3-metric-1-value">
            <a:extLst xmlns:a="http://schemas.openxmlformats.org/drawingml/2006/main">
              <a:ext uri="{FF2B5EF4-FFF2-40B4-BE49-F238E27FC236}">
                <a16:creationId xmlns:a16="http://schemas.microsoft.com/office/drawing/2014/main" id="{2AB794AF-A44F-49ED-B3D6-82689041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6474" y="509052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10分钟</a:t>
            </a:r>
          </a:p>
        </p:txBody>
      </p:sp>
      <p:sp>
        <p:nvSpPr>
          <p:cNvPr id="39" name="strategy-3-metric-1-label">
            <a:extLst xmlns:a="http://schemas.openxmlformats.org/drawingml/2006/main">
              <a:ext uri="{FF2B5EF4-FFF2-40B4-BE49-F238E27FC236}">
                <a16:creationId xmlns:a16="http://schemas.microsoft.com/office/drawing/2014/main" id="{7784C923-D94D-48D0-97C5-4B7BF537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6474" y="5415563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单稿生成</a:t>
            </a:r>
          </a:p>
        </p:txBody>
      </p:sp>
      <p:sp>
        <p:nvSpPr>
          <p:cNvPr id="40" name="strategy-3-metric-divider">
            <a:extLst xmlns:a="http://schemas.openxmlformats.org/drawingml/2006/main">
              <a:ext uri="{FF2B5EF4-FFF2-40B4-BE49-F238E27FC236}">
                <a16:creationId xmlns:a16="http://schemas.microsoft.com/office/drawing/2014/main" id="{2DDD3681-0E1C-4C5E-8132-6C15922B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31198" y="5124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8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trategy-3-metric-2-value">
            <a:extLst xmlns:a="http://schemas.openxmlformats.org/drawingml/2006/main">
              <a:ext uri="{FF2B5EF4-FFF2-40B4-BE49-F238E27FC236}">
                <a16:creationId xmlns:a16="http://schemas.microsoft.com/office/drawing/2014/main" id="{1B9FC367-BC31-457F-A1EE-8D7DBBB8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78823" y="509052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42" name="strategy-3-metric-2-label">
            <a:extLst xmlns:a="http://schemas.openxmlformats.org/drawingml/2006/main">
              <a:ext uri="{FF2B5EF4-FFF2-40B4-BE49-F238E27FC236}">
                <a16:creationId xmlns:a16="http://schemas.microsoft.com/office/drawing/2014/main" id="{FC2B227A-F486-44D9-8619-8AE430DC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78823" y="5415563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对象可编辑率</a:t>
            </a:r>
          </a:p>
        </p:txBody>
      </p:sp>
    </p:spTree>
    <p:extLst>
      <p:ext uri="{BB962C8B-B14F-4D97-AF65-F5344CB8AC3E}">
        <p14:creationId xmlns:p14="http://schemas.microsoft.com/office/powerpoint/2010/main" val="9450030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2026-08-24T12:49:06.9930000Z</dcterms:created>
  <dcterms:modified xsi:type="dcterms:W3CDTF">2026-08-24T12:49:06.9930000Z</dcterms:modified>
</coreProperties>
</file>