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f059d867144d9" /><Relationship Type="http://schemas.openxmlformats.org/officeDocument/2006/relationships/extended-properties" Target="/docProps/app.xml" Id="R2d2cd211629548a1" /><Relationship Type="http://schemas.openxmlformats.org/officeDocument/2006/relationships/officeDocument" Target="/ppt/presentation.xml" Id="Rfeddc8ff9f9a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c20e5de134a37"/>
  </p:sldMasterIdLst>
  <p:notesMasterIdLst>
    <p:notesMasterId xmlns:r="http://schemas.openxmlformats.org/officeDocument/2006/relationships" r:id="R79637aa9584d4e73"/>
  </p:notesMasterIdLst>
  <p:sldIdLst>
    <p:sldId xmlns:r="http://schemas.openxmlformats.org/officeDocument/2006/relationships" id="256" r:id="R3430a3af8640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5a3c3db4af4590" /><Relationship Type="http://schemas.openxmlformats.org/officeDocument/2006/relationships/slideMaster" Target="/ppt/slideMasters/slideMaster1.xml" Id="R882c20e5de134a37" /><Relationship Type="http://schemas.openxmlformats.org/officeDocument/2006/relationships/notesMaster" Target="/ppt/notesMasters/notesMaster1.xml" Id="R79637aa9584d4e73" /><Relationship Type="http://schemas.openxmlformats.org/officeDocument/2006/relationships/presProps" Target="/ppt/presProps.xml" Id="Rbf38496d33aa4afa" /><Relationship Type="http://schemas.openxmlformats.org/officeDocument/2006/relationships/tableStyles" Target="/ppt/tableStyles.xml" Id="R4a87468e955543ed" /><Relationship Type="http://schemas.openxmlformats.org/officeDocument/2006/relationships/slide" Target="/ppt/slides/slide1.xml" Id="R3430a3af8640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579f13aa642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f60c2018f4566" /><Relationship Type="http://schemas.openxmlformats.org/officeDocument/2006/relationships/notesMaster" Target="/ppt/notesMasters/notesMaster1.xml" Id="R9fffe41586ad46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73064d31e4e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1aefcbdde475d" /><Relationship Type="http://schemas.openxmlformats.org/officeDocument/2006/relationships/slideLayout" Target="/ppt/slideLayouts/slideLayout1.xml" Id="Rb5cbb85c5de8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cbb85c5de8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46530cf284afa" /><Relationship Type="http://schemas.openxmlformats.org/officeDocument/2006/relationships/notesSlide" Target="/ppt/notesSlides/notesSlide1.xml" Id="Rdac18a06400f49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E5784-DCE3-4D52-AFAC-2D526892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循环闭环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54ADB-3C99-4AFC-A0AA-0A854656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循环主题 · 反馈闭环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DAC4E-DD34-456D-951A-A6AD0A74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D9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F7B2C-5812-49C6-B422-A004224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908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A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PAGENT_QA|parent=cycle-arrow-0">
            <a:extLst xmlns:a="http://schemas.openxmlformats.org/drawingml/2006/main">
              <a:ext uri="{FF2B5EF4-FFF2-40B4-BE49-F238E27FC236}">
                <a16:creationId xmlns:a16="http://schemas.microsoft.com/office/drawing/2014/main" id="{1B6EC74F-5CB2-4005-B07A-D87E00F8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590800"/>
            <a:ext cx="2571750" cy="2571750"/>
          </a:xfrm>
          <a:custGeom xmlns:a="http://schemas.openxmlformats.org/drawingml/2006/main">
            <a:pathLst>
              <a:path w="2571750" h="2571750">
                <a:moveTo>
                  <a:pt x="1429613" y="139935"/>
                </a:moveTo>
                <a:lnTo>
                  <a:pt x="1696313" y="44685"/>
                </a:lnTo>
                <a:lnTo>
                  <a:pt x="1665572" y="117288"/>
                </a:lnTo>
                <a:lnTo>
                  <a:pt x="1785642" y="163379"/>
                </a:lnTo>
                <a:lnTo>
                  <a:pt x="1900238" y="221768"/>
                </a:lnTo>
                <a:lnTo>
                  <a:pt x="2008101" y="291816"/>
                </a:lnTo>
                <a:lnTo>
                  <a:pt x="2108053" y="372754"/>
                </a:lnTo>
                <a:lnTo>
                  <a:pt x="2198996" y="463697"/>
                </a:lnTo>
                <a:lnTo>
                  <a:pt x="2279934" y="563649"/>
                </a:lnTo>
                <a:lnTo>
                  <a:pt x="2349982" y="671513"/>
                </a:lnTo>
                <a:lnTo>
                  <a:pt x="2408371" y="786108"/>
                </a:lnTo>
                <a:lnTo>
                  <a:pt x="2454462" y="906178"/>
                </a:lnTo>
                <a:lnTo>
                  <a:pt x="2487749" y="1030409"/>
                </a:lnTo>
                <a:lnTo>
                  <a:pt x="2507869" y="1157438"/>
                </a:lnTo>
                <a:lnTo>
                  <a:pt x="2514600" y="1285875"/>
                </a:lnTo>
                <a:lnTo>
                  <a:pt x="2466975" y="1285875"/>
                </a:lnTo>
                <a:lnTo>
                  <a:pt x="2460505" y="1162416"/>
                </a:lnTo>
                <a:lnTo>
                  <a:pt x="2441165" y="1040311"/>
                </a:lnTo>
                <a:lnTo>
                  <a:pt x="2409168" y="920895"/>
                </a:lnTo>
                <a:lnTo>
                  <a:pt x="2364864" y="805478"/>
                </a:lnTo>
                <a:lnTo>
                  <a:pt x="2308738" y="695325"/>
                </a:lnTo>
                <a:lnTo>
                  <a:pt x="2241405" y="591642"/>
                </a:lnTo>
                <a:lnTo>
                  <a:pt x="2163603" y="495565"/>
                </a:lnTo>
                <a:lnTo>
                  <a:pt x="2076185" y="408147"/>
                </a:lnTo>
                <a:lnTo>
                  <a:pt x="1980108" y="330345"/>
                </a:lnTo>
                <a:lnTo>
                  <a:pt x="1876425" y="263012"/>
                </a:lnTo>
                <a:lnTo>
                  <a:pt x="1766272" y="206886"/>
                </a:lnTo>
                <a:lnTo>
                  <a:pt x="1650855" y="162582"/>
                </a:lnTo>
                <a:lnTo>
                  <a:pt x="1696313" y="235185"/>
                </a:lnTo>
                <a:close/>
              </a:path>
            </a:pathLst>
          </a:custGeom>
          <a:solidFill xmlns:a="http://schemas.openxmlformats.org/drawingml/2006/main">
            <a:srgbClr val="2F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cycle-arrow-1">
            <a:extLst xmlns:a="http://schemas.openxmlformats.org/drawingml/2006/main">
              <a:ext uri="{FF2B5EF4-FFF2-40B4-BE49-F238E27FC236}">
                <a16:creationId xmlns:a16="http://schemas.microsoft.com/office/drawing/2014/main" id="{6593115E-D83D-46BD-B861-1CB405EB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10125" y="2590800"/>
            <a:ext cx="2571750" cy="2571750"/>
          </a:xfrm>
          <a:custGeom xmlns:a="http://schemas.openxmlformats.org/drawingml/2006/main">
            <a:pathLst>
              <a:path w="2571750" h="2571750">
                <a:moveTo>
                  <a:pt x="1429613" y="139935"/>
                </a:moveTo>
                <a:lnTo>
                  <a:pt x="1696313" y="44685"/>
                </a:lnTo>
                <a:lnTo>
                  <a:pt x="1665572" y="117288"/>
                </a:lnTo>
                <a:lnTo>
                  <a:pt x="1785642" y="163379"/>
                </a:lnTo>
                <a:lnTo>
                  <a:pt x="1900238" y="221768"/>
                </a:lnTo>
                <a:lnTo>
                  <a:pt x="2008101" y="291816"/>
                </a:lnTo>
                <a:lnTo>
                  <a:pt x="2108053" y="372754"/>
                </a:lnTo>
                <a:lnTo>
                  <a:pt x="2198996" y="463697"/>
                </a:lnTo>
                <a:lnTo>
                  <a:pt x="2279934" y="563649"/>
                </a:lnTo>
                <a:lnTo>
                  <a:pt x="2349982" y="671513"/>
                </a:lnTo>
                <a:lnTo>
                  <a:pt x="2408371" y="786108"/>
                </a:lnTo>
                <a:lnTo>
                  <a:pt x="2454462" y="906178"/>
                </a:lnTo>
                <a:lnTo>
                  <a:pt x="2487749" y="1030409"/>
                </a:lnTo>
                <a:lnTo>
                  <a:pt x="2507869" y="1157438"/>
                </a:lnTo>
                <a:lnTo>
                  <a:pt x="2514600" y="1285875"/>
                </a:lnTo>
                <a:lnTo>
                  <a:pt x="2466975" y="1285875"/>
                </a:lnTo>
                <a:lnTo>
                  <a:pt x="2460505" y="1162416"/>
                </a:lnTo>
                <a:lnTo>
                  <a:pt x="2441165" y="1040311"/>
                </a:lnTo>
                <a:lnTo>
                  <a:pt x="2409168" y="920895"/>
                </a:lnTo>
                <a:lnTo>
                  <a:pt x="2364864" y="805478"/>
                </a:lnTo>
                <a:lnTo>
                  <a:pt x="2308738" y="695325"/>
                </a:lnTo>
                <a:lnTo>
                  <a:pt x="2241405" y="591642"/>
                </a:lnTo>
                <a:lnTo>
                  <a:pt x="2163603" y="495565"/>
                </a:lnTo>
                <a:lnTo>
                  <a:pt x="2076185" y="408147"/>
                </a:lnTo>
                <a:lnTo>
                  <a:pt x="1980108" y="330345"/>
                </a:lnTo>
                <a:lnTo>
                  <a:pt x="1876425" y="263012"/>
                </a:lnTo>
                <a:lnTo>
                  <a:pt x="1766272" y="206886"/>
                </a:lnTo>
                <a:lnTo>
                  <a:pt x="1650855" y="162582"/>
                </a:lnTo>
                <a:lnTo>
                  <a:pt x="1696313" y="235185"/>
                </a:lnTo>
                <a:close/>
              </a:path>
            </a:pathLst>
          </a:custGeom>
          <a:solidFill xmlns:a="http://schemas.openxmlformats.org/drawingml/2006/main">
            <a:srgbClr val="2F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cycle-arrow-2">
            <a:extLst xmlns:a="http://schemas.openxmlformats.org/drawingml/2006/main">
              <a:ext uri="{FF2B5EF4-FFF2-40B4-BE49-F238E27FC236}">
                <a16:creationId xmlns:a16="http://schemas.microsoft.com/office/drawing/2014/main" id="{5A195A42-397C-43C5-8F3F-B2D8E811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810125" y="2590800"/>
            <a:ext cx="2571750" cy="2571750"/>
          </a:xfrm>
          <a:custGeom xmlns:a="http://schemas.openxmlformats.org/drawingml/2006/main">
            <a:pathLst>
              <a:path w="2571750" h="2571750">
                <a:moveTo>
                  <a:pt x="1429613" y="139935"/>
                </a:moveTo>
                <a:lnTo>
                  <a:pt x="1696313" y="44685"/>
                </a:lnTo>
                <a:lnTo>
                  <a:pt x="1665572" y="117288"/>
                </a:lnTo>
                <a:lnTo>
                  <a:pt x="1785642" y="163379"/>
                </a:lnTo>
                <a:lnTo>
                  <a:pt x="1900238" y="221768"/>
                </a:lnTo>
                <a:lnTo>
                  <a:pt x="2008101" y="291816"/>
                </a:lnTo>
                <a:lnTo>
                  <a:pt x="2108053" y="372754"/>
                </a:lnTo>
                <a:lnTo>
                  <a:pt x="2198996" y="463697"/>
                </a:lnTo>
                <a:lnTo>
                  <a:pt x="2279934" y="563649"/>
                </a:lnTo>
                <a:lnTo>
                  <a:pt x="2349982" y="671513"/>
                </a:lnTo>
                <a:lnTo>
                  <a:pt x="2408371" y="786108"/>
                </a:lnTo>
                <a:lnTo>
                  <a:pt x="2454462" y="906178"/>
                </a:lnTo>
                <a:lnTo>
                  <a:pt x="2487749" y="1030409"/>
                </a:lnTo>
                <a:lnTo>
                  <a:pt x="2507869" y="1157438"/>
                </a:lnTo>
                <a:lnTo>
                  <a:pt x="2514600" y="1285875"/>
                </a:lnTo>
                <a:lnTo>
                  <a:pt x="2466975" y="1285875"/>
                </a:lnTo>
                <a:lnTo>
                  <a:pt x="2460505" y="1162416"/>
                </a:lnTo>
                <a:lnTo>
                  <a:pt x="2441165" y="1040311"/>
                </a:lnTo>
                <a:lnTo>
                  <a:pt x="2409168" y="920895"/>
                </a:lnTo>
                <a:lnTo>
                  <a:pt x="2364864" y="805478"/>
                </a:lnTo>
                <a:lnTo>
                  <a:pt x="2308738" y="695325"/>
                </a:lnTo>
                <a:lnTo>
                  <a:pt x="2241405" y="591642"/>
                </a:lnTo>
                <a:lnTo>
                  <a:pt x="2163603" y="495565"/>
                </a:lnTo>
                <a:lnTo>
                  <a:pt x="2076185" y="408147"/>
                </a:lnTo>
                <a:lnTo>
                  <a:pt x="1980108" y="330345"/>
                </a:lnTo>
                <a:lnTo>
                  <a:pt x="1876425" y="263012"/>
                </a:lnTo>
                <a:lnTo>
                  <a:pt x="1766272" y="206886"/>
                </a:lnTo>
                <a:lnTo>
                  <a:pt x="1650855" y="162582"/>
                </a:lnTo>
                <a:lnTo>
                  <a:pt x="1696313" y="235185"/>
                </a:lnTo>
                <a:close/>
              </a:path>
            </a:pathLst>
          </a:custGeom>
          <a:solidFill xmlns:a="http://schemas.openxmlformats.org/drawingml/2006/main">
            <a:srgbClr val="2F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cycle-arrow-3">
            <a:extLst xmlns:a="http://schemas.openxmlformats.org/drawingml/2006/main">
              <a:ext uri="{FF2B5EF4-FFF2-40B4-BE49-F238E27FC236}">
                <a16:creationId xmlns:a16="http://schemas.microsoft.com/office/drawing/2014/main" id="{8042C33B-142F-4930-B16B-532FFD46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810125" y="2590800"/>
            <a:ext cx="2571750" cy="2571750"/>
          </a:xfrm>
          <a:custGeom xmlns:a="http://schemas.openxmlformats.org/drawingml/2006/main">
            <a:pathLst>
              <a:path w="2571750" h="2571750">
                <a:moveTo>
                  <a:pt x="1429613" y="139935"/>
                </a:moveTo>
                <a:lnTo>
                  <a:pt x="1696313" y="44685"/>
                </a:lnTo>
                <a:lnTo>
                  <a:pt x="1665572" y="117288"/>
                </a:lnTo>
                <a:lnTo>
                  <a:pt x="1785642" y="163379"/>
                </a:lnTo>
                <a:lnTo>
                  <a:pt x="1900238" y="221768"/>
                </a:lnTo>
                <a:lnTo>
                  <a:pt x="2008101" y="291816"/>
                </a:lnTo>
                <a:lnTo>
                  <a:pt x="2108053" y="372754"/>
                </a:lnTo>
                <a:lnTo>
                  <a:pt x="2198996" y="463697"/>
                </a:lnTo>
                <a:lnTo>
                  <a:pt x="2279934" y="563649"/>
                </a:lnTo>
                <a:lnTo>
                  <a:pt x="2349982" y="671513"/>
                </a:lnTo>
                <a:lnTo>
                  <a:pt x="2408371" y="786108"/>
                </a:lnTo>
                <a:lnTo>
                  <a:pt x="2454462" y="906178"/>
                </a:lnTo>
                <a:lnTo>
                  <a:pt x="2487749" y="1030409"/>
                </a:lnTo>
                <a:lnTo>
                  <a:pt x="2507869" y="1157438"/>
                </a:lnTo>
                <a:lnTo>
                  <a:pt x="2514600" y="1285875"/>
                </a:lnTo>
                <a:lnTo>
                  <a:pt x="2466975" y="1285875"/>
                </a:lnTo>
                <a:lnTo>
                  <a:pt x="2460505" y="1162416"/>
                </a:lnTo>
                <a:lnTo>
                  <a:pt x="2441165" y="1040311"/>
                </a:lnTo>
                <a:lnTo>
                  <a:pt x="2409168" y="920895"/>
                </a:lnTo>
                <a:lnTo>
                  <a:pt x="2364864" y="805478"/>
                </a:lnTo>
                <a:lnTo>
                  <a:pt x="2308738" y="695325"/>
                </a:lnTo>
                <a:lnTo>
                  <a:pt x="2241405" y="591642"/>
                </a:lnTo>
                <a:lnTo>
                  <a:pt x="2163603" y="495565"/>
                </a:lnTo>
                <a:lnTo>
                  <a:pt x="2076185" y="408147"/>
                </a:lnTo>
                <a:lnTo>
                  <a:pt x="1980108" y="330345"/>
                </a:lnTo>
                <a:lnTo>
                  <a:pt x="1876425" y="263012"/>
                </a:lnTo>
                <a:lnTo>
                  <a:pt x="1766272" y="206886"/>
                </a:lnTo>
                <a:lnTo>
                  <a:pt x="1650855" y="162582"/>
                </a:lnTo>
                <a:lnTo>
                  <a:pt x="1696313" y="235185"/>
                </a:lnTo>
                <a:close/>
              </a:path>
            </a:pathLst>
          </a:custGeom>
          <a:solidFill xmlns:a="http://schemas.openxmlformats.org/drawingml/2006/main">
            <a:srgbClr val="2F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cycle-center|domains=cycle-shape,cycle-content">
            <a:extLst xmlns:a="http://schemas.openxmlformats.org/drawingml/2006/main">
              <a:ext uri="{FF2B5EF4-FFF2-40B4-BE49-F238E27FC236}">
                <a16:creationId xmlns:a16="http://schemas.microsoft.com/office/drawing/2014/main" id="{72C1D6A7-A7E8-47F5-A7F1-A3707E6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194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10" name="PPAGENT_QA|parent=cycle-anchor-0">
            <a:extLst xmlns:a="http://schemas.openxmlformats.org/drawingml/2006/main">
              <a:ext uri="{FF2B5EF4-FFF2-40B4-BE49-F238E27FC236}">
                <a16:creationId xmlns:a16="http://schemas.microsoft.com/office/drawing/2014/main" id="{59C83371-754E-44C8-9AEC-E818505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05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PPAGENT_QA|parent=cycle-anchor-1">
            <a:extLst xmlns:a="http://schemas.openxmlformats.org/drawingml/2006/main">
              <a:ext uri="{FF2B5EF4-FFF2-40B4-BE49-F238E27FC236}">
                <a16:creationId xmlns:a16="http://schemas.microsoft.com/office/drawing/2014/main" id="{84048D6A-2BB9-4FA0-AA94-1368D5D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PPAGENT_QA|parent=cycle-anchor-2">
            <a:extLst xmlns:a="http://schemas.openxmlformats.org/drawingml/2006/main">
              <a:ext uri="{FF2B5EF4-FFF2-40B4-BE49-F238E27FC236}">
                <a16:creationId xmlns:a16="http://schemas.microsoft.com/office/drawing/2014/main" id="{F6F69566-BA31-4921-A056-D3683DE0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91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PPAGENT_QA|parent=cycle-anchor-3">
            <a:extLst xmlns:a="http://schemas.openxmlformats.org/drawingml/2006/main">
              <a:ext uri="{FF2B5EF4-FFF2-40B4-BE49-F238E27FC236}">
                <a16:creationId xmlns:a16="http://schemas.microsoft.com/office/drawing/2014/main" id="{54F8554E-368B-4EE3-8ECD-722FEE25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parent=cycle-step-0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08964ABB-683C-4F8E-AD34-C42F0668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85875"/>
            <a:ext cx="3810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PPAGENT_QA|within=cycle-step-0|role=number">
            <a:extLst xmlns:a="http://schemas.openxmlformats.org/drawingml/2006/main">
              <a:ext uri="{FF2B5EF4-FFF2-40B4-BE49-F238E27FC236}">
                <a16:creationId xmlns:a16="http://schemas.microsoft.com/office/drawing/2014/main" id="{5381D51F-C768-4937-BE3F-A5292B34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PAGENT_QA|within=cycle-step-0|role=title">
            <a:extLst xmlns:a="http://schemas.openxmlformats.org/drawingml/2006/main">
              <a:ext uri="{FF2B5EF4-FFF2-40B4-BE49-F238E27FC236}">
                <a16:creationId xmlns:a16="http://schemas.microsoft.com/office/drawing/2014/main" id="{4DF9FEC5-B647-4720-87D9-4F14366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335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7" name="PPAGENT_QA|within=cycle-step-0|role=body">
            <a:extLst xmlns:a="http://schemas.openxmlformats.org/drawingml/2006/main">
              <a:ext uri="{FF2B5EF4-FFF2-40B4-BE49-F238E27FC236}">
                <a16:creationId xmlns:a16="http://schemas.microsoft.com/office/drawing/2014/main" id="{0293174B-4E4F-4B64-90FD-0419011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62100"/>
            <a:ext cx="3067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收集真实使用中的问题</a:t>
            </a:r>
          </a:p>
        </p:txBody>
      </p:sp>
      <p:sp>
        <p:nvSpPr>
          <p:cNvPr id="18" name="PPAGENT_QA|parent=cycle-step-1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ED6ECD95-0DA2-4CED-92D9-6359446E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cycle-step-1|role=number">
            <a:extLst xmlns:a="http://schemas.openxmlformats.org/drawingml/2006/main">
              <a:ext uri="{FF2B5EF4-FFF2-40B4-BE49-F238E27FC236}">
                <a16:creationId xmlns:a16="http://schemas.microsoft.com/office/drawing/2014/main" id="{2ABD791B-2205-45D3-98D3-E94149BB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PPAGENT_QA|within=cycle-step-1|role=title">
            <a:extLst xmlns:a="http://schemas.openxmlformats.org/drawingml/2006/main">
              <a:ext uri="{FF2B5EF4-FFF2-40B4-BE49-F238E27FC236}">
                <a16:creationId xmlns:a16="http://schemas.microsoft.com/office/drawing/2014/main" id="{C7117CB9-A2FB-49EF-91A3-DBE633A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575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1" name="PPAGENT_QA|within=cycle-step-1|role=body">
            <a:extLst xmlns:a="http://schemas.openxmlformats.org/drawingml/2006/main">
              <a:ext uri="{FF2B5EF4-FFF2-40B4-BE49-F238E27FC236}">
                <a16:creationId xmlns:a16="http://schemas.microsoft.com/office/drawing/2014/main" id="{ED26BE2E-1BD8-4965-9E7B-9440C263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33775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确认问题属于内容还是视觉</a:t>
            </a:r>
          </a:p>
        </p:txBody>
      </p:sp>
      <p:sp>
        <p:nvSpPr>
          <p:cNvPr id="22" name="PPAGENT_QA|parent=cycle-step-2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C723A5E3-2B9A-4E48-B71D-9730D71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86375"/>
            <a:ext cx="3810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PPAGENT_QA|within=cycle-step-2|role=number">
            <a:extLst xmlns:a="http://schemas.openxmlformats.org/drawingml/2006/main">
              <a:ext uri="{FF2B5EF4-FFF2-40B4-BE49-F238E27FC236}">
                <a16:creationId xmlns:a16="http://schemas.microsoft.com/office/drawing/2014/main" id="{3E085154-B41D-4CD9-A4E6-80BCCB9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3878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PPAGENT_QA|within=cycle-step-2|role=title">
            <a:extLst xmlns:a="http://schemas.openxmlformats.org/drawingml/2006/main">
              <a:ext uri="{FF2B5EF4-FFF2-40B4-BE49-F238E27FC236}">
                <a16:creationId xmlns:a16="http://schemas.microsoft.com/office/drawing/2014/main" id="{BAA675B7-F9FE-4F2F-B606-0DE5F39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340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</p:txBody>
      </p:sp>
      <p:sp>
        <p:nvSpPr>
          <p:cNvPr id="25" name="PPAGENT_QA|within=cycle-step-2|role=body">
            <a:extLst xmlns:a="http://schemas.openxmlformats.org/drawingml/2006/main">
              <a:ext uri="{FF2B5EF4-FFF2-40B4-BE49-F238E27FC236}">
                <a16:creationId xmlns:a16="http://schemas.microsoft.com/office/drawing/2014/main" id="{4B709229-5CD8-4DA7-A217-3462957D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更新规则、资产或渲染代码</a:t>
            </a:r>
          </a:p>
        </p:txBody>
      </p:sp>
      <p:sp>
        <p:nvSpPr>
          <p:cNvPr id="26" name="PPAGENT_QA|parent=cycle-step-3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D8FD149D-1069-46B9-ABF0-2DD3B6E2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cycle-step-3|role=number">
            <a:extLst xmlns:a="http://schemas.openxmlformats.org/drawingml/2006/main">
              <a:ext uri="{FF2B5EF4-FFF2-40B4-BE49-F238E27FC236}">
                <a16:creationId xmlns:a16="http://schemas.microsoft.com/office/drawing/2014/main" id="{0C379456-1282-47C0-A8AF-6B84CC77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PPAGENT_QA|within=cycle-step-3|role=title">
            <a:extLst xmlns:a="http://schemas.openxmlformats.org/drawingml/2006/main">
              <a:ext uri="{FF2B5EF4-FFF2-40B4-BE49-F238E27FC236}">
                <a16:creationId xmlns:a16="http://schemas.microsoft.com/office/drawing/2014/main" id="{77DDB01B-A2AB-44C2-9F3C-240BB809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9" name="PPAGENT_QA|within=cycle-step-3|role=body">
            <a:extLst xmlns:a="http://schemas.openxmlformats.org/drawingml/2006/main">
              <a:ext uri="{FF2B5EF4-FFF2-40B4-BE49-F238E27FC236}">
                <a16:creationId xmlns:a16="http://schemas.microsoft.com/office/drawing/2014/main" id="{F16E7312-94A1-421A-8F92-0BED306C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使用新稿件重新检查</a:t>
            </a:r>
          </a:p>
        </p:txBody>
      </p:sp>
    </p:spTree>
    <p:extLst>
      <p:ext uri="{BB962C8B-B14F-4D97-AF65-F5344CB8AC3E}">
        <p14:creationId xmlns:p14="http://schemas.microsoft.com/office/powerpoint/2010/main" val="57259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2026-08-11T11:43:44.5550000Z</dcterms:created>
  <dcterms:modified xsi:type="dcterms:W3CDTF">2026-08-11T11:43:44.5550000Z</dcterms:modified>
</coreProperties>
</file>