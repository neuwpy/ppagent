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Masters/slideMaster3.xml" ContentType="application/vnd.openxmlformats-officedocument.presentationml.slideMaster+xml"/>
  <Override PartName="/ppt/slideMasters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5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2985dfb364b44d4" /><Relationship Type="http://schemas.openxmlformats.org/officeDocument/2006/relationships/extended-properties" Target="/docProps/app.xml" Id="Ra370682d5a904d34" /><Relationship Type="http://schemas.openxmlformats.org/officeDocument/2006/relationships/officeDocument" Target="/ppt/presentation.xml" Id="R83a7dec2014b408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88f84bbd6740a2"/>
    <p:sldMasterId xmlns:r="http://schemas.openxmlformats.org/officeDocument/2006/relationships" id="2147483660" r:id="R9eb2b21b49354e85"/>
    <p:sldMasterId xmlns:r="http://schemas.openxmlformats.org/officeDocument/2006/relationships" id="2147483663" r:id="R10a50d5bc45d4cde"/>
  </p:sldMasterIdLst>
  <p:notesMasterIdLst>
    <p:notesMasterId xmlns:r="http://schemas.openxmlformats.org/officeDocument/2006/relationships" r:id="R8355af8b07b34595"/>
  </p:notesMasterIdLst>
  <p:sldIdLst>
    <p:sldId xmlns:r="http://schemas.openxmlformats.org/officeDocument/2006/relationships" id="256" r:id="R6d5c870cbd41411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E3753D0-92AB-4620-8DB3-57A31C4D162D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/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TxStyle/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TxStyle/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4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4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TxStyle/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bg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1"/>
          </a:solidFill>
        </a:fill>
      </a:tcStyle>
    </a:firstRow>
    <a:neCell>
      <a:tcTxStyle/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ne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453d75da3543cc" /><Relationship Type="http://schemas.openxmlformats.org/officeDocument/2006/relationships/slideMaster" Target="/ppt/slideMasters/slideMaster1.xml" Id="R6a88f84bbd6740a2" /><Relationship Type="http://schemas.openxmlformats.org/officeDocument/2006/relationships/slideMaster" Target="/ppt/slideMasters/slideMaster2.xml" Id="R9eb2b21b49354e85" /><Relationship Type="http://schemas.openxmlformats.org/officeDocument/2006/relationships/slideMaster" Target="/ppt/slideMasters/slideMaster3.xml" Id="R10a50d5bc45d4cde" /><Relationship Type="http://schemas.openxmlformats.org/officeDocument/2006/relationships/notesMaster" Target="/ppt/notesMasters/notesMaster1.xml" Id="R8355af8b07b34595" /><Relationship Type="http://schemas.openxmlformats.org/officeDocument/2006/relationships/presProps" Target="/ppt/presProps.xml" Id="R483b1113d1c74b82" /><Relationship Type="http://schemas.openxmlformats.org/officeDocument/2006/relationships/viewProps" Target="/ppt/viewProps.xml" Id="R3562fd5c07b24ffc" /><Relationship Type="http://schemas.openxmlformats.org/officeDocument/2006/relationships/tableStyles" Target="/ppt/tableStyles.xml" Id="R305d4eacf994492b" /><Relationship Type="http://schemas.openxmlformats.org/officeDocument/2006/relationships/slide" Target="/ppt/slides/slide1.xml" Id="R6d5c870cbd4141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5.xml" Id="R2bcdb1b5ad26416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2043cac1184594" /><Relationship Type="http://schemas.openxmlformats.org/officeDocument/2006/relationships/notesMaster" Target="/ppt/notesMasters/notesMaster1.xml" Id="Rd1c2f1206cec45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Shell：PPT源/PPT模板-封面正文尾页.pptx 第 3 页</a:t>
            </a:r>
            <a:endParaRPr/>
          </a:p>
          <a:p xmlns:a="http://schemas.openxmlformats.org/drawingml/2006/main">
            <a:r>
              <a:t>- Style Group 来源：PPT源/【蓝色版】150页逻辑框架汇报PPT模板.pptx#57</a:t>
            </a:r>
            <a:endParaRPr/>
          </a:p>
          <a:p xmlns:a="http://schemas.openxmlformats.org/drawingml/2006/main">
            <a:r>
              <a:t>- 结构：cycle / cycle-pdca-ring-p57 / 4步</a:t>
            </a:r>
            <a:endParaRPr/>
          </a:p>
          <a:p xmlns:a="http://schemas.openxmlformats.org/drawingml/2006/main">
            <a:r>
              <a:t>- 媒体契约：no-image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488d1affad4df3" /><Relationship Type="http://schemas.openxmlformats.org/officeDocument/2006/relationships/image" Target="/ppt/media/image.jpeg" Id="Rf1e34a01436d4377" /><Relationship Type="http://schemas.openxmlformats.org/officeDocument/2006/relationships/image" Target="/ppt/media/image.png" Id="R057e69ea3f444407" /><Relationship Type="http://schemas.openxmlformats.org/officeDocument/2006/relationships/image" Target="/ppt/media/image2.png" Id="R97fcee0bdd37469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51a15cf1034c5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97b4faf9c14446" /><Relationship Type="http://schemas.openxmlformats.org/officeDocument/2006/relationships/image" Target="/ppt/media/image3.png" Id="Rd75b7161db84495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0a128c1cc64387" /><Relationship Type="http://schemas.openxmlformats.org/officeDocument/2006/relationships/image" Target="/ppt/media/image4.png" Id="Ra6c5c128f6fd47a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2aa9e1016349e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f26671a906416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9761858243489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cb840ccb4744e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c09922edc9492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facdcfaa39405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c438a1ef914451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fe491948a60e48dd" /><Relationship Type="http://schemas.openxmlformats.org/officeDocument/2006/relationships/image" Target="/ppt/media/image5.png" Id="R81f703fae86c40d0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99324a7e0e54469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b3372a92f0294548" /><Relationship Type="http://schemas.openxmlformats.org/officeDocument/2006/relationships/image" Target="/ppt/media/image5.png" Id="R30282c3c57154e10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e612af89c7004125" /></Relationships>
</file>

<file path=ppt/slideLayouts/slideLayout1.xml><?xml version="1.0" encoding="utf-8"?>
<p:sldLayout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图片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e34a01436d4377">
            <a:alphaModFix amt="20000"/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-375" t="36417" r="375" b="177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88953" y="3125718"/>
            <a:ext cx="12697941" cy="4114800"/>
          </a:xfrm>
          <a:prstGeom xmlns:a="http://schemas.openxmlformats.org/drawingml/2006/main" prst="rect">
            <a:avLst/>
          </a:prstGeom>
        </p:spPr>
      </p:pic>
      <p:pic>
        <p:nvPicPr>
          <p:cNvPr id="5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7e69ea3f444407"/>
          <a:srcRect xmlns:a="http://schemas.openxmlformats.org/drawingml/2006/main" l="0" t="0" r="0" b="608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584" y="72497"/>
            <a:ext cx="3337845" cy="708895"/>
          </a:xfrm>
          <a:prstGeom xmlns:a="http://schemas.openxmlformats.org/drawingml/2006/main" prst="rect">
            <a:avLst/>
          </a:prstGeom>
        </p:spPr>
      </p:pic>
      <p:pic>
        <p:nvPicPr>
          <p:cNvPr id="6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fcee0bdd3746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9206" y="72497"/>
            <a:ext cx="5102794" cy="91447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3" name="矩形 332">
            <a:extLst xmlns:a="http://schemas.openxmlformats.org/drawingml/2006/main">
              <a:ext uri="{FF2B5EF4-FFF2-40B4-BE49-F238E27FC236}">
                <a16:creationId xmlns:a16="http://schemas.microsoft.com/office/drawing/2014/main" id="{2758DE98-D5A0-4D04-B6F9-7A500169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833952"/>
            <a:ext cx="11522073" cy="499299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17500">
                <a:srgbClr val="3E84EC"/>
              </a:gs>
              <a:gs pos="100000">
                <a:schemeClr val="accent1">
                  <a:lumMod val="75000"/>
                </a:schemeClr>
              </a:gs>
              <a:gs pos="0">
                <a:srgbClr val="0268FE">
                  <a:lumMod val="75000"/>
                  <a:lumOff val="25000"/>
                  <a:alpha val="69000"/>
                </a:srgbClr>
              </a:gs>
            </a:gsLst>
            <a:path path="circle">
              <a:fillToRect l="100000" t="0" r="0" b="100000"/>
            </a:path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  <p:pic>
        <p:nvPicPr>
          <p:cNvPr id="336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5b7161db844957"/>
          <a:srcRect xmlns:a="http://schemas.openxmlformats.org/drawingml/2006/main" l="0" t="0" r="0" b="591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74637" y="198304"/>
            <a:ext cx="2675956" cy="593304"/>
          </a:xfrm>
          <a:prstGeom xmlns:a="http://schemas.openxmlformats.org/drawingml/2006/main" prst="rect">
            <a:avLst/>
          </a:prstGeom>
        </p:spPr>
      </p:pic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B91F53A2-4C76-4312-8DF7-6498634A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6564990"/>
            <a:ext cx="11522076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chemeClr val="accent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A7A5BEDC-1E45-49E9-B12D-61144AF0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3" y="1402294"/>
            <a:ext cx="11522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gradFill rotWithShape="1">
              <a:gsLst>
                <a:gs pos="100000">
                  <a:schemeClr val="accent1">
                    <a:lumMod val="97000"/>
                  </a:schemeClr>
                </a:gs>
                <a:gs pos="0">
                  <a:schemeClr val="accent1">
                    <a:alpha val="0"/>
                  </a:schemeClr>
                </a:gs>
              </a:gsLst>
              <a:lin ang="10800000" scaled="1"/>
              <a:tileRect/>
            </a:gradFill>
            <a:tailEnd type="none" w="med" len="sm"/>
          </a:ln>
          <a:effectLst xmlns:a="http://schemas.openxmlformats.org/drawingml/2006/main">
            <a:outerShdw blurRad="63500" dist="50800" dir="4800000" sx="102000" sy="102000" algn="ctr" rotWithShape="0">
              <a:schemeClr val="accent1">
                <a:alpha val="40000"/>
              </a:scheme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</p:sp>
    </p:spTree>
  </p:cSld>
</p:sldLayout>
</file>

<file path=ppt/slideLayouts/slideLayout4.xml><?xml version="1.0" encoding="utf-8"?>
<p:sldLayout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7" name="任意多边形: 形状 86">
            <a:extLst xmlns:a="http://schemas.openxmlformats.org/drawingml/2006/main">
              <a:ext uri="{FF2B5EF4-FFF2-40B4-BE49-F238E27FC236}">
                <a16:creationId xmlns:a16="http://schemas.microsoft.com/office/drawing/2014/main" id="{DA9A128E-109A-4353-9024-530C951E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562" y="10535"/>
            <a:ext cx="4440577" cy="2998608"/>
          </a:xfrm>
          <a:custGeom xmlns:a="http://schemas.openxmlformats.org/drawingml/2006/main">
            <a:gdLst>
              <a:gd name="connsiteX0" fmla="*/ 2893248 w 4163705"/>
              <a:gd name="connsiteY0" fmla="*/ 0 h 2398711"/>
              <a:gd name="connsiteX1" fmla="*/ 4039971 w 4163705"/>
              <a:gd name="connsiteY1" fmla="*/ 231513 h 2398711"/>
              <a:gd name="connsiteX2" fmla="*/ 4163705 w 4163705"/>
              <a:gd name="connsiteY2" fmla="*/ 291119 h 2398711"/>
              <a:gd name="connsiteX3" fmla="*/ 4163705 w 4163705"/>
              <a:gd name="connsiteY3" fmla="*/ 2398711 h 2398711"/>
              <a:gd name="connsiteX4" fmla="*/ 0 w 4163705"/>
              <a:gd name="connsiteY4" fmla="*/ 2398711 h 2398711"/>
              <a:gd name="connsiteX5" fmla="*/ 7085 w 4163705"/>
              <a:gd name="connsiteY5" fmla="*/ 2352291 h 2398711"/>
              <a:gd name="connsiteX6" fmla="*/ 2893248 w 4163705"/>
              <a:gd name="connsiteY6" fmla="*/ 0 h 2398711"/>
            </a:gdLst>
            <a:rect l="l" t="t" r="r" b="b"/>
            <a:pathLst>
              <a:path w="4163705" h="2398711">
                <a:moveTo>
                  <a:pt x="2893248" y="0"/>
                </a:moveTo>
                <a:cubicBezTo>
                  <a:pt x="3300008" y="0"/>
                  <a:pt x="3687514" y="82436"/>
                  <a:pt x="4039971" y="231513"/>
                </a:cubicBezTo>
                <a:lnTo>
                  <a:pt x="4163705" y="291119"/>
                </a:lnTo>
                <a:lnTo>
                  <a:pt x="4163705" y="2398711"/>
                </a:lnTo>
                <a:lnTo>
                  <a:pt x="0" y="2398711"/>
                </a:lnTo>
                <a:lnTo>
                  <a:pt x="7085" y="2352291"/>
                </a:lnTo>
                <a:cubicBezTo>
                  <a:pt x="281790" y="1009841"/>
                  <a:pt x="1469588" y="0"/>
                  <a:pt x="2893248" y="0"/>
                </a:cubicBezTo>
                <a:close/>
              </a:path>
            </a:pathLst>
          </a:custGeom>
          <a:gradFill xmlns:a="http://schemas.openxmlformats.org/drawingml/2006/main">
            <a:gsLst>
              <a:gs pos="100000">
                <a:srgbClr val="0268FE">
                  <a:lumMod val="9000"/>
                  <a:lumOff val="91000"/>
                </a:srgbClr>
              </a:gs>
              <a:gs pos="0">
                <a:srgbClr val="0268FE">
                  <a:lumMod val="4000"/>
                  <a:lumOff val="96000"/>
                </a:srgbClr>
              </a:gs>
            </a:gsLst>
            <a:lin ang="5400000" scaled="1"/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  <p:sp>
        <p:nvSpPr>
          <p:cNvPr id="89" name="文本框 88">
            <a:extLst xmlns:a="http://schemas.openxmlformats.org/drawingml/2006/main">
              <a:ext uri="{FF2B5EF4-FFF2-40B4-BE49-F238E27FC236}">
                <a16:creationId xmlns:a16="http://schemas.microsoft.com/office/drawing/2014/main" id="{CBF6074C-C97E-4C30-B3BC-4C4A47D1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9985" y="1085380"/>
            <a:ext cx="3262303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4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CONTENT</a:t>
            </a:r>
            <a:endParaRPr sz="4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35" name="图片 1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c5c128f6fd47a7">
            <a:alphaModFix amt="70000"/>
          </a:blip>
          <a:srcRect xmlns:a="http://schemas.openxmlformats.org/drawingml/2006/main" l="0" t="0" r="0" b="588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2962" y="3707963"/>
            <a:ext cx="3024288" cy="2020666"/>
          </a:xfrm>
          <a:prstGeom xmlns:a="http://schemas.openxmlformats.org/drawingml/2006/main" prst="rect">
            <a:avLst/>
          </a:prstGeom>
        </p:spPr>
      </p:pic>
      <p:sp>
        <p:nvSpPr>
          <p:cNvPr id="88" name="文本框 87">
            <a:extLst xmlns:a="http://schemas.openxmlformats.org/drawingml/2006/main">
              <a:ext uri="{FF2B5EF4-FFF2-40B4-BE49-F238E27FC236}">
                <a16:creationId xmlns:a16="http://schemas.microsoft.com/office/drawing/2014/main" id="{1519D6E5-D136-48C8-AB10-44F73831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667" y="1479325"/>
            <a:ext cx="2646878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>
            <a:lvl1pPr>
              <a:buNone/>
              <a:defRPr sz="7200">
                <a:gradFill flip="none" rotWithShape="1">
                  <a:gsLst>
                    <a:gs pos="0">
                      <a:schemeClr val="accent1">
                        <a:lumMod val="80000"/>
                        <a:lumOff val="2000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  <a:tileRect/>
                </a:gradFill>
                <a:latin typeface="思源宋体 CN Heavy"/>
                <a:ea typeface="思源宋体 CN Heavy"/>
                <a:cs typeface="思源宋体 CN Heavy"/>
              </a:defRPr>
            </a:lvl1pPr>
          </a:lstStyle>
          <a:p xmlns:a="http://schemas.openxmlformats.org/drawingml/2006/main">
            <a:pPr marL="0" marR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800" b="0" i="0" u="none" cap="none" spc="0">
                <a:ln>
                  <a:noFill/>
                </a:ln>
                <a:gradFill rotWithShape="1">
                  <a:gsLst>
                    <a:gs pos="0">
                      <a:srgbClr val="0268FE">
                        <a:lumMod val="80000"/>
                        <a:lumOff val="20000"/>
                      </a:srgbClr>
                    </a:gs>
                    <a:gs pos="100000">
                      <a:srgbClr val="0268FE"/>
                    </a:gs>
                  </a:gsLst>
                  <a:lin ang="5400000" scaled="1"/>
                  <a:tileRect/>
                </a:gradFill>
                <a:latin typeface="汉仪粗宋简"/>
                <a:ea typeface="汉仪粗宋简"/>
                <a:cs typeface="汉仪粗宋简"/>
              </a:rPr>
              <a:t>汇报提纲</a:t>
            </a:r>
          </a:p>
        </p:txBody>
      </p:sp>
      <p:sp>
        <p:nvSpPr>
          <p:cNvPr id="131" name="任意多边形: 形状 130">
            <a:extLst xmlns:a="http://schemas.openxmlformats.org/drawingml/2006/main">
              <a:ext uri="{FF2B5EF4-FFF2-40B4-BE49-F238E27FC236}">
                <a16:creationId xmlns:a16="http://schemas.microsoft.com/office/drawing/2014/main" id="{D136D3EE-081A-49D1-9506-38E1B1A2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5335" y="4602588"/>
            <a:ext cx="3296666" cy="2255412"/>
          </a:xfrm>
          <a:custGeom xmlns:a="http://schemas.openxmlformats.org/drawingml/2006/main">
            <a:gdLst>
              <a:gd name="connsiteX0" fmla="*/ 2893248 w 4163705"/>
              <a:gd name="connsiteY0" fmla="*/ 0 h 2398711"/>
              <a:gd name="connsiteX1" fmla="*/ 4039971 w 4163705"/>
              <a:gd name="connsiteY1" fmla="*/ 231513 h 2398711"/>
              <a:gd name="connsiteX2" fmla="*/ 4163705 w 4163705"/>
              <a:gd name="connsiteY2" fmla="*/ 291119 h 2398711"/>
              <a:gd name="connsiteX3" fmla="*/ 4163705 w 4163705"/>
              <a:gd name="connsiteY3" fmla="*/ 2398711 h 2398711"/>
              <a:gd name="connsiteX4" fmla="*/ 0 w 4163705"/>
              <a:gd name="connsiteY4" fmla="*/ 2398711 h 2398711"/>
              <a:gd name="connsiteX5" fmla="*/ 7085 w 4163705"/>
              <a:gd name="connsiteY5" fmla="*/ 2352291 h 2398711"/>
              <a:gd name="connsiteX6" fmla="*/ 2893248 w 4163705"/>
              <a:gd name="connsiteY6" fmla="*/ 0 h 2398711"/>
            </a:gdLst>
            <a:rect l="l" t="t" r="r" b="b"/>
            <a:pathLst>
              <a:path w="4163705" h="2398711">
                <a:moveTo>
                  <a:pt x="2893248" y="0"/>
                </a:moveTo>
                <a:cubicBezTo>
                  <a:pt x="3300008" y="0"/>
                  <a:pt x="3687514" y="82436"/>
                  <a:pt x="4039971" y="231513"/>
                </a:cubicBezTo>
                <a:lnTo>
                  <a:pt x="4163705" y="291119"/>
                </a:lnTo>
                <a:lnTo>
                  <a:pt x="4163705" y="2398711"/>
                </a:lnTo>
                <a:lnTo>
                  <a:pt x="0" y="2398711"/>
                </a:lnTo>
                <a:lnTo>
                  <a:pt x="7085" y="2352291"/>
                </a:lnTo>
                <a:cubicBezTo>
                  <a:pt x="281790" y="1009841"/>
                  <a:pt x="1469588" y="0"/>
                  <a:pt x="2893248" y="0"/>
                </a:cubicBezTo>
                <a:close/>
              </a:path>
            </a:pathLst>
          </a:custGeom>
          <a:gradFill xmlns:a="http://schemas.openxmlformats.org/drawingml/2006/main">
            <a:gsLst>
              <a:gs pos="100000">
                <a:srgbClr val="0268FE">
                  <a:lumMod val="9000"/>
                  <a:lumOff val="91000"/>
                </a:srgbClr>
              </a:gs>
              <a:gs pos="0">
                <a:srgbClr val="0268FE">
                  <a:lumMod val="4000"/>
                  <a:lumOff val="96000"/>
                </a:srgbClr>
              </a:gs>
            </a:gsLst>
            <a:lin ang="5400000" scaled="1"/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DD71B3E-E7BB-4A91-8723-3D4D03F2A0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A7B0279-5A8E-4BE4-BE43-542616D70A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92E6B805-09F1-44B6-9A68-612479C56C8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099862F6-230B-4A3D-84E8-43253C1C2A0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67362CB8-4CED-4914-B3A7-DFD84D61824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03961E07-10CD-44C3-8416-A967B01087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E17A85E4-456D-4DAE-AAC8-5F388929B0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1081B8E5-10E5-43F8-84D2-282E76D88B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2C5406A-F660-44DD-96CD-E0F49B25FB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25077712-3436-48CD-B69B-591F3046EB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374904B4-02D6-45E1-BC08-689A64BD66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10DEF11F-7F1E-4217-8CC7-DF404533C3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77C40515-429F-4416-B503-699E02A64E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73758940-0518-4887-8D17-E98BA24C86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5401F09F-57E1-46F7-80CC-6624F652BF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2CBB853-1DA9-459D-BC79-FD0C6DE41F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B040FC84-B276-4DD0-99A8-B5CCC964A19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CCCC4875-3F26-47EB-8DE1-DC1A78F39E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62ADC1BD-49BC-4617-94DD-E17E461723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0AFF0A32-0376-4849-8C4D-3AFD16569F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8EAB2A01-AFDE-462D-8F86-C6B22C3F47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47B14B8-5BFA-457A-BF3A-B54DABFF23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163062AA-DA77-45F0-B8DB-7A38D82590A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CC1B3C59-37B5-430B-A29A-9241204EF3E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B89C033C-01FC-44B5-8672-3C621F5E2B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39D56847-625C-4964-AB64-246C5CD92D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AD9C350E-B4AF-464E-A86A-B69CE7AFDE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DFB291A-61D6-4D3D-8825-B11D9FD436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374A710E-2331-4C75-AD97-05BBC8B975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E525E9E6-489D-48DF-98B4-8D62FE9E91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FBF8C246-6583-48EC-87BF-4B727B5C96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2B31F33-7C1C-4413-B763-1A1FE16148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463ED077-1038-4CCB-A58F-2B46457CD5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F1E81820-00CA-46BD-87AF-EF42F0638A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62322561-297A-4894-A2B6-C70C014992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4D3B0073-AA2B-4211-9DDB-2797FAD372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0511962-D10A-40A8-BDF5-AD6E219111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f703fae86c40d0"/>
          <a:srcRect xmlns:a="http://schemas.openxmlformats.org/drawingml/2006/main" l="0" t="0" r="0" b="1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584200"/>
            <a:ext cx="12192000" cy="8043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E147CA5D-5D93-4DB2-A3D0-9018994B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11819"/>
            <a:ext cx="12192000" cy="2116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DEE3068-45EC-4DFF-A52C-D5BDCB7F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267" y="584200"/>
            <a:ext cx="8652933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3200" b="1">
              <a:solidFill>
                <a:prstClr val="white"/>
              </a:solidFill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4439DB34-7F99-49C5-932C-5A718AC0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3370" y="1413933"/>
            <a:ext cx="9798631" cy="101600"/>
          </a:xfrm>
          <a:custGeom xmlns:a="http://schemas.openxmlformats.org/drawingml/2006/main">
            <a:gdLst>
              <a:gd name="connsiteX0" fmla="*/ 68 w 11394"/>
              <a:gd name="connsiteY0" fmla="*/ 0 h 126"/>
              <a:gd name="connsiteX1" fmla="*/ 11394 w 11394"/>
              <a:gd name="connsiteY1" fmla="*/ 6 h 126"/>
              <a:gd name="connsiteX2" fmla="*/ 11394 w 11394"/>
              <a:gd name="connsiteY2" fmla="*/ 126 h 126"/>
              <a:gd name="connsiteX3" fmla="*/ 0 w 11394"/>
              <a:gd name="connsiteY3" fmla="*/ 126 h 126"/>
              <a:gd name="connsiteX4" fmla="*/ 68 w 11394"/>
              <a:gd name="connsiteY4" fmla="*/ 0 h 126"/>
            </a:gdLst>
            <a:rect l="l" t="t" r="r" b="b"/>
            <a:pathLst>
              <a:path w="11394" h="126">
                <a:moveTo>
                  <a:pt x="68" y="0"/>
                </a:moveTo>
                <a:lnTo>
                  <a:pt x="11394" y="6"/>
                </a:lnTo>
                <a:lnTo>
                  <a:pt x="11394" y="126"/>
                </a:lnTo>
                <a:lnTo>
                  <a:pt x="0" y="126"/>
                </a:lnTo>
                <a:lnTo>
                  <a:pt x="68" y="0"/>
                </a:lnTo>
                <a:close/>
              </a:path>
            </a:pathLst>
          </a:cu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  <p:sp>
        <p:nvSpPr>
          <p:cNvPr id="16" name="任意多边形 15">
            <a:extLst xmlns:a="http://schemas.openxmlformats.org/drawingml/2006/main">
              <a:ext uri="{FF2B5EF4-FFF2-40B4-BE49-F238E27FC236}">
                <a16:creationId xmlns:a16="http://schemas.microsoft.com/office/drawing/2014/main" id="{49EB4AF1-E121-477D-8848-E546B93A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539" y="1414739"/>
            <a:ext cx="2395908" cy="100793"/>
          </a:xfrm>
          <a:custGeom xmlns:a="http://schemas.openxmlformats.org/drawingml/2006/main">
            <a:gdLst>
              <a:gd name="connsiteX0" fmla="*/ 0 w 2693"/>
              <a:gd name="connsiteY0" fmla="*/ 0 h 119"/>
              <a:gd name="connsiteX1" fmla="*/ 2693 w 2693"/>
              <a:gd name="connsiteY1" fmla="*/ 0 h 119"/>
              <a:gd name="connsiteX2" fmla="*/ 2629 w 2693"/>
              <a:gd name="connsiteY2" fmla="*/ 119 h 119"/>
              <a:gd name="connsiteX3" fmla="*/ 0 w 2693"/>
              <a:gd name="connsiteY3" fmla="*/ 119 h 119"/>
              <a:gd name="connsiteX4" fmla="*/ 0 w 2693"/>
              <a:gd name="connsiteY4" fmla="*/ 0 h 119"/>
            </a:gdLst>
            <a:rect l="l" t="t" r="r" b="b"/>
            <a:pathLst>
              <a:path w="2693" h="119">
                <a:moveTo>
                  <a:pt x="0" y="0"/>
                </a:moveTo>
                <a:lnTo>
                  <a:pt x="2693" y="0"/>
                </a:lnTo>
                <a:lnTo>
                  <a:pt x="2629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F3980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</p:spTree>
  </p:cSld>
</p:sldLayout>
</file>

<file path=ppt/slideLayouts/slideLayout13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4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282c3c57154e10"/>
          <a:srcRect xmlns:a="http://schemas.openxmlformats.org/drawingml/2006/main" l="0" t="0" r="0" b="1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584200"/>
            <a:ext cx="12192000" cy="8043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44B39580-6C16-4FD3-94D8-E59E73CF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11819"/>
            <a:ext cx="12192000" cy="2116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EC6B982-7612-40F6-9113-753E430E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267" y="584200"/>
            <a:ext cx="8652933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3200" b="1">
              <a:solidFill>
                <a:prstClr val="white"/>
              </a:solidFill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EEF429FB-8A7B-4645-BAF1-7CAC5338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3370" y="1413933"/>
            <a:ext cx="9798631" cy="101600"/>
          </a:xfrm>
          <a:custGeom xmlns:a="http://schemas.openxmlformats.org/drawingml/2006/main">
            <a:gdLst>
              <a:gd name="connsiteX0" fmla="*/ 68 w 11394"/>
              <a:gd name="connsiteY0" fmla="*/ 0 h 126"/>
              <a:gd name="connsiteX1" fmla="*/ 11394 w 11394"/>
              <a:gd name="connsiteY1" fmla="*/ 6 h 126"/>
              <a:gd name="connsiteX2" fmla="*/ 11394 w 11394"/>
              <a:gd name="connsiteY2" fmla="*/ 126 h 126"/>
              <a:gd name="connsiteX3" fmla="*/ 0 w 11394"/>
              <a:gd name="connsiteY3" fmla="*/ 126 h 126"/>
              <a:gd name="connsiteX4" fmla="*/ 68 w 11394"/>
              <a:gd name="connsiteY4" fmla="*/ 0 h 126"/>
            </a:gdLst>
            <a:rect l="l" t="t" r="r" b="b"/>
            <a:pathLst>
              <a:path w="11394" h="126">
                <a:moveTo>
                  <a:pt x="68" y="0"/>
                </a:moveTo>
                <a:lnTo>
                  <a:pt x="11394" y="6"/>
                </a:lnTo>
                <a:lnTo>
                  <a:pt x="11394" y="126"/>
                </a:lnTo>
                <a:lnTo>
                  <a:pt x="0" y="126"/>
                </a:lnTo>
                <a:lnTo>
                  <a:pt x="68" y="0"/>
                </a:lnTo>
                <a:close/>
              </a:path>
            </a:pathLst>
          </a:cu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  <p:sp>
        <p:nvSpPr>
          <p:cNvPr id="16" name="任意多边形 15">
            <a:extLst xmlns:a="http://schemas.openxmlformats.org/drawingml/2006/main">
              <a:ext uri="{FF2B5EF4-FFF2-40B4-BE49-F238E27FC236}">
                <a16:creationId xmlns:a16="http://schemas.microsoft.com/office/drawing/2014/main" id="{63A3A579-0B27-4649-9F93-3EEDA2B4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539" y="1414739"/>
            <a:ext cx="2395908" cy="100793"/>
          </a:xfrm>
          <a:custGeom xmlns:a="http://schemas.openxmlformats.org/drawingml/2006/main">
            <a:gdLst>
              <a:gd name="connsiteX0" fmla="*/ 0 w 2693"/>
              <a:gd name="connsiteY0" fmla="*/ 0 h 119"/>
              <a:gd name="connsiteX1" fmla="*/ 2693 w 2693"/>
              <a:gd name="connsiteY1" fmla="*/ 0 h 119"/>
              <a:gd name="connsiteX2" fmla="*/ 2629 w 2693"/>
              <a:gd name="connsiteY2" fmla="*/ 119 h 119"/>
              <a:gd name="connsiteX3" fmla="*/ 0 w 2693"/>
              <a:gd name="connsiteY3" fmla="*/ 119 h 119"/>
              <a:gd name="connsiteX4" fmla="*/ 0 w 2693"/>
              <a:gd name="connsiteY4" fmla="*/ 0 h 119"/>
            </a:gdLst>
            <a:rect l="l" t="t" r="r" b="b"/>
            <a:pathLst>
              <a:path w="2693" h="119">
                <a:moveTo>
                  <a:pt x="0" y="0"/>
                </a:moveTo>
                <a:lnTo>
                  <a:pt x="2693" y="0"/>
                </a:lnTo>
                <a:lnTo>
                  <a:pt x="2629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F3980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</p:spTree>
  </p:cSld>
</p:sldLayout>
</file>

<file path=ppt/slideLayouts/slideLayout15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ac3d1336d448c8" /><Relationship Type="http://schemas.openxmlformats.org/officeDocument/2006/relationships/slideLayout" Target="/ppt/slideLayouts/slideLayout1.xml" Id="Rf3e3498018904745" /><Relationship Type="http://schemas.openxmlformats.org/officeDocument/2006/relationships/slideLayout" Target="/ppt/slideLayouts/slideLayout2.xml" Id="Re208608d46674d85" /><Relationship Type="http://schemas.openxmlformats.org/officeDocument/2006/relationships/slideLayout" Target="/ppt/slideLayouts/slideLayout3.xml" Id="R74c86341f6174e0f" /><Relationship Type="http://schemas.openxmlformats.org/officeDocument/2006/relationships/slideLayout" Target="/ppt/slideLayouts/slideLayout4.xml" Id="R26fda2084b964528" /><Relationship Type="http://schemas.openxmlformats.org/officeDocument/2006/relationships/slideLayout" Target="/ppt/slideLayouts/slideLayout5.xml" Id="Rd051cacba55f44ec" /><Relationship Type="http://schemas.openxmlformats.org/officeDocument/2006/relationships/slideLayout" Target="/ppt/slideLayouts/slideLayout6.xml" Id="R648d067c3e8e40bf" /><Relationship Type="http://schemas.openxmlformats.org/officeDocument/2006/relationships/slideLayout" Target="/ppt/slideLayouts/slideLayout7.xml" Id="R73e3889f92814381" /><Relationship Type="http://schemas.openxmlformats.org/officeDocument/2006/relationships/slideLayout" Target="/ppt/slideLayouts/slideLayout8.xml" Id="Ra87e9bb80f314771" /><Relationship Type="http://schemas.openxmlformats.org/officeDocument/2006/relationships/slideLayout" Target="/ppt/slideLayouts/slideLayout9.xml" Id="Ra4914a1c42f242ca" /><Relationship Type="http://schemas.openxmlformats.org/officeDocument/2006/relationships/slideLayout" Target="/ppt/slideLayouts/slideLayout10.xml" Id="R9ad6e53ab14749d9" /><Relationship Type="http://schemas.openxmlformats.org/officeDocument/2006/relationships/slideLayout" Target="/ppt/slideLayouts/slideLayout11.xml" Id="Rff0c357989084dbe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90d31eaaa4fd4df3" /><Relationship Type="http://schemas.openxmlformats.org/officeDocument/2006/relationships/slideLayout" Target="/ppt/slideLayouts/slideLayout12.xml" Id="R291d0a6152fd4037" /><Relationship Type="http://schemas.openxmlformats.org/officeDocument/2006/relationships/slideLayout" Target="/ppt/slideLayouts/slideLayout13.xml" Id="R4a7e903f31514f46" /></Relationships>
</file>

<file path=ppt/slideMasters/_rels/slideMaster3.xml.rels>&#65279;<?xml version="1.0" encoding="utf-8"?><Relationships xmlns="http://schemas.openxmlformats.org/package/2006/relationships"><Relationship Type="http://schemas.openxmlformats.org/officeDocument/2006/relationships/theme" Target="/ppt/slideMasters/theme/theme4.xml" Id="Rbfa3b9a670584e70" /><Relationship Type="http://schemas.openxmlformats.org/officeDocument/2006/relationships/slideLayout" Target="/ppt/slideLayouts/slideLayout14.xml" Id="Rb0efee5cdd3b4323" /><Relationship Type="http://schemas.openxmlformats.org/officeDocument/2006/relationships/slideLayout" Target="/ppt/slideLayouts/slideLayout15.xml" Id="R1e8ddf57f7d746c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443A70AB-23B6-4E3A-BE9A-1ADEE63929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0201AFD-D46B-40EE-A238-2613F77759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1E10013-E327-4DB6-8C73-9204F518D54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C499D8FD-215C-403B-A9CF-8EA73647FFD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94D809B7-4D90-4FBF-8205-0D2EE229E60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e3498018904745"/>
    <p:sldLayoutId xmlns:r="http://schemas.openxmlformats.org/officeDocument/2006/relationships" id="2147483650" r:id="Re208608d46674d85"/>
    <p:sldLayoutId xmlns:r="http://schemas.openxmlformats.org/officeDocument/2006/relationships" id="2147483651" r:id="R74c86341f6174e0f"/>
    <p:sldLayoutId xmlns:r="http://schemas.openxmlformats.org/officeDocument/2006/relationships" id="2147483652" r:id="R26fda2084b964528"/>
    <p:sldLayoutId xmlns:r="http://schemas.openxmlformats.org/officeDocument/2006/relationships" id="2147483653" r:id="Rd051cacba55f44ec"/>
    <p:sldLayoutId xmlns:r="http://schemas.openxmlformats.org/officeDocument/2006/relationships" id="2147483654" r:id="R648d067c3e8e40bf"/>
    <p:sldLayoutId xmlns:r="http://schemas.openxmlformats.org/officeDocument/2006/relationships" id="2147483655" r:id="R73e3889f92814381"/>
    <p:sldLayoutId xmlns:r="http://schemas.openxmlformats.org/officeDocument/2006/relationships" id="2147483656" r:id="Ra87e9bb80f314771"/>
    <p:sldLayoutId xmlns:r="http://schemas.openxmlformats.org/officeDocument/2006/relationships" id="2147483657" r:id="Ra4914a1c42f242ca"/>
    <p:sldLayoutId xmlns:r="http://schemas.openxmlformats.org/officeDocument/2006/relationships" id="2147483658" r:id="R9ad6e53ab14749d9"/>
    <p:sldLayoutId xmlns:r="http://schemas.openxmlformats.org/officeDocument/2006/relationships" id="2147483659" r:id="Rff0c357989084db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8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694631D6-B35F-42F5-B1AB-5A4B8546F7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6186"/>
            <a:ext cx="10515600" cy="132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4099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CB73376-BAEC-4CD7-BFDE-EDD8ADBDAF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6685"/>
            <a:ext cx="10515600" cy="435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7D6EC4F-207A-418C-ABB6-5F154266304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l" defTabSz="1218565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fld id="{292F71EF-02F8-4FDD-93F8-D030AB7FC83F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076FF324-1DA8-4061-AA98-14471244CE8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3"/>
            <a:ext cx="41148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ctr" defTabSz="1218565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E38D201D-F7EC-4336-8ACC-C1213BED645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>
            <a:lvl1pPr algn="r" defTabSz="1216660">
              <a:buNone/>
              <a:defRPr sz="1200">
                <a:solidFill>
                  <a:srgbClr val="898989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728AC88-674E-4151-AFDC-B7C47BAC839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291d0a6152fd4037"/>
    <p:sldLayoutId xmlns:r="http://schemas.openxmlformats.org/officeDocument/2006/relationships" id="2147483662" r:id="R4a7e903f31514f46"/>
  </p:sldLayoutIdLst>
  <p:txStyles>
    <p:titleStyle>
      <a:lvl1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 kern="1200">
          <a:solidFill>
            <a:schemeClr val="tx1"/>
          </a:solidFill>
          <a:latin typeface="Calibri"/>
          <a:ea typeface="Calibri"/>
          <a:cs typeface="Calibri"/>
        </a:defRPr>
      </a:lvl1pPr>
      <a:lvl2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6096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12192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18288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24384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15900" indent="-215900" algn="l" defTabSz="865505">
        <a:lnSpc>
          <a:spcPct val="90000"/>
        </a:lnSpc>
        <a:spcBef>
          <a:spcPts val="955"/>
        </a:spcBef>
        <a:spcAft>
          <a:spcPct val="0"/>
        </a:spcAft>
        <a:buFont typeface="Arial"/>
        <a:buChar char="•"/>
        <a:defRPr sz="2665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50240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2265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82040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865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515745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950085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38442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81749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51200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8490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3370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6677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0048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73418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16725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60096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03466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46773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8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C741A79C-7AC7-4302-A7F2-FF6027DA47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6186"/>
            <a:ext cx="10515600" cy="132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4099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EE298E8F-9AEF-49A1-A5BB-C466E6C6AF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6685"/>
            <a:ext cx="10515600" cy="435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B5AE51F2-BF13-44FB-B6EE-C805CE8192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l" defTabSz="1218323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fld id="{292F71EF-02F8-4FDD-93F8-D030AB7FC83F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1C3C0833-64E6-4AAE-80AE-D8AC8644652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3"/>
            <a:ext cx="41148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ctr" defTabSz="1218323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4A99096A-1382-4351-9721-A174A78990F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>
            <a:lvl1pPr algn="r" defTabSz="1216630">
              <a:buNone/>
              <a:defRPr sz="1200">
                <a:solidFill>
                  <a:srgbClr val="898989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728AC88-674E-4151-AFDC-B7C47BAC839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4" r:id="Rb0efee5cdd3b4323"/>
    <p:sldLayoutId xmlns:r="http://schemas.openxmlformats.org/officeDocument/2006/relationships" id="2147483665" r:id="R1e8ddf57f7d746c4"/>
  </p:sldLayoutIdLst>
  <p:txStyles>
    <p:titleStyle>
      <a:lvl1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 kern="1200">
          <a:solidFill>
            <a:schemeClr val="tx1"/>
          </a:solidFill>
          <a:latin typeface="Calibri"/>
          <a:ea typeface="Calibri"/>
          <a:cs typeface="Calibri"/>
        </a:defRPr>
      </a:lvl1pPr>
      <a:lvl2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609585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1219170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1828754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2438339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15895" indent="-215895" algn="l" defTabSz="865272">
        <a:lnSpc>
          <a:spcPct val="90000"/>
        </a:lnSpc>
        <a:spcBef>
          <a:spcPts val="953"/>
        </a:spcBef>
        <a:spcAft>
          <a:spcPct val="0"/>
        </a:spcAft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50224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2267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82013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867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515495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949825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384154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817636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51119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84601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33482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66965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00447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73393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167412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600895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034377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46786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2_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4.xml><?xml version="1.0" encoding="utf-8"?>
<a:theme xmlns:a="http://schemas.openxmlformats.org/drawingml/2006/main" name="3_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7ccb482ea254eb9" /><Relationship Type="http://schemas.openxmlformats.org/officeDocument/2006/relationships/notesSlide" Target="/ppt/notesSlides/notesSlide1.xml" Id="R0e30598d117d471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0A32DC30-C2A0-B777-A0BD-E3A71B04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40" y="846307"/>
            <a:ext cx="11911467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323850">
              <a:buNone/>
              <a:defRPr sz="2250" b="1">
                <a:latin typeface="HYWenRunSongYun U"/>
                <a:ea typeface="HYWenRunSongYun U"/>
                <a:cs typeface="HYWenRunSongYun U"/>
              </a:defRPr>
            </a:pPr>
            <a:r>
              <a:rPr sz="2250" b="1" spc="-150">
                <a:solidFill>
                  <a:schemeClr val="bg1"/>
                </a:solidFill>
                <a:latin typeface="HYWenRunSongYun U"/>
                <a:ea typeface="HYWenRunSongYun U"/>
                <a:cs typeface="HYWenRunSongYun U"/>
              </a:rPr>
              <a:t>持续改进的环节扩展｜4步</a:t>
            </a: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E5C6A7C2-09F8-0206-1327-C63D0456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07" y="303885"/>
            <a:ext cx="1694813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2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循环关系</a:t>
            </a:r>
            <a:endParaRPr sz="2200">
              <a:solidFill>
                <a:schemeClr val="tx1">
                  <a:lumMod val="75000"/>
                  <a:lumOff val="25000"/>
                </a:schemeClr>
              </a:solidFill>
              <a:latin typeface="汉仪粗宋简"/>
              <a:ea typeface="汉仪粗宋简"/>
              <a:cs typeface="汉仪粗宋简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A50741FC-80B9-4243-99EF-BD50B86F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195" y="400251"/>
            <a:ext cx="0" cy="26769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>
                <a:lumMod val="5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054E96B-96ED-9B43-5394-020B05B5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364" y="303885"/>
            <a:ext cx="678422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4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19</a:t>
            </a: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8E3A9D33-0809-B306-6EFD-C4FD9D6F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568" y="2211309"/>
            <a:ext cx="3850462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7264F6-A420-4536-A047-FD48C415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1671290" y="146355"/>
                </a:moveTo>
                <a:lnTo>
                  <a:pt x="1790783" y="159784"/>
                </a:lnTo>
                <a:lnTo>
                  <a:pt x="1908725" y="183212"/>
                </a:lnTo>
                <a:lnTo>
                  <a:pt x="2024278" y="216475"/>
                </a:lnTo>
                <a:lnTo>
                  <a:pt x="2136626" y="259337"/>
                </a:lnTo>
                <a:lnTo>
                  <a:pt x="2244971" y="311494"/>
                </a:lnTo>
                <a:lnTo>
                  <a:pt x="2348547" y="372576"/>
                </a:lnTo>
                <a:lnTo>
                  <a:pt x="2446620" y="442152"/>
                </a:lnTo>
                <a:lnTo>
                  <a:pt x="2538496" y="519728"/>
                </a:lnTo>
                <a:lnTo>
                  <a:pt x="2623522" y="604754"/>
                </a:lnTo>
                <a:lnTo>
                  <a:pt x="2701098" y="696630"/>
                </a:lnTo>
                <a:lnTo>
                  <a:pt x="2770674" y="794703"/>
                </a:lnTo>
                <a:lnTo>
                  <a:pt x="2831756" y="898279"/>
                </a:lnTo>
                <a:lnTo>
                  <a:pt x="2883913" y="1006624"/>
                </a:lnTo>
                <a:lnTo>
                  <a:pt x="2926775" y="1118972"/>
                </a:lnTo>
                <a:lnTo>
                  <a:pt x="2960038" y="1234525"/>
                </a:lnTo>
                <a:lnTo>
                  <a:pt x="2983466" y="1352467"/>
                </a:lnTo>
                <a:lnTo>
                  <a:pt x="2996895" y="1471960"/>
                </a:lnTo>
                <a:lnTo>
                  <a:pt x="2723974" y="1591739"/>
                </a:lnTo>
                <a:lnTo>
                  <a:pt x="2445790" y="1510497"/>
                </a:lnTo>
                <a:lnTo>
                  <a:pt x="2437554" y="1437208"/>
                </a:lnTo>
                <a:lnTo>
                  <a:pt x="2423185" y="1364870"/>
                </a:lnTo>
                <a:lnTo>
                  <a:pt x="2402784" y="1293998"/>
                </a:lnTo>
                <a:lnTo>
                  <a:pt x="2376495" y="1225091"/>
                </a:lnTo>
                <a:lnTo>
                  <a:pt x="2344506" y="1158639"/>
                </a:lnTo>
                <a:lnTo>
                  <a:pt x="2307042" y="1095113"/>
                </a:lnTo>
                <a:lnTo>
                  <a:pt x="2264369" y="1034961"/>
                </a:lnTo>
                <a:lnTo>
                  <a:pt x="2216789" y="978611"/>
                </a:lnTo>
                <a:lnTo>
                  <a:pt x="2164639" y="926461"/>
                </a:lnTo>
                <a:lnTo>
                  <a:pt x="2108289" y="878881"/>
                </a:lnTo>
                <a:lnTo>
                  <a:pt x="2048137" y="836208"/>
                </a:lnTo>
                <a:lnTo>
                  <a:pt x="1984611" y="798744"/>
                </a:lnTo>
                <a:lnTo>
                  <a:pt x="1918159" y="766755"/>
                </a:lnTo>
                <a:lnTo>
                  <a:pt x="1849252" y="740466"/>
                </a:lnTo>
                <a:lnTo>
                  <a:pt x="1778380" y="720065"/>
                </a:lnTo>
                <a:lnTo>
                  <a:pt x="1706042" y="705696"/>
                </a:lnTo>
                <a:lnTo>
                  <a:pt x="1632753" y="697460"/>
                </a:lnTo>
                <a:close/>
              </a:path>
            </a:pathLst>
          </a:custGeom>
          <a:solidFill xmlns:a="http://schemas.openxmlformats.org/drawingml/2006/main">
            <a:srgbClr val="315FC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632A89-2928-47D6-ACA3-5A6FF22E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2358" y="2833117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15FC3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409DA6-7EA9-4751-8FD1-4CE6CC0F8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2996895" y="1671290"/>
                </a:moveTo>
                <a:lnTo>
                  <a:pt x="2983466" y="1790783"/>
                </a:lnTo>
                <a:lnTo>
                  <a:pt x="2960038" y="1908725"/>
                </a:lnTo>
                <a:lnTo>
                  <a:pt x="2926775" y="2024278"/>
                </a:lnTo>
                <a:lnTo>
                  <a:pt x="2883913" y="2136626"/>
                </a:lnTo>
                <a:lnTo>
                  <a:pt x="2831756" y="2244971"/>
                </a:lnTo>
                <a:lnTo>
                  <a:pt x="2770674" y="2348547"/>
                </a:lnTo>
                <a:lnTo>
                  <a:pt x="2701098" y="2446620"/>
                </a:lnTo>
                <a:lnTo>
                  <a:pt x="2623522" y="2538496"/>
                </a:lnTo>
                <a:lnTo>
                  <a:pt x="2538496" y="2623522"/>
                </a:lnTo>
                <a:lnTo>
                  <a:pt x="2446620" y="2701098"/>
                </a:lnTo>
                <a:lnTo>
                  <a:pt x="2348547" y="2770674"/>
                </a:lnTo>
                <a:lnTo>
                  <a:pt x="2244971" y="2831756"/>
                </a:lnTo>
                <a:lnTo>
                  <a:pt x="2136626" y="2883913"/>
                </a:lnTo>
                <a:lnTo>
                  <a:pt x="2024278" y="2926775"/>
                </a:lnTo>
                <a:lnTo>
                  <a:pt x="1908725" y="2960038"/>
                </a:lnTo>
                <a:lnTo>
                  <a:pt x="1790783" y="2983466"/>
                </a:lnTo>
                <a:lnTo>
                  <a:pt x="1671290" y="2996895"/>
                </a:lnTo>
                <a:lnTo>
                  <a:pt x="1551511" y="2723974"/>
                </a:lnTo>
                <a:lnTo>
                  <a:pt x="1632753" y="2445790"/>
                </a:lnTo>
                <a:lnTo>
                  <a:pt x="1706042" y="2437554"/>
                </a:lnTo>
                <a:lnTo>
                  <a:pt x="1778380" y="2423185"/>
                </a:lnTo>
                <a:lnTo>
                  <a:pt x="1849252" y="2402784"/>
                </a:lnTo>
                <a:lnTo>
                  <a:pt x="1918159" y="2376495"/>
                </a:lnTo>
                <a:lnTo>
                  <a:pt x="1984611" y="2344506"/>
                </a:lnTo>
                <a:lnTo>
                  <a:pt x="2048137" y="2307042"/>
                </a:lnTo>
                <a:lnTo>
                  <a:pt x="2108289" y="2264369"/>
                </a:lnTo>
                <a:lnTo>
                  <a:pt x="2164639" y="2216789"/>
                </a:lnTo>
                <a:lnTo>
                  <a:pt x="2216789" y="2164639"/>
                </a:lnTo>
                <a:lnTo>
                  <a:pt x="2264369" y="2108289"/>
                </a:lnTo>
                <a:lnTo>
                  <a:pt x="2307042" y="2048137"/>
                </a:lnTo>
                <a:lnTo>
                  <a:pt x="2344506" y="1984611"/>
                </a:lnTo>
                <a:lnTo>
                  <a:pt x="2376495" y="1918159"/>
                </a:lnTo>
                <a:lnTo>
                  <a:pt x="2402784" y="1849252"/>
                </a:lnTo>
                <a:lnTo>
                  <a:pt x="2423185" y="1778380"/>
                </a:lnTo>
                <a:lnTo>
                  <a:pt x="2437554" y="1706042"/>
                </a:lnTo>
                <a:lnTo>
                  <a:pt x="2445790" y="1632753"/>
                </a:lnTo>
                <a:close/>
              </a:path>
            </a:pathLst>
          </a:custGeom>
          <a:solidFill xmlns:a="http://schemas.openxmlformats.org/drawingml/2006/main">
            <a:srgbClr val="2D80D9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3BB68E-868A-429D-8BF5-EAFF6351E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2358" y="4463033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D80D9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D6D38E-DE63-4DD8-A8F4-29018FED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1471960" y="2996895"/>
                </a:moveTo>
                <a:lnTo>
                  <a:pt x="1352467" y="2983466"/>
                </a:lnTo>
                <a:lnTo>
                  <a:pt x="1234525" y="2960038"/>
                </a:lnTo>
                <a:lnTo>
                  <a:pt x="1118972" y="2926775"/>
                </a:lnTo>
                <a:lnTo>
                  <a:pt x="1006624" y="2883913"/>
                </a:lnTo>
                <a:lnTo>
                  <a:pt x="898279" y="2831756"/>
                </a:lnTo>
                <a:lnTo>
                  <a:pt x="794703" y="2770674"/>
                </a:lnTo>
                <a:lnTo>
                  <a:pt x="696630" y="2701098"/>
                </a:lnTo>
                <a:lnTo>
                  <a:pt x="604754" y="2623522"/>
                </a:lnTo>
                <a:lnTo>
                  <a:pt x="519728" y="2538496"/>
                </a:lnTo>
                <a:lnTo>
                  <a:pt x="442152" y="2446620"/>
                </a:lnTo>
                <a:lnTo>
                  <a:pt x="372576" y="2348547"/>
                </a:lnTo>
                <a:lnTo>
                  <a:pt x="311494" y="2244971"/>
                </a:lnTo>
                <a:lnTo>
                  <a:pt x="259337" y="2136626"/>
                </a:lnTo>
                <a:lnTo>
                  <a:pt x="216475" y="2024278"/>
                </a:lnTo>
                <a:lnTo>
                  <a:pt x="183212" y="1908725"/>
                </a:lnTo>
                <a:lnTo>
                  <a:pt x="159784" y="1790783"/>
                </a:lnTo>
                <a:lnTo>
                  <a:pt x="146355" y="1671290"/>
                </a:lnTo>
                <a:lnTo>
                  <a:pt x="419276" y="1551511"/>
                </a:lnTo>
                <a:lnTo>
                  <a:pt x="697460" y="1632753"/>
                </a:lnTo>
                <a:lnTo>
                  <a:pt x="705696" y="1706042"/>
                </a:lnTo>
                <a:lnTo>
                  <a:pt x="720065" y="1778380"/>
                </a:lnTo>
                <a:lnTo>
                  <a:pt x="740466" y="1849252"/>
                </a:lnTo>
                <a:lnTo>
                  <a:pt x="766755" y="1918159"/>
                </a:lnTo>
                <a:lnTo>
                  <a:pt x="798744" y="1984611"/>
                </a:lnTo>
                <a:lnTo>
                  <a:pt x="836208" y="2048137"/>
                </a:lnTo>
                <a:lnTo>
                  <a:pt x="878881" y="2108289"/>
                </a:lnTo>
                <a:lnTo>
                  <a:pt x="926461" y="2164639"/>
                </a:lnTo>
                <a:lnTo>
                  <a:pt x="978611" y="2216789"/>
                </a:lnTo>
                <a:lnTo>
                  <a:pt x="1034961" y="2264369"/>
                </a:lnTo>
                <a:lnTo>
                  <a:pt x="1095113" y="2307042"/>
                </a:lnTo>
                <a:lnTo>
                  <a:pt x="1158639" y="2344506"/>
                </a:lnTo>
                <a:lnTo>
                  <a:pt x="1225091" y="2376495"/>
                </a:lnTo>
                <a:lnTo>
                  <a:pt x="1293998" y="2402784"/>
                </a:lnTo>
                <a:lnTo>
                  <a:pt x="1364870" y="2423185"/>
                </a:lnTo>
                <a:lnTo>
                  <a:pt x="1437208" y="2437554"/>
                </a:lnTo>
                <a:lnTo>
                  <a:pt x="1510497" y="2445790"/>
                </a:lnTo>
                <a:close/>
              </a:path>
            </a:pathLst>
          </a:custGeom>
          <a:solidFill xmlns:a="http://schemas.openxmlformats.org/drawingml/2006/main">
            <a:srgbClr val="1AA7D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E0D83A-9565-4C65-8EFD-C5AF60C1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2442" y="4463033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AA7D8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FB7303-F028-4C68-9B50-5B6A081F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05050"/>
            <a:ext cx="3143250" cy="3143250"/>
          </a:xfrm>
          <a:custGeom xmlns:a="http://schemas.openxmlformats.org/drawingml/2006/main">
            <a:pathLst>
              <a:path w="3143250" h="3143250">
                <a:moveTo>
                  <a:pt x="146355" y="1471960"/>
                </a:moveTo>
                <a:lnTo>
                  <a:pt x="159784" y="1352467"/>
                </a:lnTo>
                <a:lnTo>
                  <a:pt x="183212" y="1234525"/>
                </a:lnTo>
                <a:lnTo>
                  <a:pt x="216475" y="1118972"/>
                </a:lnTo>
                <a:lnTo>
                  <a:pt x="259337" y="1006624"/>
                </a:lnTo>
                <a:lnTo>
                  <a:pt x="311494" y="898279"/>
                </a:lnTo>
                <a:lnTo>
                  <a:pt x="372576" y="794703"/>
                </a:lnTo>
                <a:lnTo>
                  <a:pt x="442152" y="696630"/>
                </a:lnTo>
                <a:lnTo>
                  <a:pt x="519728" y="604754"/>
                </a:lnTo>
                <a:lnTo>
                  <a:pt x="604754" y="519728"/>
                </a:lnTo>
                <a:lnTo>
                  <a:pt x="696630" y="442152"/>
                </a:lnTo>
                <a:lnTo>
                  <a:pt x="794703" y="372576"/>
                </a:lnTo>
                <a:lnTo>
                  <a:pt x="898279" y="311494"/>
                </a:lnTo>
                <a:lnTo>
                  <a:pt x="1006624" y="259337"/>
                </a:lnTo>
                <a:lnTo>
                  <a:pt x="1118972" y="216475"/>
                </a:lnTo>
                <a:lnTo>
                  <a:pt x="1234525" y="183212"/>
                </a:lnTo>
                <a:lnTo>
                  <a:pt x="1352467" y="159784"/>
                </a:lnTo>
                <a:lnTo>
                  <a:pt x="1471960" y="146355"/>
                </a:lnTo>
                <a:lnTo>
                  <a:pt x="1591739" y="419276"/>
                </a:lnTo>
                <a:lnTo>
                  <a:pt x="1510497" y="697460"/>
                </a:lnTo>
                <a:lnTo>
                  <a:pt x="1437208" y="705696"/>
                </a:lnTo>
                <a:lnTo>
                  <a:pt x="1364870" y="720065"/>
                </a:lnTo>
                <a:lnTo>
                  <a:pt x="1293998" y="740466"/>
                </a:lnTo>
                <a:lnTo>
                  <a:pt x="1225091" y="766755"/>
                </a:lnTo>
                <a:lnTo>
                  <a:pt x="1158639" y="798744"/>
                </a:lnTo>
                <a:lnTo>
                  <a:pt x="1095113" y="836208"/>
                </a:lnTo>
                <a:lnTo>
                  <a:pt x="1034961" y="878881"/>
                </a:lnTo>
                <a:lnTo>
                  <a:pt x="978611" y="926461"/>
                </a:lnTo>
                <a:lnTo>
                  <a:pt x="926461" y="978611"/>
                </a:lnTo>
                <a:lnTo>
                  <a:pt x="878881" y="1034961"/>
                </a:lnTo>
                <a:lnTo>
                  <a:pt x="836208" y="1095113"/>
                </a:lnTo>
                <a:lnTo>
                  <a:pt x="798744" y="1158639"/>
                </a:lnTo>
                <a:lnTo>
                  <a:pt x="766755" y="1225091"/>
                </a:lnTo>
                <a:lnTo>
                  <a:pt x="740466" y="1293998"/>
                </a:lnTo>
                <a:lnTo>
                  <a:pt x="720065" y="1364870"/>
                </a:lnTo>
                <a:lnTo>
                  <a:pt x="705696" y="1437208"/>
                </a:lnTo>
                <a:lnTo>
                  <a:pt x="697460" y="1510497"/>
                </a:lnTo>
                <a:close/>
              </a:path>
            </a:pathLst>
          </a:custGeom>
          <a:solidFill xmlns:a="http://schemas.openxmlformats.org/drawingml/2006/main">
            <a:srgbClr val="18BFD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F63CEF-74C8-447F-A950-546D96AD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2442" y="2833117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BFD0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8BF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8BFD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BE663B-0374-472E-8F11-A96B51D1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52775"/>
            <a:ext cx="1447800" cy="1447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59AE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 lIns="38100" tIns="38100" rIns="381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持续改进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699E39-42F1-4BFA-81BD-ED3B4A7F8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2571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3C3E8F-5F54-43F1-A3C4-32646AA0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52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FC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E902EB-2250-406C-AE24-66E218FEB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670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315FC3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B1E05C-49D0-4224-8D1E-2AC48070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收集真实使用中的问题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E09377-28F8-45EB-831C-8730A95A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62400"/>
            <a:ext cx="2571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4DD76A-F899-418C-AAB3-63DC4240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1433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AA7D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C4824D-E890-4DD3-9079-C8620C02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576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AA7D8"/>
                </a:solidFill>
                <a:latin typeface="Microsoft YaHei"/>
                <a:ea typeface="Microsoft YaHei"/>
                <a:cs typeface="Microsoft YaHei"/>
              </a:rPr>
              <a:t>设计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D4348E-C7FB-4314-95BD-CB2A737B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选择合适的修正方案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038EC8-87CE-4C1C-91F5-6A95DA80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71800"/>
            <a:ext cx="2571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E0C316-02E5-4BC6-ADF8-AC9AB133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527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80D9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9D78C4F-354B-483E-AD9D-5F1BC4DD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670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D80D9"/>
                </a:solidFill>
                <a:latin typeface="Microsoft YaHei"/>
                <a:ea typeface="Microsoft YaHei"/>
                <a:cs typeface="Microsoft YaHei"/>
              </a:rPr>
              <a:t>判断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070E1DE-308E-4EAA-BF85-542C836A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528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识别内容或视觉原因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E59872-8347-412B-B6B1-511BCFE7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962400"/>
            <a:ext cx="2571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4E3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1B24B1B-B301-49D9-870C-2C2B53B0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14337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BFD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DB4247-57BC-40B6-A5E6-EB8B5998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576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8BF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8BFD0"/>
                </a:solidFill>
                <a:latin typeface="Microsoft YaHei"/>
                <a:ea typeface="Microsoft YaHei"/>
                <a:cs typeface="Microsoft YaHei"/>
              </a:rPr>
              <a:t>修正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82A62A-66C1-4515-A1FC-11C0F973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3434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07895"/>
                </a:solidFill>
                <a:latin typeface="Microsoft YaHei"/>
                <a:ea typeface="Microsoft YaHei"/>
                <a:cs typeface="Microsoft YaHei"/>
              </a:rPr>
              <a:t>更新规则、资产或代码</a:t>
            </a:r>
          </a:p>
        </p:txBody>
      </p:sp>
    </p:spTree>
    <p:extLst>
      <p:ext uri="{BB962C8B-B14F-4D97-AF65-F5344CB8AC3E}">
        <p14:creationId xmlns:p14="http://schemas.microsoft.com/office/powerpoint/2010/main" val="2761379775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2026-08-13T06:11:49.5380000Z</dcterms:created>
  <dcterms:modified xsi:type="dcterms:W3CDTF">2026-08-13T06:11:49.5380000Z</dcterms:modified>
</coreProperties>
</file>