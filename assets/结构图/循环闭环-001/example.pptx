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de1fadc4fc473a" /><Relationship Type="http://schemas.openxmlformats.org/officeDocument/2006/relationships/extended-properties" Target="/docProps/app.xml" Id="R02421d6ada78455e" /><Relationship Type="http://schemas.openxmlformats.org/officeDocument/2006/relationships/officeDocument" Target="/ppt/presentation.xml" Id="R8d28ae34ea8444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60d286a795419a"/>
  </p:sldMasterIdLst>
  <p:notesMasterIdLst>
    <p:notesMasterId xmlns:r="http://schemas.openxmlformats.org/officeDocument/2006/relationships" r:id="R3ac2a9ef4e5049ff"/>
  </p:notesMasterIdLst>
  <p:sldIdLst>
    <p:sldId xmlns:r="http://schemas.openxmlformats.org/officeDocument/2006/relationships" id="256" r:id="Rfb65384e304548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1357c5bc374d8f" /><Relationship Type="http://schemas.openxmlformats.org/officeDocument/2006/relationships/slideMaster" Target="/ppt/slideMasters/slideMaster1.xml" Id="R5f60d286a795419a" /><Relationship Type="http://schemas.openxmlformats.org/officeDocument/2006/relationships/notesMaster" Target="/ppt/notesMasters/notesMaster1.xml" Id="R3ac2a9ef4e5049ff" /><Relationship Type="http://schemas.openxmlformats.org/officeDocument/2006/relationships/presProps" Target="/ppt/presProps.xml" Id="R6dde959594164c1e" /><Relationship Type="http://schemas.openxmlformats.org/officeDocument/2006/relationships/tableStyles" Target="/ppt/tableStyles.xml" Id="Re6af16a8aabf41f8" /><Relationship Type="http://schemas.openxmlformats.org/officeDocument/2006/relationships/slide" Target="/ppt/slides/slide1.xml" Id="Rfb65384e304548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27bd3bb32448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2a8f7c0f184280" /><Relationship Type="http://schemas.openxmlformats.org/officeDocument/2006/relationships/notesMaster" Target="/ppt/notesMasters/notesMaster1.xml" Id="Rc617d9d768ff47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4ed87c127b4b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eb9b6a17634e2f" /><Relationship Type="http://schemas.openxmlformats.org/officeDocument/2006/relationships/slideLayout" Target="/ppt/slideLayouts/slideLayout1.xml" Id="R28152467911e46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152467911e46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ca56012394cce" /><Relationship Type="http://schemas.openxmlformats.org/officeDocument/2006/relationships/notesSlide" Target="/ppt/notesSlides/notesSlide1.xml" Id="R95789c0ae0c341b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cycle-panel-0">
            <a:extLst xmlns:a="http://schemas.openxmlformats.org/drawingml/2006/main">
              <a:ext uri="{FF2B5EF4-FFF2-40B4-BE49-F238E27FC236}">
                <a16:creationId xmlns:a16="http://schemas.microsoft.com/office/drawing/2014/main" id="{98748293-D13F-4691-BE6F-33CED42E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5811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cle-0-copy-line-0">
            <a:extLst xmlns:a="http://schemas.openxmlformats.org/drawingml/2006/main">
              <a:ext uri="{FF2B5EF4-FFF2-40B4-BE49-F238E27FC236}">
                <a16:creationId xmlns:a16="http://schemas.microsoft.com/office/drawing/2014/main" id="{E39A79AF-732A-4D5D-81D3-2C461269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2155631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明确本轮改进目标</a:t>
            </a:r>
          </a:p>
        </p:txBody>
      </p:sp>
      <p:sp>
        <p:nvSpPr>
          <p:cNvPr id="3" name="cycle-0-copy-line-1">
            <a:extLst xmlns:a="http://schemas.openxmlformats.org/drawingml/2006/main">
              <a:ext uri="{FF2B5EF4-FFF2-40B4-BE49-F238E27FC236}">
                <a16:creationId xmlns:a16="http://schemas.microsoft.com/office/drawing/2014/main" id="{33F7E9E9-BCFA-440C-93BC-75720F14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2411311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分析现状与约束</a:t>
            </a:r>
          </a:p>
        </p:txBody>
      </p:sp>
      <p:sp>
        <p:nvSpPr>
          <p:cNvPr id="4" name="cycle-0-copy-line-2">
            <a:extLst xmlns:a="http://schemas.openxmlformats.org/drawingml/2006/main">
              <a:ext uri="{FF2B5EF4-FFF2-40B4-BE49-F238E27FC236}">
                <a16:creationId xmlns:a16="http://schemas.microsoft.com/office/drawing/2014/main" id="{4161C414-FE62-446B-99E6-C09C213C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2667000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确定优先问题</a:t>
            </a:r>
          </a:p>
        </p:txBody>
      </p:sp>
      <p:sp>
        <p:nvSpPr>
          <p:cNvPr id="5" name="cycle-0-copy-line-3">
            <a:extLst xmlns:a="http://schemas.openxmlformats.org/drawingml/2006/main">
              <a:ext uri="{FF2B5EF4-FFF2-40B4-BE49-F238E27FC236}">
                <a16:creationId xmlns:a16="http://schemas.microsoft.com/office/drawing/2014/main" id="{9CF5D5BD-50AA-46A2-AAA7-36D74FF6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2922689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形成行动计划</a:t>
            </a:r>
          </a:p>
        </p:txBody>
      </p:sp>
      <p:sp>
        <p:nvSpPr>
          <p:cNvPr id="6" name="cycle-panel-3">
            <a:extLst xmlns:a="http://schemas.openxmlformats.org/drawingml/2006/main">
              <a:ext uri="{FF2B5EF4-FFF2-40B4-BE49-F238E27FC236}">
                <a16:creationId xmlns:a16="http://schemas.microsoft.com/office/drawing/2014/main" id="{06CED80A-9F7A-48C8-ABC9-FDF146B1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1719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ycle-3-copy-line-0">
            <a:extLst xmlns:a="http://schemas.openxmlformats.org/drawingml/2006/main">
              <a:ext uri="{FF2B5EF4-FFF2-40B4-BE49-F238E27FC236}">
                <a16:creationId xmlns:a16="http://schemas.microsoft.com/office/drawing/2014/main" id="{CEB38BAE-D847-42E2-A53B-71BD2461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4874266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沉淀有效做法</a:t>
            </a:r>
          </a:p>
        </p:txBody>
      </p:sp>
      <p:sp>
        <p:nvSpPr>
          <p:cNvPr id="8" name="cycle-3-copy-line-1">
            <a:extLst xmlns:a="http://schemas.openxmlformats.org/drawingml/2006/main">
              <a:ext uri="{FF2B5EF4-FFF2-40B4-BE49-F238E27FC236}">
                <a16:creationId xmlns:a16="http://schemas.microsoft.com/office/drawing/2014/main" id="{ADC6DB82-CAC3-459A-B455-FC2A5632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5129955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修正未达预期环节</a:t>
            </a:r>
          </a:p>
        </p:txBody>
      </p:sp>
      <p:sp>
        <p:nvSpPr>
          <p:cNvPr id="9" name="cycle-3-copy-line-2">
            <a:extLst xmlns:a="http://schemas.openxmlformats.org/drawingml/2006/main">
              <a:ext uri="{FF2B5EF4-FFF2-40B4-BE49-F238E27FC236}">
                <a16:creationId xmlns:a16="http://schemas.microsoft.com/office/drawing/2014/main" id="{9BCDCC7E-F2A4-4C14-ABF9-A9A2AD1E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5385645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进入下一轮循环</a:t>
            </a:r>
          </a:p>
        </p:txBody>
      </p:sp>
      <p:sp>
        <p:nvSpPr>
          <p:cNvPr id="10" name="cycle-panel-1">
            <a:extLst xmlns:a="http://schemas.openxmlformats.org/drawingml/2006/main">
              <a:ext uri="{FF2B5EF4-FFF2-40B4-BE49-F238E27FC236}">
                <a16:creationId xmlns:a16="http://schemas.microsoft.com/office/drawing/2014/main" id="{963016BC-03D2-4AAA-A68E-BEEFCFA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15811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ycle-1-copy-line-0">
            <a:extLst xmlns:a="http://schemas.openxmlformats.org/drawingml/2006/main">
              <a:ext uri="{FF2B5EF4-FFF2-40B4-BE49-F238E27FC236}">
                <a16:creationId xmlns:a16="http://schemas.microsoft.com/office/drawing/2014/main" id="{D3D6D4F1-6E27-4F94-89C1-3EF519D1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411311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按计划推进重点行动</a:t>
            </a:r>
          </a:p>
        </p:txBody>
      </p:sp>
      <p:sp>
        <p:nvSpPr>
          <p:cNvPr id="12" name="cycle-1-copy-line-1">
            <a:extLst xmlns:a="http://schemas.openxmlformats.org/drawingml/2006/main">
              <a:ext uri="{FF2B5EF4-FFF2-40B4-BE49-F238E27FC236}">
                <a16:creationId xmlns:a16="http://schemas.microsoft.com/office/drawing/2014/main" id="{3107490A-79EC-4128-813E-2AA0A0F8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667000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同步责任与分工</a:t>
            </a:r>
          </a:p>
        </p:txBody>
      </p:sp>
      <p:sp>
        <p:nvSpPr>
          <p:cNvPr id="13" name="cycle-panel-2">
            <a:extLst xmlns:a="http://schemas.openxmlformats.org/drawingml/2006/main">
              <a:ext uri="{FF2B5EF4-FFF2-40B4-BE49-F238E27FC236}">
                <a16:creationId xmlns:a16="http://schemas.microsoft.com/office/drawing/2014/main" id="{C2066633-3A3C-405E-90E6-1B1C4DF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1719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ycle-2-copy-line-0">
            <a:extLst xmlns:a="http://schemas.openxmlformats.org/drawingml/2006/main">
              <a:ext uri="{FF2B5EF4-FFF2-40B4-BE49-F238E27FC236}">
                <a16:creationId xmlns:a16="http://schemas.microsoft.com/office/drawing/2014/main" id="{0BA40724-5961-416D-80D0-2A0E0072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5129955"/>
            <a:ext cx="2733675" cy="1794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对照目标检查实际结果</a:t>
            </a:r>
          </a:p>
        </p:txBody>
      </p:sp>
      <p:sp>
        <p:nvSpPr>
          <p:cNvPr id="15" name="cycle-mask">
            <a:extLst xmlns:a="http://schemas.openxmlformats.org/drawingml/2006/main">
              <a:ext uri="{FF2B5EF4-FFF2-40B4-BE49-F238E27FC236}">
                <a16:creationId xmlns:a16="http://schemas.microsoft.com/office/drawing/2014/main" id="{1B44C9BE-B083-4F7A-84CE-586CF54E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0000" y="1638300"/>
            <a:ext cx="4572000" cy="457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ycle-breath">
            <a:extLst xmlns:a="http://schemas.openxmlformats.org/drawingml/2006/main">
              <a:ext uri="{FF2B5EF4-FFF2-40B4-BE49-F238E27FC236}">
                <a16:creationId xmlns:a16="http://schemas.microsoft.com/office/drawing/2014/main" id="{47603AED-AD8E-41C6-85FF-B972C268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1657350"/>
            <a:ext cx="4533900" cy="4533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28600">
            <a:solidFill>
              <a:srgbClr val="FFFFFF"/>
            </a:solidFill>
            <a:prstDash val="solid"/>
          </a:ln>
        </p:spPr>
      </p:sp>
      <p:sp>
        <p:nvSpPr>
          <p:cNvPr id="17" name="cycle-band-0">
            <a:extLst xmlns:a="http://schemas.openxmlformats.org/drawingml/2006/main">
              <a:ext uri="{FF2B5EF4-FFF2-40B4-BE49-F238E27FC236}">
                <a16:creationId xmlns:a16="http://schemas.microsoft.com/office/drawing/2014/main" id="{B83DADAB-841E-43ED-8506-67671909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350" y="1771726"/>
            <a:ext cx="2152650" cy="2152574"/>
          </a:xfrm>
          <a:custGeom xmlns:a="http://schemas.openxmlformats.org/drawingml/2006/main">
            <a:pathLst>
              <a:path w="2152650" h="2152574">
                <a:moveTo>
                  <a:pt x="0" y="2152574"/>
                </a:moveTo>
                <a:lnTo>
                  <a:pt x="200" y="2123065"/>
                </a:lnTo>
                <a:lnTo>
                  <a:pt x="800" y="2093566"/>
                </a:lnTo>
                <a:lnTo>
                  <a:pt x="1791" y="2064068"/>
                </a:lnTo>
                <a:lnTo>
                  <a:pt x="3181" y="2034597"/>
                </a:lnTo>
                <a:lnTo>
                  <a:pt x="4972" y="2005136"/>
                </a:lnTo>
                <a:lnTo>
                  <a:pt x="7163" y="1975714"/>
                </a:lnTo>
                <a:lnTo>
                  <a:pt x="9754" y="1946310"/>
                </a:lnTo>
                <a:lnTo>
                  <a:pt x="12754" y="1916954"/>
                </a:lnTo>
                <a:lnTo>
                  <a:pt x="16145" y="1887645"/>
                </a:lnTo>
                <a:lnTo>
                  <a:pt x="19936" y="1858375"/>
                </a:lnTo>
                <a:lnTo>
                  <a:pt x="24136" y="1829171"/>
                </a:lnTo>
                <a:lnTo>
                  <a:pt x="28727" y="1800015"/>
                </a:lnTo>
                <a:lnTo>
                  <a:pt x="33728" y="1770936"/>
                </a:lnTo>
                <a:lnTo>
                  <a:pt x="39129" y="1741922"/>
                </a:lnTo>
                <a:lnTo>
                  <a:pt x="44920" y="1712986"/>
                </a:lnTo>
                <a:lnTo>
                  <a:pt x="51121" y="1684134"/>
                </a:lnTo>
                <a:lnTo>
                  <a:pt x="57712" y="1655369"/>
                </a:lnTo>
                <a:lnTo>
                  <a:pt x="64694" y="1626699"/>
                </a:lnTo>
                <a:lnTo>
                  <a:pt x="72076" y="1598133"/>
                </a:lnTo>
                <a:lnTo>
                  <a:pt x="79858" y="1569663"/>
                </a:lnTo>
                <a:lnTo>
                  <a:pt x="88030" y="1541307"/>
                </a:lnTo>
                <a:lnTo>
                  <a:pt x="96584" y="1513065"/>
                </a:lnTo>
                <a:lnTo>
                  <a:pt x="105537" y="1484948"/>
                </a:lnTo>
                <a:lnTo>
                  <a:pt x="114872" y="1456954"/>
                </a:lnTo>
                <a:lnTo>
                  <a:pt x="124597" y="1429093"/>
                </a:lnTo>
                <a:lnTo>
                  <a:pt x="134703" y="1401366"/>
                </a:lnTo>
                <a:lnTo>
                  <a:pt x="145199" y="1373781"/>
                </a:lnTo>
                <a:lnTo>
                  <a:pt x="156067" y="1346349"/>
                </a:lnTo>
                <a:lnTo>
                  <a:pt x="167316" y="1319070"/>
                </a:lnTo>
                <a:lnTo>
                  <a:pt x="178937" y="1291942"/>
                </a:lnTo>
                <a:lnTo>
                  <a:pt x="190929" y="1264977"/>
                </a:lnTo>
                <a:lnTo>
                  <a:pt x="203292" y="1238183"/>
                </a:lnTo>
                <a:lnTo>
                  <a:pt x="216027" y="1211561"/>
                </a:lnTo>
                <a:lnTo>
                  <a:pt x="229124" y="1185120"/>
                </a:lnTo>
                <a:lnTo>
                  <a:pt x="242592" y="1158859"/>
                </a:lnTo>
                <a:lnTo>
                  <a:pt x="256413" y="1132789"/>
                </a:lnTo>
                <a:lnTo>
                  <a:pt x="270586" y="1106910"/>
                </a:lnTo>
                <a:lnTo>
                  <a:pt x="285121" y="1081221"/>
                </a:lnTo>
                <a:lnTo>
                  <a:pt x="300009" y="1055741"/>
                </a:lnTo>
                <a:lnTo>
                  <a:pt x="315230" y="1030462"/>
                </a:lnTo>
                <a:lnTo>
                  <a:pt x="330813" y="1005402"/>
                </a:lnTo>
                <a:lnTo>
                  <a:pt x="346729" y="980551"/>
                </a:lnTo>
                <a:lnTo>
                  <a:pt x="362988" y="955929"/>
                </a:lnTo>
                <a:lnTo>
                  <a:pt x="379581" y="931526"/>
                </a:lnTo>
                <a:lnTo>
                  <a:pt x="396507" y="907352"/>
                </a:lnTo>
                <a:lnTo>
                  <a:pt x="413756" y="883406"/>
                </a:lnTo>
                <a:lnTo>
                  <a:pt x="431340" y="859707"/>
                </a:lnTo>
                <a:lnTo>
                  <a:pt x="449237" y="836247"/>
                </a:lnTo>
                <a:lnTo>
                  <a:pt x="467458" y="813035"/>
                </a:lnTo>
                <a:lnTo>
                  <a:pt x="485994" y="790070"/>
                </a:lnTo>
                <a:lnTo>
                  <a:pt x="504835" y="767363"/>
                </a:lnTo>
                <a:lnTo>
                  <a:pt x="523989" y="744912"/>
                </a:lnTo>
                <a:lnTo>
                  <a:pt x="543449" y="722728"/>
                </a:lnTo>
                <a:lnTo>
                  <a:pt x="563204" y="700811"/>
                </a:lnTo>
                <a:lnTo>
                  <a:pt x="583263" y="679161"/>
                </a:lnTo>
                <a:lnTo>
                  <a:pt x="603609" y="657787"/>
                </a:lnTo>
                <a:lnTo>
                  <a:pt x="624249" y="636699"/>
                </a:lnTo>
                <a:lnTo>
                  <a:pt x="645176" y="615887"/>
                </a:lnTo>
                <a:lnTo>
                  <a:pt x="666379" y="595360"/>
                </a:lnTo>
                <a:lnTo>
                  <a:pt x="687857" y="575129"/>
                </a:lnTo>
                <a:lnTo>
                  <a:pt x="709622" y="555193"/>
                </a:lnTo>
                <a:lnTo>
                  <a:pt x="731644" y="535553"/>
                </a:lnTo>
                <a:lnTo>
                  <a:pt x="753932" y="516217"/>
                </a:lnTo>
                <a:lnTo>
                  <a:pt x="776488" y="497186"/>
                </a:lnTo>
                <a:lnTo>
                  <a:pt x="799300" y="478469"/>
                </a:lnTo>
                <a:lnTo>
                  <a:pt x="822360" y="460058"/>
                </a:lnTo>
                <a:lnTo>
                  <a:pt x="845677" y="441960"/>
                </a:lnTo>
                <a:lnTo>
                  <a:pt x="869232" y="424186"/>
                </a:lnTo>
                <a:lnTo>
                  <a:pt x="893035" y="406746"/>
                </a:lnTo>
                <a:lnTo>
                  <a:pt x="917067" y="389620"/>
                </a:lnTo>
                <a:lnTo>
                  <a:pt x="941337" y="372828"/>
                </a:lnTo>
                <a:lnTo>
                  <a:pt x="965825" y="356368"/>
                </a:lnTo>
                <a:lnTo>
                  <a:pt x="990543" y="340252"/>
                </a:lnTo>
                <a:lnTo>
                  <a:pt x="1015479" y="324469"/>
                </a:lnTo>
                <a:lnTo>
                  <a:pt x="1040625" y="309029"/>
                </a:lnTo>
                <a:lnTo>
                  <a:pt x="1065981" y="293932"/>
                </a:lnTo>
                <a:lnTo>
                  <a:pt x="1091546" y="279187"/>
                </a:lnTo>
                <a:lnTo>
                  <a:pt x="1117311" y="264805"/>
                </a:lnTo>
                <a:lnTo>
                  <a:pt x="1143267" y="250765"/>
                </a:lnTo>
                <a:lnTo>
                  <a:pt x="1169422" y="237087"/>
                </a:lnTo>
                <a:lnTo>
                  <a:pt x="1195749" y="223771"/>
                </a:lnTo>
                <a:lnTo>
                  <a:pt x="1222267" y="210817"/>
                </a:lnTo>
                <a:lnTo>
                  <a:pt x="1248956" y="198225"/>
                </a:lnTo>
                <a:lnTo>
                  <a:pt x="1275817" y="186014"/>
                </a:lnTo>
                <a:lnTo>
                  <a:pt x="1302849" y="174165"/>
                </a:lnTo>
                <a:lnTo>
                  <a:pt x="1330033" y="162697"/>
                </a:lnTo>
                <a:lnTo>
                  <a:pt x="1357379" y="151600"/>
                </a:lnTo>
                <a:lnTo>
                  <a:pt x="1384878" y="140884"/>
                </a:lnTo>
                <a:lnTo>
                  <a:pt x="1412510" y="130540"/>
                </a:lnTo>
                <a:lnTo>
                  <a:pt x="1440294" y="120587"/>
                </a:lnTo>
                <a:lnTo>
                  <a:pt x="1468212" y="111014"/>
                </a:lnTo>
                <a:lnTo>
                  <a:pt x="1496254" y="101841"/>
                </a:lnTo>
                <a:lnTo>
                  <a:pt x="1524419" y="93040"/>
                </a:lnTo>
                <a:lnTo>
                  <a:pt x="1552708" y="84639"/>
                </a:lnTo>
                <a:lnTo>
                  <a:pt x="1581112" y="76629"/>
                </a:lnTo>
                <a:lnTo>
                  <a:pt x="1609620" y="69009"/>
                </a:lnTo>
                <a:lnTo>
                  <a:pt x="1638233" y="61779"/>
                </a:lnTo>
                <a:lnTo>
                  <a:pt x="1666942" y="54950"/>
                </a:lnTo>
                <a:lnTo>
                  <a:pt x="1695745" y="48520"/>
                </a:lnTo>
                <a:lnTo>
                  <a:pt x="1724625" y="42482"/>
                </a:lnTo>
                <a:lnTo>
                  <a:pt x="1753591" y="36843"/>
                </a:lnTo>
                <a:lnTo>
                  <a:pt x="1782632" y="31604"/>
                </a:lnTo>
                <a:lnTo>
                  <a:pt x="1811750" y="26765"/>
                </a:lnTo>
                <a:lnTo>
                  <a:pt x="1840925" y="22336"/>
                </a:lnTo>
                <a:lnTo>
                  <a:pt x="1870158" y="18298"/>
                </a:lnTo>
                <a:lnTo>
                  <a:pt x="1899437" y="14659"/>
                </a:lnTo>
                <a:lnTo>
                  <a:pt x="1928774" y="11430"/>
                </a:lnTo>
                <a:lnTo>
                  <a:pt x="1958140" y="8601"/>
                </a:lnTo>
                <a:lnTo>
                  <a:pt x="1987553" y="6163"/>
                </a:lnTo>
                <a:lnTo>
                  <a:pt x="2016995" y="4134"/>
                </a:lnTo>
                <a:lnTo>
                  <a:pt x="2046456" y="2505"/>
                </a:lnTo>
                <a:lnTo>
                  <a:pt x="2075945" y="1267"/>
                </a:lnTo>
                <a:lnTo>
                  <a:pt x="2105444" y="438"/>
                </a:lnTo>
                <a:lnTo>
                  <a:pt x="2134943" y="0"/>
                </a:lnTo>
                <a:lnTo>
                  <a:pt x="2152650" y="11735"/>
                </a:lnTo>
                <a:lnTo>
                  <a:pt x="2152650" y="41243"/>
                </a:lnTo>
                <a:lnTo>
                  <a:pt x="2152650" y="70752"/>
                </a:lnTo>
                <a:lnTo>
                  <a:pt x="2152650" y="100260"/>
                </a:lnTo>
                <a:lnTo>
                  <a:pt x="2152650" y="129769"/>
                </a:lnTo>
                <a:lnTo>
                  <a:pt x="2152650" y="159287"/>
                </a:lnTo>
                <a:lnTo>
                  <a:pt x="2152650" y="188795"/>
                </a:lnTo>
                <a:lnTo>
                  <a:pt x="2152650" y="218303"/>
                </a:lnTo>
                <a:lnTo>
                  <a:pt x="2152650" y="247812"/>
                </a:lnTo>
                <a:lnTo>
                  <a:pt x="2152650" y="277320"/>
                </a:lnTo>
                <a:lnTo>
                  <a:pt x="2152650" y="306829"/>
                </a:lnTo>
                <a:lnTo>
                  <a:pt x="2152650" y="336347"/>
                </a:lnTo>
                <a:lnTo>
                  <a:pt x="2152650" y="365855"/>
                </a:lnTo>
                <a:lnTo>
                  <a:pt x="2152650" y="395364"/>
                </a:lnTo>
                <a:lnTo>
                  <a:pt x="2152650" y="424872"/>
                </a:lnTo>
                <a:lnTo>
                  <a:pt x="2152650" y="454381"/>
                </a:lnTo>
                <a:lnTo>
                  <a:pt x="2152650" y="483889"/>
                </a:lnTo>
                <a:lnTo>
                  <a:pt x="2152650" y="513407"/>
                </a:lnTo>
                <a:lnTo>
                  <a:pt x="2152650" y="542915"/>
                </a:lnTo>
                <a:lnTo>
                  <a:pt x="2152650" y="572424"/>
                </a:lnTo>
                <a:lnTo>
                  <a:pt x="2152650" y="601932"/>
                </a:lnTo>
                <a:lnTo>
                  <a:pt x="2152650" y="631441"/>
                </a:lnTo>
                <a:lnTo>
                  <a:pt x="2152650" y="660949"/>
                </a:lnTo>
                <a:lnTo>
                  <a:pt x="2152650" y="690467"/>
                </a:lnTo>
                <a:lnTo>
                  <a:pt x="2152650" y="719976"/>
                </a:lnTo>
                <a:lnTo>
                  <a:pt x="2146040" y="742893"/>
                </a:lnTo>
                <a:lnTo>
                  <a:pt x="2116531" y="743331"/>
                </a:lnTo>
                <a:lnTo>
                  <a:pt x="2087042" y="744379"/>
                </a:lnTo>
                <a:lnTo>
                  <a:pt x="2057581" y="746027"/>
                </a:lnTo>
                <a:lnTo>
                  <a:pt x="2028158" y="748303"/>
                </a:lnTo>
                <a:lnTo>
                  <a:pt x="1998793" y="751180"/>
                </a:lnTo>
                <a:lnTo>
                  <a:pt x="1969484" y="754666"/>
                </a:lnTo>
                <a:lnTo>
                  <a:pt x="1940262" y="758771"/>
                </a:lnTo>
                <a:lnTo>
                  <a:pt x="1911134" y="763486"/>
                </a:lnTo>
                <a:lnTo>
                  <a:pt x="1882111" y="768810"/>
                </a:lnTo>
                <a:lnTo>
                  <a:pt x="1853203" y="774744"/>
                </a:lnTo>
                <a:lnTo>
                  <a:pt x="1824428" y="781288"/>
                </a:lnTo>
                <a:lnTo>
                  <a:pt x="1795796" y="788432"/>
                </a:lnTo>
                <a:lnTo>
                  <a:pt x="1767326" y="796185"/>
                </a:lnTo>
                <a:lnTo>
                  <a:pt x="1739017" y="804539"/>
                </a:lnTo>
                <a:lnTo>
                  <a:pt x="1710900" y="813483"/>
                </a:lnTo>
                <a:lnTo>
                  <a:pt x="1682972" y="823017"/>
                </a:lnTo>
                <a:lnTo>
                  <a:pt x="1655255" y="833133"/>
                </a:lnTo>
                <a:lnTo>
                  <a:pt x="1627756" y="843839"/>
                </a:lnTo>
                <a:lnTo>
                  <a:pt x="1600486" y="855116"/>
                </a:lnTo>
                <a:lnTo>
                  <a:pt x="1573463" y="866975"/>
                </a:lnTo>
                <a:lnTo>
                  <a:pt x="1546689" y="879396"/>
                </a:lnTo>
                <a:lnTo>
                  <a:pt x="1520190" y="892378"/>
                </a:lnTo>
                <a:lnTo>
                  <a:pt x="1493968" y="905904"/>
                </a:lnTo>
                <a:lnTo>
                  <a:pt x="1468031" y="919991"/>
                </a:lnTo>
                <a:lnTo>
                  <a:pt x="1442399" y="934612"/>
                </a:lnTo>
                <a:lnTo>
                  <a:pt x="1417082" y="949766"/>
                </a:lnTo>
                <a:lnTo>
                  <a:pt x="1392088" y="965444"/>
                </a:lnTo>
                <a:lnTo>
                  <a:pt x="1367419" y="981647"/>
                </a:lnTo>
                <a:lnTo>
                  <a:pt x="1343101" y="998363"/>
                </a:lnTo>
                <a:lnTo>
                  <a:pt x="1319136" y="1015575"/>
                </a:lnTo>
                <a:lnTo>
                  <a:pt x="1295533" y="1033291"/>
                </a:lnTo>
                <a:lnTo>
                  <a:pt x="1272302" y="1051493"/>
                </a:lnTo>
                <a:lnTo>
                  <a:pt x="1249461" y="1070172"/>
                </a:lnTo>
                <a:lnTo>
                  <a:pt x="1227011" y="1089327"/>
                </a:lnTo>
                <a:lnTo>
                  <a:pt x="1204960" y="1108939"/>
                </a:lnTo>
                <a:lnTo>
                  <a:pt x="1183329" y="1129008"/>
                </a:lnTo>
                <a:lnTo>
                  <a:pt x="1162117" y="1149525"/>
                </a:lnTo>
                <a:lnTo>
                  <a:pt x="1141343" y="1170480"/>
                </a:lnTo>
                <a:lnTo>
                  <a:pt x="1121007" y="1191863"/>
                </a:lnTo>
                <a:lnTo>
                  <a:pt x="1101109" y="1213666"/>
                </a:lnTo>
                <a:lnTo>
                  <a:pt x="1081678" y="1235869"/>
                </a:lnTo>
                <a:lnTo>
                  <a:pt x="1062714" y="1258481"/>
                </a:lnTo>
                <a:lnTo>
                  <a:pt x="1044226" y="1281474"/>
                </a:lnTo>
                <a:lnTo>
                  <a:pt x="1026214" y="1304858"/>
                </a:lnTo>
                <a:lnTo>
                  <a:pt x="1008707" y="1328604"/>
                </a:lnTo>
                <a:lnTo>
                  <a:pt x="991686" y="1352712"/>
                </a:lnTo>
                <a:lnTo>
                  <a:pt x="975179" y="1377172"/>
                </a:lnTo>
                <a:lnTo>
                  <a:pt x="959187" y="1401975"/>
                </a:lnTo>
                <a:lnTo>
                  <a:pt x="943708" y="1427102"/>
                </a:lnTo>
                <a:lnTo>
                  <a:pt x="928773" y="1452543"/>
                </a:lnTo>
                <a:lnTo>
                  <a:pt x="914362" y="1478299"/>
                </a:lnTo>
                <a:lnTo>
                  <a:pt x="900503" y="1504350"/>
                </a:lnTo>
                <a:lnTo>
                  <a:pt x="887187" y="1530687"/>
                </a:lnTo>
                <a:lnTo>
                  <a:pt x="874433" y="1557299"/>
                </a:lnTo>
                <a:lnTo>
                  <a:pt x="862241" y="1584169"/>
                </a:lnTo>
                <a:lnTo>
                  <a:pt x="850611" y="1611297"/>
                </a:lnTo>
                <a:lnTo>
                  <a:pt x="839562" y="1638652"/>
                </a:lnTo>
                <a:lnTo>
                  <a:pt x="829094" y="1666246"/>
                </a:lnTo>
                <a:lnTo>
                  <a:pt x="819198" y="1694050"/>
                </a:lnTo>
                <a:lnTo>
                  <a:pt x="809901" y="1722053"/>
                </a:lnTo>
                <a:lnTo>
                  <a:pt x="801195" y="1750247"/>
                </a:lnTo>
                <a:lnTo>
                  <a:pt x="793090" y="1778622"/>
                </a:lnTo>
                <a:lnTo>
                  <a:pt x="785574" y="1807159"/>
                </a:lnTo>
                <a:lnTo>
                  <a:pt x="778669" y="1835849"/>
                </a:lnTo>
                <a:lnTo>
                  <a:pt x="772373" y="1864681"/>
                </a:lnTo>
                <a:lnTo>
                  <a:pt x="766677" y="1893637"/>
                </a:lnTo>
                <a:lnTo>
                  <a:pt x="761600" y="1922707"/>
                </a:lnTo>
                <a:lnTo>
                  <a:pt x="757133" y="1951873"/>
                </a:lnTo>
                <a:lnTo>
                  <a:pt x="753275" y="1981133"/>
                </a:lnTo>
                <a:lnTo>
                  <a:pt x="750027" y="2010461"/>
                </a:lnTo>
                <a:lnTo>
                  <a:pt x="747389" y="2039855"/>
                </a:lnTo>
                <a:lnTo>
                  <a:pt x="745369" y="2069297"/>
                </a:lnTo>
                <a:lnTo>
                  <a:pt x="743960" y="2098767"/>
                </a:lnTo>
                <a:lnTo>
                  <a:pt x="743160" y="2128266"/>
                </a:lnTo>
                <a:lnTo>
                  <a:pt x="737749" y="2152574"/>
                </a:lnTo>
                <a:lnTo>
                  <a:pt x="708241" y="2152574"/>
                </a:lnTo>
                <a:lnTo>
                  <a:pt x="678732" y="2152574"/>
                </a:lnTo>
                <a:lnTo>
                  <a:pt x="649224" y="2152574"/>
                </a:lnTo>
                <a:lnTo>
                  <a:pt x="619716" y="2152574"/>
                </a:lnTo>
                <a:lnTo>
                  <a:pt x="590198" y="2152574"/>
                </a:lnTo>
                <a:lnTo>
                  <a:pt x="560689" y="2152574"/>
                </a:lnTo>
                <a:lnTo>
                  <a:pt x="531181" y="2152574"/>
                </a:lnTo>
                <a:lnTo>
                  <a:pt x="501672" y="2152574"/>
                </a:lnTo>
                <a:lnTo>
                  <a:pt x="472164" y="2152574"/>
                </a:lnTo>
                <a:lnTo>
                  <a:pt x="442655" y="2152574"/>
                </a:lnTo>
                <a:lnTo>
                  <a:pt x="413137" y="2152574"/>
                </a:lnTo>
                <a:lnTo>
                  <a:pt x="383629" y="2152574"/>
                </a:lnTo>
                <a:lnTo>
                  <a:pt x="354120" y="2152574"/>
                </a:lnTo>
                <a:lnTo>
                  <a:pt x="324612" y="2152574"/>
                </a:lnTo>
                <a:lnTo>
                  <a:pt x="295104" y="2152574"/>
                </a:lnTo>
                <a:lnTo>
                  <a:pt x="265595" y="2152574"/>
                </a:lnTo>
                <a:lnTo>
                  <a:pt x="236077" y="2152574"/>
                </a:lnTo>
                <a:lnTo>
                  <a:pt x="206569" y="2152574"/>
                </a:lnTo>
                <a:lnTo>
                  <a:pt x="177060" y="2152574"/>
                </a:lnTo>
                <a:lnTo>
                  <a:pt x="147552" y="2152574"/>
                </a:lnTo>
                <a:lnTo>
                  <a:pt x="118043" y="2152574"/>
                </a:lnTo>
                <a:lnTo>
                  <a:pt x="88525" y="2152574"/>
                </a:lnTo>
                <a:lnTo>
                  <a:pt x="59017" y="2152574"/>
                </a:lnTo>
                <a:lnTo>
                  <a:pt x="29508" y="2152574"/>
                </a:lnTo>
                <a:lnTo>
                  <a:pt x="0" y="2152574"/>
                </a:lnTo>
                <a:close/>
              </a:path>
            </a:pathLst>
          </a:custGeom>
          <a:solidFill xmlns:a="http://schemas.openxmlformats.org/drawingml/2006/main">
            <a:srgbClr val="344E9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cycle-band-1">
            <a:extLst xmlns:a="http://schemas.openxmlformats.org/drawingml/2006/main">
              <a:ext uri="{FF2B5EF4-FFF2-40B4-BE49-F238E27FC236}">
                <a16:creationId xmlns:a16="http://schemas.microsoft.com/office/drawing/2014/main" id="{1B945ECF-6E68-4CD8-9193-9471F7B6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1771650"/>
            <a:ext cx="2152574" cy="2152650"/>
          </a:xfrm>
          <a:custGeom xmlns:a="http://schemas.openxmlformats.org/drawingml/2006/main">
            <a:pathLst>
              <a:path w="2152574" h="2152650">
                <a:moveTo>
                  <a:pt x="0" y="0"/>
                </a:moveTo>
                <a:lnTo>
                  <a:pt x="29508" y="200"/>
                </a:lnTo>
                <a:lnTo>
                  <a:pt x="59017" y="800"/>
                </a:lnTo>
                <a:lnTo>
                  <a:pt x="88506" y="1791"/>
                </a:lnTo>
                <a:lnTo>
                  <a:pt x="117986" y="3181"/>
                </a:lnTo>
                <a:lnTo>
                  <a:pt x="147437" y="4972"/>
                </a:lnTo>
                <a:lnTo>
                  <a:pt x="176870" y="7163"/>
                </a:lnTo>
                <a:lnTo>
                  <a:pt x="206264" y="9754"/>
                </a:lnTo>
                <a:lnTo>
                  <a:pt x="235620" y="12754"/>
                </a:lnTo>
                <a:lnTo>
                  <a:pt x="264938" y="16145"/>
                </a:lnTo>
                <a:lnTo>
                  <a:pt x="294199" y="19936"/>
                </a:lnTo>
                <a:lnTo>
                  <a:pt x="323412" y="24136"/>
                </a:lnTo>
                <a:lnTo>
                  <a:pt x="352558" y="28727"/>
                </a:lnTo>
                <a:lnTo>
                  <a:pt x="381638" y="33728"/>
                </a:lnTo>
                <a:lnTo>
                  <a:pt x="410651" y="39129"/>
                </a:lnTo>
                <a:lnTo>
                  <a:pt x="439588" y="44920"/>
                </a:lnTo>
                <a:lnTo>
                  <a:pt x="468440" y="51121"/>
                </a:lnTo>
                <a:lnTo>
                  <a:pt x="497205" y="57712"/>
                </a:lnTo>
                <a:lnTo>
                  <a:pt x="525875" y="64694"/>
                </a:lnTo>
                <a:lnTo>
                  <a:pt x="554450" y="72076"/>
                </a:lnTo>
                <a:lnTo>
                  <a:pt x="582911" y="79858"/>
                </a:lnTo>
                <a:lnTo>
                  <a:pt x="611267" y="88030"/>
                </a:lnTo>
                <a:lnTo>
                  <a:pt x="639509" y="96584"/>
                </a:lnTo>
                <a:lnTo>
                  <a:pt x="667626" y="105537"/>
                </a:lnTo>
                <a:lnTo>
                  <a:pt x="695620" y="114872"/>
                </a:lnTo>
                <a:lnTo>
                  <a:pt x="723481" y="124597"/>
                </a:lnTo>
                <a:lnTo>
                  <a:pt x="751208" y="134703"/>
                </a:lnTo>
                <a:lnTo>
                  <a:pt x="778793" y="145199"/>
                </a:lnTo>
                <a:lnTo>
                  <a:pt x="806225" y="156067"/>
                </a:lnTo>
                <a:lnTo>
                  <a:pt x="833514" y="167316"/>
                </a:lnTo>
                <a:lnTo>
                  <a:pt x="860631" y="178937"/>
                </a:lnTo>
                <a:lnTo>
                  <a:pt x="887597" y="190929"/>
                </a:lnTo>
                <a:lnTo>
                  <a:pt x="914390" y="203292"/>
                </a:lnTo>
                <a:lnTo>
                  <a:pt x="941013" y="216027"/>
                </a:lnTo>
                <a:lnTo>
                  <a:pt x="967454" y="229124"/>
                </a:lnTo>
                <a:lnTo>
                  <a:pt x="993715" y="242592"/>
                </a:lnTo>
                <a:lnTo>
                  <a:pt x="1019785" y="256413"/>
                </a:lnTo>
                <a:lnTo>
                  <a:pt x="1045674" y="270586"/>
                </a:lnTo>
                <a:lnTo>
                  <a:pt x="1071353" y="285121"/>
                </a:lnTo>
                <a:lnTo>
                  <a:pt x="1096832" y="300009"/>
                </a:lnTo>
                <a:lnTo>
                  <a:pt x="1122112" y="315230"/>
                </a:lnTo>
                <a:lnTo>
                  <a:pt x="1147172" y="330813"/>
                </a:lnTo>
                <a:lnTo>
                  <a:pt x="1172023" y="346729"/>
                </a:lnTo>
                <a:lnTo>
                  <a:pt x="1196654" y="362988"/>
                </a:lnTo>
                <a:lnTo>
                  <a:pt x="1221057" y="379581"/>
                </a:lnTo>
                <a:lnTo>
                  <a:pt x="1245232" y="396507"/>
                </a:lnTo>
                <a:lnTo>
                  <a:pt x="1269168" y="413756"/>
                </a:lnTo>
                <a:lnTo>
                  <a:pt x="1292866" y="431340"/>
                </a:lnTo>
                <a:lnTo>
                  <a:pt x="1316326" y="449237"/>
                </a:lnTo>
                <a:lnTo>
                  <a:pt x="1339548" y="467458"/>
                </a:lnTo>
                <a:lnTo>
                  <a:pt x="1362504" y="485994"/>
                </a:lnTo>
                <a:lnTo>
                  <a:pt x="1385211" y="504835"/>
                </a:lnTo>
                <a:lnTo>
                  <a:pt x="1407662" y="523989"/>
                </a:lnTo>
                <a:lnTo>
                  <a:pt x="1429845" y="543449"/>
                </a:lnTo>
                <a:lnTo>
                  <a:pt x="1451772" y="563204"/>
                </a:lnTo>
                <a:lnTo>
                  <a:pt x="1473413" y="583263"/>
                </a:lnTo>
                <a:lnTo>
                  <a:pt x="1494787" y="603609"/>
                </a:lnTo>
                <a:lnTo>
                  <a:pt x="1515875" y="624249"/>
                </a:lnTo>
                <a:lnTo>
                  <a:pt x="1536687" y="645176"/>
                </a:lnTo>
                <a:lnTo>
                  <a:pt x="1557214" y="666379"/>
                </a:lnTo>
                <a:lnTo>
                  <a:pt x="1577445" y="687867"/>
                </a:lnTo>
                <a:lnTo>
                  <a:pt x="1597381" y="709622"/>
                </a:lnTo>
                <a:lnTo>
                  <a:pt x="1617021" y="731644"/>
                </a:lnTo>
                <a:lnTo>
                  <a:pt x="1636357" y="753932"/>
                </a:lnTo>
                <a:lnTo>
                  <a:pt x="1655388" y="776488"/>
                </a:lnTo>
                <a:lnTo>
                  <a:pt x="1674114" y="799300"/>
                </a:lnTo>
                <a:lnTo>
                  <a:pt x="1692516" y="822360"/>
                </a:lnTo>
                <a:lnTo>
                  <a:pt x="1710614" y="845677"/>
                </a:lnTo>
                <a:lnTo>
                  <a:pt x="1728387" y="869232"/>
                </a:lnTo>
                <a:lnTo>
                  <a:pt x="1745837" y="893035"/>
                </a:lnTo>
                <a:lnTo>
                  <a:pt x="1762954" y="917067"/>
                </a:lnTo>
                <a:lnTo>
                  <a:pt x="1779746" y="941337"/>
                </a:lnTo>
                <a:lnTo>
                  <a:pt x="1796205" y="965825"/>
                </a:lnTo>
                <a:lnTo>
                  <a:pt x="1812331" y="990543"/>
                </a:lnTo>
                <a:lnTo>
                  <a:pt x="1828114" y="1015479"/>
                </a:lnTo>
                <a:lnTo>
                  <a:pt x="1843554" y="1040625"/>
                </a:lnTo>
                <a:lnTo>
                  <a:pt x="1858642" y="1065981"/>
                </a:lnTo>
                <a:lnTo>
                  <a:pt x="1873387" y="1091546"/>
                </a:lnTo>
                <a:lnTo>
                  <a:pt x="1887779" y="1117311"/>
                </a:lnTo>
                <a:lnTo>
                  <a:pt x="1901809" y="1143267"/>
                </a:lnTo>
                <a:lnTo>
                  <a:pt x="1915487" y="1169422"/>
                </a:lnTo>
                <a:lnTo>
                  <a:pt x="1928803" y="1195749"/>
                </a:lnTo>
                <a:lnTo>
                  <a:pt x="1941757" y="1222267"/>
                </a:lnTo>
                <a:lnTo>
                  <a:pt x="1954349" y="1248956"/>
                </a:lnTo>
                <a:lnTo>
                  <a:pt x="1966560" y="1275817"/>
                </a:lnTo>
                <a:lnTo>
                  <a:pt x="1978409" y="1302849"/>
                </a:lnTo>
                <a:lnTo>
                  <a:pt x="1989877" y="1330033"/>
                </a:lnTo>
                <a:lnTo>
                  <a:pt x="2000983" y="1357379"/>
                </a:lnTo>
                <a:lnTo>
                  <a:pt x="2011699" y="1384878"/>
                </a:lnTo>
                <a:lnTo>
                  <a:pt x="2022034" y="1412519"/>
                </a:lnTo>
                <a:lnTo>
                  <a:pt x="2031987" y="1440294"/>
                </a:lnTo>
                <a:lnTo>
                  <a:pt x="2041560" y="1468212"/>
                </a:lnTo>
                <a:lnTo>
                  <a:pt x="2050742" y="1496254"/>
                </a:lnTo>
                <a:lnTo>
                  <a:pt x="2059534" y="1524419"/>
                </a:lnTo>
                <a:lnTo>
                  <a:pt x="2067935" y="1552708"/>
                </a:lnTo>
                <a:lnTo>
                  <a:pt x="2075955" y="1581112"/>
                </a:lnTo>
                <a:lnTo>
                  <a:pt x="2083575" y="1609620"/>
                </a:lnTo>
                <a:lnTo>
                  <a:pt x="2090795" y="1638233"/>
                </a:lnTo>
                <a:lnTo>
                  <a:pt x="2097624" y="1666942"/>
                </a:lnTo>
                <a:lnTo>
                  <a:pt x="2104063" y="1695745"/>
                </a:lnTo>
                <a:lnTo>
                  <a:pt x="2110092" y="1724625"/>
                </a:lnTo>
                <a:lnTo>
                  <a:pt x="2115731" y="1753591"/>
                </a:lnTo>
                <a:lnTo>
                  <a:pt x="2120970" y="1782632"/>
                </a:lnTo>
                <a:lnTo>
                  <a:pt x="2125809" y="1811750"/>
                </a:lnTo>
                <a:lnTo>
                  <a:pt x="2130238" y="1840925"/>
                </a:lnTo>
                <a:lnTo>
                  <a:pt x="2134276" y="1870158"/>
                </a:lnTo>
                <a:lnTo>
                  <a:pt x="2137915" y="1899437"/>
                </a:lnTo>
                <a:lnTo>
                  <a:pt x="2141144" y="1928774"/>
                </a:lnTo>
                <a:lnTo>
                  <a:pt x="2143982" y="1958140"/>
                </a:lnTo>
                <a:lnTo>
                  <a:pt x="2146411" y="1987553"/>
                </a:lnTo>
                <a:lnTo>
                  <a:pt x="2148440" y="2016995"/>
                </a:lnTo>
                <a:lnTo>
                  <a:pt x="2150078" y="2046456"/>
                </a:lnTo>
                <a:lnTo>
                  <a:pt x="2151307" y="2075945"/>
                </a:lnTo>
                <a:lnTo>
                  <a:pt x="2152145" y="2105435"/>
                </a:lnTo>
                <a:lnTo>
                  <a:pt x="2152574" y="2134943"/>
                </a:lnTo>
                <a:lnTo>
                  <a:pt x="2140849" y="2152650"/>
                </a:lnTo>
                <a:lnTo>
                  <a:pt x="2111331" y="2152650"/>
                </a:lnTo>
                <a:lnTo>
                  <a:pt x="2081822" y="2152650"/>
                </a:lnTo>
                <a:lnTo>
                  <a:pt x="2052314" y="2152650"/>
                </a:lnTo>
                <a:lnTo>
                  <a:pt x="2022805" y="2152650"/>
                </a:lnTo>
                <a:lnTo>
                  <a:pt x="1993297" y="2152650"/>
                </a:lnTo>
                <a:lnTo>
                  <a:pt x="1963788" y="2152650"/>
                </a:lnTo>
                <a:lnTo>
                  <a:pt x="1934270" y="2152650"/>
                </a:lnTo>
                <a:lnTo>
                  <a:pt x="1904762" y="2152650"/>
                </a:lnTo>
                <a:lnTo>
                  <a:pt x="1875253" y="2152650"/>
                </a:lnTo>
                <a:lnTo>
                  <a:pt x="1845745" y="2152650"/>
                </a:lnTo>
                <a:lnTo>
                  <a:pt x="1816237" y="2152650"/>
                </a:lnTo>
                <a:lnTo>
                  <a:pt x="1786719" y="2152650"/>
                </a:lnTo>
                <a:lnTo>
                  <a:pt x="1757210" y="2152650"/>
                </a:lnTo>
                <a:lnTo>
                  <a:pt x="1727702" y="2152650"/>
                </a:lnTo>
                <a:lnTo>
                  <a:pt x="1698193" y="2152650"/>
                </a:lnTo>
                <a:lnTo>
                  <a:pt x="1668685" y="2152650"/>
                </a:lnTo>
                <a:lnTo>
                  <a:pt x="1639176" y="2152650"/>
                </a:lnTo>
                <a:lnTo>
                  <a:pt x="1609658" y="2152650"/>
                </a:lnTo>
                <a:lnTo>
                  <a:pt x="1580150" y="2152650"/>
                </a:lnTo>
                <a:lnTo>
                  <a:pt x="1550641" y="2152650"/>
                </a:lnTo>
                <a:lnTo>
                  <a:pt x="1521133" y="2152650"/>
                </a:lnTo>
                <a:lnTo>
                  <a:pt x="1491625" y="2152650"/>
                </a:lnTo>
                <a:lnTo>
                  <a:pt x="1462116" y="2152650"/>
                </a:lnTo>
                <a:lnTo>
                  <a:pt x="1432598" y="2152650"/>
                </a:lnTo>
                <a:lnTo>
                  <a:pt x="1409681" y="2146040"/>
                </a:lnTo>
                <a:lnTo>
                  <a:pt x="1409243" y="2116541"/>
                </a:lnTo>
                <a:lnTo>
                  <a:pt x="1408195" y="2087042"/>
                </a:lnTo>
                <a:lnTo>
                  <a:pt x="1406547" y="2057581"/>
                </a:lnTo>
                <a:lnTo>
                  <a:pt x="1404280" y="2028158"/>
                </a:lnTo>
                <a:lnTo>
                  <a:pt x="1401404" y="1998793"/>
                </a:lnTo>
                <a:lnTo>
                  <a:pt x="1397908" y="1969484"/>
                </a:lnTo>
                <a:lnTo>
                  <a:pt x="1393803" y="1940262"/>
                </a:lnTo>
                <a:lnTo>
                  <a:pt x="1389088" y="1911134"/>
                </a:lnTo>
                <a:lnTo>
                  <a:pt x="1383763" y="1882111"/>
                </a:lnTo>
                <a:lnTo>
                  <a:pt x="1377829" y="1853203"/>
                </a:lnTo>
                <a:lnTo>
                  <a:pt x="1371286" y="1824428"/>
                </a:lnTo>
                <a:lnTo>
                  <a:pt x="1364142" y="1795796"/>
                </a:lnTo>
                <a:lnTo>
                  <a:pt x="1356389" y="1767326"/>
                </a:lnTo>
                <a:lnTo>
                  <a:pt x="1348045" y="1739017"/>
                </a:lnTo>
                <a:lnTo>
                  <a:pt x="1339101" y="1710900"/>
                </a:lnTo>
                <a:lnTo>
                  <a:pt x="1329566" y="1682972"/>
                </a:lnTo>
                <a:lnTo>
                  <a:pt x="1319441" y="1655255"/>
                </a:lnTo>
                <a:lnTo>
                  <a:pt x="1308735" y="1627756"/>
                </a:lnTo>
                <a:lnTo>
                  <a:pt x="1297457" y="1600486"/>
                </a:lnTo>
                <a:lnTo>
                  <a:pt x="1285599" y="1573463"/>
                </a:lnTo>
                <a:lnTo>
                  <a:pt x="1273178" y="1546689"/>
                </a:lnTo>
                <a:lnTo>
                  <a:pt x="1260205" y="1520190"/>
                </a:lnTo>
                <a:lnTo>
                  <a:pt x="1246670" y="1493968"/>
                </a:lnTo>
                <a:lnTo>
                  <a:pt x="1232592" y="1468031"/>
                </a:lnTo>
                <a:lnTo>
                  <a:pt x="1217971" y="1442399"/>
                </a:lnTo>
                <a:lnTo>
                  <a:pt x="1202817" y="1417082"/>
                </a:lnTo>
                <a:lnTo>
                  <a:pt x="1187129" y="1392079"/>
                </a:lnTo>
                <a:lnTo>
                  <a:pt x="1170927" y="1367419"/>
                </a:lnTo>
                <a:lnTo>
                  <a:pt x="1154220" y="1343101"/>
                </a:lnTo>
                <a:lnTo>
                  <a:pt x="1136999" y="1319136"/>
                </a:lnTo>
                <a:lnTo>
                  <a:pt x="1119283" y="1295533"/>
                </a:lnTo>
                <a:lnTo>
                  <a:pt x="1101080" y="1272302"/>
                </a:lnTo>
                <a:lnTo>
                  <a:pt x="1082402" y="1249461"/>
                </a:lnTo>
                <a:lnTo>
                  <a:pt x="1063247" y="1227011"/>
                </a:lnTo>
                <a:lnTo>
                  <a:pt x="1043635" y="1204960"/>
                </a:lnTo>
                <a:lnTo>
                  <a:pt x="1023566" y="1183329"/>
                </a:lnTo>
                <a:lnTo>
                  <a:pt x="1003049" y="1162117"/>
                </a:lnTo>
                <a:lnTo>
                  <a:pt x="982094" y="1141343"/>
                </a:lnTo>
                <a:lnTo>
                  <a:pt x="960711" y="1121007"/>
                </a:lnTo>
                <a:lnTo>
                  <a:pt x="938917" y="1101109"/>
                </a:lnTo>
                <a:lnTo>
                  <a:pt x="916705" y="1081678"/>
                </a:lnTo>
                <a:lnTo>
                  <a:pt x="894093" y="1062714"/>
                </a:lnTo>
                <a:lnTo>
                  <a:pt x="871099" y="1044226"/>
                </a:lnTo>
                <a:lnTo>
                  <a:pt x="847725" y="1026214"/>
                </a:lnTo>
                <a:lnTo>
                  <a:pt x="823970" y="1008707"/>
                </a:lnTo>
                <a:lnTo>
                  <a:pt x="799862" y="991686"/>
                </a:lnTo>
                <a:lnTo>
                  <a:pt x="775402" y="975179"/>
                </a:lnTo>
                <a:lnTo>
                  <a:pt x="750608" y="959187"/>
                </a:lnTo>
                <a:lnTo>
                  <a:pt x="725472" y="943708"/>
                </a:lnTo>
                <a:lnTo>
                  <a:pt x="700030" y="928773"/>
                </a:lnTo>
                <a:lnTo>
                  <a:pt x="674275" y="914362"/>
                </a:lnTo>
                <a:lnTo>
                  <a:pt x="648224" y="900503"/>
                </a:lnTo>
                <a:lnTo>
                  <a:pt x="621887" y="887187"/>
                </a:lnTo>
                <a:lnTo>
                  <a:pt x="595274" y="874433"/>
                </a:lnTo>
                <a:lnTo>
                  <a:pt x="568404" y="862241"/>
                </a:lnTo>
                <a:lnTo>
                  <a:pt x="541287" y="850611"/>
                </a:lnTo>
                <a:lnTo>
                  <a:pt x="513921" y="839562"/>
                </a:lnTo>
                <a:lnTo>
                  <a:pt x="486337" y="829094"/>
                </a:lnTo>
                <a:lnTo>
                  <a:pt x="458524" y="819198"/>
                </a:lnTo>
                <a:lnTo>
                  <a:pt x="430520" y="809901"/>
                </a:lnTo>
                <a:lnTo>
                  <a:pt x="402326" y="801195"/>
                </a:lnTo>
                <a:lnTo>
                  <a:pt x="373952" y="793090"/>
                </a:lnTo>
                <a:lnTo>
                  <a:pt x="345415" y="785574"/>
                </a:lnTo>
                <a:lnTo>
                  <a:pt x="316725" y="778669"/>
                </a:lnTo>
                <a:lnTo>
                  <a:pt x="287893" y="772373"/>
                </a:lnTo>
                <a:lnTo>
                  <a:pt x="258937" y="766677"/>
                </a:lnTo>
                <a:lnTo>
                  <a:pt x="229876" y="761600"/>
                </a:lnTo>
                <a:lnTo>
                  <a:pt x="200701" y="757133"/>
                </a:lnTo>
                <a:lnTo>
                  <a:pt x="171450" y="753275"/>
                </a:lnTo>
                <a:lnTo>
                  <a:pt x="142113" y="750027"/>
                </a:lnTo>
                <a:lnTo>
                  <a:pt x="112728" y="747389"/>
                </a:lnTo>
                <a:lnTo>
                  <a:pt x="83287" y="745369"/>
                </a:lnTo>
                <a:lnTo>
                  <a:pt x="53807" y="743960"/>
                </a:lnTo>
                <a:lnTo>
                  <a:pt x="24308" y="743160"/>
                </a:lnTo>
                <a:lnTo>
                  <a:pt x="0" y="737749"/>
                </a:lnTo>
                <a:lnTo>
                  <a:pt x="0" y="708241"/>
                </a:lnTo>
                <a:lnTo>
                  <a:pt x="0" y="678732"/>
                </a:lnTo>
                <a:lnTo>
                  <a:pt x="0" y="649224"/>
                </a:lnTo>
                <a:lnTo>
                  <a:pt x="0" y="619716"/>
                </a:lnTo>
                <a:lnTo>
                  <a:pt x="0" y="590198"/>
                </a:lnTo>
                <a:lnTo>
                  <a:pt x="0" y="560689"/>
                </a:lnTo>
                <a:lnTo>
                  <a:pt x="0" y="531181"/>
                </a:lnTo>
                <a:lnTo>
                  <a:pt x="0" y="501672"/>
                </a:lnTo>
                <a:lnTo>
                  <a:pt x="0" y="472164"/>
                </a:lnTo>
                <a:lnTo>
                  <a:pt x="0" y="442655"/>
                </a:lnTo>
                <a:lnTo>
                  <a:pt x="0" y="413137"/>
                </a:lnTo>
                <a:lnTo>
                  <a:pt x="0" y="383629"/>
                </a:lnTo>
                <a:lnTo>
                  <a:pt x="0" y="354120"/>
                </a:lnTo>
                <a:lnTo>
                  <a:pt x="0" y="324612"/>
                </a:lnTo>
                <a:lnTo>
                  <a:pt x="0" y="295104"/>
                </a:lnTo>
                <a:lnTo>
                  <a:pt x="0" y="265595"/>
                </a:lnTo>
                <a:lnTo>
                  <a:pt x="0" y="236077"/>
                </a:lnTo>
                <a:lnTo>
                  <a:pt x="0" y="206569"/>
                </a:lnTo>
                <a:lnTo>
                  <a:pt x="0" y="177060"/>
                </a:lnTo>
                <a:lnTo>
                  <a:pt x="0" y="147552"/>
                </a:lnTo>
                <a:lnTo>
                  <a:pt x="0" y="118043"/>
                </a:lnTo>
                <a:lnTo>
                  <a:pt x="0" y="88525"/>
                </a:lnTo>
                <a:lnTo>
                  <a:pt x="0" y="59017"/>
                </a:lnTo>
                <a:lnTo>
                  <a:pt x="0" y="2950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168B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cycle-band-2">
            <a:extLst xmlns:a="http://schemas.openxmlformats.org/drawingml/2006/main">
              <a:ext uri="{FF2B5EF4-FFF2-40B4-BE49-F238E27FC236}">
                <a16:creationId xmlns:a16="http://schemas.microsoft.com/office/drawing/2014/main" id="{3275DD05-7427-4DA9-B5CB-91C028FA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924300"/>
            <a:ext cx="2152650" cy="2152574"/>
          </a:xfrm>
          <a:custGeom xmlns:a="http://schemas.openxmlformats.org/drawingml/2006/main">
            <a:pathLst>
              <a:path w="2152650" h="2152574">
                <a:moveTo>
                  <a:pt x="2152650" y="0"/>
                </a:moveTo>
                <a:lnTo>
                  <a:pt x="2152450" y="29508"/>
                </a:lnTo>
                <a:lnTo>
                  <a:pt x="2151850" y="59017"/>
                </a:lnTo>
                <a:lnTo>
                  <a:pt x="2150859" y="88506"/>
                </a:lnTo>
                <a:lnTo>
                  <a:pt x="2149469" y="117986"/>
                </a:lnTo>
                <a:lnTo>
                  <a:pt x="2147678" y="147437"/>
                </a:lnTo>
                <a:lnTo>
                  <a:pt x="2145487" y="176870"/>
                </a:lnTo>
                <a:lnTo>
                  <a:pt x="2142896" y="206264"/>
                </a:lnTo>
                <a:lnTo>
                  <a:pt x="2139896" y="235620"/>
                </a:lnTo>
                <a:lnTo>
                  <a:pt x="2136505" y="264938"/>
                </a:lnTo>
                <a:lnTo>
                  <a:pt x="2132714" y="294199"/>
                </a:lnTo>
                <a:lnTo>
                  <a:pt x="2128514" y="323412"/>
                </a:lnTo>
                <a:lnTo>
                  <a:pt x="2123923" y="352558"/>
                </a:lnTo>
                <a:lnTo>
                  <a:pt x="2118922" y="381638"/>
                </a:lnTo>
                <a:lnTo>
                  <a:pt x="2113521" y="410651"/>
                </a:lnTo>
                <a:lnTo>
                  <a:pt x="2107730" y="439588"/>
                </a:lnTo>
                <a:lnTo>
                  <a:pt x="2101529" y="468440"/>
                </a:lnTo>
                <a:lnTo>
                  <a:pt x="2094938" y="497205"/>
                </a:lnTo>
                <a:lnTo>
                  <a:pt x="2087956" y="525875"/>
                </a:lnTo>
                <a:lnTo>
                  <a:pt x="2080574" y="554450"/>
                </a:lnTo>
                <a:lnTo>
                  <a:pt x="2072792" y="582911"/>
                </a:lnTo>
                <a:lnTo>
                  <a:pt x="2064620" y="611267"/>
                </a:lnTo>
                <a:lnTo>
                  <a:pt x="2056067" y="639509"/>
                </a:lnTo>
                <a:lnTo>
                  <a:pt x="2047113" y="667626"/>
                </a:lnTo>
                <a:lnTo>
                  <a:pt x="2037779" y="695620"/>
                </a:lnTo>
                <a:lnTo>
                  <a:pt x="2028053" y="723481"/>
                </a:lnTo>
                <a:lnTo>
                  <a:pt x="2017947" y="751208"/>
                </a:lnTo>
                <a:lnTo>
                  <a:pt x="2007451" y="778793"/>
                </a:lnTo>
                <a:lnTo>
                  <a:pt x="1996583" y="806225"/>
                </a:lnTo>
                <a:lnTo>
                  <a:pt x="1985334" y="833514"/>
                </a:lnTo>
                <a:lnTo>
                  <a:pt x="1973713" y="860631"/>
                </a:lnTo>
                <a:lnTo>
                  <a:pt x="1961721" y="887597"/>
                </a:lnTo>
                <a:lnTo>
                  <a:pt x="1949358" y="914390"/>
                </a:lnTo>
                <a:lnTo>
                  <a:pt x="1936623" y="941013"/>
                </a:lnTo>
                <a:lnTo>
                  <a:pt x="1923526" y="967454"/>
                </a:lnTo>
                <a:lnTo>
                  <a:pt x="1910058" y="993715"/>
                </a:lnTo>
                <a:lnTo>
                  <a:pt x="1896237" y="1019785"/>
                </a:lnTo>
                <a:lnTo>
                  <a:pt x="1882064" y="1045674"/>
                </a:lnTo>
                <a:lnTo>
                  <a:pt x="1867529" y="1071353"/>
                </a:lnTo>
                <a:lnTo>
                  <a:pt x="1852641" y="1096832"/>
                </a:lnTo>
                <a:lnTo>
                  <a:pt x="1837420" y="1122112"/>
                </a:lnTo>
                <a:lnTo>
                  <a:pt x="1821837" y="1147172"/>
                </a:lnTo>
                <a:lnTo>
                  <a:pt x="1805921" y="1172023"/>
                </a:lnTo>
                <a:lnTo>
                  <a:pt x="1789662" y="1196654"/>
                </a:lnTo>
                <a:lnTo>
                  <a:pt x="1773069" y="1221057"/>
                </a:lnTo>
                <a:lnTo>
                  <a:pt x="1756143" y="1245232"/>
                </a:lnTo>
                <a:lnTo>
                  <a:pt x="1738894" y="1269168"/>
                </a:lnTo>
                <a:lnTo>
                  <a:pt x="1721310" y="1292866"/>
                </a:lnTo>
                <a:lnTo>
                  <a:pt x="1703413" y="1316326"/>
                </a:lnTo>
                <a:lnTo>
                  <a:pt x="1685192" y="1339548"/>
                </a:lnTo>
                <a:lnTo>
                  <a:pt x="1666656" y="1362504"/>
                </a:lnTo>
                <a:lnTo>
                  <a:pt x="1647815" y="1385211"/>
                </a:lnTo>
                <a:lnTo>
                  <a:pt x="1628661" y="1407662"/>
                </a:lnTo>
                <a:lnTo>
                  <a:pt x="1609201" y="1429845"/>
                </a:lnTo>
                <a:lnTo>
                  <a:pt x="1589446" y="1451772"/>
                </a:lnTo>
                <a:lnTo>
                  <a:pt x="1569387" y="1473413"/>
                </a:lnTo>
                <a:lnTo>
                  <a:pt x="1549041" y="1494787"/>
                </a:lnTo>
                <a:lnTo>
                  <a:pt x="1528401" y="1515875"/>
                </a:lnTo>
                <a:lnTo>
                  <a:pt x="1507474" y="1536687"/>
                </a:lnTo>
                <a:lnTo>
                  <a:pt x="1486271" y="1557214"/>
                </a:lnTo>
                <a:lnTo>
                  <a:pt x="1464793" y="1577445"/>
                </a:lnTo>
                <a:lnTo>
                  <a:pt x="1443038" y="1597381"/>
                </a:lnTo>
                <a:lnTo>
                  <a:pt x="1421006" y="1617021"/>
                </a:lnTo>
                <a:lnTo>
                  <a:pt x="1398718" y="1636357"/>
                </a:lnTo>
                <a:lnTo>
                  <a:pt x="1376162" y="1655388"/>
                </a:lnTo>
                <a:lnTo>
                  <a:pt x="1353350" y="1674114"/>
                </a:lnTo>
                <a:lnTo>
                  <a:pt x="1330290" y="1692516"/>
                </a:lnTo>
                <a:lnTo>
                  <a:pt x="1306973" y="1710614"/>
                </a:lnTo>
                <a:lnTo>
                  <a:pt x="1283418" y="1728387"/>
                </a:lnTo>
                <a:lnTo>
                  <a:pt x="1259615" y="1745837"/>
                </a:lnTo>
                <a:lnTo>
                  <a:pt x="1235583" y="1762954"/>
                </a:lnTo>
                <a:lnTo>
                  <a:pt x="1211313" y="1779746"/>
                </a:lnTo>
                <a:lnTo>
                  <a:pt x="1186825" y="1796205"/>
                </a:lnTo>
                <a:lnTo>
                  <a:pt x="1162107" y="1812331"/>
                </a:lnTo>
                <a:lnTo>
                  <a:pt x="1137171" y="1828114"/>
                </a:lnTo>
                <a:lnTo>
                  <a:pt x="1112025" y="1843554"/>
                </a:lnTo>
                <a:lnTo>
                  <a:pt x="1086669" y="1858642"/>
                </a:lnTo>
                <a:lnTo>
                  <a:pt x="1061104" y="1873387"/>
                </a:lnTo>
                <a:lnTo>
                  <a:pt x="1035339" y="1887779"/>
                </a:lnTo>
                <a:lnTo>
                  <a:pt x="1009383" y="1901809"/>
                </a:lnTo>
                <a:lnTo>
                  <a:pt x="983228" y="1915487"/>
                </a:lnTo>
                <a:lnTo>
                  <a:pt x="956901" y="1928803"/>
                </a:lnTo>
                <a:lnTo>
                  <a:pt x="930383" y="1941757"/>
                </a:lnTo>
                <a:lnTo>
                  <a:pt x="903694" y="1954349"/>
                </a:lnTo>
                <a:lnTo>
                  <a:pt x="876833" y="1966560"/>
                </a:lnTo>
                <a:lnTo>
                  <a:pt x="849801" y="1978409"/>
                </a:lnTo>
                <a:lnTo>
                  <a:pt x="822617" y="1989877"/>
                </a:lnTo>
                <a:lnTo>
                  <a:pt x="795271" y="2000983"/>
                </a:lnTo>
                <a:lnTo>
                  <a:pt x="767772" y="2011699"/>
                </a:lnTo>
                <a:lnTo>
                  <a:pt x="740131" y="2022034"/>
                </a:lnTo>
                <a:lnTo>
                  <a:pt x="712356" y="2031987"/>
                </a:lnTo>
                <a:lnTo>
                  <a:pt x="684438" y="2041560"/>
                </a:lnTo>
                <a:lnTo>
                  <a:pt x="656396" y="2050742"/>
                </a:lnTo>
                <a:lnTo>
                  <a:pt x="628231" y="2059534"/>
                </a:lnTo>
                <a:lnTo>
                  <a:pt x="599942" y="2067935"/>
                </a:lnTo>
                <a:lnTo>
                  <a:pt x="571538" y="2075955"/>
                </a:lnTo>
                <a:lnTo>
                  <a:pt x="543030" y="2083575"/>
                </a:lnTo>
                <a:lnTo>
                  <a:pt x="514417" y="2090795"/>
                </a:lnTo>
                <a:lnTo>
                  <a:pt x="485708" y="2097624"/>
                </a:lnTo>
                <a:lnTo>
                  <a:pt x="456905" y="2104063"/>
                </a:lnTo>
                <a:lnTo>
                  <a:pt x="428025" y="2110092"/>
                </a:lnTo>
                <a:lnTo>
                  <a:pt x="399059" y="2115731"/>
                </a:lnTo>
                <a:lnTo>
                  <a:pt x="370018" y="2120970"/>
                </a:lnTo>
                <a:lnTo>
                  <a:pt x="340900" y="2125809"/>
                </a:lnTo>
                <a:lnTo>
                  <a:pt x="311725" y="2130238"/>
                </a:lnTo>
                <a:lnTo>
                  <a:pt x="282492" y="2134276"/>
                </a:lnTo>
                <a:lnTo>
                  <a:pt x="253213" y="2137915"/>
                </a:lnTo>
                <a:lnTo>
                  <a:pt x="223876" y="2141144"/>
                </a:lnTo>
                <a:lnTo>
                  <a:pt x="194510" y="2143982"/>
                </a:lnTo>
                <a:lnTo>
                  <a:pt x="165097" y="2146411"/>
                </a:lnTo>
                <a:lnTo>
                  <a:pt x="135655" y="2148440"/>
                </a:lnTo>
                <a:lnTo>
                  <a:pt x="106194" y="2150078"/>
                </a:lnTo>
                <a:lnTo>
                  <a:pt x="76705" y="2151307"/>
                </a:lnTo>
                <a:lnTo>
                  <a:pt x="47215" y="2152145"/>
                </a:lnTo>
                <a:lnTo>
                  <a:pt x="17707" y="2152574"/>
                </a:lnTo>
                <a:lnTo>
                  <a:pt x="0" y="2140849"/>
                </a:lnTo>
                <a:lnTo>
                  <a:pt x="0" y="2111331"/>
                </a:lnTo>
                <a:lnTo>
                  <a:pt x="0" y="2081822"/>
                </a:lnTo>
                <a:lnTo>
                  <a:pt x="0" y="2052314"/>
                </a:lnTo>
                <a:lnTo>
                  <a:pt x="0" y="2022805"/>
                </a:lnTo>
                <a:lnTo>
                  <a:pt x="0" y="1993297"/>
                </a:lnTo>
                <a:lnTo>
                  <a:pt x="0" y="1963788"/>
                </a:lnTo>
                <a:lnTo>
                  <a:pt x="0" y="1934270"/>
                </a:lnTo>
                <a:lnTo>
                  <a:pt x="0" y="1904762"/>
                </a:lnTo>
                <a:lnTo>
                  <a:pt x="0" y="1875253"/>
                </a:lnTo>
                <a:lnTo>
                  <a:pt x="0" y="1845745"/>
                </a:lnTo>
                <a:lnTo>
                  <a:pt x="0" y="1816237"/>
                </a:lnTo>
                <a:lnTo>
                  <a:pt x="0" y="1786728"/>
                </a:lnTo>
                <a:lnTo>
                  <a:pt x="0" y="1757210"/>
                </a:lnTo>
                <a:lnTo>
                  <a:pt x="0" y="1727702"/>
                </a:lnTo>
                <a:lnTo>
                  <a:pt x="0" y="1698193"/>
                </a:lnTo>
                <a:lnTo>
                  <a:pt x="0" y="1668685"/>
                </a:lnTo>
                <a:lnTo>
                  <a:pt x="0" y="1639176"/>
                </a:lnTo>
                <a:lnTo>
                  <a:pt x="0" y="1609668"/>
                </a:lnTo>
                <a:lnTo>
                  <a:pt x="0" y="1580150"/>
                </a:lnTo>
                <a:lnTo>
                  <a:pt x="0" y="1550641"/>
                </a:lnTo>
                <a:lnTo>
                  <a:pt x="0" y="1521133"/>
                </a:lnTo>
                <a:lnTo>
                  <a:pt x="0" y="1491625"/>
                </a:lnTo>
                <a:lnTo>
                  <a:pt x="0" y="1462116"/>
                </a:lnTo>
                <a:lnTo>
                  <a:pt x="0" y="1432608"/>
                </a:lnTo>
                <a:lnTo>
                  <a:pt x="6610" y="1409681"/>
                </a:lnTo>
                <a:lnTo>
                  <a:pt x="36109" y="1409243"/>
                </a:lnTo>
                <a:lnTo>
                  <a:pt x="65608" y="1408195"/>
                </a:lnTo>
                <a:lnTo>
                  <a:pt x="95069" y="1406547"/>
                </a:lnTo>
                <a:lnTo>
                  <a:pt x="124492" y="1404280"/>
                </a:lnTo>
                <a:lnTo>
                  <a:pt x="153857" y="1401404"/>
                </a:lnTo>
                <a:lnTo>
                  <a:pt x="183156" y="1397908"/>
                </a:lnTo>
                <a:lnTo>
                  <a:pt x="212379" y="1393803"/>
                </a:lnTo>
                <a:lnTo>
                  <a:pt x="241516" y="1389088"/>
                </a:lnTo>
                <a:lnTo>
                  <a:pt x="270539" y="1383763"/>
                </a:lnTo>
                <a:lnTo>
                  <a:pt x="299447" y="1377829"/>
                </a:lnTo>
                <a:lnTo>
                  <a:pt x="328222" y="1371286"/>
                </a:lnTo>
                <a:lnTo>
                  <a:pt x="356854" y="1364142"/>
                </a:lnTo>
                <a:lnTo>
                  <a:pt x="385324" y="1356389"/>
                </a:lnTo>
                <a:lnTo>
                  <a:pt x="413633" y="1348045"/>
                </a:lnTo>
                <a:lnTo>
                  <a:pt x="441750" y="1339101"/>
                </a:lnTo>
                <a:lnTo>
                  <a:pt x="469678" y="1329566"/>
                </a:lnTo>
                <a:lnTo>
                  <a:pt x="497396" y="1319441"/>
                </a:lnTo>
                <a:lnTo>
                  <a:pt x="524894" y="1308735"/>
                </a:lnTo>
                <a:lnTo>
                  <a:pt x="552164" y="1297457"/>
                </a:lnTo>
                <a:lnTo>
                  <a:pt x="579187" y="1285599"/>
                </a:lnTo>
                <a:lnTo>
                  <a:pt x="605952" y="1273178"/>
                </a:lnTo>
                <a:lnTo>
                  <a:pt x="632460" y="1260205"/>
                </a:lnTo>
                <a:lnTo>
                  <a:pt x="658682" y="1246670"/>
                </a:lnTo>
                <a:lnTo>
                  <a:pt x="684619" y="1232592"/>
                </a:lnTo>
                <a:lnTo>
                  <a:pt x="710251" y="1217971"/>
                </a:lnTo>
                <a:lnTo>
                  <a:pt x="735568" y="1202817"/>
                </a:lnTo>
                <a:lnTo>
                  <a:pt x="760562" y="1187129"/>
                </a:lnTo>
                <a:lnTo>
                  <a:pt x="785231" y="1170927"/>
                </a:lnTo>
                <a:lnTo>
                  <a:pt x="809549" y="1154220"/>
                </a:lnTo>
                <a:lnTo>
                  <a:pt x="833514" y="1136999"/>
                </a:lnTo>
                <a:lnTo>
                  <a:pt x="857117" y="1119283"/>
                </a:lnTo>
                <a:lnTo>
                  <a:pt x="880348" y="1101080"/>
                </a:lnTo>
                <a:lnTo>
                  <a:pt x="903189" y="1082402"/>
                </a:lnTo>
                <a:lnTo>
                  <a:pt x="925640" y="1063247"/>
                </a:lnTo>
                <a:lnTo>
                  <a:pt x="947690" y="1043635"/>
                </a:lnTo>
                <a:lnTo>
                  <a:pt x="969321" y="1023566"/>
                </a:lnTo>
                <a:lnTo>
                  <a:pt x="990533" y="1003049"/>
                </a:lnTo>
                <a:lnTo>
                  <a:pt x="1011307" y="982094"/>
                </a:lnTo>
                <a:lnTo>
                  <a:pt x="1031643" y="960711"/>
                </a:lnTo>
                <a:lnTo>
                  <a:pt x="1051541" y="938917"/>
                </a:lnTo>
                <a:lnTo>
                  <a:pt x="1070972" y="916705"/>
                </a:lnTo>
                <a:lnTo>
                  <a:pt x="1089936" y="894093"/>
                </a:lnTo>
                <a:lnTo>
                  <a:pt x="1108424" y="871099"/>
                </a:lnTo>
                <a:lnTo>
                  <a:pt x="1126427" y="847725"/>
                </a:lnTo>
                <a:lnTo>
                  <a:pt x="1143943" y="823970"/>
                </a:lnTo>
                <a:lnTo>
                  <a:pt x="1160964" y="799862"/>
                </a:lnTo>
                <a:lnTo>
                  <a:pt x="1177471" y="775402"/>
                </a:lnTo>
                <a:lnTo>
                  <a:pt x="1193463" y="750608"/>
                </a:lnTo>
                <a:lnTo>
                  <a:pt x="1208942" y="725481"/>
                </a:lnTo>
                <a:lnTo>
                  <a:pt x="1223877" y="700030"/>
                </a:lnTo>
                <a:lnTo>
                  <a:pt x="1238288" y="674275"/>
                </a:lnTo>
                <a:lnTo>
                  <a:pt x="1252147" y="648224"/>
                </a:lnTo>
                <a:lnTo>
                  <a:pt x="1265463" y="621887"/>
                </a:lnTo>
                <a:lnTo>
                  <a:pt x="1278217" y="595284"/>
                </a:lnTo>
                <a:lnTo>
                  <a:pt x="1290409" y="568404"/>
                </a:lnTo>
                <a:lnTo>
                  <a:pt x="1302039" y="541287"/>
                </a:lnTo>
                <a:lnTo>
                  <a:pt x="1313088" y="513921"/>
                </a:lnTo>
                <a:lnTo>
                  <a:pt x="1323556" y="486337"/>
                </a:lnTo>
                <a:lnTo>
                  <a:pt x="1333452" y="458534"/>
                </a:lnTo>
                <a:lnTo>
                  <a:pt x="1342749" y="430520"/>
                </a:lnTo>
                <a:lnTo>
                  <a:pt x="1351455" y="402326"/>
                </a:lnTo>
                <a:lnTo>
                  <a:pt x="1359560" y="373952"/>
                </a:lnTo>
                <a:lnTo>
                  <a:pt x="1367076" y="345415"/>
                </a:lnTo>
                <a:lnTo>
                  <a:pt x="1373981" y="316725"/>
                </a:lnTo>
                <a:lnTo>
                  <a:pt x="1380277" y="287893"/>
                </a:lnTo>
                <a:lnTo>
                  <a:pt x="1385973" y="258937"/>
                </a:lnTo>
                <a:lnTo>
                  <a:pt x="1391050" y="229876"/>
                </a:lnTo>
                <a:lnTo>
                  <a:pt x="1395517" y="200701"/>
                </a:lnTo>
                <a:lnTo>
                  <a:pt x="1399375" y="171450"/>
                </a:lnTo>
                <a:lnTo>
                  <a:pt x="1402623" y="142113"/>
                </a:lnTo>
                <a:lnTo>
                  <a:pt x="1405261" y="112728"/>
                </a:lnTo>
                <a:lnTo>
                  <a:pt x="1407281" y="83287"/>
                </a:lnTo>
                <a:lnTo>
                  <a:pt x="1408690" y="53807"/>
                </a:lnTo>
                <a:lnTo>
                  <a:pt x="1409490" y="24308"/>
                </a:lnTo>
                <a:lnTo>
                  <a:pt x="1414901" y="0"/>
                </a:lnTo>
                <a:lnTo>
                  <a:pt x="1444409" y="0"/>
                </a:lnTo>
                <a:lnTo>
                  <a:pt x="1473918" y="0"/>
                </a:lnTo>
                <a:lnTo>
                  <a:pt x="1503426" y="0"/>
                </a:lnTo>
                <a:lnTo>
                  <a:pt x="1532934" y="0"/>
                </a:lnTo>
                <a:lnTo>
                  <a:pt x="1562452" y="0"/>
                </a:lnTo>
                <a:lnTo>
                  <a:pt x="1591961" y="0"/>
                </a:lnTo>
                <a:lnTo>
                  <a:pt x="1621469" y="0"/>
                </a:lnTo>
                <a:lnTo>
                  <a:pt x="1650978" y="0"/>
                </a:lnTo>
                <a:lnTo>
                  <a:pt x="1680486" y="0"/>
                </a:lnTo>
                <a:lnTo>
                  <a:pt x="1709995" y="0"/>
                </a:lnTo>
                <a:lnTo>
                  <a:pt x="1739513" y="0"/>
                </a:lnTo>
                <a:lnTo>
                  <a:pt x="1769021" y="0"/>
                </a:lnTo>
                <a:lnTo>
                  <a:pt x="1798530" y="0"/>
                </a:lnTo>
                <a:lnTo>
                  <a:pt x="1828038" y="0"/>
                </a:lnTo>
                <a:lnTo>
                  <a:pt x="1857546" y="0"/>
                </a:lnTo>
                <a:lnTo>
                  <a:pt x="1887064" y="0"/>
                </a:lnTo>
                <a:lnTo>
                  <a:pt x="1916573" y="0"/>
                </a:lnTo>
                <a:lnTo>
                  <a:pt x="1946081" y="0"/>
                </a:lnTo>
                <a:lnTo>
                  <a:pt x="1975590" y="0"/>
                </a:lnTo>
                <a:lnTo>
                  <a:pt x="2005098" y="0"/>
                </a:lnTo>
                <a:lnTo>
                  <a:pt x="2034607" y="0"/>
                </a:lnTo>
                <a:lnTo>
                  <a:pt x="2064125" y="0"/>
                </a:lnTo>
                <a:lnTo>
                  <a:pt x="2093633" y="0"/>
                </a:lnTo>
                <a:lnTo>
                  <a:pt x="2123142" y="0"/>
                </a:lnTo>
                <a:lnTo>
                  <a:pt x="2152650" y="0"/>
                </a:lnTo>
                <a:close/>
              </a:path>
            </a:pathLst>
          </a:custGeom>
          <a:solidFill xmlns:a="http://schemas.openxmlformats.org/drawingml/2006/main">
            <a:srgbClr val="5B91CB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cycle-band-3">
            <a:extLst xmlns:a="http://schemas.openxmlformats.org/drawingml/2006/main">
              <a:ext uri="{FF2B5EF4-FFF2-40B4-BE49-F238E27FC236}">
                <a16:creationId xmlns:a16="http://schemas.microsoft.com/office/drawing/2014/main" id="{B6ADC8EA-6A76-400B-B3C7-3F6686CF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426" y="3924300"/>
            <a:ext cx="2152574" cy="2152650"/>
          </a:xfrm>
          <a:custGeom xmlns:a="http://schemas.openxmlformats.org/drawingml/2006/main">
            <a:pathLst>
              <a:path w="2152574" h="2152650">
                <a:moveTo>
                  <a:pt x="2152574" y="2152650"/>
                </a:moveTo>
                <a:lnTo>
                  <a:pt x="2123065" y="2152450"/>
                </a:lnTo>
                <a:lnTo>
                  <a:pt x="2093566" y="2151850"/>
                </a:lnTo>
                <a:lnTo>
                  <a:pt x="2064068" y="2150859"/>
                </a:lnTo>
                <a:lnTo>
                  <a:pt x="2034597" y="2149469"/>
                </a:lnTo>
                <a:lnTo>
                  <a:pt x="2005136" y="2147678"/>
                </a:lnTo>
                <a:lnTo>
                  <a:pt x="1975714" y="2145487"/>
                </a:lnTo>
                <a:lnTo>
                  <a:pt x="1946310" y="2142896"/>
                </a:lnTo>
                <a:lnTo>
                  <a:pt x="1916954" y="2139906"/>
                </a:lnTo>
                <a:lnTo>
                  <a:pt x="1887645" y="2136505"/>
                </a:lnTo>
                <a:lnTo>
                  <a:pt x="1858375" y="2132714"/>
                </a:lnTo>
                <a:lnTo>
                  <a:pt x="1829171" y="2128514"/>
                </a:lnTo>
                <a:lnTo>
                  <a:pt x="1800015" y="2123923"/>
                </a:lnTo>
                <a:lnTo>
                  <a:pt x="1770936" y="2118922"/>
                </a:lnTo>
                <a:lnTo>
                  <a:pt x="1741922" y="2113521"/>
                </a:lnTo>
                <a:lnTo>
                  <a:pt x="1712986" y="2107730"/>
                </a:lnTo>
                <a:lnTo>
                  <a:pt x="1684134" y="2101529"/>
                </a:lnTo>
                <a:lnTo>
                  <a:pt x="1655369" y="2094938"/>
                </a:lnTo>
                <a:lnTo>
                  <a:pt x="1626699" y="2087956"/>
                </a:lnTo>
                <a:lnTo>
                  <a:pt x="1598133" y="2080574"/>
                </a:lnTo>
                <a:lnTo>
                  <a:pt x="1569663" y="2072792"/>
                </a:lnTo>
                <a:lnTo>
                  <a:pt x="1541307" y="2064620"/>
                </a:lnTo>
                <a:lnTo>
                  <a:pt x="1513065" y="2056067"/>
                </a:lnTo>
                <a:lnTo>
                  <a:pt x="1484948" y="2047113"/>
                </a:lnTo>
                <a:lnTo>
                  <a:pt x="1456954" y="2037779"/>
                </a:lnTo>
                <a:lnTo>
                  <a:pt x="1429093" y="2028053"/>
                </a:lnTo>
                <a:lnTo>
                  <a:pt x="1401366" y="2017947"/>
                </a:lnTo>
                <a:lnTo>
                  <a:pt x="1373781" y="2007451"/>
                </a:lnTo>
                <a:lnTo>
                  <a:pt x="1346349" y="1996583"/>
                </a:lnTo>
                <a:lnTo>
                  <a:pt x="1319070" y="1985334"/>
                </a:lnTo>
                <a:lnTo>
                  <a:pt x="1291942" y="1973713"/>
                </a:lnTo>
                <a:lnTo>
                  <a:pt x="1264977" y="1961721"/>
                </a:lnTo>
                <a:lnTo>
                  <a:pt x="1238183" y="1949358"/>
                </a:lnTo>
                <a:lnTo>
                  <a:pt x="1211561" y="1936623"/>
                </a:lnTo>
                <a:lnTo>
                  <a:pt x="1185120" y="1923526"/>
                </a:lnTo>
                <a:lnTo>
                  <a:pt x="1158859" y="1910058"/>
                </a:lnTo>
                <a:lnTo>
                  <a:pt x="1132789" y="1896237"/>
                </a:lnTo>
                <a:lnTo>
                  <a:pt x="1106910" y="1882064"/>
                </a:lnTo>
                <a:lnTo>
                  <a:pt x="1081221" y="1867529"/>
                </a:lnTo>
                <a:lnTo>
                  <a:pt x="1055741" y="1852641"/>
                </a:lnTo>
                <a:lnTo>
                  <a:pt x="1030462" y="1837420"/>
                </a:lnTo>
                <a:lnTo>
                  <a:pt x="1005402" y="1821837"/>
                </a:lnTo>
                <a:lnTo>
                  <a:pt x="980551" y="1805921"/>
                </a:lnTo>
                <a:lnTo>
                  <a:pt x="955929" y="1789662"/>
                </a:lnTo>
                <a:lnTo>
                  <a:pt x="931526" y="1773069"/>
                </a:lnTo>
                <a:lnTo>
                  <a:pt x="907352" y="1756143"/>
                </a:lnTo>
                <a:lnTo>
                  <a:pt x="883406" y="1738894"/>
                </a:lnTo>
                <a:lnTo>
                  <a:pt x="859707" y="1721310"/>
                </a:lnTo>
                <a:lnTo>
                  <a:pt x="836247" y="1703413"/>
                </a:lnTo>
                <a:lnTo>
                  <a:pt x="813035" y="1685192"/>
                </a:lnTo>
                <a:lnTo>
                  <a:pt x="790070" y="1666656"/>
                </a:lnTo>
                <a:lnTo>
                  <a:pt x="767363" y="1647815"/>
                </a:lnTo>
                <a:lnTo>
                  <a:pt x="744912" y="1628661"/>
                </a:lnTo>
                <a:lnTo>
                  <a:pt x="722728" y="1609201"/>
                </a:lnTo>
                <a:lnTo>
                  <a:pt x="700811" y="1589446"/>
                </a:lnTo>
                <a:lnTo>
                  <a:pt x="679161" y="1569387"/>
                </a:lnTo>
                <a:lnTo>
                  <a:pt x="657787" y="1549041"/>
                </a:lnTo>
                <a:lnTo>
                  <a:pt x="636699" y="1528401"/>
                </a:lnTo>
                <a:lnTo>
                  <a:pt x="615887" y="1507474"/>
                </a:lnTo>
                <a:lnTo>
                  <a:pt x="595360" y="1486271"/>
                </a:lnTo>
                <a:lnTo>
                  <a:pt x="575129" y="1464783"/>
                </a:lnTo>
                <a:lnTo>
                  <a:pt x="555193" y="1443028"/>
                </a:lnTo>
                <a:lnTo>
                  <a:pt x="535553" y="1421006"/>
                </a:lnTo>
                <a:lnTo>
                  <a:pt x="516217" y="1398718"/>
                </a:lnTo>
                <a:lnTo>
                  <a:pt x="497186" y="1376162"/>
                </a:lnTo>
                <a:lnTo>
                  <a:pt x="478469" y="1353350"/>
                </a:lnTo>
                <a:lnTo>
                  <a:pt x="460058" y="1330290"/>
                </a:lnTo>
                <a:lnTo>
                  <a:pt x="441960" y="1306973"/>
                </a:lnTo>
                <a:lnTo>
                  <a:pt x="424186" y="1283418"/>
                </a:lnTo>
                <a:lnTo>
                  <a:pt x="406746" y="1259615"/>
                </a:lnTo>
                <a:lnTo>
                  <a:pt x="389620" y="1235583"/>
                </a:lnTo>
                <a:lnTo>
                  <a:pt x="372828" y="1211323"/>
                </a:lnTo>
                <a:lnTo>
                  <a:pt x="356368" y="1186825"/>
                </a:lnTo>
                <a:lnTo>
                  <a:pt x="340252" y="1162107"/>
                </a:lnTo>
                <a:lnTo>
                  <a:pt x="324469" y="1137171"/>
                </a:lnTo>
                <a:lnTo>
                  <a:pt x="309029" y="1112025"/>
                </a:lnTo>
                <a:lnTo>
                  <a:pt x="293932" y="1086669"/>
                </a:lnTo>
                <a:lnTo>
                  <a:pt x="279187" y="1061104"/>
                </a:lnTo>
                <a:lnTo>
                  <a:pt x="264805" y="1035339"/>
                </a:lnTo>
                <a:lnTo>
                  <a:pt x="250765" y="1009383"/>
                </a:lnTo>
                <a:lnTo>
                  <a:pt x="237087" y="983237"/>
                </a:lnTo>
                <a:lnTo>
                  <a:pt x="223771" y="956901"/>
                </a:lnTo>
                <a:lnTo>
                  <a:pt x="210817" y="930383"/>
                </a:lnTo>
                <a:lnTo>
                  <a:pt x="198234" y="903694"/>
                </a:lnTo>
                <a:lnTo>
                  <a:pt x="186014" y="876833"/>
                </a:lnTo>
                <a:lnTo>
                  <a:pt x="174165" y="849801"/>
                </a:lnTo>
                <a:lnTo>
                  <a:pt x="162697" y="822617"/>
                </a:lnTo>
                <a:lnTo>
                  <a:pt x="151600" y="795271"/>
                </a:lnTo>
                <a:lnTo>
                  <a:pt x="140884" y="767772"/>
                </a:lnTo>
                <a:lnTo>
                  <a:pt x="130540" y="740140"/>
                </a:lnTo>
                <a:lnTo>
                  <a:pt x="120587" y="712356"/>
                </a:lnTo>
                <a:lnTo>
                  <a:pt x="111014" y="684438"/>
                </a:lnTo>
                <a:lnTo>
                  <a:pt x="101841" y="656396"/>
                </a:lnTo>
                <a:lnTo>
                  <a:pt x="93040" y="628231"/>
                </a:lnTo>
                <a:lnTo>
                  <a:pt x="84639" y="599942"/>
                </a:lnTo>
                <a:lnTo>
                  <a:pt x="76629" y="571538"/>
                </a:lnTo>
                <a:lnTo>
                  <a:pt x="69009" y="543030"/>
                </a:lnTo>
                <a:lnTo>
                  <a:pt x="61779" y="514417"/>
                </a:lnTo>
                <a:lnTo>
                  <a:pt x="54950" y="485708"/>
                </a:lnTo>
                <a:lnTo>
                  <a:pt x="48520" y="456905"/>
                </a:lnTo>
                <a:lnTo>
                  <a:pt x="42482" y="428025"/>
                </a:lnTo>
                <a:lnTo>
                  <a:pt x="36843" y="399059"/>
                </a:lnTo>
                <a:lnTo>
                  <a:pt x="31604" y="370018"/>
                </a:lnTo>
                <a:lnTo>
                  <a:pt x="26765" y="340900"/>
                </a:lnTo>
                <a:lnTo>
                  <a:pt x="22336" y="311734"/>
                </a:lnTo>
                <a:lnTo>
                  <a:pt x="18298" y="282492"/>
                </a:lnTo>
                <a:lnTo>
                  <a:pt x="14659" y="253213"/>
                </a:lnTo>
                <a:lnTo>
                  <a:pt x="11430" y="223876"/>
                </a:lnTo>
                <a:lnTo>
                  <a:pt x="8601" y="194510"/>
                </a:lnTo>
                <a:lnTo>
                  <a:pt x="6163" y="165097"/>
                </a:lnTo>
                <a:lnTo>
                  <a:pt x="4134" y="135655"/>
                </a:lnTo>
                <a:lnTo>
                  <a:pt x="2505" y="106194"/>
                </a:lnTo>
                <a:lnTo>
                  <a:pt x="1267" y="76705"/>
                </a:lnTo>
                <a:lnTo>
                  <a:pt x="438" y="47215"/>
                </a:lnTo>
                <a:lnTo>
                  <a:pt x="0" y="17707"/>
                </a:lnTo>
                <a:lnTo>
                  <a:pt x="11735" y="0"/>
                </a:lnTo>
                <a:lnTo>
                  <a:pt x="41243" y="0"/>
                </a:lnTo>
                <a:lnTo>
                  <a:pt x="70752" y="0"/>
                </a:lnTo>
                <a:lnTo>
                  <a:pt x="100260" y="0"/>
                </a:lnTo>
                <a:lnTo>
                  <a:pt x="129769" y="0"/>
                </a:lnTo>
                <a:lnTo>
                  <a:pt x="159287" y="0"/>
                </a:lnTo>
                <a:lnTo>
                  <a:pt x="188795" y="0"/>
                </a:lnTo>
                <a:lnTo>
                  <a:pt x="218303" y="0"/>
                </a:lnTo>
                <a:lnTo>
                  <a:pt x="247812" y="0"/>
                </a:lnTo>
                <a:lnTo>
                  <a:pt x="277320" y="0"/>
                </a:lnTo>
                <a:lnTo>
                  <a:pt x="306829" y="0"/>
                </a:lnTo>
                <a:lnTo>
                  <a:pt x="336347" y="0"/>
                </a:lnTo>
                <a:lnTo>
                  <a:pt x="365855" y="0"/>
                </a:lnTo>
                <a:lnTo>
                  <a:pt x="395364" y="0"/>
                </a:lnTo>
                <a:lnTo>
                  <a:pt x="424872" y="0"/>
                </a:lnTo>
                <a:lnTo>
                  <a:pt x="454381" y="0"/>
                </a:lnTo>
                <a:lnTo>
                  <a:pt x="483889" y="0"/>
                </a:lnTo>
                <a:lnTo>
                  <a:pt x="513407" y="0"/>
                </a:lnTo>
                <a:lnTo>
                  <a:pt x="542915" y="0"/>
                </a:lnTo>
                <a:lnTo>
                  <a:pt x="572424" y="0"/>
                </a:lnTo>
                <a:lnTo>
                  <a:pt x="601932" y="0"/>
                </a:lnTo>
                <a:lnTo>
                  <a:pt x="631441" y="0"/>
                </a:lnTo>
                <a:lnTo>
                  <a:pt x="660949" y="0"/>
                </a:lnTo>
                <a:lnTo>
                  <a:pt x="690467" y="0"/>
                </a:lnTo>
                <a:lnTo>
                  <a:pt x="719976" y="0"/>
                </a:lnTo>
                <a:lnTo>
                  <a:pt x="742893" y="6610"/>
                </a:lnTo>
                <a:lnTo>
                  <a:pt x="743331" y="36109"/>
                </a:lnTo>
                <a:lnTo>
                  <a:pt x="744379" y="65608"/>
                </a:lnTo>
                <a:lnTo>
                  <a:pt x="746027" y="95069"/>
                </a:lnTo>
                <a:lnTo>
                  <a:pt x="748303" y="124492"/>
                </a:lnTo>
                <a:lnTo>
                  <a:pt x="751180" y="153857"/>
                </a:lnTo>
                <a:lnTo>
                  <a:pt x="754666" y="183156"/>
                </a:lnTo>
                <a:lnTo>
                  <a:pt x="758771" y="212379"/>
                </a:lnTo>
                <a:lnTo>
                  <a:pt x="763486" y="241516"/>
                </a:lnTo>
                <a:lnTo>
                  <a:pt x="768810" y="270539"/>
                </a:lnTo>
                <a:lnTo>
                  <a:pt x="774744" y="299447"/>
                </a:lnTo>
                <a:lnTo>
                  <a:pt x="781288" y="328222"/>
                </a:lnTo>
                <a:lnTo>
                  <a:pt x="788432" y="356854"/>
                </a:lnTo>
                <a:lnTo>
                  <a:pt x="796185" y="385324"/>
                </a:lnTo>
                <a:lnTo>
                  <a:pt x="804539" y="413633"/>
                </a:lnTo>
                <a:lnTo>
                  <a:pt x="813483" y="441750"/>
                </a:lnTo>
                <a:lnTo>
                  <a:pt x="823017" y="469678"/>
                </a:lnTo>
                <a:lnTo>
                  <a:pt x="833133" y="497396"/>
                </a:lnTo>
                <a:lnTo>
                  <a:pt x="843839" y="524894"/>
                </a:lnTo>
                <a:lnTo>
                  <a:pt x="855116" y="552164"/>
                </a:lnTo>
                <a:lnTo>
                  <a:pt x="866975" y="579187"/>
                </a:lnTo>
                <a:lnTo>
                  <a:pt x="879396" y="605952"/>
                </a:lnTo>
                <a:lnTo>
                  <a:pt x="892369" y="632460"/>
                </a:lnTo>
                <a:lnTo>
                  <a:pt x="905904" y="658682"/>
                </a:lnTo>
                <a:lnTo>
                  <a:pt x="919991" y="684619"/>
                </a:lnTo>
                <a:lnTo>
                  <a:pt x="934612" y="710251"/>
                </a:lnTo>
                <a:lnTo>
                  <a:pt x="949766" y="735568"/>
                </a:lnTo>
                <a:lnTo>
                  <a:pt x="965444" y="760562"/>
                </a:lnTo>
                <a:lnTo>
                  <a:pt x="981647" y="785231"/>
                </a:lnTo>
                <a:lnTo>
                  <a:pt x="998363" y="809549"/>
                </a:lnTo>
                <a:lnTo>
                  <a:pt x="1015575" y="833514"/>
                </a:lnTo>
                <a:lnTo>
                  <a:pt x="1033291" y="857117"/>
                </a:lnTo>
                <a:lnTo>
                  <a:pt x="1051493" y="880348"/>
                </a:lnTo>
                <a:lnTo>
                  <a:pt x="1070172" y="903189"/>
                </a:lnTo>
                <a:lnTo>
                  <a:pt x="1089327" y="925640"/>
                </a:lnTo>
                <a:lnTo>
                  <a:pt x="1108939" y="947690"/>
                </a:lnTo>
                <a:lnTo>
                  <a:pt x="1129008" y="969321"/>
                </a:lnTo>
                <a:lnTo>
                  <a:pt x="1149525" y="990533"/>
                </a:lnTo>
                <a:lnTo>
                  <a:pt x="1170480" y="1011307"/>
                </a:lnTo>
                <a:lnTo>
                  <a:pt x="1191863" y="1031643"/>
                </a:lnTo>
                <a:lnTo>
                  <a:pt x="1213656" y="1051541"/>
                </a:lnTo>
                <a:lnTo>
                  <a:pt x="1235869" y="1070972"/>
                </a:lnTo>
                <a:lnTo>
                  <a:pt x="1258481" y="1089936"/>
                </a:lnTo>
                <a:lnTo>
                  <a:pt x="1281474" y="1108424"/>
                </a:lnTo>
                <a:lnTo>
                  <a:pt x="1304858" y="1126427"/>
                </a:lnTo>
                <a:lnTo>
                  <a:pt x="1328604" y="1143943"/>
                </a:lnTo>
                <a:lnTo>
                  <a:pt x="1352712" y="1160964"/>
                </a:lnTo>
                <a:lnTo>
                  <a:pt x="1377172" y="1177471"/>
                </a:lnTo>
                <a:lnTo>
                  <a:pt x="1401975" y="1193463"/>
                </a:lnTo>
                <a:lnTo>
                  <a:pt x="1427102" y="1208942"/>
                </a:lnTo>
                <a:lnTo>
                  <a:pt x="1452543" y="1223877"/>
                </a:lnTo>
                <a:lnTo>
                  <a:pt x="1478299" y="1238288"/>
                </a:lnTo>
                <a:lnTo>
                  <a:pt x="1504350" y="1252147"/>
                </a:lnTo>
                <a:lnTo>
                  <a:pt x="1530687" y="1265463"/>
                </a:lnTo>
                <a:lnTo>
                  <a:pt x="1557299" y="1278217"/>
                </a:lnTo>
                <a:lnTo>
                  <a:pt x="1584169" y="1290418"/>
                </a:lnTo>
                <a:lnTo>
                  <a:pt x="1611287" y="1302039"/>
                </a:lnTo>
                <a:lnTo>
                  <a:pt x="1638652" y="1313088"/>
                </a:lnTo>
                <a:lnTo>
                  <a:pt x="1666246" y="1323556"/>
                </a:lnTo>
                <a:lnTo>
                  <a:pt x="1694050" y="1333452"/>
                </a:lnTo>
                <a:lnTo>
                  <a:pt x="1722053" y="1342749"/>
                </a:lnTo>
                <a:lnTo>
                  <a:pt x="1750247" y="1351455"/>
                </a:lnTo>
                <a:lnTo>
                  <a:pt x="1778622" y="1359560"/>
                </a:lnTo>
                <a:lnTo>
                  <a:pt x="1807159" y="1367076"/>
                </a:lnTo>
                <a:lnTo>
                  <a:pt x="1835849" y="1373981"/>
                </a:lnTo>
                <a:lnTo>
                  <a:pt x="1864681" y="1380277"/>
                </a:lnTo>
                <a:lnTo>
                  <a:pt x="1893637" y="1385973"/>
                </a:lnTo>
                <a:lnTo>
                  <a:pt x="1922707" y="1391050"/>
                </a:lnTo>
                <a:lnTo>
                  <a:pt x="1951873" y="1395517"/>
                </a:lnTo>
                <a:lnTo>
                  <a:pt x="1981133" y="1399375"/>
                </a:lnTo>
                <a:lnTo>
                  <a:pt x="2010461" y="1402623"/>
                </a:lnTo>
                <a:lnTo>
                  <a:pt x="2039855" y="1405261"/>
                </a:lnTo>
                <a:lnTo>
                  <a:pt x="2069287" y="1407281"/>
                </a:lnTo>
                <a:lnTo>
                  <a:pt x="2098767" y="1408690"/>
                </a:lnTo>
                <a:lnTo>
                  <a:pt x="2128266" y="1409490"/>
                </a:lnTo>
                <a:lnTo>
                  <a:pt x="2152574" y="1414901"/>
                </a:lnTo>
                <a:lnTo>
                  <a:pt x="2152574" y="1444409"/>
                </a:lnTo>
                <a:lnTo>
                  <a:pt x="2152574" y="1473918"/>
                </a:lnTo>
                <a:lnTo>
                  <a:pt x="2152574" y="1503426"/>
                </a:lnTo>
                <a:lnTo>
                  <a:pt x="2152574" y="1532944"/>
                </a:lnTo>
                <a:lnTo>
                  <a:pt x="2152574" y="1562452"/>
                </a:lnTo>
                <a:lnTo>
                  <a:pt x="2152574" y="1591961"/>
                </a:lnTo>
                <a:lnTo>
                  <a:pt x="2152574" y="1621469"/>
                </a:lnTo>
                <a:lnTo>
                  <a:pt x="2152574" y="1650978"/>
                </a:lnTo>
                <a:lnTo>
                  <a:pt x="2152574" y="1680486"/>
                </a:lnTo>
                <a:lnTo>
                  <a:pt x="2152574" y="1709995"/>
                </a:lnTo>
                <a:lnTo>
                  <a:pt x="2152574" y="1739513"/>
                </a:lnTo>
                <a:lnTo>
                  <a:pt x="2152574" y="1769021"/>
                </a:lnTo>
                <a:lnTo>
                  <a:pt x="2152574" y="1798530"/>
                </a:lnTo>
                <a:lnTo>
                  <a:pt x="2152574" y="1828038"/>
                </a:lnTo>
                <a:lnTo>
                  <a:pt x="2152574" y="1857546"/>
                </a:lnTo>
                <a:lnTo>
                  <a:pt x="2152574" y="1887055"/>
                </a:lnTo>
                <a:lnTo>
                  <a:pt x="2152574" y="1916573"/>
                </a:lnTo>
                <a:lnTo>
                  <a:pt x="2152574" y="1946081"/>
                </a:lnTo>
                <a:lnTo>
                  <a:pt x="2152574" y="1975590"/>
                </a:lnTo>
                <a:lnTo>
                  <a:pt x="2152574" y="2005098"/>
                </a:lnTo>
                <a:lnTo>
                  <a:pt x="2152574" y="2034607"/>
                </a:lnTo>
                <a:lnTo>
                  <a:pt x="2152574" y="2064125"/>
                </a:lnTo>
                <a:lnTo>
                  <a:pt x="2152574" y="2093633"/>
                </a:lnTo>
                <a:lnTo>
                  <a:pt x="2152574" y="2123142"/>
                </a:lnTo>
                <a:lnTo>
                  <a:pt x="2152574" y="2152650"/>
                </a:lnTo>
                <a:close/>
              </a:path>
            </a:pathLst>
          </a:custGeom>
          <a:solidFill xmlns:a="http://schemas.openxmlformats.org/drawingml/2006/main">
            <a:srgbClr val="63A1D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cycle-arrow-0">
            <a:extLst xmlns:a="http://schemas.openxmlformats.org/drawingml/2006/main">
              <a:ext uri="{FF2B5EF4-FFF2-40B4-BE49-F238E27FC236}">
                <a16:creationId xmlns:a16="http://schemas.microsoft.com/office/drawing/2014/main" id="{0352BAD9-2BD1-4F44-B053-8176C7F9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1771650"/>
            <a:ext cx="740874" cy="738311"/>
          </a:xfrm>
          <a:custGeom xmlns:a="http://schemas.openxmlformats.org/drawingml/2006/main">
            <a:pathLst>
              <a:path w="740874" h="738311">
                <a:moveTo>
                  <a:pt x="0" y="0"/>
                </a:moveTo>
                <a:lnTo>
                  <a:pt x="16935" y="8468"/>
                </a:lnTo>
                <a:lnTo>
                  <a:pt x="33861" y="16935"/>
                </a:lnTo>
                <a:lnTo>
                  <a:pt x="50797" y="25403"/>
                </a:lnTo>
                <a:lnTo>
                  <a:pt x="67732" y="33861"/>
                </a:lnTo>
                <a:lnTo>
                  <a:pt x="84658" y="42329"/>
                </a:lnTo>
                <a:lnTo>
                  <a:pt x="101594" y="50797"/>
                </a:lnTo>
                <a:lnTo>
                  <a:pt x="118529" y="59265"/>
                </a:lnTo>
                <a:lnTo>
                  <a:pt x="135455" y="67732"/>
                </a:lnTo>
                <a:lnTo>
                  <a:pt x="152390" y="76200"/>
                </a:lnTo>
                <a:lnTo>
                  <a:pt x="169326" y="84658"/>
                </a:lnTo>
                <a:lnTo>
                  <a:pt x="186252" y="93126"/>
                </a:lnTo>
                <a:lnTo>
                  <a:pt x="203187" y="101594"/>
                </a:lnTo>
                <a:lnTo>
                  <a:pt x="220123" y="110061"/>
                </a:lnTo>
                <a:lnTo>
                  <a:pt x="237058" y="118529"/>
                </a:lnTo>
                <a:lnTo>
                  <a:pt x="253984" y="126997"/>
                </a:lnTo>
                <a:lnTo>
                  <a:pt x="270920" y="135455"/>
                </a:lnTo>
                <a:lnTo>
                  <a:pt x="287855" y="143923"/>
                </a:lnTo>
                <a:lnTo>
                  <a:pt x="304781" y="152390"/>
                </a:lnTo>
                <a:lnTo>
                  <a:pt x="321716" y="160858"/>
                </a:lnTo>
                <a:lnTo>
                  <a:pt x="338652" y="169326"/>
                </a:lnTo>
                <a:lnTo>
                  <a:pt x="355578" y="177794"/>
                </a:lnTo>
                <a:lnTo>
                  <a:pt x="372513" y="186252"/>
                </a:lnTo>
                <a:lnTo>
                  <a:pt x="389449" y="194720"/>
                </a:lnTo>
                <a:lnTo>
                  <a:pt x="406375" y="203187"/>
                </a:lnTo>
                <a:lnTo>
                  <a:pt x="423310" y="211655"/>
                </a:lnTo>
                <a:lnTo>
                  <a:pt x="440246" y="220123"/>
                </a:lnTo>
                <a:lnTo>
                  <a:pt x="457171" y="228590"/>
                </a:lnTo>
                <a:lnTo>
                  <a:pt x="474107" y="237058"/>
                </a:lnTo>
                <a:lnTo>
                  <a:pt x="491042" y="245516"/>
                </a:lnTo>
                <a:lnTo>
                  <a:pt x="507968" y="253984"/>
                </a:lnTo>
                <a:lnTo>
                  <a:pt x="524904" y="262452"/>
                </a:lnTo>
                <a:lnTo>
                  <a:pt x="541839" y="270920"/>
                </a:lnTo>
                <a:lnTo>
                  <a:pt x="558765" y="279387"/>
                </a:lnTo>
                <a:lnTo>
                  <a:pt x="575701" y="287855"/>
                </a:lnTo>
                <a:lnTo>
                  <a:pt x="592636" y="296313"/>
                </a:lnTo>
                <a:lnTo>
                  <a:pt x="609562" y="304781"/>
                </a:lnTo>
                <a:lnTo>
                  <a:pt x="626497" y="313249"/>
                </a:lnTo>
                <a:lnTo>
                  <a:pt x="643433" y="321716"/>
                </a:lnTo>
                <a:lnTo>
                  <a:pt x="660359" y="330184"/>
                </a:lnTo>
                <a:lnTo>
                  <a:pt x="677294" y="338652"/>
                </a:lnTo>
                <a:lnTo>
                  <a:pt x="694230" y="347110"/>
                </a:lnTo>
                <a:lnTo>
                  <a:pt x="711165" y="355578"/>
                </a:lnTo>
                <a:lnTo>
                  <a:pt x="728091" y="364046"/>
                </a:lnTo>
                <a:lnTo>
                  <a:pt x="740874" y="372513"/>
                </a:lnTo>
                <a:lnTo>
                  <a:pt x="723938" y="380981"/>
                </a:lnTo>
                <a:lnTo>
                  <a:pt x="707012" y="389449"/>
                </a:lnTo>
                <a:lnTo>
                  <a:pt x="690077" y="397907"/>
                </a:lnTo>
                <a:lnTo>
                  <a:pt x="673141" y="406375"/>
                </a:lnTo>
                <a:lnTo>
                  <a:pt x="656215" y="414842"/>
                </a:lnTo>
                <a:lnTo>
                  <a:pt x="639280" y="423310"/>
                </a:lnTo>
                <a:lnTo>
                  <a:pt x="622344" y="431778"/>
                </a:lnTo>
                <a:lnTo>
                  <a:pt x="605419" y="440246"/>
                </a:lnTo>
                <a:lnTo>
                  <a:pt x="588483" y="448713"/>
                </a:lnTo>
                <a:lnTo>
                  <a:pt x="571548" y="457171"/>
                </a:lnTo>
                <a:lnTo>
                  <a:pt x="554622" y="465639"/>
                </a:lnTo>
                <a:lnTo>
                  <a:pt x="537686" y="474107"/>
                </a:lnTo>
                <a:lnTo>
                  <a:pt x="520751" y="482575"/>
                </a:lnTo>
                <a:lnTo>
                  <a:pt x="503825" y="491042"/>
                </a:lnTo>
                <a:lnTo>
                  <a:pt x="486889" y="499510"/>
                </a:lnTo>
                <a:lnTo>
                  <a:pt x="469954" y="507968"/>
                </a:lnTo>
                <a:lnTo>
                  <a:pt x="453028" y="516436"/>
                </a:lnTo>
                <a:lnTo>
                  <a:pt x="436093" y="524904"/>
                </a:lnTo>
                <a:lnTo>
                  <a:pt x="419157" y="533371"/>
                </a:lnTo>
                <a:lnTo>
                  <a:pt x="402231" y="541839"/>
                </a:lnTo>
                <a:lnTo>
                  <a:pt x="385296" y="550307"/>
                </a:lnTo>
                <a:lnTo>
                  <a:pt x="368360" y="558765"/>
                </a:lnTo>
                <a:lnTo>
                  <a:pt x="351425" y="567233"/>
                </a:lnTo>
                <a:lnTo>
                  <a:pt x="334499" y="575701"/>
                </a:lnTo>
                <a:lnTo>
                  <a:pt x="317564" y="584168"/>
                </a:lnTo>
                <a:lnTo>
                  <a:pt x="300628" y="592636"/>
                </a:lnTo>
                <a:lnTo>
                  <a:pt x="283702" y="601104"/>
                </a:lnTo>
                <a:lnTo>
                  <a:pt x="266767" y="609562"/>
                </a:lnTo>
                <a:lnTo>
                  <a:pt x="249831" y="618030"/>
                </a:lnTo>
                <a:lnTo>
                  <a:pt x="232905" y="626497"/>
                </a:lnTo>
                <a:lnTo>
                  <a:pt x="215970" y="634965"/>
                </a:lnTo>
                <a:lnTo>
                  <a:pt x="199034" y="643433"/>
                </a:lnTo>
                <a:lnTo>
                  <a:pt x="182108" y="651901"/>
                </a:lnTo>
                <a:lnTo>
                  <a:pt x="165173" y="660368"/>
                </a:lnTo>
                <a:lnTo>
                  <a:pt x="148238" y="668826"/>
                </a:lnTo>
                <a:lnTo>
                  <a:pt x="131312" y="677294"/>
                </a:lnTo>
                <a:lnTo>
                  <a:pt x="114376" y="685762"/>
                </a:lnTo>
                <a:lnTo>
                  <a:pt x="97441" y="694230"/>
                </a:lnTo>
                <a:lnTo>
                  <a:pt x="80515" y="702697"/>
                </a:lnTo>
                <a:lnTo>
                  <a:pt x="63579" y="711165"/>
                </a:lnTo>
                <a:lnTo>
                  <a:pt x="46644" y="719623"/>
                </a:lnTo>
                <a:lnTo>
                  <a:pt x="29718" y="728091"/>
                </a:lnTo>
                <a:lnTo>
                  <a:pt x="12783" y="736559"/>
                </a:lnTo>
                <a:lnTo>
                  <a:pt x="0" y="738311"/>
                </a:lnTo>
                <a:lnTo>
                  <a:pt x="0" y="719376"/>
                </a:lnTo>
                <a:lnTo>
                  <a:pt x="0" y="700449"/>
                </a:lnTo>
                <a:lnTo>
                  <a:pt x="0" y="681514"/>
                </a:lnTo>
                <a:lnTo>
                  <a:pt x="0" y="662588"/>
                </a:lnTo>
                <a:lnTo>
                  <a:pt x="0" y="643652"/>
                </a:lnTo>
                <a:lnTo>
                  <a:pt x="0" y="624726"/>
                </a:lnTo>
                <a:lnTo>
                  <a:pt x="0" y="605790"/>
                </a:lnTo>
                <a:lnTo>
                  <a:pt x="0" y="586864"/>
                </a:lnTo>
                <a:lnTo>
                  <a:pt x="0" y="567928"/>
                </a:lnTo>
                <a:lnTo>
                  <a:pt x="0" y="549002"/>
                </a:lnTo>
                <a:lnTo>
                  <a:pt x="0" y="530066"/>
                </a:lnTo>
                <a:lnTo>
                  <a:pt x="0" y="511140"/>
                </a:lnTo>
                <a:lnTo>
                  <a:pt x="0" y="492204"/>
                </a:lnTo>
                <a:lnTo>
                  <a:pt x="0" y="473278"/>
                </a:lnTo>
                <a:lnTo>
                  <a:pt x="0" y="454343"/>
                </a:lnTo>
                <a:lnTo>
                  <a:pt x="0" y="435416"/>
                </a:lnTo>
                <a:lnTo>
                  <a:pt x="0" y="416481"/>
                </a:lnTo>
                <a:lnTo>
                  <a:pt x="0" y="397554"/>
                </a:lnTo>
                <a:lnTo>
                  <a:pt x="0" y="378619"/>
                </a:lnTo>
                <a:lnTo>
                  <a:pt x="0" y="359693"/>
                </a:lnTo>
                <a:lnTo>
                  <a:pt x="0" y="340757"/>
                </a:lnTo>
                <a:lnTo>
                  <a:pt x="0" y="321831"/>
                </a:lnTo>
                <a:lnTo>
                  <a:pt x="0" y="302895"/>
                </a:lnTo>
                <a:lnTo>
                  <a:pt x="0" y="283969"/>
                </a:lnTo>
                <a:lnTo>
                  <a:pt x="0" y="265033"/>
                </a:lnTo>
                <a:lnTo>
                  <a:pt x="0" y="246107"/>
                </a:lnTo>
                <a:lnTo>
                  <a:pt x="0" y="227171"/>
                </a:lnTo>
                <a:lnTo>
                  <a:pt x="0" y="208245"/>
                </a:lnTo>
                <a:lnTo>
                  <a:pt x="0" y="189309"/>
                </a:lnTo>
                <a:lnTo>
                  <a:pt x="0" y="170383"/>
                </a:lnTo>
                <a:lnTo>
                  <a:pt x="0" y="151448"/>
                </a:lnTo>
                <a:lnTo>
                  <a:pt x="0" y="132521"/>
                </a:lnTo>
                <a:lnTo>
                  <a:pt x="0" y="113586"/>
                </a:lnTo>
                <a:lnTo>
                  <a:pt x="0" y="94659"/>
                </a:lnTo>
                <a:lnTo>
                  <a:pt x="0" y="75724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44E9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cycle-arrow-1">
            <a:extLst xmlns:a="http://schemas.openxmlformats.org/drawingml/2006/main">
              <a:ext uri="{FF2B5EF4-FFF2-40B4-BE49-F238E27FC236}">
                <a16:creationId xmlns:a16="http://schemas.microsoft.com/office/drawing/2014/main" id="{BFAABD35-8F5E-483E-B2AF-7CFCA977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0339" y="3924300"/>
            <a:ext cx="738311" cy="740874"/>
          </a:xfrm>
          <a:custGeom xmlns:a="http://schemas.openxmlformats.org/drawingml/2006/main">
            <a:pathLst>
              <a:path w="738311" h="740874">
                <a:moveTo>
                  <a:pt x="738311" y="0"/>
                </a:moveTo>
                <a:lnTo>
                  <a:pt x="729844" y="16935"/>
                </a:lnTo>
                <a:lnTo>
                  <a:pt x="721376" y="33861"/>
                </a:lnTo>
                <a:lnTo>
                  <a:pt x="712908" y="50797"/>
                </a:lnTo>
                <a:lnTo>
                  <a:pt x="704440" y="67732"/>
                </a:lnTo>
                <a:lnTo>
                  <a:pt x="695982" y="84658"/>
                </a:lnTo>
                <a:lnTo>
                  <a:pt x="687515" y="101594"/>
                </a:lnTo>
                <a:lnTo>
                  <a:pt x="679047" y="118529"/>
                </a:lnTo>
                <a:lnTo>
                  <a:pt x="670579" y="135455"/>
                </a:lnTo>
                <a:lnTo>
                  <a:pt x="662111" y="152390"/>
                </a:lnTo>
                <a:lnTo>
                  <a:pt x="653644" y="169326"/>
                </a:lnTo>
                <a:lnTo>
                  <a:pt x="645185" y="186252"/>
                </a:lnTo>
                <a:lnTo>
                  <a:pt x="636718" y="203187"/>
                </a:lnTo>
                <a:lnTo>
                  <a:pt x="628250" y="220123"/>
                </a:lnTo>
                <a:lnTo>
                  <a:pt x="619782" y="237058"/>
                </a:lnTo>
                <a:lnTo>
                  <a:pt x="611315" y="253984"/>
                </a:lnTo>
                <a:lnTo>
                  <a:pt x="602847" y="270920"/>
                </a:lnTo>
                <a:lnTo>
                  <a:pt x="594379" y="287855"/>
                </a:lnTo>
                <a:lnTo>
                  <a:pt x="585921" y="304781"/>
                </a:lnTo>
                <a:lnTo>
                  <a:pt x="577453" y="321716"/>
                </a:lnTo>
                <a:lnTo>
                  <a:pt x="568985" y="338652"/>
                </a:lnTo>
                <a:lnTo>
                  <a:pt x="560518" y="355578"/>
                </a:lnTo>
                <a:lnTo>
                  <a:pt x="552050" y="372513"/>
                </a:lnTo>
                <a:lnTo>
                  <a:pt x="543582" y="389449"/>
                </a:lnTo>
                <a:lnTo>
                  <a:pt x="535124" y="406375"/>
                </a:lnTo>
                <a:lnTo>
                  <a:pt x="526656" y="423310"/>
                </a:lnTo>
                <a:lnTo>
                  <a:pt x="518189" y="440246"/>
                </a:lnTo>
                <a:lnTo>
                  <a:pt x="509721" y="457171"/>
                </a:lnTo>
                <a:lnTo>
                  <a:pt x="501253" y="474107"/>
                </a:lnTo>
                <a:lnTo>
                  <a:pt x="492785" y="491042"/>
                </a:lnTo>
                <a:lnTo>
                  <a:pt x="484327" y="507968"/>
                </a:lnTo>
                <a:lnTo>
                  <a:pt x="475859" y="524904"/>
                </a:lnTo>
                <a:lnTo>
                  <a:pt x="467392" y="541839"/>
                </a:lnTo>
                <a:lnTo>
                  <a:pt x="458924" y="558765"/>
                </a:lnTo>
                <a:lnTo>
                  <a:pt x="450456" y="575701"/>
                </a:lnTo>
                <a:lnTo>
                  <a:pt x="441989" y="592636"/>
                </a:lnTo>
                <a:lnTo>
                  <a:pt x="433530" y="609562"/>
                </a:lnTo>
                <a:lnTo>
                  <a:pt x="425063" y="626497"/>
                </a:lnTo>
                <a:lnTo>
                  <a:pt x="416595" y="643433"/>
                </a:lnTo>
                <a:lnTo>
                  <a:pt x="408127" y="660359"/>
                </a:lnTo>
                <a:lnTo>
                  <a:pt x="399659" y="677294"/>
                </a:lnTo>
                <a:lnTo>
                  <a:pt x="391192" y="694230"/>
                </a:lnTo>
                <a:lnTo>
                  <a:pt x="382724" y="711165"/>
                </a:lnTo>
                <a:lnTo>
                  <a:pt x="374266" y="728091"/>
                </a:lnTo>
                <a:lnTo>
                  <a:pt x="365798" y="740874"/>
                </a:lnTo>
                <a:lnTo>
                  <a:pt x="357330" y="723938"/>
                </a:lnTo>
                <a:lnTo>
                  <a:pt x="348863" y="707012"/>
                </a:lnTo>
                <a:lnTo>
                  <a:pt x="340395" y="690077"/>
                </a:lnTo>
                <a:lnTo>
                  <a:pt x="331927" y="673141"/>
                </a:lnTo>
                <a:lnTo>
                  <a:pt x="323469" y="656215"/>
                </a:lnTo>
                <a:lnTo>
                  <a:pt x="315001" y="639280"/>
                </a:lnTo>
                <a:lnTo>
                  <a:pt x="306534" y="622344"/>
                </a:lnTo>
                <a:lnTo>
                  <a:pt x="298066" y="605419"/>
                </a:lnTo>
                <a:lnTo>
                  <a:pt x="289598" y="588483"/>
                </a:lnTo>
                <a:lnTo>
                  <a:pt x="281130" y="571548"/>
                </a:lnTo>
                <a:lnTo>
                  <a:pt x="272672" y="554622"/>
                </a:lnTo>
                <a:lnTo>
                  <a:pt x="264204" y="537686"/>
                </a:lnTo>
                <a:lnTo>
                  <a:pt x="255737" y="520751"/>
                </a:lnTo>
                <a:lnTo>
                  <a:pt x="247269" y="503825"/>
                </a:lnTo>
                <a:lnTo>
                  <a:pt x="238801" y="486889"/>
                </a:lnTo>
                <a:lnTo>
                  <a:pt x="230334" y="469954"/>
                </a:lnTo>
                <a:lnTo>
                  <a:pt x="221875" y="453028"/>
                </a:lnTo>
                <a:lnTo>
                  <a:pt x="213408" y="436093"/>
                </a:lnTo>
                <a:lnTo>
                  <a:pt x="204940" y="419157"/>
                </a:lnTo>
                <a:lnTo>
                  <a:pt x="196472" y="402231"/>
                </a:lnTo>
                <a:lnTo>
                  <a:pt x="188004" y="385296"/>
                </a:lnTo>
                <a:lnTo>
                  <a:pt x="179537" y="368360"/>
                </a:lnTo>
                <a:lnTo>
                  <a:pt x="171069" y="351425"/>
                </a:lnTo>
                <a:lnTo>
                  <a:pt x="162611" y="334499"/>
                </a:lnTo>
                <a:lnTo>
                  <a:pt x="154143" y="317564"/>
                </a:lnTo>
                <a:lnTo>
                  <a:pt x="145675" y="300628"/>
                </a:lnTo>
                <a:lnTo>
                  <a:pt x="137208" y="283702"/>
                </a:lnTo>
                <a:lnTo>
                  <a:pt x="128740" y="266767"/>
                </a:lnTo>
                <a:lnTo>
                  <a:pt x="120272" y="249831"/>
                </a:lnTo>
                <a:lnTo>
                  <a:pt x="111814" y="232905"/>
                </a:lnTo>
                <a:lnTo>
                  <a:pt x="103346" y="215970"/>
                </a:lnTo>
                <a:lnTo>
                  <a:pt x="94879" y="199034"/>
                </a:lnTo>
                <a:lnTo>
                  <a:pt x="86411" y="182108"/>
                </a:lnTo>
                <a:lnTo>
                  <a:pt x="77943" y="165173"/>
                </a:lnTo>
                <a:lnTo>
                  <a:pt x="69475" y="148238"/>
                </a:lnTo>
                <a:lnTo>
                  <a:pt x="61017" y="131312"/>
                </a:lnTo>
                <a:lnTo>
                  <a:pt x="52549" y="114376"/>
                </a:lnTo>
                <a:lnTo>
                  <a:pt x="44082" y="97441"/>
                </a:lnTo>
                <a:lnTo>
                  <a:pt x="35614" y="80515"/>
                </a:lnTo>
                <a:lnTo>
                  <a:pt x="27146" y="63579"/>
                </a:lnTo>
                <a:lnTo>
                  <a:pt x="18679" y="46644"/>
                </a:lnTo>
                <a:lnTo>
                  <a:pt x="10220" y="29718"/>
                </a:lnTo>
                <a:lnTo>
                  <a:pt x="1753" y="12783"/>
                </a:lnTo>
                <a:lnTo>
                  <a:pt x="0" y="0"/>
                </a:lnTo>
                <a:lnTo>
                  <a:pt x="18936" y="0"/>
                </a:lnTo>
                <a:lnTo>
                  <a:pt x="37862" y="0"/>
                </a:lnTo>
                <a:lnTo>
                  <a:pt x="56798" y="0"/>
                </a:lnTo>
                <a:lnTo>
                  <a:pt x="75724" y="0"/>
                </a:lnTo>
                <a:lnTo>
                  <a:pt x="94659" y="0"/>
                </a:lnTo>
                <a:lnTo>
                  <a:pt x="113586" y="0"/>
                </a:lnTo>
                <a:lnTo>
                  <a:pt x="132521" y="0"/>
                </a:lnTo>
                <a:lnTo>
                  <a:pt x="151448" y="0"/>
                </a:lnTo>
                <a:lnTo>
                  <a:pt x="170383" y="0"/>
                </a:lnTo>
                <a:lnTo>
                  <a:pt x="189309" y="0"/>
                </a:lnTo>
                <a:lnTo>
                  <a:pt x="208245" y="0"/>
                </a:lnTo>
                <a:lnTo>
                  <a:pt x="227171" y="0"/>
                </a:lnTo>
                <a:lnTo>
                  <a:pt x="246107" y="0"/>
                </a:lnTo>
                <a:lnTo>
                  <a:pt x="265033" y="0"/>
                </a:lnTo>
                <a:lnTo>
                  <a:pt x="283969" y="0"/>
                </a:lnTo>
                <a:lnTo>
                  <a:pt x="302895" y="0"/>
                </a:lnTo>
                <a:lnTo>
                  <a:pt x="321831" y="0"/>
                </a:lnTo>
                <a:lnTo>
                  <a:pt x="340757" y="0"/>
                </a:lnTo>
                <a:lnTo>
                  <a:pt x="359693" y="0"/>
                </a:lnTo>
                <a:lnTo>
                  <a:pt x="378619" y="0"/>
                </a:lnTo>
                <a:lnTo>
                  <a:pt x="397554" y="0"/>
                </a:lnTo>
                <a:lnTo>
                  <a:pt x="416481" y="0"/>
                </a:lnTo>
                <a:lnTo>
                  <a:pt x="435416" y="0"/>
                </a:lnTo>
                <a:lnTo>
                  <a:pt x="454343" y="0"/>
                </a:lnTo>
                <a:lnTo>
                  <a:pt x="473278" y="0"/>
                </a:lnTo>
                <a:lnTo>
                  <a:pt x="492204" y="0"/>
                </a:lnTo>
                <a:lnTo>
                  <a:pt x="511140" y="0"/>
                </a:lnTo>
                <a:lnTo>
                  <a:pt x="530066" y="0"/>
                </a:lnTo>
                <a:lnTo>
                  <a:pt x="549002" y="0"/>
                </a:lnTo>
                <a:lnTo>
                  <a:pt x="567928" y="0"/>
                </a:lnTo>
                <a:lnTo>
                  <a:pt x="586864" y="0"/>
                </a:lnTo>
                <a:lnTo>
                  <a:pt x="605790" y="0"/>
                </a:lnTo>
                <a:lnTo>
                  <a:pt x="624726" y="0"/>
                </a:lnTo>
                <a:lnTo>
                  <a:pt x="643652" y="0"/>
                </a:lnTo>
                <a:lnTo>
                  <a:pt x="662588" y="0"/>
                </a:lnTo>
                <a:lnTo>
                  <a:pt x="681514" y="0"/>
                </a:lnTo>
                <a:lnTo>
                  <a:pt x="700449" y="0"/>
                </a:lnTo>
                <a:lnTo>
                  <a:pt x="719376" y="0"/>
                </a:lnTo>
                <a:lnTo>
                  <a:pt x="738311" y="0"/>
                </a:lnTo>
                <a:close/>
              </a:path>
            </a:pathLst>
          </a:custGeom>
          <a:solidFill xmlns:a="http://schemas.openxmlformats.org/drawingml/2006/main">
            <a:srgbClr val="4168B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cycle-arrow-2">
            <a:extLst xmlns:a="http://schemas.openxmlformats.org/drawingml/2006/main">
              <a:ext uri="{FF2B5EF4-FFF2-40B4-BE49-F238E27FC236}">
                <a16:creationId xmlns:a16="http://schemas.microsoft.com/office/drawing/2014/main" id="{DDDAAF9A-C9AA-47BB-9622-928FF139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126" y="5338639"/>
            <a:ext cx="740874" cy="738311"/>
          </a:xfrm>
          <a:custGeom xmlns:a="http://schemas.openxmlformats.org/drawingml/2006/main">
            <a:pathLst>
              <a:path w="740874" h="738311">
                <a:moveTo>
                  <a:pt x="740874" y="738311"/>
                </a:moveTo>
                <a:lnTo>
                  <a:pt x="723938" y="729844"/>
                </a:lnTo>
                <a:lnTo>
                  <a:pt x="707012" y="721376"/>
                </a:lnTo>
                <a:lnTo>
                  <a:pt x="690077" y="712908"/>
                </a:lnTo>
                <a:lnTo>
                  <a:pt x="673141" y="704440"/>
                </a:lnTo>
                <a:lnTo>
                  <a:pt x="656215" y="695982"/>
                </a:lnTo>
                <a:lnTo>
                  <a:pt x="639280" y="687515"/>
                </a:lnTo>
                <a:lnTo>
                  <a:pt x="622344" y="679047"/>
                </a:lnTo>
                <a:lnTo>
                  <a:pt x="605419" y="670579"/>
                </a:lnTo>
                <a:lnTo>
                  <a:pt x="588483" y="662111"/>
                </a:lnTo>
                <a:lnTo>
                  <a:pt x="571548" y="653644"/>
                </a:lnTo>
                <a:lnTo>
                  <a:pt x="554622" y="645185"/>
                </a:lnTo>
                <a:lnTo>
                  <a:pt x="537686" y="636718"/>
                </a:lnTo>
                <a:lnTo>
                  <a:pt x="520751" y="628250"/>
                </a:lnTo>
                <a:lnTo>
                  <a:pt x="503825" y="619782"/>
                </a:lnTo>
                <a:lnTo>
                  <a:pt x="486889" y="611315"/>
                </a:lnTo>
                <a:lnTo>
                  <a:pt x="469954" y="602847"/>
                </a:lnTo>
                <a:lnTo>
                  <a:pt x="453028" y="594379"/>
                </a:lnTo>
                <a:lnTo>
                  <a:pt x="436093" y="585921"/>
                </a:lnTo>
                <a:lnTo>
                  <a:pt x="419157" y="577453"/>
                </a:lnTo>
                <a:lnTo>
                  <a:pt x="402231" y="568985"/>
                </a:lnTo>
                <a:lnTo>
                  <a:pt x="385296" y="560518"/>
                </a:lnTo>
                <a:lnTo>
                  <a:pt x="368360" y="552050"/>
                </a:lnTo>
                <a:lnTo>
                  <a:pt x="351425" y="543582"/>
                </a:lnTo>
                <a:lnTo>
                  <a:pt x="334499" y="535124"/>
                </a:lnTo>
                <a:lnTo>
                  <a:pt x="317564" y="526656"/>
                </a:lnTo>
                <a:lnTo>
                  <a:pt x="300628" y="518189"/>
                </a:lnTo>
                <a:lnTo>
                  <a:pt x="283702" y="509721"/>
                </a:lnTo>
                <a:lnTo>
                  <a:pt x="266767" y="501253"/>
                </a:lnTo>
                <a:lnTo>
                  <a:pt x="249831" y="492785"/>
                </a:lnTo>
                <a:lnTo>
                  <a:pt x="232905" y="484327"/>
                </a:lnTo>
                <a:lnTo>
                  <a:pt x="215970" y="475859"/>
                </a:lnTo>
                <a:lnTo>
                  <a:pt x="199034" y="467392"/>
                </a:lnTo>
                <a:lnTo>
                  <a:pt x="182108" y="458924"/>
                </a:lnTo>
                <a:lnTo>
                  <a:pt x="165173" y="450456"/>
                </a:lnTo>
                <a:lnTo>
                  <a:pt x="148238" y="441989"/>
                </a:lnTo>
                <a:lnTo>
                  <a:pt x="131312" y="433530"/>
                </a:lnTo>
                <a:lnTo>
                  <a:pt x="114376" y="425063"/>
                </a:lnTo>
                <a:lnTo>
                  <a:pt x="97441" y="416595"/>
                </a:lnTo>
                <a:lnTo>
                  <a:pt x="80515" y="408127"/>
                </a:lnTo>
                <a:lnTo>
                  <a:pt x="63579" y="399659"/>
                </a:lnTo>
                <a:lnTo>
                  <a:pt x="46644" y="391192"/>
                </a:lnTo>
                <a:lnTo>
                  <a:pt x="29718" y="382724"/>
                </a:lnTo>
                <a:lnTo>
                  <a:pt x="12783" y="374266"/>
                </a:lnTo>
                <a:lnTo>
                  <a:pt x="0" y="365798"/>
                </a:lnTo>
                <a:lnTo>
                  <a:pt x="16935" y="357330"/>
                </a:lnTo>
                <a:lnTo>
                  <a:pt x="33861" y="348863"/>
                </a:lnTo>
                <a:lnTo>
                  <a:pt x="50797" y="340395"/>
                </a:lnTo>
                <a:lnTo>
                  <a:pt x="67732" y="331927"/>
                </a:lnTo>
                <a:lnTo>
                  <a:pt x="84658" y="323469"/>
                </a:lnTo>
                <a:lnTo>
                  <a:pt x="101594" y="315001"/>
                </a:lnTo>
                <a:lnTo>
                  <a:pt x="118529" y="306534"/>
                </a:lnTo>
                <a:lnTo>
                  <a:pt x="135455" y="298066"/>
                </a:lnTo>
                <a:lnTo>
                  <a:pt x="152390" y="289598"/>
                </a:lnTo>
                <a:lnTo>
                  <a:pt x="169326" y="281130"/>
                </a:lnTo>
                <a:lnTo>
                  <a:pt x="186252" y="272672"/>
                </a:lnTo>
                <a:lnTo>
                  <a:pt x="203187" y="264204"/>
                </a:lnTo>
                <a:lnTo>
                  <a:pt x="220123" y="255737"/>
                </a:lnTo>
                <a:lnTo>
                  <a:pt x="237058" y="247269"/>
                </a:lnTo>
                <a:lnTo>
                  <a:pt x="253984" y="238801"/>
                </a:lnTo>
                <a:lnTo>
                  <a:pt x="270920" y="230334"/>
                </a:lnTo>
                <a:lnTo>
                  <a:pt x="287855" y="221875"/>
                </a:lnTo>
                <a:lnTo>
                  <a:pt x="304781" y="213408"/>
                </a:lnTo>
                <a:lnTo>
                  <a:pt x="321716" y="204940"/>
                </a:lnTo>
                <a:lnTo>
                  <a:pt x="338652" y="196472"/>
                </a:lnTo>
                <a:lnTo>
                  <a:pt x="355578" y="188004"/>
                </a:lnTo>
                <a:lnTo>
                  <a:pt x="372513" y="179537"/>
                </a:lnTo>
                <a:lnTo>
                  <a:pt x="389449" y="171069"/>
                </a:lnTo>
                <a:lnTo>
                  <a:pt x="406375" y="162611"/>
                </a:lnTo>
                <a:lnTo>
                  <a:pt x="423310" y="154143"/>
                </a:lnTo>
                <a:lnTo>
                  <a:pt x="440246" y="145675"/>
                </a:lnTo>
                <a:lnTo>
                  <a:pt x="457171" y="137208"/>
                </a:lnTo>
                <a:lnTo>
                  <a:pt x="474107" y="128740"/>
                </a:lnTo>
                <a:lnTo>
                  <a:pt x="491042" y="120272"/>
                </a:lnTo>
                <a:lnTo>
                  <a:pt x="507968" y="111814"/>
                </a:lnTo>
                <a:lnTo>
                  <a:pt x="524904" y="103346"/>
                </a:lnTo>
                <a:lnTo>
                  <a:pt x="541839" y="94879"/>
                </a:lnTo>
                <a:lnTo>
                  <a:pt x="558765" y="86411"/>
                </a:lnTo>
                <a:lnTo>
                  <a:pt x="575701" y="77943"/>
                </a:lnTo>
                <a:lnTo>
                  <a:pt x="592636" y="69475"/>
                </a:lnTo>
                <a:lnTo>
                  <a:pt x="609562" y="61017"/>
                </a:lnTo>
                <a:lnTo>
                  <a:pt x="626497" y="52549"/>
                </a:lnTo>
                <a:lnTo>
                  <a:pt x="643433" y="44082"/>
                </a:lnTo>
                <a:lnTo>
                  <a:pt x="660368" y="35614"/>
                </a:lnTo>
                <a:lnTo>
                  <a:pt x="677294" y="27146"/>
                </a:lnTo>
                <a:lnTo>
                  <a:pt x="694230" y="18679"/>
                </a:lnTo>
                <a:lnTo>
                  <a:pt x="711165" y="10220"/>
                </a:lnTo>
                <a:lnTo>
                  <a:pt x="728091" y="1753"/>
                </a:lnTo>
                <a:lnTo>
                  <a:pt x="740874" y="0"/>
                </a:lnTo>
                <a:lnTo>
                  <a:pt x="740874" y="18936"/>
                </a:lnTo>
                <a:lnTo>
                  <a:pt x="740874" y="37862"/>
                </a:lnTo>
                <a:lnTo>
                  <a:pt x="740874" y="56798"/>
                </a:lnTo>
                <a:lnTo>
                  <a:pt x="740874" y="75724"/>
                </a:lnTo>
                <a:lnTo>
                  <a:pt x="740874" y="94659"/>
                </a:lnTo>
                <a:lnTo>
                  <a:pt x="740874" y="113586"/>
                </a:lnTo>
                <a:lnTo>
                  <a:pt x="740874" y="132521"/>
                </a:lnTo>
                <a:lnTo>
                  <a:pt x="740874" y="151448"/>
                </a:lnTo>
                <a:lnTo>
                  <a:pt x="740874" y="170383"/>
                </a:lnTo>
                <a:lnTo>
                  <a:pt x="740874" y="189309"/>
                </a:lnTo>
                <a:lnTo>
                  <a:pt x="740874" y="208245"/>
                </a:lnTo>
                <a:lnTo>
                  <a:pt x="740874" y="227171"/>
                </a:lnTo>
                <a:lnTo>
                  <a:pt x="740874" y="246107"/>
                </a:lnTo>
                <a:lnTo>
                  <a:pt x="740874" y="265033"/>
                </a:lnTo>
                <a:lnTo>
                  <a:pt x="740874" y="283969"/>
                </a:lnTo>
                <a:lnTo>
                  <a:pt x="740874" y="302895"/>
                </a:lnTo>
                <a:lnTo>
                  <a:pt x="740874" y="321831"/>
                </a:lnTo>
                <a:lnTo>
                  <a:pt x="740874" y="340757"/>
                </a:lnTo>
                <a:lnTo>
                  <a:pt x="740874" y="359693"/>
                </a:lnTo>
                <a:lnTo>
                  <a:pt x="740874" y="378619"/>
                </a:lnTo>
                <a:lnTo>
                  <a:pt x="740874" y="397554"/>
                </a:lnTo>
                <a:lnTo>
                  <a:pt x="740874" y="416481"/>
                </a:lnTo>
                <a:lnTo>
                  <a:pt x="740874" y="435416"/>
                </a:lnTo>
                <a:lnTo>
                  <a:pt x="740874" y="454343"/>
                </a:lnTo>
                <a:lnTo>
                  <a:pt x="740874" y="473278"/>
                </a:lnTo>
                <a:lnTo>
                  <a:pt x="740874" y="492204"/>
                </a:lnTo>
                <a:lnTo>
                  <a:pt x="740874" y="511140"/>
                </a:lnTo>
                <a:lnTo>
                  <a:pt x="740874" y="530066"/>
                </a:lnTo>
                <a:lnTo>
                  <a:pt x="740874" y="549002"/>
                </a:lnTo>
                <a:lnTo>
                  <a:pt x="740874" y="567928"/>
                </a:lnTo>
                <a:lnTo>
                  <a:pt x="740874" y="586864"/>
                </a:lnTo>
                <a:lnTo>
                  <a:pt x="740874" y="605790"/>
                </a:lnTo>
                <a:lnTo>
                  <a:pt x="740874" y="624726"/>
                </a:lnTo>
                <a:lnTo>
                  <a:pt x="740874" y="643652"/>
                </a:lnTo>
                <a:lnTo>
                  <a:pt x="740874" y="662588"/>
                </a:lnTo>
                <a:lnTo>
                  <a:pt x="740874" y="681514"/>
                </a:lnTo>
                <a:lnTo>
                  <a:pt x="740874" y="700449"/>
                </a:lnTo>
                <a:lnTo>
                  <a:pt x="740874" y="719376"/>
                </a:lnTo>
                <a:lnTo>
                  <a:pt x="740874" y="738311"/>
                </a:lnTo>
                <a:close/>
              </a:path>
            </a:pathLst>
          </a:custGeom>
          <a:solidFill xmlns:a="http://schemas.openxmlformats.org/drawingml/2006/main">
            <a:srgbClr val="5B91CB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cycle-arrow-3">
            <a:extLst xmlns:a="http://schemas.openxmlformats.org/drawingml/2006/main">
              <a:ext uri="{FF2B5EF4-FFF2-40B4-BE49-F238E27FC236}">
                <a16:creationId xmlns:a16="http://schemas.microsoft.com/office/drawing/2014/main" id="{FF62F4D2-98E4-402A-A4F9-CDC816B5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350" y="3183426"/>
            <a:ext cx="738311" cy="740874"/>
          </a:xfrm>
          <a:custGeom xmlns:a="http://schemas.openxmlformats.org/drawingml/2006/main">
            <a:pathLst>
              <a:path w="738311" h="740874">
                <a:moveTo>
                  <a:pt x="0" y="740874"/>
                </a:moveTo>
                <a:lnTo>
                  <a:pt x="8468" y="723938"/>
                </a:lnTo>
                <a:lnTo>
                  <a:pt x="16935" y="707012"/>
                </a:lnTo>
                <a:lnTo>
                  <a:pt x="25403" y="690077"/>
                </a:lnTo>
                <a:lnTo>
                  <a:pt x="33861" y="673141"/>
                </a:lnTo>
                <a:lnTo>
                  <a:pt x="42329" y="656215"/>
                </a:lnTo>
                <a:lnTo>
                  <a:pt x="50797" y="639280"/>
                </a:lnTo>
                <a:lnTo>
                  <a:pt x="59265" y="622344"/>
                </a:lnTo>
                <a:lnTo>
                  <a:pt x="67732" y="605419"/>
                </a:lnTo>
                <a:lnTo>
                  <a:pt x="76200" y="588483"/>
                </a:lnTo>
                <a:lnTo>
                  <a:pt x="84658" y="571548"/>
                </a:lnTo>
                <a:lnTo>
                  <a:pt x="93126" y="554622"/>
                </a:lnTo>
                <a:lnTo>
                  <a:pt x="101594" y="537686"/>
                </a:lnTo>
                <a:lnTo>
                  <a:pt x="110061" y="520751"/>
                </a:lnTo>
                <a:lnTo>
                  <a:pt x="118529" y="503825"/>
                </a:lnTo>
                <a:lnTo>
                  <a:pt x="126997" y="486889"/>
                </a:lnTo>
                <a:lnTo>
                  <a:pt x="135455" y="469954"/>
                </a:lnTo>
                <a:lnTo>
                  <a:pt x="143923" y="453028"/>
                </a:lnTo>
                <a:lnTo>
                  <a:pt x="152390" y="436093"/>
                </a:lnTo>
                <a:lnTo>
                  <a:pt x="160858" y="419157"/>
                </a:lnTo>
                <a:lnTo>
                  <a:pt x="169326" y="402231"/>
                </a:lnTo>
                <a:lnTo>
                  <a:pt x="177794" y="385296"/>
                </a:lnTo>
                <a:lnTo>
                  <a:pt x="186252" y="368360"/>
                </a:lnTo>
                <a:lnTo>
                  <a:pt x="194720" y="351425"/>
                </a:lnTo>
                <a:lnTo>
                  <a:pt x="203187" y="334499"/>
                </a:lnTo>
                <a:lnTo>
                  <a:pt x="211655" y="317564"/>
                </a:lnTo>
                <a:lnTo>
                  <a:pt x="220123" y="300628"/>
                </a:lnTo>
                <a:lnTo>
                  <a:pt x="228590" y="283702"/>
                </a:lnTo>
                <a:lnTo>
                  <a:pt x="237058" y="266767"/>
                </a:lnTo>
                <a:lnTo>
                  <a:pt x="245516" y="249831"/>
                </a:lnTo>
                <a:lnTo>
                  <a:pt x="253984" y="232905"/>
                </a:lnTo>
                <a:lnTo>
                  <a:pt x="262452" y="215970"/>
                </a:lnTo>
                <a:lnTo>
                  <a:pt x="270920" y="199034"/>
                </a:lnTo>
                <a:lnTo>
                  <a:pt x="279387" y="182108"/>
                </a:lnTo>
                <a:lnTo>
                  <a:pt x="287855" y="165173"/>
                </a:lnTo>
                <a:lnTo>
                  <a:pt x="296313" y="148238"/>
                </a:lnTo>
                <a:lnTo>
                  <a:pt x="304781" y="131312"/>
                </a:lnTo>
                <a:lnTo>
                  <a:pt x="313249" y="114376"/>
                </a:lnTo>
                <a:lnTo>
                  <a:pt x="321716" y="97441"/>
                </a:lnTo>
                <a:lnTo>
                  <a:pt x="330184" y="80515"/>
                </a:lnTo>
                <a:lnTo>
                  <a:pt x="338652" y="63579"/>
                </a:lnTo>
                <a:lnTo>
                  <a:pt x="347110" y="46644"/>
                </a:lnTo>
                <a:lnTo>
                  <a:pt x="355578" y="29718"/>
                </a:lnTo>
                <a:lnTo>
                  <a:pt x="364046" y="12783"/>
                </a:lnTo>
                <a:lnTo>
                  <a:pt x="372513" y="0"/>
                </a:lnTo>
                <a:lnTo>
                  <a:pt x="380981" y="16935"/>
                </a:lnTo>
                <a:lnTo>
                  <a:pt x="389449" y="33861"/>
                </a:lnTo>
                <a:lnTo>
                  <a:pt x="397907" y="50797"/>
                </a:lnTo>
                <a:lnTo>
                  <a:pt x="406375" y="67732"/>
                </a:lnTo>
                <a:lnTo>
                  <a:pt x="414842" y="84658"/>
                </a:lnTo>
                <a:lnTo>
                  <a:pt x="423310" y="101594"/>
                </a:lnTo>
                <a:lnTo>
                  <a:pt x="431778" y="118529"/>
                </a:lnTo>
                <a:lnTo>
                  <a:pt x="440246" y="135455"/>
                </a:lnTo>
                <a:lnTo>
                  <a:pt x="448713" y="152390"/>
                </a:lnTo>
                <a:lnTo>
                  <a:pt x="457171" y="169326"/>
                </a:lnTo>
                <a:lnTo>
                  <a:pt x="465639" y="186252"/>
                </a:lnTo>
                <a:lnTo>
                  <a:pt x="474107" y="203187"/>
                </a:lnTo>
                <a:lnTo>
                  <a:pt x="482575" y="220123"/>
                </a:lnTo>
                <a:lnTo>
                  <a:pt x="491042" y="237058"/>
                </a:lnTo>
                <a:lnTo>
                  <a:pt x="499510" y="253984"/>
                </a:lnTo>
                <a:lnTo>
                  <a:pt x="507968" y="270920"/>
                </a:lnTo>
                <a:lnTo>
                  <a:pt x="516436" y="287855"/>
                </a:lnTo>
                <a:lnTo>
                  <a:pt x="524904" y="304781"/>
                </a:lnTo>
                <a:lnTo>
                  <a:pt x="533371" y="321716"/>
                </a:lnTo>
                <a:lnTo>
                  <a:pt x="541839" y="338652"/>
                </a:lnTo>
                <a:lnTo>
                  <a:pt x="550307" y="355578"/>
                </a:lnTo>
                <a:lnTo>
                  <a:pt x="558765" y="372513"/>
                </a:lnTo>
                <a:lnTo>
                  <a:pt x="567233" y="389449"/>
                </a:lnTo>
                <a:lnTo>
                  <a:pt x="575701" y="406375"/>
                </a:lnTo>
                <a:lnTo>
                  <a:pt x="584168" y="423310"/>
                </a:lnTo>
                <a:lnTo>
                  <a:pt x="592636" y="440246"/>
                </a:lnTo>
                <a:lnTo>
                  <a:pt x="601104" y="457171"/>
                </a:lnTo>
                <a:lnTo>
                  <a:pt x="609562" y="474107"/>
                </a:lnTo>
                <a:lnTo>
                  <a:pt x="618030" y="491042"/>
                </a:lnTo>
                <a:lnTo>
                  <a:pt x="626497" y="507968"/>
                </a:lnTo>
                <a:lnTo>
                  <a:pt x="634965" y="524904"/>
                </a:lnTo>
                <a:lnTo>
                  <a:pt x="643433" y="541839"/>
                </a:lnTo>
                <a:lnTo>
                  <a:pt x="651901" y="558765"/>
                </a:lnTo>
                <a:lnTo>
                  <a:pt x="660368" y="575701"/>
                </a:lnTo>
                <a:lnTo>
                  <a:pt x="668826" y="592636"/>
                </a:lnTo>
                <a:lnTo>
                  <a:pt x="677294" y="609562"/>
                </a:lnTo>
                <a:lnTo>
                  <a:pt x="685762" y="626497"/>
                </a:lnTo>
                <a:lnTo>
                  <a:pt x="694230" y="643433"/>
                </a:lnTo>
                <a:lnTo>
                  <a:pt x="702697" y="660368"/>
                </a:lnTo>
                <a:lnTo>
                  <a:pt x="711165" y="677294"/>
                </a:lnTo>
                <a:lnTo>
                  <a:pt x="719623" y="694230"/>
                </a:lnTo>
                <a:lnTo>
                  <a:pt x="728091" y="711165"/>
                </a:lnTo>
                <a:lnTo>
                  <a:pt x="736559" y="728091"/>
                </a:lnTo>
                <a:lnTo>
                  <a:pt x="738311" y="740874"/>
                </a:lnTo>
                <a:lnTo>
                  <a:pt x="719376" y="740874"/>
                </a:lnTo>
                <a:lnTo>
                  <a:pt x="700449" y="740874"/>
                </a:lnTo>
                <a:lnTo>
                  <a:pt x="681514" y="740874"/>
                </a:lnTo>
                <a:lnTo>
                  <a:pt x="662588" y="740874"/>
                </a:lnTo>
                <a:lnTo>
                  <a:pt x="643652" y="740874"/>
                </a:lnTo>
                <a:lnTo>
                  <a:pt x="624726" y="740874"/>
                </a:lnTo>
                <a:lnTo>
                  <a:pt x="605790" y="740874"/>
                </a:lnTo>
                <a:lnTo>
                  <a:pt x="586864" y="740874"/>
                </a:lnTo>
                <a:lnTo>
                  <a:pt x="567928" y="740874"/>
                </a:lnTo>
                <a:lnTo>
                  <a:pt x="549002" y="740874"/>
                </a:lnTo>
                <a:lnTo>
                  <a:pt x="530066" y="740874"/>
                </a:lnTo>
                <a:lnTo>
                  <a:pt x="511140" y="740874"/>
                </a:lnTo>
                <a:lnTo>
                  <a:pt x="492204" y="740874"/>
                </a:lnTo>
                <a:lnTo>
                  <a:pt x="473278" y="740874"/>
                </a:lnTo>
                <a:lnTo>
                  <a:pt x="454343" y="740874"/>
                </a:lnTo>
                <a:lnTo>
                  <a:pt x="435416" y="740874"/>
                </a:lnTo>
                <a:lnTo>
                  <a:pt x="416481" y="740874"/>
                </a:lnTo>
                <a:lnTo>
                  <a:pt x="397554" y="740874"/>
                </a:lnTo>
                <a:lnTo>
                  <a:pt x="378619" y="740874"/>
                </a:lnTo>
                <a:lnTo>
                  <a:pt x="359693" y="740874"/>
                </a:lnTo>
                <a:lnTo>
                  <a:pt x="340757" y="740874"/>
                </a:lnTo>
                <a:lnTo>
                  <a:pt x="321831" y="740874"/>
                </a:lnTo>
                <a:lnTo>
                  <a:pt x="302895" y="740874"/>
                </a:lnTo>
                <a:lnTo>
                  <a:pt x="283969" y="740874"/>
                </a:lnTo>
                <a:lnTo>
                  <a:pt x="265033" y="740874"/>
                </a:lnTo>
                <a:lnTo>
                  <a:pt x="246107" y="740874"/>
                </a:lnTo>
                <a:lnTo>
                  <a:pt x="227171" y="740874"/>
                </a:lnTo>
                <a:lnTo>
                  <a:pt x="208245" y="740874"/>
                </a:lnTo>
                <a:lnTo>
                  <a:pt x="189309" y="740874"/>
                </a:lnTo>
                <a:lnTo>
                  <a:pt x="170383" y="740874"/>
                </a:lnTo>
                <a:lnTo>
                  <a:pt x="151448" y="740874"/>
                </a:lnTo>
                <a:lnTo>
                  <a:pt x="132521" y="740874"/>
                </a:lnTo>
                <a:lnTo>
                  <a:pt x="113586" y="740874"/>
                </a:lnTo>
                <a:lnTo>
                  <a:pt x="94659" y="740874"/>
                </a:lnTo>
                <a:lnTo>
                  <a:pt x="75724" y="740874"/>
                </a:lnTo>
                <a:lnTo>
                  <a:pt x="56798" y="740874"/>
                </a:lnTo>
                <a:lnTo>
                  <a:pt x="37862" y="740874"/>
                </a:lnTo>
                <a:lnTo>
                  <a:pt x="18936" y="740874"/>
                </a:lnTo>
                <a:lnTo>
                  <a:pt x="0" y="740874"/>
                </a:lnTo>
                <a:close/>
              </a:path>
            </a:pathLst>
          </a:custGeom>
          <a:solidFill xmlns:a="http://schemas.openxmlformats.org/drawingml/2006/main">
            <a:srgbClr val="63A1D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cycle-number-0">
            <a:extLst xmlns:a="http://schemas.openxmlformats.org/drawingml/2006/main">
              <a:ext uri="{FF2B5EF4-FFF2-40B4-BE49-F238E27FC236}">
                <a16:creationId xmlns:a16="http://schemas.microsoft.com/office/drawing/2014/main" id="{6B4A4E67-2728-44AB-BEF7-2E260F53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7744" y="2078717"/>
            <a:ext cx="412404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6" name="cycle-title-0">
            <a:extLst xmlns:a="http://schemas.openxmlformats.org/drawingml/2006/main">
              <a:ext uri="{FF2B5EF4-FFF2-40B4-BE49-F238E27FC236}">
                <a16:creationId xmlns:a16="http://schemas.microsoft.com/office/drawing/2014/main" id="{4CC1DC3E-D070-4706-A2D2-0AF793E0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>
            <a:off x="4552340" y="250446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27" name="cycle-english-0">
            <a:extLst xmlns:a="http://schemas.openxmlformats.org/drawingml/2006/main">
              <a:ext uri="{FF2B5EF4-FFF2-40B4-BE49-F238E27FC236}">
                <a16:creationId xmlns:a16="http://schemas.microsoft.com/office/drawing/2014/main" id="{7C36B050-BA1A-474B-82D2-AB4FBB5F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>
            <a:off x="5232883" y="3212316"/>
            <a:ext cx="540544" cy="238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28" name="cycle-number-1">
            <a:extLst xmlns:a="http://schemas.openxmlformats.org/drawingml/2006/main">
              <a:ext uri="{FF2B5EF4-FFF2-40B4-BE49-F238E27FC236}">
                <a16:creationId xmlns:a16="http://schemas.microsoft.com/office/drawing/2014/main" id="{8F172F18-77DC-442A-A98A-4789FAF5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91003" y="3231528"/>
            <a:ext cx="459734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9" name="cycle-title-1">
            <a:extLst xmlns:a="http://schemas.openxmlformats.org/drawingml/2006/main">
              <a:ext uri="{FF2B5EF4-FFF2-40B4-BE49-F238E27FC236}">
                <a16:creationId xmlns:a16="http://schemas.microsoft.com/office/drawing/2014/main" id="{AB40537F-2AD3-41F1-AA95-1F44FD60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7104869" y="2507828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30" name="cycle-english-1">
            <a:extLst xmlns:a="http://schemas.openxmlformats.org/drawingml/2006/main">
              <a:ext uri="{FF2B5EF4-FFF2-40B4-BE49-F238E27FC236}">
                <a16:creationId xmlns:a16="http://schemas.microsoft.com/office/drawing/2014/main" id="{E65486F7-F249-4A9D-90A6-58EB8639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6487116" y="3212316"/>
            <a:ext cx="403469" cy="238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Do</a:t>
            </a:r>
          </a:p>
        </p:txBody>
      </p:sp>
      <p:sp>
        <p:nvSpPr>
          <p:cNvPr id="31" name="cycle-number-2">
            <a:extLst xmlns:a="http://schemas.openxmlformats.org/drawingml/2006/main">
              <a:ext uri="{FF2B5EF4-FFF2-40B4-BE49-F238E27FC236}">
                <a16:creationId xmlns:a16="http://schemas.microsoft.com/office/drawing/2014/main" id="{1DD501CD-58F7-4C0A-A4DC-965CB7A8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8192" y="5328456"/>
            <a:ext cx="459734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2" name="cycle-title-2">
            <a:extLst xmlns:a="http://schemas.openxmlformats.org/drawingml/2006/main">
              <a:ext uri="{FF2B5EF4-FFF2-40B4-BE49-F238E27FC236}">
                <a16:creationId xmlns:a16="http://schemas.microsoft.com/office/drawing/2014/main" id="{869731C2-DDDB-4F41-8EF8-9073F2DB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7096735" y="5058385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检查</a:t>
            </a:r>
          </a:p>
        </p:txBody>
      </p:sp>
      <p:sp>
        <p:nvSpPr>
          <p:cNvPr id="33" name="cycle-english-2">
            <a:extLst xmlns:a="http://schemas.openxmlformats.org/drawingml/2006/main">
              <a:ext uri="{FF2B5EF4-FFF2-40B4-BE49-F238E27FC236}">
                <a16:creationId xmlns:a16="http://schemas.microsoft.com/office/drawing/2014/main" id="{35146F36-903D-4AEF-B6FC-C01A6652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6344164" y="4398007"/>
            <a:ext cx="689372" cy="238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Check</a:t>
            </a:r>
          </a:p>
        </p:txBody>
      </p:sp>
      <p:sp>
        <p:nvSpPr>
          <p:cNvPr id="34" name="cycle-number-3">
            <a:extLst xmlns:a="http://schemas.openxmlformats.org/drawingml/2006/main">
              <a:ext uri="{FF2B5EF4-FFF2-40B4-BE49-F238E27FC236}">
                <a16:creationId xmlns:a16="http://schemas.microsoft.com/office/drawing/2014/main" id="{AB97546D-19C3-494C-B6F4-854D9617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882" y="4175646"/>
            <a:ext cx="467944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i="0">
                <a:solidFill>
                  <a:srgbClr val="AEC1E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cycle-title-3">
            <a:extLst xmlns:a="http://schemas.openxmlformats.org/drawingml/2006/main">
              <a:ext uri="{FF2B5EF4-FFF2-40B4-BE49-F238E27FC236}">
                <a16:creationId xmlns:a16="http://schemas.microsoft.com/office/drawing/2014/main" id="{BCF65955-88DA-4A35-9929-19B2D0A0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100000">
            <a:off x="4552340" y="505838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行动</a:t>
            </a:r>
          </a:p>
        </p:txBody>
      </p:sp>
      <p:sp>
        <p:nvSpPr>
          <p:cNvPr id="36" name="cycle-english-3">
            <a:extLst xmlns:a="http://schemas.openxmlformats.org/drawingml/2006/main">
              <a:ext uri="{FF2B5EF4-FFF2-40B4-BE49-F238E27FC236}">
                <a16:creationId xmlns:a16="http://schemas.microsoft.com/office/drawing/2014/main" id="{D531A610-28CE-41BD-B118-76070732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100000">
            <a:off x="5276726" y="4401379"/>
            <a:ext cx="459581" cy="238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Act</a:t>
            </a:r>
          </a:p>
        </p:txBody>
      </p:sp>
      <p:sp>
        <p:nvSpPr>
          <p:cNvPr id="37" name="cycle-core">
            <a:extLst xmlns:a="http://schemas.openxmlformats.org/drawingml/2006/main">
              <a:ext uri="{FF2B5EF4-FFF2-40B4-BE49-F238E27FC236}">
                <a16:creationId xmlns:a16="http://schemas.microsoft.com/office/drawing/2014/main" id="{AB76D532-8998-4EAF-94E0-12EACB14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200400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5D5"/>
            </a:solidFill>
            <a:prstDash val="solid"/>
          </a:ln>
        </p:spPr>
      </p:sp>
      <p:sp>
        <p:nvSpPr>
          <p:cNvPr id="38" name="cycle-core-text-0">
            <a:extLst xmlns:a="http://schemas.openxmlformats.org/drawingml/2006/main">
              <a:ext uri="{FF2B5EF4-FFF2-40B4-BE49-F238E27FC236}">
                <a16:creationId xmlns:a16="http://schemas.microsoft.com/office/drawing/2014/main" id="{35E3F4EA-8003-44CF-B861-4486734C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8943" y="3630959"/>
            <a:ext cx="7617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rPr>
              <a:t>PDCA</a:t>
            </a:r>
          </a:p>
        </p:txBody>
      </p:sp>
      <p:sp>
        <p:nvSpPr>
          <p:cNvPr id="39" name="cycle-core-text-1">
            <a:extLst xmlns:a="http://schemas.openxmlformats.org/drawingml/2006/main">
              <a:ext uri="{FF2B5EF4-FFF2-40B4-BE49-F238E27FC236}">
                <a16:creationId xmlns:a16="http://schemas.microsoft.com/office/drawing/2014/main" id="{A7220BEE-994E-4DF9-B43D-8D676222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00725" y="3964334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rPr>
              <a:t>循环</a:t>
            </a:r>
          </a:p>
        </p:txBody>
      </p:sp>
    </p:spTree>
    <p:extLst>
      <p:ext uri="{BB962C8B-B14F-4D97-AF65-F5344CB8AC3E}">
        <p14:creationId xmlns:p14="http://schemas.microsoft.com/office/powerpoint/2010/main" val="10301262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2026-08-16T00:49:42.4970000Z</dcterms:created>
  <dcterms:modified xsi:type="dcterms:W3CDTF">2026-08-16T00:49:42.4980000Z</dcterms:modified>
</coreProperties>
</file>