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aad135e9434a7f" /><Relationship Type="http://schemas.openxmlformats.org/officeDocument/2006/relationships/extended-properties" Target="/docProps/app.xml" Id="Re2330e4c88e147d7" /><Relationship Type="http://schemas.openxmlformats.org/officeDocument/2006/relationships/officeDocument" Target="/ppt/presentation.xml" Id="R72cbbca3b90f46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5c52b7687e4375"/>
  </p:sldMasterIdLst>
  <p:notesMasterIdLst>
    <p:notesMasterId xmlns:r="http://schemas.openxmlformats.org/officeDocument/2006/relationships" r:id="Rf8e84e24ae3b446d"/>
  </p:notesMasterIdLst>
  <p:sldIdLst>
    <p:sldId xmlns:r="http://schemas.openxmlformats.org/officeDocument/2006/relationships" id="256" r:id="Rf8f96afc6f8c427a"/>
    <p:sldId xmlns:r="http://schemas.openxmlformats.org/officeDocument/2006/relationships" id="257" r:id="R013d64ada63c4bec"/>
    <p:sldId xmlns:r="http://schemas.openxmlformats.org/officeDocument/2006/relationships" id="258" r:id="Rb33efa2409e5427b"/>
    <p:sldId xmlns:r="http://schemas.openxmlformats.org/officeDocument/2006/relationships" id="259" r:id="R32d3bced1abd4e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334e97810040d8" /><Relationship Type="http://schemas.openxmlformats.org/officeDocument/2006/relationships/slideMaster" Target="/ppt/slideMasters/slideMaster1.xml" Id="R385c52b7687e4375" /><Relationship Type="http://schemas.openxmlformats.org/officeDocument/2006/relationships/notesMaster" Target="/ppt/notesMasters/notesMaster1.xml" Id="Rf8e84e24ae3b446d" /><Relationship Type="http://schemas.openxmlformats.org/officeDocument/2006/relationships/presProps" Target="/ppt/presProps.xml" Id="R82c3d05c8d3c4a53" /><Relationship Type="http://schemas.openxmlformats.org/officeDocument/2006/relationships/tableStyles" Target="/ppt/tableStyles.xml" Id="R7a358efe8f8c4680" /><Relationship Type="http://schemas.openxmlformats.org/officeDocument/2006/relationships/slide" Target="/ppt/slides/slide1.xml" Id="Rf8f96afc6f8c427a" /><Relationship Type="http://schemas.openxmlformats.org/officeDocument/2006/relationships/slide" Target="/ppt/slides/slide2.xml" Id="R013d64ada63c4bec" /><Relationship Type="http://schemas.openxmlformats.org/officeDocument/2006/relationships/slide" Target="/ppt/slides/slide3.xml" Id="Rb33efa2409e5427b" /><Relationship Type="http://schemas.openxmlformats.org/officeDocument/2006/relationships/slide" Target="/ppt/slides/slide4.xml" Id="R32d3bced1abd4e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492f9349f847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3152f7e7704cf1" /><Relationship Type="http://schemas.openxmlformats.org/officeDocument/2006/relationships/notesMaster" Target="/ppt/notesMasters/notesMaster1.xml" Id="R1506bc688fd546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2da29bdc424ef6" /><Relationship Type="http://schemas.openxmlformats.org/officeDocument/2006/relationships/notesMaster" Target="/ppt/notesMasters/notesMaster1.xml" Id="R2775952600cd4d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086e4bc3274d34" /><Relationship Type="http://schemas.openxmlformats.org/officeDocument/2006/relationships/notesMaster" Target="/ppt/notesMasters/notesMaster1.xml" Id="Rd28a6c6ed51445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97122a763e4b83" /><Relationship Type="http://schemas.openxmlformats.org/officeDocument/2006/relationships/notesMaster" Target="/ppt/notesMasters/notesMaster1.xml" Id="R2b93a214005f4c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3ebd9c7c204a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08f26da2a74dac" /><Relationship Type="http://schemas.openxmlformats.org/officeDocument/2006/relationships/slideLayout" Target="/ppt/slideLayouts/slideLayout1.xml" Id="Re229f489ba1440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29f489ba1440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5a4332ea094525" /><Relationship Type="http://schemas.openxmlformats.org/officeDocument/2006/relationships/notesSlide" Target="/ppt/notesSlides/notesSlide1.xml" Id="R83c03e996fc34f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5c8d8ba044e2c" /><Relationship Type="http://schemas.openxmlformats.org/officeDocument/2006/relationships/notesSlide" Target="/ppt/notesSlides/notesSlide2.xml" Id="R0d23c27e617f48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3f461526f459c" /><Relationship Type="http://schemas.openxmlformats.org/officeDocument/2006/relationships/notesSlide" Target="/ppt/notesSlides/notesSlide3.xml" Id="R18dae373628f47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592ca502344ef" /><Relationship Type="http://schemas.openxmlformats.org/officeDocument/2006/relationships/notesSlide" Target="/ppt/notesSlides/notesSlide4.xml" Id="R977f41a7c7644d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811AE0-425D-4692-897E-2C9EB96B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64F860-D10F-48F5-B2BC-D1D36664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PDCA 环形闭环</a:t>
            </a:r>
          </a:p>
        </p:txBody>
      </p:sp>
      <p:sp>
        <p:nvSpPr>
          <p:cNvPr id="3" name="PPAGENT_QA|parent=cycle-arrow-0">
            <a:extLst xmlns:a="http://schemas.openxmlformats.org/drawingml/2006/main">
              <a:ext uri="{FF2B5EF4-FFF2-40B4-BE49-F238E27FC236}">
                <a16:creationId xmlns:a16="http://schemas.microsoft.com/office/drawing/2014/main" id="{8926C317-E14D-40DA-AAE0-BE5AD741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671290" y="146355"/>
                </a:moveTo>
                <a:lnTo>
                  <a:pt x="1791918" y="159960"/>
                </a:lnTo>
                <a:lnTo>
                  <a:pt x="1910955" y="183756"/>
                </a:lnTo>
                <a:lnTo>
                  <a:pt x="2027544" y="217570"/>
                </a:lnTo>
                <a:lnTo>
                  <a:pt x="2140841" y="261159"/>
                </a:lnTo>
                <a:lnTo>
                  <a:pt x="2250028" y="314209"/>
                </a:lnTo>
                <a:lnTo>
                  <a:pt x="2354319" y="376336"/>
                </a:lnTo>
                <a:lnTo>
                  <a:pt x="2452959" y="447091"/>
                </a:lnTo>
                <a:lnTo>
                  <a:pt x="2545237" y="525964"/>
                </a:lnTo>
                <a:lnTo>
                  <a:pt x="2630486" y="612386"/>
                </a:lnTo>
                <a:lnTo>
                  <a:pt x="2708092" y="705733"/>
                </a:lnTo>
                <a:lnTo>
                  <a:pt x="2777494" y="805330"/>
                </a:lnTo>
                <a:lnTo>
                  <a:pt x="2838190" y="910460"/>
                </a:lnTo>
                <a:lnTo>
                  <a:pt x="2889743" y="1020362"/>
                </a:lnTo>
                <a:lnTo>
                  <a:pt x="2931781" y="1134244"/>
                </a:lnTo>
                <a:lnTo>
                  <a:pt x="2964000" y="1251283"/>
                </a:lnTo>
                <a:lnTo>
                  <a:pt x="2986167" y="1370634"/>
                </a:lnTo>
                <a:lnTo>
                  <a:pt x="2998123" y="1491437"/>
                </a:lnTo>
                <a:lnTo>
                  <a:pt x="2999781" y="1612819"/>
                </a:lnTo>
                <a:lnTo>
                  <a:pt x="2991129" y="1733903"/>
                </a:lnTo>
                <a:lnTo>
                  <a:pt x="2972230" y="1853815"/>
                </a:lnTo>
                <a:lnTo>
                  <a:pt x="2943220" y="1971691"/>
                </a:lnTo>
                <a:lnTo>
                  <a:pt x="2904309" y="2086678"/>
                </a:lnTo>
                <a:lnTo>
                  <a:pt x="2855777" y="2197948"/>
                </a:lnTo>
                <a:lnTo>
                  <a:pt x="2559532" y="2165219"/>
                </a:lnTo>
                <a:lnTo>
                  <a:pt x="2359238" y="1955770"/>
                </a:lnTo>
                <a:lnTo>
                  <a:pt x="2389004" y="1887524"/>
                </a:lnTo>
                <a:lnTo>
                  <a:pt x="2412870" y="1816999"/>
                </a:lnTo>
                <a:lnTo>
                  <a:pt x="2430663" y="1744702"/>
                </a:lnTo>
                <a:lnTo>
                  <a:pt x="2442254" y="1671155"/>
                </a:lnTo>
                <a:lnTo>
                  <a:pt x="2447561" y="1596890"/>
                </a:lnTo>
                <a:lnTo>
                  <a:pt x="2446544" y="1522443"/>
                </a:lnTo>
                <a:lnTo>
                  <a:pt x="2439211" y="1448351"/>
                </a:lnTo>
                <a:lnTo>
                  <a:pt x="2425615" y="1375148"/>
                </a:lnTo>
                <a:lnTo>
                  <a:pt x="2405854" y="1303364"/>
                </a:lnTo>
                <a:lnTo>
                  <a:pt x="2380071" y="1233517"/>
                </a:lnTo>
                <a:lnTo>
                  <a:pt x="2348452" y="1166110"/>
                </a:lnTo>
                <a:lnTo>
                  <a:pt x="2311224" y="1101631"/>
                </a:lnTo>
                <a:lnTo>
                  <a:pt x="2268658" y="1040544"/>
                </a:lnTo>
                <a:lnTo>
                  <a:pt x="2221060" y="983292"/>
                </a:lnTo>
                <a:lnTo>
                  <a:pt x="2168774" y="930286"/>
                </a:lnTo>
                <a:lnTo>
                  <a:pt x="2112177" y="881911"/>
                </a:lnTo>
                <a:lnTo>
                  <a:pt x="2051677" y="838514"/>
                </a:lnTo>
                <a:lnTo>
                  <a:pt x="1987712" y="800410"/>
                </a:lnTo>
                <a:lnTo>
                  <a:pt x="1920744" y="767873"/>
                </a:lnTo>
                <a:lnTo>
                  <a:pt x="1851255" y="741138"/>
                </a:lnTo>
                <a:lnTo>
                  <a:pt x="1779748" y="720398"/>
                </a:lnTo>
                <a:lnTo>
                  <a:pt x="1706738" y="705804"/>
                </a:lnTo>
                <a:lnTo>
                  <a:pt x="1632753" y="697460"/>
                </a:lnTo>
                <a:close/>
              </a:path>
            </a:pathLst>
          </a:cu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" name="PPAGENT_QA|parent=cycle-badge-0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9D81438B-F81C-4874-AB3C-955E8BCE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5516" y="3071813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15FC3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PPAGENT_QA|parent=cycle-arrow-1">
            <a:extLst xmlns:a="http://schemas.openxmlformats.org/drawingml/2006/main">
              <a:ext uri="{FF2B5EF4-FFF2-40B4-BE49-F238E27FC236}">
                <a16:creationId xmlns:a16="http://schemas.microsoft.com/office/drawing/2014/main" id="{2D108C4B-3734-4542-873E-5AB7EE30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756112" y="2370572"/>
                </a:moveTo>
                <a:lnTo>
                  <a:pt x="2684016" y="2468236"/>
                </a:lnTo>
                <a:lnTo>
                  <a:pt x="2603890" y="2559428"/>
                </a:lnTo>
                <a:lnTo>
                  <a:pt x="2516312" y="2643490"/>
                </a:lnTo>
                <a:lnTo>
                  <a:pt x="2421914" y="2719813"/>
                </a:lnTo>
                <a:lnTo>
                  <a:pt x="2321378" y="2787848"/>
                </a:lnTo>
                <a:lnTo>
                  <a:pt x="2215429" y="2847102"/>
                </a:lnTo>
                <a:lnTo>
                  <a:pt x="2104833" y="2897150"/>
                </a:lnTo>
                <a:lnTo>
                  <a:pt x="1990388" y="2937628"/>
                </a:lnTo>
                <a:lnTo>
                  <a:pt x="1872919" y="2968245"/>
                </a:lnTo>
                <a:lnTo>
                  <a:pt x="1753276" y="2988780"/>
                </a:lnTo>
                <a:lnTo>
                  <a:pt x="1632321" y="2999085"/>
                </a:lnTo>
                <a:lnTo>
                  <a:pt x="1510929" y="2999085"/>
                </a:lnTo>
                <a:lnTo>
                  <a:pt x="1389974" y="2988780"/>
                </a:lnTo>
                <a:lnTo>
                  <a:pt x="1270331" y="2968245"/>
                </a:lnTo>
                <a:lnTo>
                  <a:pt x="1152862" y="2937628"/>
                </a:lnTo>
                <a:lnTo>
                  <a:pt x="1038417" y="2897150"/>
                </a:lnTo>
                <a:lnTo>
                  <a:pt x="927821" y="2847102"/>
                </a:lnTo>
                <a:lnTo>
                  <a:pt x="821872" y="2787848"/>
                </a:lnTo>
                <a:lnTo>
                  <a:pt x="721336" y="2719813"/>
                </a:lnTo>
                <a:lnTo>
                  <a:pt x="626938" y="2643490"/>
                </a:lnTo>
                <a:lnTo>
                  <a:pt x="539360" y="2559428"/>
                </a:lnTo>
                <a:lnTo>
                  <a:pt x="459234" y="2468236"/>
                </a:lnTo>
                <a:lnTo>
                  <a:pt x="387138" y="2370572"/>
                </a:lnTo>
                <a:lnTo>
                  <a:pt x="563604" y="2130380"/>
                </a:lnTo>
                <a:lnTo>
                  <a:pt x="845139" y="2061646"/>
                </a:lnTo>
                <a:lnTo>
                  <a:pt x="889358" y="2121547"/>
                </a:lnTo>
                <a:lnTo>
                  <a:pt x="938503" y="2177478"/>
                </a:lnTo>
                <a:lnTo>
                  <a:pt x="992217" y="2229035"/>
                </a:lnTo>
                <a:lnTo>
                  <a:pt x="1050115" y="2275847"/>
                </a:lnTo>
                <a:lnTo>
                  <a:pt x="1111777" y="2317575"/>
                </a:lnTo>
                <a:lnTo>
                  <a:pt x="1176758" y="2353918"/>
                </a:lnTo>
                <a:lnTo>
                  <a:pt x="1244591" y="2384613"/>
                </a:lnTo>
                <a:lnTo>
                  <a:pt x="1314784" y="2409440"/>
                </a:lnTo>
                <a:lnTo>
                  <a:pt x="1386831" y="2428219"/>
                </a:lnTo>
                <a:lnTo>
                  <a:pt x="1460212" y="2440814"/>
                </a:lnTo>
                <a:lnTo>
                  <a:pt x="1534398" y="2447134"/>
                </a:lnTo>
                <a:lnTo>
                  <a:pt x="1608852" y="2447134"/>
                </a:lnTo>
                <a:lnTo>
                  <a:pt x="1683038" y="2440814"/>
                </a:lnTo>
                <a:lnTo>
                  <a:pt x="1756419" y="2428219"/>
                </a:lnTo>
                <a:lnTo>
                  <a:pt x="1828466" y="2409440"/>
                </a:lnTo>
                <a:lnTo>
                  <a:pt x="1898659" y="2384613"/>
                </a:lnTo>
                <a:lnTo>
                  <a:pt x="1966492" y="2353918"/>
                </a:lnTo>
                <a:lnTo>
                  <a:pt x="2031473" y="2317575"/>
                </a:lnTo>
                <a:lnTo>
                  <a:pt x="2093135" y="2275847"/>
                </a:lnTo>
                <a:lnTo>
                  <a:pt x="2151033" y="2229035"/>
                </a:lnTo>
                <a:lnTo>
                  <a:pt x="2204747" y="2177478"/>
                </a:lnTo>
                <a:lnTo>
                  <a:pt x="2253892" y="2121547"/>
                </a:lnTo>
                <a:lnTo>
                  <a:pt x="2298111" y="2061646"/>
                </a:lnTo>
                <a:close/>
              </a:path>
            </a:pathLst>
          </a:cu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" name="PPAGENT_QA|parent=cycle-badge-1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D6EFF46C-C7F0-4351-9201-8ADA455F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D80D9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PPAGENT_QA|parent=cycle-arrow-2">
            <a:extLst xmlns:a="http://schemas.openxmlformats.org/drawingml/2006/main">
              <a:ext uri="{FF2B5EF4-FFF2-40B4-BE49-F238E27FC236}">
                <a16:creationId xmlns:a16="http://schemas.microsoft.com/office/drawing/2014/main" id="{1E1FC0A9-C804-4AEA-9009-BAA8D5D9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87473" y="2197948"/>
                </a:moveTo>
                <a:lnTo>
                  <a:pt x="238941" y="2086678"/>
                </a:lnTo>
                <a:lnTo>
                  <a:pt x="200030" y="1971691"/>
                </a:lnTo>
                <a:lnTo>
                  <a:pt x="171020" y="1853815"/>
                </a:lnTo>
                <a:lnTo>
                  <a:pt x="152121" y="1733903"/>
                </a:lnTo>
                <a:lnTo>
                  <a:pt x="143469" y="1612819"/>
                </a:lnTo>
                <a:lnTo>
                  <a:pt x="145127" y="1491437"/>
                </a:lnTo>
                <a:lnTo>
                  <a:pt x="157083" y="1370634"/>
                </a:lnTo>
                <a:lnTo>
                  <a:pt x="179250" y="1251283"/>
                </a:lnTo>
                <a:lnTo>
                  <a:pt x="211469" y="1134244"/>
                </a:lnTo>
                <a:lnTo>
                  <a:pt x="253507" y="1020362"/>
                </a:lnTo>
                <a:lnTo>
                  <a:pt x="305060" y="910460"/>
                </a:lnTo>
                <a:lnTo>
                  <a:pt x="365756" y="805330"/>
                </a:lnTo>
                <a:lnTo>
                  <a:pt x="435158" y="705733"/>
                </a:lnTo>
                <a:lnTo>
                  <a:pt x="512764" y="612386"/>
                </a:lnTo>
                <a:lnTo>
                  <a:pt x="598013" y="525964"/>
                </a:lnTo>
                <a:lnTo>
                  <a:pt x="690291" y="447091"/>
                </a:lnTo>
                <a:lnTo>
                  <a:pt x="788931" y="376336"/>
                </a:lnTo>
                <a:lnTo>
                  <a:pt x="893222" y="314209"/>
                </a:lnTo>
                <a:lnTo>
                  <a:pt x="1002409" y="261159"/>
                </a:lnTo>
                <a:lnTo>
                  <a:pt x="1115706" y="217570"/>
                </a:lnTo>
                <a:lnTo>
                  <a:pt x="1232295" y="183756"/>
                </a:lnTo>
                <a:lnTo>
                  <a:pt x="1351332" y="159960"/>
                </a:lnTo>
                <a:lnTo>
                  <a:pt x="1471960" y="146355"/>
                </a:lnTo>
                <a:lnTo>
                  <a:pt x="1591739" y="419276"/>
                </a:lnTo>
                <a:lnTo>
                  <a:pt x="1510497" y="697460"/>
                </a:lnTo>
                <a:lnTo>
                  <a:pt x="1436512" y="705804"/>
                </a:lnTo>
                <a:lnTo>
                  <a:pt x="1363502" y="720398"/>
                </a:lnTo>
                <a:lnTo>
                  <a:pt x="1291995" y="741138"/>
                </a:lnTo>
                <a:lnTo>
                  <a:pt x="1222506" y="767873"/>
                </a:lnTo>
                <a:lnTo>
                  <a:pt x="1155538" y="800410"/>
                </a:lnTo>
                <a:lnTo>
                  <a:pt x="1091573" y="838514"/>
                </a:lnTo>
                <a:lnTo>
                  <a:pt x="1031073" y="881911"/>
                </a:lnTo>
                <a:lnTo>
                  <a:pt x="974476" y="930286"/>
                </a:lnTo>
                <a:lnTo>
                  <a:pt x="922190" y="983292"/>
                </a:lnTo>
                <a:lnTo>
                  <a:pt x="874592" y="1040544"/>
                </a:lnTo>
                <a:lnTo>
                  <a:pt x="832026" y="1101631"/>
                </a:lnTo>
                <a:lnTo>
                  <a:pt x="794798" y="1166110"/>
                </a:lnTo>
                <a:lnTo>
                  <a:pt x="763179" y="1233517"/>
                </a:lnTo>
                <a:lnTo>
                  <a:pt x="737396" y="1303364"/>
                </a:lnTo>
                <a:lnTo>
                  <a:pt x="717635" y="1375148"/>
                </a:lnTo>
                <a:lnTo>
                  <a:pt x="704039" y="1448351"/>
                </a:lnTo>
                <a:lnTo>
                  <a:pt x="696706" y="1522443"/>
                </a:lnTo>
                <a:lnTo>
                  <a:pt x="695689" y="1596890"/>
                </a:lnTo>
                <a:lnTo>
                  <a:pt x="700996" y="1671155"/>
                </a:lnTo>
                <a:lnTo>
                  <a:pt x="712587" y="1744702"/>
                </a:lnTo>
                <a:lnTo>
                  <a:pt x="730380" y="1816999"/>
                </a:lnTo>
                <a:lnTo>
                  <a:pt x="754246" y="1887524"/>
                </a:lnTo>
                <a:lnTo>
                  <a:pt x="784012" y="1955770"/>
                </a:lnTo>
                <a:close/>
              </a:path>
            </a:pathLst>
          </a:cu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" name="PPAGENT_QA|parent=cycle-badge-2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309B74BA-6206-466F-998C-0218FC02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9284" y="3071813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AA7D8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9" name="PPAGENT_QA|parent=cycle-center|domains=cycle-shape,cycle-content">
            <a:extLst xmlns:a="http://schemas.openxmlformats.org/drawingml/2006/main">
              <a:ext uri="{FF2B5EF4-FFF2-40B4-BE49-F238E27FC236}">
                <a16:creationId xmlns:a16="http://schemas.microsoft.com/office/drawing/2014/main" id="{9AAF6B6B-8534-409E-8382-12806485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52775"/>
            <a:ext cx="1447800" cy="1447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59A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10" name="PPAGENT_QA|parent=cycle-step-0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FE0E6A84-C15C-4971-81CA-A87504DE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PPAGENT_QA|within=cycle-step-0|role=index">
            <a:extLst xmlns:a="http://schemas.openxmlformats.org/drawingml/2006/main">
              <a:ext uri="{FF2B5EF4-FFF2-40B4-BE49-F238E27FC236}">
                <a16:creationId xmlns:a16="http://schemas.microsoft.com/office/drawing/2014/main" id="{8F452127-3513-41A1-9C45-B42754D6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52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2" name="PPAGENT_QA|within=cycle-step-0|role=title">
            <a:extLst xmlns:a="http://schemas.openxmlformats.org/drawingml/2006/main">
              <a:ext uri="{FF2B5EF4-FFF2-40B4-BE49-F238E27FC236}">
                <a16:creationId xmlns:a16="http://schemas.microsoft.com/office/drawing/2014/main" id="{7C90E0F3-2FAB-4011-94A4-9FCF580D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3" name="PPAGENT_QA|within=cycle-step-0|role=body">
            <a:extLst xmlns:a="http://schemas.openxmlformats.org/drawingml/2006/main">
              <a:ext uri="{FF2B5EF4-FFF2-40B4-BE49-F238E27FC236}">
                <a16:creationId xmlns:a16="http://schemas.microsoft.com/office/drawing/2014/main" id="{0AC37815-8398-483A-BF8C-2C588AD4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收集真实使用中的问题</a:t>
            </a:r>
          </a:p>
        </p:txBody>
      </p:sp>
      <p:sp>
        <p:nvSpPr>
          <p:cNvPr id="14" name="PPAGENT_QA|parent=cycle-step-2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2E83DD49-53B2-43F4-8966-F709D1CD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PPAGENT_QA|within=cycle-step-2|role=index">
            <a:extLst xmlns:a="http://schemas.openxmlformats.org/drawingml/2006/main">
              <a:ext uri="{FF2B5EF4-FFF2-40B4-BE49-F238E27FC236}">
                <a16:creationId xmlns:a16="http://schemas.microsoft.com/office/drawing/2014/main" id="{68519887-8ADD-4B0F-B003-A663CAE2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1433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PPAGENT_QA|within=cycle-step-2|role=title">
            <a:extLst xmlns:a="http://schemas.openxmlformats.org/drawingml/2006/main">
              <a:ext uri="{FF2B5EF4-FFF2-40B4-BE49-F238E27FC236}">
                <a16:creationId xmlns:a16="http://schemas.microsoft.com/office/drawing/2014/main" id="{E094573E-07C0-488F-BDF5-A091B1B2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17" name="PPAGENT_QA|within=cycle-step-2|role=body">
            <a:extLst xmlns:a="http://schemas.openxmlformats.org/drawingml/2006/main">
              <a:ext uri="{FF2B5EF4-FFF2-40B4-BE49-F238E27FC236}">
                <a16:creationId xmlns:a16="http://schemas.microsoft.com/office/drawing/2014/main" id="{CE5C2B8C-1B48-48F5-925B-416707B8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选择合适的修正方案</a:t>
            </a:r>
          </a:p>
        </p:txBody>
      </p:sp>
      <p:sp>
        <p:nvSpPr>
          <p:cNvPr id="18" name="PPAGENT_QA|parent=cycle-step-1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D1588C6C-3E80-49E1-BF8D-D7B994DD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671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PPAGENT_QA|within=cycle-step-1|role=index">
            <a:extLst xmlns:a="http://schemas.openxmlformats.org/drawingml/2006/main">
              <a:ext uri="{FF2B5EF4-FFF2-40B4-BE49-F238E27FC236}">
                <a16:creationId xmlns:a16="http://schemas.microsoft.com/office/drawing/2014/main" id="{A1F102B8-4D9E-4F95-9DD1-2EA58D9F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6480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0" name="PPAGENT_QA|within=cycle-step-1|role=title">
            <a:extLst xmlns:a="http://schemas.openxmlformats.org/drawingml/2006/main">
              <a:ext uri="{FF2B5EF4-FFF2-40B4-BE49-F238E27FC236}">
                <a16:creationId xmlns:a16="http://schemas.microsoft.com/office/drawing/2014/main" id="{9ABCF868-33F8-452C-980F-29F3672A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623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1" name="PPAGENT_QA|within=cycle-step-1|role=body">
            <a:extLst xmlns:a="http://schemas.openxmlformats.org/drawingml/2006/main">
              <a:ext uri="{FF2B5EF4-FFF2-40B4-BE49-F238E27FC236}">
                <a16:creationId xmlns:a16="http://schemas.microsoft.com/office/drawing/2014/main" id="{77B526F0-A1B6-4F78-B126-1DA5B7E9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48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识别内容或视觉原因</a:t>
            </a:r>
          </a:p>
        </p:txBody>
      </p:sp>
    </p:spTree>
    <p:extLst>
      <p:ext uri="{BB962C8B-B14F-4D97-AF65-F5344CB8AC3E}">
        <p14:creationId xmlns:p14="http://schemas.microsoft.com/office/powerpoint/2010/main" val="12359956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3FAAA4-4EB0-44A4-8C82-9BD4F8EC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68729-C68A-4E23-9234-9102D8BE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PDCA 环形闭环</a:t>
            </a:r>
          </a:p>
        </p:txBody>
      </p:sp>
      <p:sp>
        <p:nvSpPr>
          <p:cNvPr id="3" name="PPAGENT_QA|parent=cycle-arrow-0">
            <a:extLst xmlns:a="http://schemas.openxmlformats.org/drawingml/2006/main">
              <a:ext uri="{FF2B5EF4-FFF2-40B4-BE49-F238E27FC236}">
                <a16:creationId xmlns:a16="http://schemas.microsoft.com/office/drawing/2014/main" id="{34F46236-DDE6-46BC-AFC0-5F14B44F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671290" y="146355"/>
                </a:moveTo>
                <a:lnTo>
                  <a:pt x="1790783" y="159784"/>
                </a:lnTo>
                <a:lnTo>
                  <a:pt x="1908725" y="183212"/>
                </a:lnTo>
                <a:lnTo>
                  <a:pt x="2024278" y="216475"/>
                </a:lnTo>
                <a:lnTo>
                  <a:pt x="2136626" y="259337"/>
                </a:lnTo>
                <a:lnTo>
                  <a:pt x="2244971" y="311494"/>
                </a:lnTo>
                <a:lnTo>
                  <a:pt x="2348547" y="372576"/>
                </a:lnTo>
                <a:lnTo>
                  <a:pt x="2446620" y="442152"/>
                </a:lnTo>
                <a:lnTo>
                  <a:pt x="2538496" y="519728"/>
                </a:lnTo>
                <a:lnTo>
                  <a:pt x="2623522" y="604754"/>
                </a:lnTo>
                <a:lnTo>
                  <a:pt x="2701098" y="696630"/>
                </a:lnTo>
                <a:lnTo>
                  <a:pt x="2770674" y="794703"/>
                </a:lnTo>
                <a:lnTo>
                  <a:pt x="2831756" y="898279"/>
                </a:lnTo>
                <a:lnTo>
                  <a:pt x="2883913" y="1006624"/>
                </a:lnTo>
                <a:lnTo>
                  <a:pt x="2926775" y="1118972"/>
                </a:lnTo>
                <a:lnTo>
                  <a:pt x="2960038" y="1234525"/>
                </a:lnTo>
                <a:lnTo>
                  <a:pt x="2983466" y="1352467"/>
                </a:lnTo>
                <a:lnTo>
                  <a:pt x="2996895" y="1471960"/>
                </a:lnTo>
                <a:lnTo>
                  <a:pt x="2723974" y="1591739"/>
                </a:lnTo>
                <a:lnTo>
                  <a:pt x="2445790" y="1510497"/>
                </a:lnTo>
                <a:lnTo>
                  <a:pt x="2437554" y="1437208"/>
                </a:lnTo>
                <a:lnTo>
                  <a:pt x="2423185" y="1364870"/>
                </a:lnTo>
                <a:lnTo>
                  <a:pt x="2402784" y="1293998"/>
                </a:lnTo>
                <a:lnTo>
                  <a:pt x="2376495" y="1225091"/>
                </a:lnTo>
                <a:lnTo>
                  <a:pt x="2344506" y="1158639"/>
                </a:lnTo>
                <a:lnTo>
                  <a:pt x="2307042" y="1095113"/>
                </a:lnTo>
                <a:lnTo>
                  <a:pt x="2264369" y="1034961"/>
                </a:lnTo>
                <a:lnTo>
                  <a:pt x="2216789" y="978611"/>
                </a:lnTo>
                <a:lnTo>
                  <a:pt x="2164639" y="926461"/>
                </a:lnTo>
                <a:lnTo>
                  <a:pt x="2108289" y="878881"/>
                </a:lnTo>
                <a:lnTo>
                  <a:pt x="2048137" y="836208"/>
                </a:lnTo>
                <a:lnTo>
                  <a:pt x="1984611" y="798744"/>
                </a:lnTo>
                <a:lnTo>
                  <a:pt x="1918159" y="766755"/>
                </a:lnTo>
                <a:lnTo>
                  <a:pt x="1849252" y="740466"/>
                </a:lnTo>
                <a:lnTo>
                  <a:pt x="1778380" y="720065"/>
                </a:lnTo>
                <a:lnTo>
                  <a:pt x="1706042" y="705696"/>
                </a:lnTo>
                <a:lnTo>
                  <a:pt x="1632753" y="697460"/>
                </a:lnTo>
                <a:close/>
              </a:path>
            </a:pathLst>
          </a:cu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" name="PPAGENT_QA|parent=cycle-badge-0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12BA187E-AF63-4D33-9614-65AB6DCE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2358" y="2833117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15FC3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PPAGENT_QA|parent=cycle-arrow-1">
            <a:extLst xmlns:a="http://schemas.openxmlformats.org/drawingml/2006/main">
              <a:ext uri="{FF2B5EF4-FFF2-40B4-BE49-F238E27FC236}">
                <a16:creationId xmlns:a16="http://schemas.microsoft.com/office/drawing/2014/main" id="{DCA2AFC1-D461-4F5A-BC06-BBF72A71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996895" y="1671290"/>
                </a:moveTo>
                <a:lnTo>
                  <a:pt x="2983466" y="1790783"/>
                </a:lnTo>
                <a:lnTo>
                  <a:pt x="2960038" y="1908725"/>
                </a:lnTo>
                <a:lnTo>
                  <a:pt x="2926775" y="2024278"/>
                </a:lnTo>
                <a:lnTo>
                  <a:pt x="2883913" y="2136626"/>
                </a:lnTo>
                <a:lnTo>
                  <a:pt x="2831756" y="2244971"/>
                </a:lnTo>
                <a:lnTo>
                  <a:pt x="2770674" y="2348547"/>
                </a:lnTo>
                <a:lnTo>
                  <a:pt x="2701098" y="2446620"/>
                </a:lnTo>
                <a:lnTo>
                  <a:pt x="2623522" y="2538496"/>
                </a:lnTo>
                <a:lnTo>
                  <a:pt x="2538496" y="2623522"/>
                </a:lnTo>
                <a:lnTo>
                  <a:pt x="2446620" y="2701098"/>
                </a:lnTo>
                <a:lnTo>
                  <a:pt x="2348547" y="2770674"/>
                </a:lnTo>
                <a:lnTo>
                  <a:pt x="2244971" y="2831756"/>
                </a:lnTo>
                <a:lnTo>
                  <a:pt x="2136626" y="2883913"/>
                </a:lnTo>
                <a:lnTo>
                  <a:pt x="2024278" y="2926775"/>
                </a:lnTo>
                <a:lnTo>
                  <a:pt x="1908725" y="2960038"/>
                </a:lnTo>
                <a:lnTo>
                  <a:pt x="1790783" y="2983466"/>
                </a:lnTo>
                <a:lnTo>
                  <a:pt x="1671290" y="2996895"/>
                </a:lnTo>
                <a:lnTo>
                  <a:pt x="1551511" y="2723974"/>
                </a:lnTo>
                <a:lnTo>
                  <a:pt x="1632753" y="2445790"/>
                </a:lnTo>
                <a:lnTo>
                  <a:pt x="1706042" y="2437554"/>
                </a:lnTo>
                <a:lnTo>
                  <a:pt x="1778380" y="2423185"/>
                </a:lnTo>
                <a:lnTo>
                  <a:pt x="1849252" y="2402784"/>
                </a:lnTo>
                <a:lnTo>
                  <a:pt x="1918159" y="2376495"/>
                </a:lnTo>
                <a:lnTo>
                  <a:pt x="1984611" y="2344506"/>
                </a:lnTo>
                <a:lnTo>
                  <a:pt x="2048137" y="2307042"/>
                </a:lnTo>
                <a:lnTo>
                  <a:pt x="2108289" y="2264369"/>
                </a:lnTo>
                <a:lnTo>
                  <a:pt x="2164639" y="2216789"/>
                </a:lnTo>
                <a:lnTo>
                  <a:pt x="2216789" y="2164639"/>
                </a:lnTo>
                <a:lnTo>
                  <a:pt x="2264369" y="2108289"/>
                </a:lnTo>
                <a:lnTo>
                  <a:pt x="2307042" y="2048137"/>
                </a:lnTo>
                <a:lnTo>
                  <a:pt x="2344506" y="1984611"/>
                </a:lnTo>
                <a:lnTo>
                  <a:pt x="2376495" y="1918159"/>
                </a:lnTo>
                <a:lnTo>
                  <a:pt x="2402784" y="1849252"/>
                </a:lnTo>
                <a:lnTo>
                  <a:pt x="2423185" y="1778380"/>
                </a:lnTo>
                <a:lnTo>
                  <a:pt x="2437554" y="1706042"/>
                </a:lnTo>
                <a:lnTo>
                  <a:pt x="2445790" y="1632753"/>
                </a:lnTo>
                <a:close/>
              </a:path>
            </a:pathLst>
          </a:cu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" name="PPAGENT_QA|parent=cycle-badge-1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E66A6414-1F62-4860-8D6E-B9DDE875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2358" y="4463033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D80D9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PPAGENT_QA|parent=cycle-arrow-2">
            <a:extLst xmlns:a="http://schemas.openxmlformats.org/drawingml/2006/main">
              <a:ext uri="{FF2B5EF4-FFF2-40B4-BE49-F238E27FC236}">
                <a16:creationId xmlns:a16="http://schemas.microsoft.com/office/drawing/2014/main" id="{791B1EFE-70F7-4FDC-BCE5-3FD175EF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471960" y="2996895"/>
                </a:moveTo>
                <a:lnTo>
                  <a:pt x="1352467" y="2983466"/>
                </a:lnTo>
                <a:lnTo>
                  <a:pt x="1234525" y="2960038"/>
                </a:lnTo>
                <a:lnTo>
                  <a:pt x="1118972" y="2926775"/>
                </a:lnTo>
                <a:lnTo>
                  <a:pt x="1006624" y="2883913"/>
                </a:lnTo>
                <a:lnTo>
                  <a:pt x="898279" y="2831756"/>
                </a:lnTo>
                <a:lnTo>
                  <a:pt x="794703" y="2770674"/>
                </a:lnTo>
                <a:lnTo>
                  <a:pt x="696630" y="2701098"/>
                </a:lnTo>
                <a:lnTo>
                  <a:pt x="604754" y="2623522"/>
                </a:lnTo>
                <a:lnTo>
                  <a:pt x="519728" y="2538496"/>
                </a:lnTo>
                <a:lnTo>
                  <a:pt x="442152" y="2446620"/>
                </a:lnTo>
                <a:lnTo>
                  <a:pt x="372576" y="2348547"/>
                </a:lnTo>
                <a:lnTo>
                  <a:pt x="311494" y="2244971"/>
                </a:lnTo>
                <a:lnTo>
                  <a:pt x="259337" y="2136626"/>
                </a:lnTo>
                <a:lnTo>
                  <a:pt x="216475" y="2024278"/>
                </a:lnTo>
                <a:lnTo>
                  <a:pt x="183212" y="1908725"/>
                </a:lnTo>
                <a:lnTo>
                  <a:pt x="159784" y="1790783"/>
                </a:lnTo>
                <a:lnTo>
                  <a:pt x="146355" y="1671290"/>
                </a:lnTo>
                <a:lnTo>
                  <a:pt x="419276" y="1551511"/>
                </a:lnTo>
                <a:lnTo>
                  <a:pt x="697460" y="1632753"/>
                </a:lnTo>
                <a:lnTo>
                  <a:pt x="705696" y="1706042"/>
                </a:lnTo>
                <a:lnTo>
                  <a:pt x="720065" y="1778380"/>
                </a:lnTo>
                <a:lnTo>
                  <a:pt x="740466" y="1849252"/>
                </a:lnTo>
                <a:lnTo>
                  <a:pt x="766755" y="1918159"/>
                </a:lnTo>
                <a:lnTo>
                  <a:pt x="798744" y="1984611"/>
                </a:lnTo>
                <a:lnTo>
                  <a:pt x="836208" y="2048137"/>
                </a:lnTo>
                <a:lnTo>
                  <a:pt x="878881" y="2108289"/>
                </a:lnTo>
                <a:lnTo>
                  <a:pt x="926461" y="2164639"/>
                </a:lnTo>
                <a:lnTo>
                  <a:pt x="978611" y="2216789"/>
                </a:lnTo>
                <a:lnTo>
                  <a:pt x="1034961" y="2264369"/>
                </a:lnTo>
                <a:lnTo>
                  <a:pt x="1095113" y="2307042"/>
                </a:lnTo>
                <a:lnTo>
                  <a:pt x="1158639" y="2344506"/>
                </a:lnTo>
                <a:lnTo>
                  <a:pt x="1225091" y="2376495"/>
                </a:lnTo>
                <a:lnTo>
                  <a:pt x="1293998" y="2402784"/>
                </a:lnTo>
                <a:lnTo>
                  <a:pt x="1364870" y="2423185"/>
                </a:lnTo>
                <a:lnTo>
                  <a:pt x="1437208" y="2437554"/>
                </a:lnTo>
                <a:lnTo>
                  <a:pt x="1510497" y="2445790"/>
                </a:lnTo>
                <a:close/>
              </a:path>
            </a:pathLst>
          </a:cu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" name="PPAGENT_QA|parent=cycle-badge-2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71C8A89E-256A-421A-AEA0-4F349C64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442" y="4463033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AA7D8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9" name="PPAGENT_QA|parent=cycle-arrow-3">
            <a:extLst xmlns:a="http://schemas.openxmlformats.org/drawingml/2006/main">
              <a:ext uri="{FF2B5EF4-FFF2-40B4-BE49-F238E27FC236}">
                <a16:creationId xmlns:a16="http://schemas.microsoft.com/office/drawing/2014/main" id="{AB85B228-5749-4657-8EFE-38E417BF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46355" y="1471960"/>
                </a:moveTo>
                <a:lnTo>
                  <a:pt x="159784" y="1352467"/>
                </a:lnTo>
                <a:lnTo>
                  <a:pt x="183212" y="1234525"/>
                </a:lnTo>
                <a:lnTo>
                  <a:pt x="216475" y="1118972"/>
                </a:lnTo>
                <a:lnTo>
                  <a:pt x="259337" y="1006624"/>
                </a:lnTo>
                <a:lnTo>
                  <a:pt x="311494" y="898279"/>
                </a:lnTo>
                <a:lnTo>
                  <a:pt x="372576" y="794703"/>
                </a:lnTo>
                <a:lnTo>
                  <a:pt x="442152" y="696630"/>
                </a:lnTo>
                <a:lnTo>
                  <a:pt x="519728" y="604754"/>
                </a:lnTo>
                <a:lnTo>
                  <a:pt x="604754" y="519728"/>
                </a:lnTo>
                <a:lnTo>
                  <a:pt x="696630" y="442152"/>
                </a:lnTo>
                <a:lnTo>
                  <a:pt x="794703" y="372576"/>
                </a:lnTo>
                <a:lnTo>
                  <a:pt x="898279" y="311494"/>
                </a:lnTo>
                <a:lnTo>
                  <a:pt x="1006624" y="259337"/>
                </a:lnTo>
                <a:lnTo>
                  <a:pt x="1118972" y="216475"/>
                </a:lnTo>
                <a:lnTo>
                  <a:pt x="1234525" y="183212"/>
                </a:lnTo>
                <a:lnTo>
                  <a:pt x="1352467" y="159784"/>
                </a:lnTo>
                <a:lnTo>
                  <a:pt x="1471960" y="146355"/>
                </a:lnTo>
                <a:lnTo>
                  <a:pt x="1591739" y="419276"/>
                </a:lnTo>
                <a:lnTo>
                  <a:pt x="1510497" y="697460"/>
                </a:lnTo>
                <a:lnTo>
                  <a:pt x="1437208" y="705696"/>
                </a:lnTo>
                <a:lnTo>
                  <a:pt x="1364870" y="720065"/>
                </a:lnTo>
                <a:lnTo>
                  <a:pt x="1293998" y="740466"/>
                </a:lnTo>
                <a:lnTo>
                  <a:pt x="1225091" y="766755"/>
                </a:lnTo>
                <a:lnTo>
                  <a:pt x="1158639" y="798744"/>
                </a:lnTo>
                <a:lnTo>
                  <a:pt x="1095113" y="836208"/>
                </a:lnTo>
                <a:lnTo>
                  <a:pt x="1034961" y="878881"/>
                </a:lnTo>
                <a:lnTo>
                  <a:pt x="978611" y="926461"/>
                </a:lnTo>
                <a:lnTo>
                  <a:pt x="926461" y="978611"/>
                </a:lnTo>
                <a:lnTo>
                  <a:pt x="878881" y="1034961"/>
                </a:lnTo>
                <a:lnTo>
                  <a:pt x="836208" y="1095113"/>
                </a:lnTo>
                <a:lnTo>
                  <a:pt x="798744" y="1158639"/>
                </a:lnTo>
                <a:lnTo>
                  <a:pt x="766755" y="1225091"/>
                </a:lnTo>
                <a:lnTo>
                  <a:pt x="740466" y="1293998"/>
                </a:lnTo>
                <a:lnTo>
                  <a:pt x="720065" y="1364870"/>
                </a:lnTo>
                <a:lnTo>
                  <a:pt x="705696" y="1437208"/>
                </a:lnTo>
                <a:lnTo>
                  <a:pt x="697460" y="1510497"/>
                </a:lnTo>
                <a:close/>
              </a:path>
            </a:pathLst>
          </a:custGeom>
          <a:solidFill xmlns:a="http://schemas.openxmlformats.org/drawingml/2006/main">
            <a:srgbClr val="18BFD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0" name="PPAGENT_QA|parent=cycle-badge-3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D1EFCE69-0B77-456D-A19E-2CC55B17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442" y="2833117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BFD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1" name="PPAGENT_QA|parent=cycle-center|domains=cycle-shape,cycle-content">
            <a:extLst xmlns:a="http://schemas.openxmlformats.org/drawingml/2006/main">
              <a:ext uri="{FF2B5EF4-FFF2-40B4-BE49-F238E27FC236}">
                <a16:creationId xmlns:a16="http://schemas.microsoft.com/office/drawing/2014/main" id="{B5E1309B-282E-4F7F-A026-93581FAB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52775"/>
            <a:ext cx="1447800" cy="1447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59A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12" name="PPAGENT_QA|parent=cycle-step-0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B6724B41-B141-4836-B915-90E9FC06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PPAGENT_QA|within=cycle-step-0|role=index">
            <a:extLst xmlns:a="http://schemas.openxmlformats.org/drawingml/2006/main">
              <a:ext uri="{FF2B5EF4-FFF2-40B4-BE49-F238E27FC236}">
                <a16:creationId xmlns:a16="http://schemas.microsoft.com/office/drawing/2014/main" id="{60287B2B-4423-42A2-A9F0-68568EBC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52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4" name="PPAGENT_QA|within=cycle-step-0|role=title">
            <a:extLst xmlns:a="http://schemas.openxmlformats.org/drawingml/2006/main">
              <a:ext uri="{FF2B5EF4-FFF2-40B4-BE49-F238E27FC236}">
                <a16:creationId xmlns:a16="http://schemas.microsoft.com/office/drawing/2014/main" id="{384C6B72-9F9C-42B1-A27A-3FFF0C5B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5" name="PPAGENT_QA|within=cycle-step-0|role=body">
            <a:extLst xmlns:a="http://schemas.openxmlformats.org/drawingml/2006/main">
              <a:ext uri="{FF2B5EF4-FFF2-40B4-BE49-F238E27FC236}">
                <a16:creationId xmlns:a16="http://schemas.microsoft.com/office/drawing/2014/main" id="{3263B7CF-2230-4AF6-9C37-37A1A3AD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收集真实使用中的问题</a:t>
            </a:r>
          </a:p>
        </p:txBody>
      </p:sp>
      <p:sp>
        <p:nvSpPr>
          <p:cNvPr id="16" name="PPAGENT_QA|parent=cycle-step-2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DE717F85-53A7-442E-82C1-4DC8B107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PPAGENT_QA|within=cycle-step-2|role=index">
            <a:extLst xmlns:a="http://schemas.openxmlformats.org/drawingml/2006/main">
              <a:ext uri="{FF2B5EF4-FFF2-40B4-BE49-F238E27FC236}">
                <a16:creationId xmlns:a16="http://schemas.microsoft.com/office/drawing/2014/main" id="{920DA243-E759-411A-B0EC-CBB2C13B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1433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PPAGENT_QA|within=cycle-step-2|role=title">
            <a:extLst xmlns:a="http://schemas.openxmlformats.org/drawingml/2006/main">
              <a:ext uri="{FF2B5EF4-FFF2-40B4-BE49-F238E27FC236}">
                <a16:creationId xmlns:a16="http://schemas.microsoft.com/office/drawing/2014/main" id="{CB9F4194-D108-460E-B3FE-94D0BC18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19" name="PPAGENT_QA|within=cycle-step-2|role=body">
            <a:extLst xmlns:a="http://schemas.openxmlformats.org/drawingml/2006/main">
              <a:ext uri="{FF2B5EF4-FFF2-40B4-BE49-F238E27FC236}">
                <a16:creationId xmlns:a16="http://schemas.microsoft.com/office/drawing/2014/main" id="{FF9101CD-F195-4D8D-B4CB-889E3778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选择合适的修正方案</a:t>
            </a:r>
          </a:p>
        </p:txBody>
      </p:sp>
      <p:sp>
        <p:nvSpPr>
          <p:cNvPr id="20" name="PPAGENT_QA|parent=cycle-step-1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CD4429DE-7A4E-4A5E-B8AC-1949146F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718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PPAGENT_QA|within=cycle-step-1|role=index">
            <a:extLst xmlns:a="http://schemas.openxmlformats.org/drawingml/2006/main">
              <a:ext uri="{FF2B5EF4-FFF2-40B4-BE49-F238E27FC236}">
                <a16:creationId xmlns:a16="http://schemas.microsoft.com/office/drawing/2014/main" id="{FFE580A8-1EDA-4FFC-A886-8BEA8D22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52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2" name="PPAGENT_QA|within=cycle-step-1|role=title">
            <a:extLst xmlns:a="http://schemas.openxmlformats.org/drawingml/2006/main">
              <a:ext uri="{FF2B5EF4-FFF2-40B4-BE49-F238E27FC236}">
                <a16:creationId xmlns:a16="http://schemas.microsoft.com/office/drawing/2014/main" id="{16129EED-7A70-4207-8C98-B8B6A4C0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670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3" name="PPAGENT_QA|within=cycle-step-1|role=body">
            <a:extLst xmlns:a="http://schemas.openxmlformats.org/drawingml/2006/main">
              <a:ext uri="{FF2B5EF4-FFF2-40B4-BE49-F238E27FC236}">
                <a16:creationId xmlns:a16="http://schemas.microsoft.com/office/drawing/2014/main" id="{04917CD7-EE82-40C4-B62F-0AE6D066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528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识别内容或视觉原因</a:t>
            </a:r>
          </a:p>
        </p:txBody>
      </p:sp>
      <p:sp>
        <p:nvSpPr>
          <p:cNvPr id="24" name="PPAGENT_QA|parent=cycle-step-3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1D6939A3-47B0-4785-B36A-39358126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624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PPAGENT_QA|within=cycle-step-3|role=index">
            <a:extLst xmlns:a="http://schemas.openxmlformats.org/drawingml/2006/main">
              <a:ext uri="{FF2B5EF4-FFF2-40B4-BE49-F238E27FC236}">
                <a16:creationId xmlns:a16="http://schemas.microsoft.com/office/drawing/2014/main" id="{1DEA5084-A59D-4DC3-B19C-E997C98F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1433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FD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6" name="PPAGENT_QA|within=cycle-step-3|role=title">
            <a:extLst xmlns:a="http://schemas.openxmlformats.org/drawingml/2006/main">
              <a:ext uri="{FF2B5EF4-FFF2-40B4-BE49-F238E27FC236}">
                <a16:creationId xmlns:a16="http://schemas.microsoft.com/office/drawing/2014/main" id="{8031C011-3398-470A-962A-B04DA914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576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rPr>
              <a:t>修正</a:t>
            </a:r>
          </a:p>
        </p:txBody>
      </p:sp>
      <p:sp>
        <p:nvSpPr>
          <p:cNvPr id="27" name="PPAGENT_QA|within=cycle-step-3|role=body">
            <a:extLst xmlns:a="http://schemas.openxmlformats.org/drawingml/2006/main">
              <a:ext uri="{FF2B5EF4-FFF2-40B4-BE49-F238E27FC236}">
                <a16:creationId xmlns:a16="http://schemas.microsoft.com/office/drawing/2014/main" id="{D63FD198-BE0F-47B4-A271-8D71BFE9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3434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更新规则、资产或代码</a:t>
            </a:r>
          </a:p>
        </p:txBody>
      </p:sp>
    </p:spTree>
    <p:extLst>
      <p:ext uri="{BB962C8B-B14F-4D97-AF65-F5344CB8AC3E}">
        <p14:creationId xmlns:p14="http://schemas.microsoft.com/office/powerpoint/2010/main" val="6067597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8BBF9B-4D49-4800-A825-D5BCFD4D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92CB2-2349-4A9D-87F1-AAB67A91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PDCA 环形闭环</a:t>
            </a:r>
          </a:p>
        </p:txBody>
      </p:sp>
      <p:sp>
        <p:nvSpPr>
          <p:cNvPr id="3" name="PPAGENT_QA|parent=cycle-arrow-0">
            <a:extLst xmlns:a="http://schemas.openxmlformats.org/drawingml/2006/main">
              <a:ext uri="{FF2B5EF4-FFF2-40B4-BE49-F238E27FC236}">
                <a16:creationId xmlns:a16="http://schemas.microsoft.com/office/drawing/2014/main" id="{3F26AD2D-641D-41D3-8E5D-1C34F6F6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671290" y="146355"/>
                </a:moveTo>
                <a:lnTo>
                  <a:pt x="1793236" y="160166"/>
                </a:lnTo>
                <a:lnTo>
                  <a:pt x="1913547" y="184392"/>
                </a:lnTo>
                <a:lnTo>
                  <a:pt x="2031336" y="218853"/>
                </a:lnTo>
                <a:lnTo>
                  <a:pt x="2145732" y="263295"/>
                </a:lnTo>
                <a:lnTo>
                  <a:pt x="2255893" y="317391"/>
                </a:lnTo>
                <a:lnTo>
                  <a:pt x="2361005" y="380740"/>
                </a:lnTo>
                <a:lnTo>
                  <a:pt x="2460292" y="452877"/>
                </a:lnTo>
                <a:lnTo>
                  <a:pt x="2553023" y="533268"/>
                </a:lnTo>
                <a:lnTo>
                  <a:pt x="2638512" y="621320"/>
                </a:lnTo>
                <a:lnTo>
                  <a:pt x="2716129" y="716385"/>
                </a:lnTo>
                <a:lnTo>
                  <a:pt x="2785302" y="817759"/>
                </a:lnTo>
                <a:lnTo>
                  <a:pt x="2845520" y="924696"/>
                </a:lnTo>
                <a:lnTo>
                  <a:pt x="2896339" y="1036406"/>
                </a:lnTo>
                <a:lnTo>
                  <a:pt x="2673790" y="1234659"/>
                </a:lnTo>
                <a:lnTo>
                  <a:pt x="2384116" y="1243357"/>
                </a:lnTo>
                <a:lnTo>
                  <a:pt x="2352947" y="1174842"/>
                </a:lnTo>
                <a:lnTo>
                  <a:pt x="2316014" y="1109254"/>
                </a:lnTo>
                <a:lnTo>
                  <a:pt x="2273588" y="1047078"/>
                </a:lnTo>
                <a:lnTo>
                  <a:pt x="2225982" y="988771"/>
                </a:lnTo>
                <a:lnTo>
                  <a:pt x="2173549" y="934766"/>
                </a:lnTo>
                <a:lnTo>
                  <a:pt x="2116674" y="885459"/>
                </a:lnTo>
                <a:lnTo>
                  <a:pt x="2055778" y="841216"/>
                </a:lnTo>
                <a:lnTo>
                  <a:pt x="1991309" y="802361"/>
                </a:lnTo>
                <a:lnTo>
                  <a:pt x="1923744" y="769183"/>
                </a:lnTo>
                <a:lnTo>
                  <a:pt x="1853581" y="741925"/>
                </a:lnTo>
                <a:lnTo>
                  <a:pt x="1781337" y="720789"/>
                </a:lnTo>
                <a:lnTo>
                  <a:pt x="1707546" y="705930"/>
                </a:lnTo>
                <a:lnTo>
                  <a:pt x="1632753" y="697460"/>
                </a:lnTo>
                <a:close/>
              </a:path>
            </a:pathLst>
          </a:cu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" name="PPAGENT_QA|parent=cycle-badge-0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C27B5D81-1255-480D-B182-17FAC984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837" y="2715663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15FC3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PPAGENT_QA|parent=cycle-arrow-1">
            <a:extLst xmlns:a="http://schemas.openxmlformats.org/drawingml/2006/main">
              <a:ext uri="{FF2B5EF4-FFF2-40B4-BE49-F238E27FC236}">
                <a16:creationId xmlns:a16="http://schemas.microsoft.com/office/drawing/2014/main" id="{F26CAEFC-813F-4F45-8314-E7297841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957935" y="1225979"/>
                </a:moveTo>
                <a:lnTo>
                  <a:pt x="2982483" y="1346225"/>
                </a:lnTo>
                <a:lnTo>
                  <a:pt x="2996622" y="1468134"/>
                </a:lnTo>
                <a:lnTo>
                  <a:pt x="3000246" y="1590806"/>
                </a:lnTo>
                <a:lnTo>
                  <a:pt x="2993330" y="1713337"/>
                </a:lnTo>
                <a:lnTo>
                  <a:pt x="2975923" y="1834823"/>
                </a:lnTo>
                <a:lnTo>
                  <a:pt x="2948155" y="1954366"/>
                </a:lnTo>
                <a:lnTo>
                  <a:pt x="2910231" y="2071085"/>
                </a:lnTo>
                <a:lnTo>
                  <a:pt x="2862430" y="2184119"/>
                </a:lnTo>
                <a:lnTo>
                  <a:pt x="2805105" y="2292634"/>
                </a:lnTo>
                <a:lnTo>
                  <a:pt x="2738678" y="2395830"/>
                </a:lnTo>
                <a:lnTo>
                  <a:pt x="2663641" y="2492943"/>
                </a:lnTo>
                <a:lnTo>
                  <a:pt x="2580547" y="2583259"/>
                </a:lnTo>
                <a:lnTo>
                  <a:pt x="2490008" y="2666111"/>
                </a:lnTo>
                <a:lnTo>
                  <a:pt x="2232686" y="2515718"/>
                </a:lnTo>
                <a:lnTo>
                  <a:pt x="2134900" y="2242910"/>
                </a:lnTo>
                <a:lnTo>
                  <a:pt x="2190430" y="2192094"/>
                </a:lnTo>
                <a:lnTo>
                  <a:pt x="2241395" y="2136700"/>
                </a:lnTo>
                <a:lnTo>
                  <a:pt x="2287418" y="2077137"/>
                </a:lnTo>
                <a:lnTo>
                  <a:pt x="2328159" y="2013844"/>
                </a:lnTo>
                <a:lnTo>
                  <a:pt x="2363319" y="1947288"/>
                </a:lnTo>
                <a:lnTo>
                  <a:pt x="2392637" y="1877961"/>
                </a:lnTo>
                <a:lnTo>
                  <a:pt x="2415897" y="1806373"/>
                </a:lnTo>
                <a:lnTo>
                  <a:pt x="2432928" y="1733053"/>
                </a:lnTo>
                <a:lnTo>
                  <a:pt x="2443604" y="1658542"/>
                </a:lnTo>
                <a:lnTo>
                  <a:pt x="2447846" y="1583390"/>
                </a:lnTo>
                <a:lnTo>
                  <a:pt x="2445623" y="1508150"/>
                </a:lnTo>
                <a:lnTo>
                  <a:pt x="2436951" y="1433380"/>
                </a:lnTo>
                <a:lnTo>
                  <a:pt x="2421895" y="1359629"/>
                </a:lnTo>
                <a:close/>
              </a:path>
            </a:pathLst>
          </a:cu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" name="PPAGENT_QA|parent=cycle-badge-1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C161024A-57D7-4C84-8200-965C0708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516" y="4004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D80D9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PPAGENT_QA|parent=cycle-arrow-2">
            <a:extLst xmlns:a="http://schemas.openxmlformats.org/drawingml/2006/main">
              <a:ext uri="{FF2B5EF4-FFF2-40B4-BE49-F238E27FC236}">
                <a16:creationId xmlns:a16="http://schemas.microsoft.com/office/drawing/2014/main" id="{A5DB9D8D-22B0-4FE2-9C2D-D4A69755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328747" y="2783274"/>
                </a:moveTo>
                <a:lnTo>
                  <a:pt x="2221972" y="2843779"/>
                </a:lnTo>
                <a:lnTo>
                  <a:pt x="2110399" y="2894897"/>
                </a:lnTo>
                <a:lnTo>
                  <a:pt x="1994851" y="2936252"/>
                </a:lnTo>
                <a:lnTo>
                  <a:pt x="1876180" y="2967538"/>
                </a:lnTo>
                <a:lnTo>
                  <a:pt x="1755261" y="2988525"/>
                </a:lnTo>
                <a:lnTo>
                  <a:pt x="1632988" y="2999057"/>
                </a:lnTo>
                <a:lnTo>
                  <a:pt x="1510262" y="2999057"/>
                </a:lnTo>
                <a:lnTo>
                  <a:pt x="1387989" y="2988525"/>
                </a:lnTo>
                <a:lnTo>
                  <a:pt x="1267070" y="2967538"/>
                </a:lnTo>
                <a:lnTo>
                  <a:pt x="1148399" y="2936252"/>
                </a:lnTo>
                <a:lnTo>
                  <a:pt x="1032851" y="2894897"/>
                </a:lnTo>
                <a:lnTo>
                  <a:pt x="921278" y="2843779"/>
                </a:lnTo>
                <a:lnTo>
                  <a:pt x="814503" y="2783274"/>
                </a:lnTo>
                <a:lnTo>
                  <a:pt x="878018" y="2492072"/>
                </a:lnTo>
                <a:lnTo>
                  <a:pt x="1107257" y="2314770"/>
                </a:lnTo>
                <a:lnTo>
                  <a:pt x="1172745" y="2351879"/>
                </a:lnTo>
                <a:lnTo>
                  <a:pt x="1241177" y="2383232"/>
                </a:lnTo>
                <a:lnTo>
                  <a:pt x="1312047" y="2408596"/>
                </a:lnTo>
                <a:lnTo>
                  <a:pt x="1384832" y="2427785"/>
                </a:lnTo>
                <a:lnTo>
                  <a:pt x="1458995" y="2440657"/>
                </a:lnTo>
                <a:lnTo>
                  <a:pt x="1533989" y="2447116"/>
                </a:lnTo>
                <a:lnTo>
                  <a:pt x="1609261" y="2447116"/>
                </a:lnTo>
                <a:lnTo>
                  <a:pt x="1684255" y="2440657"/>
                </a:lnTo>
                <a:lnTo>
                  <a:pt x="1758418" y="2427785"/>
                </a:lnTo>
                <a:lnTo>
                  <a:pt x="1831203" y="2408596"/>
                </a:lnTo>
                <a:lnTo>
                  <a:pt x="1902073" y="2383232"/>
                </a:lnTo>
                <a:lnTo>
                  <a:pt x="1970505" y="2351879"/>
                </a:lnTo>
                <a:lnTo>
                  <a:pt x="2035993" y="2314770"/>
                </a:lnTo>
                <a:close/>
              </a:path>
            </a:pathLst>
          </a:cu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" name="PPAGENT_QA|parent=cycle-badge-2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083900D0-CA62-4231-97B5-2D959E46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AA7D8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9" name="PPAGENT_QA|parent=cycle-arrow-3">
            <a:extLst xmlns:a="http://schemas.openxmlformats.org/drawingml/2006/main">
              <a:ext uri="{FF2B5EF4-FFF2-40B4-BE49-F238E27FC236}">
                <a16:creationId xmlns:a16="http://schemas.microsoft.com/office/drawing/2014/main" id="{8978B954-BD4F-4AFD-9893-26DD6043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653242" y="2666111"/>
                </a:moveTo>
                <a:lnTo>
                  <a:pt x="562703" y="2583259"/>
                </a:lnTo>
                <a:lnTo>
                  <a:pt x="479609" y="2492943"/>
                </a:lnTo>
                <a:lnTo>
                  <a:pt x="404572" y="2395830"/>
                </a:lnTo>
                <a:lnTo>
                  <a:pt x="338145" y="2292634"/>
                </a:lnTo>
                <a:lnTo>
                  <a:pt x="280820" y="2184119"/>
                </a:lnTo>
                <a:lnTo>
                  <a:pt x="233019" y="2071085"/>
                </a:lnTo>
                <a:lnTo>
                  <a:pt x="195095" y="1954366"/>
                </a:lnTo>
                <a:lnTo>
                  <a:pt x="167327" y="1834823"/>
                </a:lnTo>
                <a:lnTo>
                  <a:pt x="149920" y="1713337"/>
                </a:lnTo>
                <a:lnTo>
                  <a:pt x="143004" y="1590806"/>
                </a:lnTo>
                <a:lnTo>
                  <a:pt x="146628" y="1468134"/>
                </a:lnTo>
                <a:lnTo>
                  <a:pt x="160767" y="1346225"/>
                </a:lnTo>
                <a:lnTo>
                  <a:pt x="185315" y="1225979"/>
                </a:lnTo>
                <a:lnTo>
                  <a:pt x="481891" y="1196400"/>
                </a:lnTo>
                <a:lnTo>
                  <a:pt x="721355" y="1359629"/>
                </a:lnTo>
                <a:lnTo>
                  <a:pt x="706299" y="1433380"/>
                </a:lnTo>
                <a:lnTo>
                  <a:pt x="697627" y="1508150"/>
                </a:lnTo>
                <a:lnTo>
                  <a:pt x="695404" y="1583390"/>
                </a:lnTo>
                <a:lnTo>
                  <a:pt x="699646" y="1658542"/>
                </a:lnTo>
                <a:lnTo>
                  <a:pt x="710322" y="1733053"/>
                </a:lnTo>
                <a:lnTo>
                  <a:pt x="727353" y="1806373"/>
                </a:lnTo>
                <a:lnTo>
                  <a:pt x="750613" y="1877961"/>
                </a:lnTo>
                <a:lnTo>
                  <a:pt x="779931" y="1947288"/>
                </a:lnTo>
                <a:lnTo>
                  <a:pt x="815091" y="2013844"/>
                </a:lnTo>
                <a:lnTo>
                  <a:pt x="855832" y="2077137"/>
                </a:lnTo>
                <a:lnTo>
                  <a:pt x="901855" y="2136700"/>
                </a:lnTo>
                <a:lnTo>
                  <a:pt x="952820" y="2192094"/>
                </a:lnTo>
                <a:lnTo>
                  <a:pt x="1008350" y="2242910"/>
                </a:lnTo>
                <a:close/>
              </a:path>
            </a:pathLst>
          </a:custGeom>
          <a:solidFill xmlns:a="http://schemas.openxmlformats.org/drawingml/2006/main">
            <a:srgbClr val="18BFD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0" name="PPAGENT_QA|parent=cycle-badge-3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7F890601-E035-41C8-B66D-661CCE0D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1284" y="4004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BFD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1" name="PPAGENT_QA|parent=cycle-arrow-4">
            <a:extLst xmlns:a="http://schemas.openxmlformats.org/drawingml/2006/main">
              <a:ext uri="{FF2B5EF4-FFF2-40B4-BE49-F238E27FC236}">
                <a16:creationId xmlns:a16="http://schemas.microsoft.com/office/drawing/2014/main" id="{02CE7B3C-85D6-40DD-B0F9-9FF6B4BC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46911" y="1036406"/>
                </a:moveTo>
                <a:lnTo>
                  <a:pt x="297730" y="924696"/>
                </a:lnTo>
                <a:lnTo>
                  <a:pt x="357948" y="817759"/>
                </a:lnTo>
                <a:lnTo>
                  <a:pt x="427121" y="716385"/>
                </a:lnTo>
                <a:lnTo>
                  <a:pt x="504738" y="621320"/>
                </a:lnTo>
                <a:lnTo>
                  <a:pt x="590227" y="533268"/>
                </a:lnTo>
                <a:lnTo>
                  <a:pt x="682958" y="452877"/>
                </a:lnTo>
                <a:lnTo>
                  <a:pt x="782245" y="380740"/>
                </a:lnTo>
                <a:lnTo>
                  <a:pt x="887357" y="317391"/>
                </a:lnTo>
                <a:lnTo>
                  <a:pt x="997518" y="263295"/>
                </a:lnTo>
                <a:lnTo>
                  <a:pt x="1111914" y="218853"/>
                </a:lnTo>
                <a:lnTo>
                  <a:pt x="1229703" y="184392"/>
                </a:lnTo>
                <a:lnTo>
                  <a:pt x="1350014" y="160166"/>
                </a:lnTo>
                <a:lnTo>
                  <a:pt x="1471960" y="146355"/>
                </a:lnTo>
                <a:lnTo>
                  <a:pt x="1591739" y="419276"/>
                </a:lnTo>
                <a:lnTo>
                  <a:pt x="1510497" y="697460"/>
                </a:lnTo>
                <a:lnTo>
                  <a:pt x="1435704" y="705930"/>
                </a:lnTo>
                <a:lnTo>
                  <a:pt x="1361913" y="720789"/>
                </a:lnTo>
                <a:lnTo>
                  <a:pt x="1289669" y="741925"/>
                </a:lnTo>
                <a:lnTo>
                  <a:pt x="1219506" y="769183"/>
                </a:lnTo>
                <a:lnTo>
                  <a:pt x="1151941" y="802361"/>
                </a:lnTo>
                <a:lnTo>
                  <a:pt x="1087472" y="841216"/>
                </a:lnTo>
                <a:lnTo>
                  <a:pt x="1026576" y="885459"/>
                </a:lnTo>
                <a:lnTo>
                  <a:pt x="969701" y="934766"/>
                </a:lnTo>
                <a:lnTo>
                  <a:pt x="917268" y="988771"/>
                </a:lnTo>
                <a:lnTo>
                  <a:pt x="869662" y="1047078"/>
                </a:lnTo>
                <a:lnTo>
                  <a:pt x="827236" y="1109254"/>
                </a:lnTo>
                <a:lnTo>
                  <a:pt x="790303" y="1174842"/>
                </a:lnTo>
                <a:lnTo>
                  <a:pt x="759134" y="1243357"/>
                </a:lnTo>
                <a:close/>
              </a:path>
            </a:pathLst>
          </a:custGeom>
          <a:solidFill xmlns:a="http://schemas.openxmlformats.org/drawingml/2006/main">
            <a:srgbClr val="4672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2" name="PPAGENT_QA|parent=cycle-badge-4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C54FF86B-0B37-4E9F-BD95-5B6DC94C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963" y="2715663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672D1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67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672D1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3" name="PPAGENT_QA|parent=cycle-center|domains=cycle-shape,cycle-content">
            <a:extLst xmlns:a="http://schemas.openxmlformats.org/drawingml/2006/main">
              <a:ext uri="{FF2B5EF4-FFF2-40B4-BE49-F238E27FC236}">
                <a16:creationId xmlns:a16="http://schemas.microsoft.com/office/drawing/2014/main" id="{CC7D97CC-8732-4E67-AAE5-65FDFC49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52775"/>
            <a:ext cx="1447800" cy="1447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59A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14" name="PPAGENT_QA|parent=cycle-step-0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B818C19B-4356-40BA-83F0-7B722C84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PPAGENT_QA|within=cycle-step-0|role=index">
            <a:extLst xmlns:a="http://schemas.openxmlformats.org/drawingml/2006/main">
              <a:ext uri="{FF2B5EF4-FFF2-40B4-BE49-F238E27FC236}">
                <a16:creationId xmlns:a16="http://schemas.microsoft.com/office/drawing/2014/main" id="{0E46AAE5-E3DF-449E-9CAF-C17CE7E3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57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6" name="PPAGENT_QA|within=cycle-step-0|role=title">
            <a:extLst xmlns:a="http://schemas.openxmlformats.org/drawingml/2006/main">
              <a:ext uri="{FF2B5EF4-FFF2-40B4-BE49-F238E27FC236}">
                <a16:creationId xmlns:a16="http://schemas.microsoft.com/office/drawing/2014/main" id="{EC27DAED-71D1-47F1-B519-CEFB9F91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7" name="PPAGENT_QA|within=cycle-step-0|role=body">
            <a:extLst xmlns:a="http://schemas.openxmlformats.org/drawingml/2006/main">
              <a:ext uri="{FF2B5EF4-FFF2-40B4-BE49-F238E27FC236}">
                <a16:creationId xmlns:a16="http://schemas.microsoft.com/office/drawing/2014/main" id="{40466931-5C8A-4F6A-9DFF-07D18306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收集真实使用中的问题</a:t>
            </a:r>
          </a:p>
        </p:txBody>
      </p:sp>
      <p:sp>
        <p:nvSpPr>
          <p:cNvPr id="18" name="PPAGENT_QA|parent=cycle-step-2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2F291776-69D8-40CD-BBBD-485A3B86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PPAGENT_QA|within=cycle-step-2|role=index">
            <a:extLst xmlns:a="http://schemas.openxmlformats.org/drawingml/2006/main">
              <a:ext uri="{FF2B5EF4-FFF2-40B4-BE49-F238E27FC236}">
                <a16:creationId xmlns:a16="http://schemas.microsoft.com/office/drawing/2014/main" id="{D1EA6960-6394-4E4B-85F6-7CE75D8E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6480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PPAGENT_QA|within=cycle-step-2|role=title">
            <a:extLst xmlns:a="http://schemas.openxmlformats.org/drawingml/2006/main">
              <a:ext uri="{FF2B5EF4-FFF2-40B4-BE49-F238E27FC236}">
                <a16:creationId xmlns:a16="http://schemas.microsoft.com/office/drawing/2014/main" id="{2F95C295-7E32-44DA-91ED-B53E258D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21" name="PPAGENT_QA|within=cycle-step-2|role=body">
            <a:extLst xmlns:a="http://schemas.openxmlformats.org/drawingml/2006/main">
              <a:ext uri="{FF2B5EF4-FFF2-40B4-BE49-F238E27FC236}">
                <a16:creationId xmlns:a16="http://schemas.microsoft.com/office/drawing/2014/main" id="{F21E4200-D11F-4E4D-931B-DD244C1B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选择合适的修正方案</a:t>
            </a:r>
          </a:p>
        </p:txBody>
      </p:sp>
      <p:sp>
        <p:nvSpPr>
          <p:cNvPr id="22" name="PPAGENT_QA|parent=cycle-step-4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C0BD5ABF-4CE0-4852-82AE-15B8B81B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PPAGENT_QA|within=cycle-step-4|role=index">
            <a:extLst xmlns:a="http://schemas.openxmlformats.org/drawingml/2006/main">
              <a:ext uri="{FF2B5EF4-FFF2-40B4-BE49-F238E27FC236}">
                <a16:creationId xmlns:a16="http://schemas.microsoft.com/office/drawing/2014/main" id="{704111A1-4083-4538-AFE8-370FCC69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638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72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PPAGENT_QA|within=cycle-step-4|role=title">
            <a:extLst xmlns:a="http://schemas.openxmlformats.org/drawingml/2006/main">
              <a:ext uri="{FF2B5EF4-FFF2-40B4-BE49-F238E27FC236}">
                <a16:creationId xmlns:a16="http://schemas.microsoft.com/office/drawing/2014/main" id="{C34AE035-DBEC-47CC-AE3C-AB557DA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67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672D1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5" name="PPAGENT_QA|within=cycle-step-4|role=body">
            <a:extLst xmlns:a="http://schemas.openxmlformats.org/drawingml/2006/main">
              <a:ext uri="{FF2B5EF4-FFF2-40B4-BE49-F238E27FC236}">
                <a16:creationId xmlns:a16="http://schemas.microsoft.com/office/drawing/2014/main" id="{FD465F78-0934-4054-9A80-283F3733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387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用新稿件重新检查</a:t>
            </a:r>
          </a:p>
        </p:txBody>
      </p:sp>
      <p:sp>
        <p:nvSpPr>
          <p:cNvPr id="26" name="PPAGENT_QA|parent=cycle-step-1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F8DF84F4-39BA-4638-B17E-CB78535B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718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PPAGENT_QA|within=cycle-step-1|role=index">
            <a:extLst xmlns:a="http://schemas.openxmlformats.org/drawingml/2006/main">
              <a:ext uri="{FF2B5EF4-FFF2-40B4-BE49-F238E27FC236}">
                <a16:creationId xmlns:a16="http://schemas.microsoft.com/office/drawing/2014/main" id="{F958EA89-0A45-47FA-83BE-0959245F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52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8" name="PPAGENT_QA|within=cycle-step-1|role=title">
            <a:extLst xmlns:a="http://schemas.openxmlformats.org/drawingml/2006/main">
              <a:ext uri="{FF2B5EF4-FFF2-40B4-BE49-F238E27FC236}">
                <a16:creationId xmlns:a16="http://schemas.microsoft.com/office/drawing/2014/main" id="{CDED658D-10B5-4ADD-A090-BBE93F0C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670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9" name="PPAGENT_QA|within=cycle-step-1|role=body">
            <a:extLst xmlns:a="http://schemas.openxmlformats.org/drawingml/2006/main">
              <a:ext uri="{FF2B5EF4-FFF2-40B4-BE49-F238E27FC236}">
                <a16:creationId xmlns:a16="http://schemas.microsoft.com/office/drawing/2014/main" id="{FFD136B5-0026-40F7-AEDF-A59C50D9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528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识别内容或视觉原因</a:t>
            </a:r>
          </a:p>
        </p:txBody>
      </p:sp>
      <p:sp>
        <p:nvSpPr>
          <p:cNvPr id="30" name="PPAGENT_QA|parent=cycle-step-3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28F9290E-418A-4B9B-BB3F-43C81E29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624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PPAGENT_QA|within=cycle-step-3|role=index">
            <a:extLst xmlns:a="http://schemas.openxmlformats.org/drawingml/2006/main">
              <a:ext uri="{FF2B5EF4-FFF2-40B4-BE49-F238E27FC236}">
                <a16:creationId xmlns:a16="http://schemas.microsoft.com/office/drawing/2014/main" id="{DF9735B0-9701-442B-9E04-724C0880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1433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FD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2" name="PPAGENT_QA|within=cycle-step-3|role=title">
            <a:extLst xmlns:a="http://schemas.openxmlformats.org/drawingml/2006/main">
              <a:ext uri="{FF2B5EF4-FFF2-40B4-BE49-F238E27FC236}">
                <a16:creationId xmlns:a16="http://schemas.microsoft.com/office/drawing/2014/main" id="{998B6322-6D7C-4C10-A205-B20766D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576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rPr>
              <a:t>修正</a:t>
            </a:r>
          </a:p>
        </p:txBody>
      </p:sp>
      <p:sp>
        <p:nvSpPr>
          <p:cNvPr id="33" name="PPAGENT_QA|within=cycle-step-3|role=body">
            <a:extLst xmlns:a="http://schemas.openxmlformats.org/drawingml/2006/main">
              <a:ext uri="{FF2B5EF4-FFF2-40B4-BE49-F238E27FC236}">
                <a16:creationId xmlns:a16="http://schemas.microsoft.com/office/drawing/2014/main" id="{89686BD3-DBC3-44D8-8256-B43BE186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3434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更新规则、资产或代码</a:t>
            </a:r>
          </a:p>
        </p:txBody>
      </p:sp>
    </p:spTree>
    <p:extLst>
      <p:ext uri="{BB962C8B-B14F-4D97-AF65-F5344CB8AC3E}">
        <p14:creationId xmlns:p14="http://schemas.microsoft.com/office/powerpoint/2010/main" val="17642580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18417D-D4CC-40C0-A4BA-B3EC64E1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1BA8A-8F22-4F4C-B249-F9E42D71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PDCA 环形闭环</a:t>
            </a:r>
          </a:p>
        </p:txBody>
      </p:sp>
      <p:sp>
        <p:nvSpPr>
          <p:cNvPr id="3" name="PPAGENT_QA|parent=cycle-arrow-0">
            <a:extLst xmlns:a="http://schemas.openxmlformats.org/drawingml/2006/main">
              <a:ext uri="{FF2B5EF4-FFF2-40B4-BE49-F238E27FC236}">
                <a16:creationId xmlns:a16="http://schemas.microsoft.com/office/drawing/2014/main" id="{AFDEEEC9-DFC0-463A-AEB5-54C7DC9D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671290" y="146355"/>
                </a:moveTo>
                <a:lnTo>
                  <a:pt x="1788411" y="159417"/>
                </a:lnTo>
                <a:lnTo>
                  <a:pt x="1904058" y="182087"/>
                </a:lnTo>
                <a:lnTo>
                  <a:pt x="2017443" y="214211"/>
                </a:lnTo>
                <a:lnTo>
                  <a:pt x="2127795" y="255570"/>
                </a:lnTo>
                <a:lnTo>
                  <a:pt x="2234363" y="305882"/>
                </a:lnTo>
                <a:lnTo>
                  <a:pt x="2336422" y="364806"/>
                </a:lnTo>
                <a:lnTo>
                  <a:pt x="2433278" y="431940"/>
                </a:lnTo>
                <a:lnTo>
                  <a:pt x="2524271" y="506828"/>
                </a:lnTo>
                <a:lnTo>
                  <a:pt x="2608784" y="588961"/>
                </a:lnTo>
                <a:lnTo>
                  <a:pt x="2686240" y="677779"/>
                </a:lnTo>
                <a:lnTo>
                  <a:pt x="2756112" y="772678"/>
                </a:lnTo>
                <a:lnTo>
                  <a:pt x="2579646" y="1012870"/>
                </a:lnTo>
                <a:lnTo>
                  <a:pt x="2298111" y="1081604"/>
                </a:lnTo>
                <a:lnTo>
                  <a:pt x="2255255" y="1023399"/>
                </a:lnTo>
                <a:lnTo>
                  <a:pt x="2207749" y="968924"/>
                </a:lnTo>
                <a:lnTo>
                  <a:pt x="2155915" y="918550"/>
                </a:lnTo>
                <a:lnTo>
                  <a:pt x="2100105" y="872618"/>
                </a:lnTo>
                <a:lnTo>
                  <a:pt x="2040700" y="831443"/>
                </a:lnTo>
                <a:lnTo>
                  <a:pt x="1978104" y="795303"/>
                </a:lnTo>
                <a:lnTo>
                  <a:pt x="1912742" y="764444"/>
                </a:lnTo>
                <a:lnTo>
                  <a:pt x="1845060" y="739078"/>
                </a:lnTo>
                <a:lnTo>
                  <a:pt x="1775517" y="719375"/>
                </a:lnTo>
                <a:lnTo>
                  <a:pt x="1704587" y="705471"/>
                </a:lnTo>
                <a:lnTo>
                  <a:pt x="1632753" y="697460"/>
                </a:lnTo>
                <a:close/>
              </a:path>
            </a:pathLst>
          </a:cu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" name="PPAGENT_QA|parent=cycle-badge-0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796771D4-56A4-4E5A-B7F9-7D0679C0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663" y="2649959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15FC3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PPAGENT_QA|parent=cycle-arrow-1">
            <a:extLst xmlns:a="http://schemas.openxmlformats.org/drawingml/2006/main">
              <a:ext uri="{FF2B5EF4-FFF2-40B4-BE49-F238E27FC236}">
                <a16:creationId xmlns:a16="http://schemas.microsoft.com/office/drawing/2014/main" id="{2B4C6573-D38E-4162-9D97-7D799FA7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855777" y="945302"/>
                </a:moveTo>
                <a:lnTo>
                  <a:pt x="2903026" y="1053263"/>
                </a:lnTo>
                <a:lnTo>
                  <a:pt x="2941216" y="1164751"/>
                </a:lnTo>
                <a:lnTo>
                  <a:pt x="2970089" y="1279007"/>
                </a:lnTo>
                <a:lnTo>
                  <a:pt x="2989447" y="1395254"/>
                </a:lnTo>
                <a:lnTo>
                  <a:pt x="2999159" y="1512701"/>
                </a:lnTo>
                <a:lnTo>
                  <a:pt x="2999159" y="1630549"/>
                </a:lnTo>
                <a:lnTo>
                  <a:pt x="2989447" y="1747996"/>
                </a:lnTo>
                <a:lnTo>
                  <a:pt x="2970089" y="1864243"/>
                </a:lnTo>
                <a:lnTo>
                  <a:pt x="2941216" y="1978499"/>
                </a:lnTo>
                <a:lnTo>
                  <a:pt x="2903026" y="2089987"/>
                </a:lnTo>
                <a:lnTo>
                  <a:pt x="2855777" y="2197948"/>
                </a:lnTo>
                <a:lnTo>
                  <a:pt x="2559532" y="2165219"/>
                </a:lnTo>
                <a:lnTo>
                  <a:pt x="2359238" y="1955770"/>
                </a:lnTo>
                <a:lnTo>
                  <a:pt x="2388217" y="1889553"/>
                </a:lnTo>
                <a:lnTo>
                  <a:pt x="2411641" y="1821174"/>
                </a:lnTo>
                <a:lnTo>
                  <a:pt x="2429350" y="1751097"/>
                </a:lnTo>
                <a:lnTo>
                  <a:pt x="2441223" y="1679799"/>
                </a:lnTo>
                <a:lnTo>
                  <a:pt x="2447179" y="1607765"/>
                </a:lnTo>
                <a:lnTo>
                  <a:pt x="2447179" y="1535485"/>
                </a:lnTo>
                <a:lnTo>
                  <a:pt x="2441223" y="1463451"/>
                </a:lnTo>
                <a:lnTo>
                  <a:pt x="2429350" y="1392153"/>
                </a:lnTo>
                <a:lnTo>
                  <a:pt x="2411641" y="1322076"/>
                </a:lnTo>
                <a:lnTo>
                  <a:pt x="2388217" y="1253697"/>
                </a:lnTo>
                <a:lnTo>
                  <a:pt x="2359238" y="1187480"/>
                </a:lnTo>
                <a:close/>
              </a:path>
            </a:pathLst>
          </a:cu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" name="PPAGENT_QA|parent=cycle-badge-1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7349441D-7295-4269-970C-CD243248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6480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D80D9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PPAGENT_QA|parent=cycle-arrow-2">
            <a:extLst xmlns:a="http://schemas.openxmlformats.org/drawingml/2006/main">
              <a:ext uri="{FF2B5EF4-FFF2-40B4-BE49-F238E27FC236}">
                <a16:creationId xmlns:a16="http://schemas.microsoft.com/office/drawing/2014/main" id="{689D85E8-BD7E-49AF-BDC4-657F3B79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756112" y="2370572"/>
                </a:moveTo>
                <a:lnTo>
                  <a:pt x="2686240" y="2465471"/>
                </a:lnTo>
                <a:lnTo>
                  <a:pt x="2608784" y="2554289"/>
                </a:lnTo>
                <a:lnTo>
                  <a:pt x="2524271" y="2636422"/>
                </a:lnTo>
                <a:lnTo>
                  <a:pt x="2433278" y="2711310"/>
                </a:lnTo>
                <a:lnTo>
                  <a:pt x="2336422" y="2778444"/>
                </a:lnTo>
                <a:lnTo>
                  <a:pt x="2234363" y="2837368"/>
                </a:lnTo>
                <a:lnTo>
                  <a:pt x="2127795" y="2887680"/>
                </a:lnTo>
                <a:lnTo>
                  <a:pt x="2017443" y="2929039"/>
                </a:lnTo>
                <a:lnTo>
                  <a:pt x="1904058" y="2961163"/>
                </a:lnTo>
                <a:lnTo>
                  <a:pt x="1788411" y="2983833"/>
                </a:lnTo>
                <a:lnTo>
                  <a:pt x="1671290" y="2996895"/>
                </a:lnTo>
                <a:lnTo>
                  <a:pt x="1551511" y="2723974"/>
                </a:lnTo>
                <a:lnTo>
                  <a:pt x="1632753" y="2445790"/>
                </a:lnTo>
                <a:lnTo>
                  <a:pt x="1704587" y="2437779"/>
                </a:lnTo>
                <a:lnTo>
                  <a:pt x="1775517" y="2423875"/>
                </a:lnTo>
                <a:lnTo>
                  <a:pt x="1845060" y="2404172"/>
                </a:lnTo>
                <a:lnTo>
                  <a:pt x="1912742" y="2378806"/>
                </a:lnTo>
                <a:lnTo>
                  <a:pt x="1978104" y="2347947"/>
                </a:lnTo>
                <a:lnTo>
                  <a:pt x="2040700" y="2311807"/>
                </a:lnTo>
                <a:lnTo>
                  <a:pt x="2100105" y="2270632"/>
                </a:lnTo>
                <a:lnTo>
                  <a:pt x="2155915" y="2224700"/>
                </a:lnTo>
                <a:lnTo>
                  <a:pt x="2207749" y="2174326"/>
                </a:lnTo>
                <a:lnTo>
                  <a:pt x="2255255" y="2119851"/>
                </a:lnTo>
                <a:lnTo>
                  <a:pt x="2298111" y="2061646"/>
                </a:lnTo>
                <a:close/>
              </a:path>
            </a:pathLst>
          </a:cu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" name="PPAGENT_QA|parent=cycle-badge-2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71C29ED0-D2FF-4B74-85AA-B8A89EC8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663" y="4646191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AA7D8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9" name="PPAGENT_QA|parent=cycle-arrow-3">
            <a:extLst xmlns:a="http://schemas.openxmlformats.org/drawingml/2006/main">
              <a:ext uri="{FF2B5EF4-FFF2-40B4-BE49-F238E27FC236}">
                <a16:creationId xmlns:a16="http://schemas.microsoft.com/office/drawing/2014/main" id="{B73717D1-54B3-40EC-86B8-08032C0B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471960" y="2996895"/>
                </a:moveTo>
                <a:lnTo>
                  <a:pt x="1354839" y="2983833"/>
                </a:lnTo>
                <a:lnTo>
                  <a:pt x="1239192" y="2961163"/>
                </a:lnTo>
                <a:lnTo>
                  <a:pt x="1125807" y="2929039"/>
                </a:lnTo>
                <a:lnTo>
                  <a:pt x="1015455" y="2887680"/>
                </a:lnTo>
                <a:lnTo>
                  <a:pt x="908887" y="2837368"/>
                </a:lnTo>
                <a:lnTo>
                  <a:pt x="806828" y="2778444"/>
                </a:lnTo>
                <a:lnTo>
                  <a:pt x="709972" y="2711310"/>
                </a:lnTo>
                <a:lnTo>
                  <a:pt x="618979" y="2636422"/>
                </a:lnTo>
                <a:lnTo>
                  <a:pt x="534466" y="2554289"/>
                </a:lnTo>
                <a:lnTo>
                  <a:pt x="457010" y="2465471"/>
                </a:lnTo>
                <a:lnTo>
                  <a:pt x="387138" y="2370572"/>
                </a:lnTo>
                <a:lnTo>
                  <a:pt x="563604" y="2130380"/>
                </a:lnTo>
                <a:lnTo>
                  <a:pt x="845139" y="2061646"/>
                </a:lnTo>
                <a:lnTo>
                  <a:pt x="887995" y="2119851"/>
                </a:lnTo>
                <a:lnTo>
                  <a:pt x="935501" y="2174326"/>
                </a:lnTo>
                <a:lnTo>
                  <a:pt x="987335" y="2224700"/>
                </a:lnTo>
                <a:lnTo>
                  <a:pt x="1043145" y="2270632"/>
                </a:lnTo>
                <a:lnTo>
                  <a:pt x="1102550" y="2311807"/>
                </a:lnTo>
                <a:lnTo>
                  <a:pt x="1165146" y="2347947"/>
                </a:lnTo>
                <a:lnTo>
                  <a:pt x="1230508" y="2378806"/>
                </a:lnTo>
                <a:lnTo>
                  <a:pt x="1298190" y="2404172"/>
                </a:lnTo>
                <a:lnTo>
                  <a:pt x="1367733" y="2423875"/>
                </a:lnTo>
                <a:lnTo>
                  <a:pt x="1438663" y="2437779"/>
                </a:lnTo>
                <a:lnTo>
                  <a:pt x="1510497" y="2445790"/>
                </a:lnTo>
                <a:close/>
              </a:path>
            </a:pathLst>
          </a:custGeom>
          <a:solidFill xmlns:a="http://schemas.openxmlformats.org/drawingml/2006/main">
            <a:srgbClr val="18BFD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0" name="PPAGENT_QA|parent=cycle-badge-3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4D7E6C55-BC4E-468A-8B93-FB804946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1138" y="4646191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BFD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1" name="PPAGENT_QA|parent=cycle-arrow-4">
            <a:extLst xmlns:a="http://schemas.openxmlformats.org/drawingml/2006/main">
              <a:ext uri="{FF2B5EF4-FFF2-40B4-BE49-F238E27FC236}">
                <a16:creationId xmlns:a16="http://schemas.microsoft.com/office/drawing/2014/main" id="{6DB921D2-A91D-4EED-A924-94474F37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87473" y="2197948"/>
                </a:moveTo>
                <a:lnTo>
                  <a:pt x="240224" y="2089987"/>
                </a:lnTo>
                <a:lnTo>
                  <a:pt x="202034" y="1978499"/>
                </a:lnTo>
                <a:lnTo>
                  <a:pt x="173161" y="1864243"/>
                </a:lnTo>
                <a:lnTo>
                  <a:pt x="153803" y="1747996"/>
                </a:lnTo>
                <a:lnTo>
                  <a:pt x="144091" y="1630549"/>
                </a:lnTo>
                <a:lnTo>
                  <a:pt x="144091" y="1512701"/>
                </a:lnTo>
                <a:lnTo>
                  <a:pt x="153803" y="1395254"/>
                </a:lnTo>
                <a:lnTo>
                  <a:pt x="173161" y="1279007"/>
                </a:lnTo>
                <a:lnTo>
                  <a:pt x="202034" y="1164751"/>
                </a:lnTo>
                <a:lnTo>
                  <a:pt x="240224" y="1053263"/>
                </a:lnTo>
                <a:lnTo>
                  <a:pt x="287473" y="945302"/>
                </a:lnTo>
                <a:lnTo>
                  <a:pt x="583718" y="978031"/>
                </a:lnTo>
                <a:lnTo>
                  <a:pt x="784012" y="1187480"/>
                </a:lnTo>
                <a:lnTo>
                  <a:pt x="755033" y="1253697"/>
                </a:lnTo>
                <a:lnTo>
                  <a:pt x="731609" y="1322076"/>
                </a:lnTo>
                <a:lnTo>
                  <a:pt x="713900" y="1392153"/>
                </a:lnTo>
                <a:lnTo>
                  <a:pt x="702027" y="1463451"/>
                </a:lnTo>
                <a:lnTo>
                  <a:pt x="696071" y="1535485"/>
                </a:lnTo>
                <a:lnTo>
                  <a:pt x="696071" y="1607765"/>
                </a:lnTo>
                <a:lnTo>
                  <a:pt x="702027" y="1679799"/>
                </a:lnTo>
                <a:lnTo>
                  <a:pt x="713900" y="1751097"/>
                </a:lnTo>
                <a:lnTo>
                  <a:pt x="731609" y="1821174"/>
                </a:lnTo>
                <a:lnTo>
                  <a:pt x="755033" y="1889553"/>
                </a:lnTo>
                <a:lnTo>
                  <a:pt x="784012" y="1955770"/>
                </a:lnTo>
                <a:close/>
              </a:path>
            </a:pathLst>
          </a:custGeom>
          <a:solidFill xmlns:a="http://schemas.openxmlformats.org/drawingml/2006/main">
            <a:srgbClr val="4672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2" name="PPAGENT_QA|parent=cycle-badge-4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CA89CA76-E024-4F4D-9837-E3F4AA6E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6480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672D1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67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672D1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3" name="PPAGENT_QA|parent=cycle-arrow-5">
            <a:extLst xmlns:a="http://schemas.openxmlformats.org/drawingml/2006/main">
              <a:ext uri="{FF2B5EF4-FFF2-40B4-BE49-F238E27FC236}">
                <a16:creationId xmlns:a16="http://schemas.microsoft.com/office/drawing/2014/main" id="{B34367BA-D9FF-4AD4-92D3-0D4814C9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387138" y="772678"/>
                </a:moveTo>
                <a:lnTo>
                  <a:pt x="457010" y="677779"/>
                </a:lnTo>
                <a:lnTo>
                  <a:pt x="534466" y="588961"/>
                </a:lnTo>
                <a:lnTo>
                  <a:pt x="618979" y="506828"/>
                </a:lnTo>
                <a:lnTo>
                  <a:pt x="709972" y="431940"/>
                </a:lnTo>
                <a:lnTo>
                  <a:pt x="806828" y="364806"/>
                </a:lnTo>
                <a:lnTo>
                  <a:pt x="908887" y="305882"/>
                </a:lnTo>
                <a:lnTo>
                  <a:pt x="1015455" y="255570"/>
                </a:lnTo>
                <a:lnTo>
                  <a:pt x="1125807" y="214211"/>
                </a:lnTo>
                <a:lnTo>
                  <a:pt x="1239192" y="182087"/>
                </a:lnTo>
                <a:lnTo>
                  <a:pt x="1354839" y="159417"/>
                </a:lnTo>
                <a:lnTo>
                  <a:pt x="1471960" y="146355"/>
                </a:lnTo>
                <a:lnTo>
                  <a:pt x="1591739" y="419276"/>
                </a:lnTo>
                <a:lnTo>
                  <a:pt x="1510497" y="697460"/>
                </a:lnTo>
                <a:lnTo>
                  <a:pt x="1438663" y="705471"/>
                </a:lnTo>
                <a:lnTo>
                  <a:pt x="1367733" y="719375"/>
                </a:lnTo>
                <a:lnTo>
                  <a:pt x="1298190" y="739078"/>
                </a:lnTo>
                <a:lnTo>
                  <a:pt x="1230508" y="764444"/>
                </a:lnTo>
                <a:lnTo>
                  <a:pt x="1165146" y="795303"/>
                </a:lnTo>
                <a:lnTo>
                  <a:pt x="1102550" y="831443"/>
                </a:lnTo>
                <a:lnTo>
                  <a:pt x="1043145" y="872618"/>
                </a:lnTo>
                <a:lnTo>
                  <a:pt x="987335" y="918550"/>
                </a:lnTo>
                <a:lnTo>
                  <a:pt x="935501" y="968924"/>
                </a:lnTo>
                <a:lnTo>
                  <a:pt x="887995" y="1023399"/>
                </a:lnTo>
                <a:lnTo>
                  <a:pt x="845139" y="1081604"/>
                </a:lnTo>
                <a:close/>
              </a:path>
            </a:pathLst>
          </a:custGeom>
          <a:solidFill xmlns:a="http://schemas.openxmlformats.org/drawingml/2006/main">
            <a:srgbClr val="3459B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4" name="PPAGENT_QA|parent=cycle-badge-5|domains=cycle-shape">
            <a:extLst xmlns:a="http://schemas.openxmlformats.org/drawingml/2006/main">
              <a:ext uri="{FF2B5EF4-FFF2-40B4-BE49-F238E27FC236}">
                <a16:creationId xmlns:a16="http://schemas.microsoft.com/office/drawing/2014/main" id="{5512B360-5F76-4CF8-9F1E-AA9C06C5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1138" y="2649959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459B6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59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59B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5" name="PPAGENT_QA|parent=cycle-center|domains=cycle-shape,cycle-content">
            <a:extLst xmlns:a="http://schemas.openxmlformats.org/drawingml/2006/main">
              <a:ext uri="{FF2B5EF4-FFF2-40B4-BE49-F238E27FC236}">
                <a16:creationId xmlns:a16="http://schemas.microsoft.com/office/drawing/2014/main" id="{F4E6FC5B-935F-45CC-BAF0-D33B4A17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52775"/>
            <a:ext cx="1447800" cy="1447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59A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16" name="PPAGENT_QA|parent=cycle-step-0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4B949173-7CB0-4316-AA25-CEB23246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PPAGENT_QA|within=cycle-step-0|role=index">
            <a:extLst xmlns:a="http://schemas.openxmlformats.org/drawingml/2006/main">
              <a:ext uri="{FF2B5EF4-FFF2-40B4-BE49-F238E27FC236}">
                <a16:creationId xmlns:a16="http://schemas.microsoft.com/office/drawing/2014/main" id="{E456991C-7B78-4914-A62F-3BF43DDA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57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8" name="PPAGENT_QA|within=cycle-step-0|role=title">
            <a:extLst xmlns:a="http://schemas.openxmlformats.org/drawingml/2006/main">
              <a:ext uri="{FF2B5EF4-FFF2-40B4-BE49-F238E27FC236}">
                <a16:creationId xmlns:a16="http://schemas.microsoft.com/office/drawing/2014/main" id="{06B665C6-5137-48C8-943C-5B212443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9" name="PPAGENT_QA|within=cycle-step-0|role=body">
            <a:extLst xmlns:a="http://schemas.openxmlformats.org/drawingml/2006/main">
              <a:ext uri="{FF2B5EF4-FFF2-40B4-BE49-F238E27FC236}">
                <a16:creationId xmlns:a16="http://schemas.microsoft.com/office/drawing/2014/main" id="{FA535E26-E577-4BF5-A026-6C9A0885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收集真实使用中的问题</a:t>
            </a:r>
          </a:p>
        </p:txBody>
      </p:sp>
      <p:sp>
        <p:nvSpPr>
          <p:cNvPr id="20" name="PPAGENT_QA|parent=cycle-step-2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64DA6AA9-6F73-44E5-A96E-CB568BBE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PPAGENT_QA|within=cycle-step-2|role=index">
            <a:extLst xmlns:a="http://schemas.openxmlformats.org/drawingml/2006/main">
              <a:ext uri="{FF2B5EF4-FFF2-40B4-BE49-F238E27FC236}">
                <a16:creationId xmlns:a16="http://schemas.microsoft.com/office/drawing/2014/main" id="{C3750A5E-89F4-4032-948D-47B16F3B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6480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PPAGENT_QA|within=cycle-step-2|role=title">
            <a:extLst xmlns:a="http://schemas.openxmlformats.org/drawingml/2006/main">
              <a:ext uri="{FF2B5EF4-FFF2-40B4-BE49-F238E27FC236}">
                <a16:creationId xmlns:a16="http://schemas.microsoft.com/office/drawing/2014/main" id="{4A06BC82-618B-49EB-A8C4-94D1E5FD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23" name="PPAGENT_QA|within=cycle-step-2|role=body">
            <a:extLst xmlns:a="http://schemas.openxmlformats.org/drawingml/2006/main">
              <a:ext uri="{FF2B5EF4-FFF2-40B4-BE49-F238E27FC236}">
                <a16:creationId xmlns:a16="http://schemas.microsoft.com/office/drawing/2014/main" id="{C33DA20C-5B64-4A2A-8F13-CDD9C4D0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选择合适的修正方案</a:t>
            </a:r>
          </a:p>
        </p:txBody>
      </p:sp>
      <p:sp>
        <p:nvSpPr>
          <p:cNvPr id="24" name="PPAGENT_QA|parent=cycle-step-4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12749737-CB29-49E6-99FC-E3D2118A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PPAGENT_QA|within=cycle-step-4|role=index">
            <a:extLst xmlns:a="http://schemas.openxmlformats.org/drawingml/2006/main">
              <a:ext uri="{FF2B5EF4-FFF2-40B4-BE49-F238E27FC236}">
                <a16:creationId xmlns:a16="http://schemas.microsoft.com/office/drawing/2014/main" id="{FD98B5BE-8234-46D3-BE67-D8C200B8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638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72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PPAGENT_QA|within=cycle-step-4|role=title">
            <a:extLst xmlns:a="http://schemas.openxmlformats.org/drawingml/2006/main">
              <a:ext uri="{FF2B5EF4-FFF2-40B4-BE49-F238E27FC236}">
                <a16:creationId xmlns:a16="http://schemas.microsoft.com/office/drawing/2014/main" id="{20747BD5-3904-4E52-B853-AE5A2922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67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672D1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7" name="PPAGENT_QA|within=cycle-step-4|role=body">
            <a:extLst xmlns:a="http://schemas.openxmlformats.org/drawingml/2006/main">
              <a:ext uri="{FF2B5EF4-FFF2-40B4-BE49-F238E27FC236}">
                <a16:creationId xmlns:a16="http://schemas.microsoft.com/office/drawing/2014/main" id="{79C6A659-F30C-43F1-B4C8-728EACCD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387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用新稿件重新检查</a:t>
            </a:r>
          </a:p>
        </p:txBody>
      </p:sp>
      <p:sp>
        <p:nvSpPr>
          <p:cNvPr id="28" name="PPAGENT_QA|parent=cycle-step-1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1DD237EF-453F-47F9-95CF-97C47B0E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4765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PPAGENT_QA|within=cycle-step-1|role=index">
            <a:extLst xmlns:a="http://schemas.openxmlformats.org/drawingml/2006/main">
              <a:ext uri="{FF2B5EF4-FFF2-40B4-BE49-F238E27FC236}">
                <a16:creationId xmlns:a16="http://schemas.microsoft.com/office/drawing/2014/main" id="{3E0C9C96-C5C5-412A-A9AE-A39F0431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57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0" name="PPAGENT_QA|within=cycle-step-1|role=title">
            <a:extLst xmlns:a="http://schemas.openxmlformats.org/drawingml/2006/main">
              <a:ext uri="{FF2B5EF4-FFF2-40B4-BE49-F238E27FC236}">
                <a16:creationId xmlns:a16="http://schemas.microsoft.com/office/drawing/2014/main" id="{090AD189-203C-40DA-978D-E0A0E97A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717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31" name="PPAGENT_QA|within=cycle-step-1|role=body">
            <a:extLst xmlns:a="http://schemas.openxmlformats.org/drawingml/2006/main">
              <a:ext uri="{FF2B5EF4-FFF2-40B4-BE49-F238E27FC236}">
                <a16:creationId xmlns:a16="http://schemas.microsoft.com/office/drawing/2014/main" id="{823ECF8F-1012-4E63-A707-4DB306A1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57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识别内容或视觉原因</a:t>
            </a:r>
          </a:p>
        </p:txBody>
      </p:sp>
      <p:sp>
        <p:nvSpPr>
          <p:cNvPr id="32" name="PPAGENT_QA|parent=cycle-step-3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2F85D727-F32C-4303-8001-1FA8071B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671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PPAGENT_QA|within=cycle-step-3|role=index">
            <a:extLst xmlns:a="http://schemas.openxmlformats.org/drawingml/2006/main">
              <a:ext uri="{FF2B5EF4-FFF2-40B4-BE49-F238E27FC236}">
                <a16:creationId xmlns:a16="http://schemas.microsoft.com/office/drawing/2014/main" id="{A7530B40-3CEE-4EA2-9F59-A58280E0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6480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FD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4" name="PPAGENT_QA|within=cycle-step-3|role=title">
            <a:extLst xmlns:a="http://schemas.openxmlformats.org/drawingml/2006/main">
              <a:ext uri="{FF2B5EF4-FFF2-40B4-BE49-F238E27FC236}">
                <a16:creationId xmlns:a16="http://schemas.microsoft.com/office/drawing/2014/main" id="{79D5B39C-E05E-4DCA-9F0A-82458066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623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rPr>
              <a:t>修正</a:t>
            </a:r>
          </a:p>
        </p:txBody>
      </p:sp>
      <p:sp>
        <p:nvSpPr>
          <p:cNvPr id="35" name="PPAGENT_QA|within=cycle-step-3|role=body">
            <a:extLst xmlns:a="http://schemas.openxmlformats.org/drawingml/2006/main">
              <a:ext uri="{FF2B5EF4-FFF2-40B4-BE49-F238E27FC236}">
                <a16:creationId xmlns:a16="http://schemas.microsoft.com/office/drawing/2014/main" id="{765FB6B8-EAE4-4220-9D80-92179739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48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更新规则、资产或代码</a:t>
            </a:r>
          </a:p>
        </p:txBody>
      </p:sp>
      <p:sp>
        <p:nvSpPr>
          <p:cNvPr id="36" name="PPAGENT_QA|parent=cycle-step-5|domains=cycle-content">
            <a:extLst xmlns:a="http://schemas.openxmlformats.org/drawingml/2006/main">
              <a:ext uri="{FF2B5EF4-FFF2-40B4-BE49-F238E27FC236}">
                <a16:creationId xmlns:a16="http://schemas.microsoft.com/office/drawing/2014/main" id="{BA52F590-6D42-42A8-AF50-EC8747AA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457700"/>
            <a:ext cx="2571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PPAGENT_QA|within=cycle-step-5|role=index">
            <a:extLst xmlns:a="http://schemas.openxmlformats.org/drawingml/2006/main">
              <a:ext uri="{FF2B5EF4-FFF2-40B4-BE49-F238E27FC236}">
                <a16:creationId xmlns:a16="http://schemas.microsoft.com/office/drawing/2014/main" id="{59A61470-58AC-4650-97E9-67E67364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638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59B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8" name="PPAGENT_QA|within=cycle-step-5|role=title">
            <a:extLst xmlns:a="http://schemas.openxmlformats.org/drawingml/2006/main">
              <a:ext uri="{FF2B5EF4-FFF2-40B4-BE49-F238E27FC236}">
                <a16:creationId xmlns:a16="http://schemas.microsoft.com/office/drawing/2014/main" id="{56447E31-C1FC-4587-B7DA-A1898EDC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529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459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459B6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39" name="PPAGENT_QA|within=cycle-step-5|role=body">
            <a:extLst xmlns:a="http://schemas.openxmlformats.org/drawingml/2006/main">
              <a:ext uri="{FF2B5EF4-FFF2-40B4-BE49-F238E27FC236}">
                <a16:creationId xmlns:a16="http://schemas.microsoft.com/office/drawing/2014/main" id="{45AD33F0-D52F-4DC8-B7B1-7D28DF66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8387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把有效经验写回能力库</a:t>
            </a:r>
          </a:p>
        </p:txBody>
      </p:sp>
    </p:spTree>
    <p:extLst>
      <p:ext uri="{BB962C8B-B14F-4D97-AF65-F5344CB8AC3E}">
        <p14:creationId xmlns:p14="http://schemas.microsoft.com/office/powerpoint/2010/main" val="9267893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2026-08-15T13:33:23.6980000Z</dcterms:created>
  <dcterms:modified xsi:type="dcterms:W3CDTF">2026-08-15T13:33:23.6980000Z</dcterms:modified>
</coreProperties>
</file>