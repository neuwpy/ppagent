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633e1c26664687" /><Relationship Type="http://schemas.openxmlformats.org/officeDocument/2006/relationships/extended-properties" Target="/docProps/app.xml" Id="R0c7600df2b434c6c" /><Relationship Type="http://schemas.openxmlformats.org/officeDocument/2006/relationships/officeDocument" Target="/ppt/presentation.xml" Id="R60804277733c4b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cfbf49004f43dc"/>
  </p:sldMasterIdLst>
  <p:notesMasterIdLst>
    <p:notesMasterId xmlns:r="http://schemas.openxmlformats.org/officeDocument/2006/relationships" r:id="Rb840f132b9fe45c0"/>
  </p:notesMasterIdLst>
  <p:sldIdLst>
    <p:sldId xmlns:r="http://schemas.openxmlformats.org/officeDocument/2006/relationships" id="256" r:id="R756da2fe091142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383e6360c44d23" /><Relationship Type="http://schemas.openxmlformats.org/officeDocument/2006/relationships/slideMaster" Target="/ppt/slideMasters/slideMaster1.xml" Id="R4acfbf49004f43dc" /><Relationship Type="http://schemas.openxmlformats.org/officeDocument/2006/relationships/notesMaster" Target="/ppt/notesMasters/notesMaster1.xml" Id="Rb840f132b9fe45c0" /><Relationship Type="http://schemas.openxmlformats.org/officeDocument/2006/relationships/presProps" Target="/ppt/presProps.xml" Id="R987bb821990340b8" /><Relationship Type="http://schemas.openxmlformats.org/officeDocument/2006/relationships/tableStyles" Target="/ppt/tableStyles.xml" Id="R443c358da3024a27" /><Relationship Type="http://schemas.openxmlformats.org/officeDocument/2006/relationships/slide" Target="/ppt/slides/slide1.xml" Id="R756da2fe091142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b1bbae900046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067be5f30b410e" /><Relationship Type="http://schemas.openxmlformats.org/officeDocument/2006/relationships/notesMaster" Target="/ppt/notesMasters/notesMaster1.xml" Id="R59aac28806bf47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67a8aaa364f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12201867204838" /><Relationship Type="http://schemas.openxmlformats.org/officeDocument/2006/relationships/slideLayout" Target="/ppt/slideLayouts/slideLayout1.xml" Id="R9c235ab5674d48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235ab5674d48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5a1d6bbfe4a2d" /><Relationship Type="http://schemas.openxmlformats.org/officeDocument/2006/relationships/image" Target="/ppt/media/image.png" Id="Rdeab6b99a7f14f59" /><Relationship Type="http://schemas.openxmlformats.org/officeDocument/2006/relationships/image" Target="/ppt/media/image.svg" Id="R467630cece0842cb" /><Relationship Type="http://schemas.openxmlformats.org/officeDocument/2006/relationships/image" Target="/ppt/media/image2.png" Id="R1e8e3889624b4213" /><Relationship Type="http://schemas.openxmlformats.org/officeDocument/2006/relationships/image" Target="/ppt/media/image2.svg" Id="R742deedbafe745af" /><Relationship Type="http://schemas.openxmlformats.org/officeDocument/2006/relationships/image" Target="/ppt/media/image3.png" Id="R310e3d7b99e142fa" /><Relationship Type="http://schemas.openxmlformats.org/officeDocument/2006/relationships/image" Target="/ppt/media/image3.svg" Id="R2b7a794fe51f4528" /><Relationship Type="http://schemas.openxmlformats.org/officeDocument/2006/relationships/notesSlide" Target="/ppt/notesSlides/notesSlide1.xml" Id="Rcf2a27a8304443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erspective-arrow-shaft">
            <a:extLst xmlns:a="http://schemas.openxmlformats.org/drawingml/2006/main">
              <a:ext uri="{FF2B5EF4-FFF2-40B4-BE49-F238E27FC236}">
                <a16:creationId xmlns:a16="http://schemas.microsoft.com/office/drawing/2014/main" id="{4B28062C-D100-4C7A-8E9C-DB65D986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3482" y="3392805"/>
            <a:ext cx="7444502" cy="2849309"/>
          </a:xfrm>
          <a:custGeom xmlns:a="http://schemas.openxmlformats.org/drawingml/2006/main">
            <a:pathLst>
              <a:path w="7444502" h="2849309">
                <a:moveTo>
                  <a:pt x="0" y="2849309"/>
                </a:moveTo>
                <a:lnTo>
                  <a:pt x="63008" y="2821962"/>
                </a:lnTo>
                <a:lnTo>
                  <a:pt x="126016" y="2794616"/>
                </a:lnTo>
                <a:lnTo>
                  <a:pt x="189024" y="2767260"/>
                </a:lnTo>
                <a:lnTo>
                  <a:pt x="252022" y="2739914"/>
                </a:lnTo>
                <a:lnTo>
                  <a:pt x="315030" y="2712568"/>
                </a:lnTo>
                <a:lnTo>
                  <a:pt x="378038" y="2685221"/>
                </a:lnTo>
                <a:lnTo>
                  <a:pt x="441046" y="2657875"/>
                </a:lnTo>
                <a:lnTo>
                  <a:pt x="504053" y="2630529"/>
                </a:lnTo>
                <a:lnTo>
                  <a:pt x="567061" y="2603173"/>
                </a:lnTo>
                <a:lnTo>
                  <a:pt x="630060" y="2575827"/>
                </a:lnTo>
                <a:lnTo>
                  <a:pt x="693068" y="2548480"/>
                </a:lnTo>
                <a:lnTo>
                  <a:pt x="756075" y="2521134"/>
                </a:lnTo>
                <a:lnTo>
                  <a:pt x="819083" y="2493788"/>
                </a:lnTo>
                <a:lnTo>
                  <a:pt x="882091" y="2466432"/>
                </a:lnTo>
                <a:lnTo>
                  <a:pt x="945099" y="2439086"/>
                </a:lnTo>
                <a:lnTo>
                  <a:pt x="1008097" y="2411740"/>
                </a:lnTo>
                <a:lnTo>
                  <a:pt x="1071105" y="2384393"/>
                </a:lnTo>
                <a:lnTo>
                  <a:pt x="1134113" y="2357047"/>
                </a:lnTo>
                <a:lnTo>
                  <a:pt x="1197121" y="2329701"/>
                </a:lnTo>
                <a:lnTo>
                  <a:pt x="1260129" y="2302345"/>
                </a:lnTo>
                <a:lnTo>
                  <a:pt x="1323137" y="2274999"/>
                </a:lnTo>
                <a:lnTo>
                  <a:pt x="1386135" y="2247652"/>
                </a:lnTo>
                <a:lnTo>
                  <a:pt x="1449143" y="2220306"/>
                </a:lnTo>
                <a:lnTo>
                  <a:pt x="1512151" y="2192960"/>
                </a:lnTo>
                <a:lnTo>
                  <a:pt x="1575159" y="2165604"/>
                </a:lnTo>
                <a:lnTo>
                  <a:pt x="1638167" y="2138258"/>
                </a:lnTo>
                <a:lnTo>
                  <a:pt x="1701175" y="2110911"/>
                </a:lnTo>
                <a:lnTo>
                  <a:pt x="1764173" y="2083565"/>
                </a:lnTo>
                <a:lnTo>
                  <a:pt x="1827181" y="2056219"/>
                </a:lnTo>
                <a:lnTo>
                  <a:pt x="1890189" y="2028873"/>
                </a:lnTo>
                <a:lnTo>
                  <a:pt x="1953197" y="2001517"/>
                </a:lnTo>
                <a:lnTo>
                  <a:pt x="2016204" y="1974171"/>
                </a:lnTo>
                <a:lnTo>
                  <a:pt x="2079212" y="1946824"/>
                </a:lnTo>
                <a:lnTo>
                  <a:pt x="2142211" y="1919478"/>
                </a:lnTo>
                <a:lnTo>
                  <a:pt x="2205218" y="1892132"/>
                </a:lnTo>
                <a:lnTo>
                  <a:pt x="2268226" y="1864776"/>
                </a:lnTo>
                <a:lnTo>
                  <a:pt x="2331234" y="1837430"/>
                </a:lnTo>
                <a:lnTo>
                  <a:pt x="2394242" y="1810083"/>
                </a:lnTo>
                <a:lnTo>
                  <a:pt x="2457250" y="1782737"/>
                </a:lnTo>
                <a:lnTo>
                  <a:pt x="2520248" y="1755391"/>
                </a:lnTo>
                <a:lnTo>
                  <a:pt x="2583256" y="1728035"/>
                </a:lnTo>
                <a:lnTo>
                  <a:pt x="2646264" y="1700689"/>
                </a:lnTo>
                <a:lnTo>
                  <a:pt x="2709272" y="1673342"/>
                </a:lnTo>
                <a:lnTo>
                  <a:pt x="2772280" y="1645996"/>
                </a:lnTo>
                <a:lnTo>
                  <a:pt x="2835288" y="1618650"/>
                </a:lnTo>
                <a:lnTo>
                  <a:pt x="2898286" y="1591304"/>
                </a:lnTo>
                <a:lnTo>
                  <a:pt x="2961294" y="1563948"/>
                </a:lnTo>
                <a:lnTo>
                  <a:pt x="3024302" y="1536602"/>
                </a:lnTo>
                <a:lnTo>
                  <a:pt x="3087310" y="1509255"/>
                </a:lnTo>
                <a:lnTo>
                  <a:pt x="3150318" y="1481909"/>
                </a:lnTo>
                <a:lnTo>
                  <a:pt x="3213325" y="1454563"/>
                </a:lnTo>
                <a:lnTo>
                  <a:pt x="3276324" y="1427216"/>
                </a:lnTo>
                <a:lnTo>
                  <a:pt x="3339332" y="1399861"/>
                </a:lnTo>
                <a:lnTo>
                  <a:pt x="3402340" y="1372514"/>
                </a:lnTo>
                <a:lnTo>
                  <a:pt x="3465347" y="1345168"/>
                </a:lnTo>
                <a:lnTo>
                  <a:pt x="3528355" y="1317822"/>
                </a:lnTo>
                <a:lnTo>
                  <a:pt x="3591363" y="1290476"/>
                </a:lnTo>
                <a:lnTo>
                  <a:pt x="3654362" y="1263120"/>
                </a:lnTo>
                <a:lnTo>
                  <a:pt x="3717369" y="1235774"/>
                </a:lnTo>
                <a:lnTo>
                  <a:pt x="3780377" y="1208427"/>
                </a:lnTo>
                <a:lnTo>
                  <a:pt x="3843385" y="1181081"/>
                </a:lnTo>
                <a:lnTo>
                  <a:pt x="3906393" y="1153735"/>
                </a:lnTo>
                <a:lnTo>
                  <a:pt x="3969401" y="1126388"/>
                </a:lnTo>
                <a:lnTo>
                  <a:pt x="4032399" y="1099033"/>
                </a:lnTo>
                <a:lnTo>
                  <a:pt x="4095407" y="1071686"/>
                </a:lnTo>
                <a:lnTo>
                  <a:pt x="4158415" y="1044340"/>
                </a:lnTo>
                <a:lnTo>
                  <a:pt x="4221423" y="1016994"/>
                </a:lnTo>
                <a:lnTo>
                  <a:pt x="4284431" y="989648"/>
                </a:lnTo>
                <a:lnTo>
                  <a:pt x="4347439" y="962292"/>
                </a:lnTo>
                <a:lnTo>
                  <a:pt x="4410437" y="934945"/>
                </a:lnTo>
                <a:lnTo>
                  <a:pt x="4473445" y="907599"/>
                </a:lnTo>
                <a:lnTo>
                  <a:pt x="4536453" y="880253"/>
                </a:lnTo>
                <a:lnTo>
                  <a:pt x="4599461" y="852907"/>
                </a:lnTo>
                <a:lnTo>
                  <a:pt x="4662468" y="825551"/>
                </a:lnTo>
                <a:lnTo>
                  <a:pt x="4725476" y="798205"/>
                </a:lnTo>
                <a:lnTo>
                  <a:pt x="4788475" y="770858"/>
                </a:lnTo>
                <a:lnTo>
                  <a:pt x="4851483" y="743512"/>
                </a:lnTo>
                <a:lnTo>
                  <a:pt x="4914490" y="716166"/>
                </a:lnTo>
                <a:lnTo>
                  <a:pt x="4977498" y="688819"/>
                </a:lnTo>
                <a:lnTo>
                  <a:pt x="5040506" y="661464"/>
                </a:lnTo>
                <a:lnTo>
                  <a:pt x="5103514" y="634117"/>
                </a:lnTo>
                <a:lnTo>
                  <a:pt x="5166512" y="606771"/>
                </a:lnTo>
                <a:lnTo>
                  <a:pt x="5229520" y="579425"/>
                </a:lnTo>
                <a:lnTo>
                  <a:pt x="5292528" y="552079"/>
                </a:lnTo>
                <a:lnTo>
                  <a:pt x="5355536" y="524723"/>
                </a:lnTo>
                <a:lnTo>
                  <a:pt x="5418544" y="497376"/>
                </a:lnTo>
                <a:lnTo>
                  <a:pt x="5481552" y="470030"/>
                </a:lnTo>
                <a:lnTo>
                  <a:pt x="5544550" y="442684"/>
                </a:lnTo>
                <a:lnTo>
                  <a:pt x="5607558" y="415338"/>
                </a:lnTo>
                <a:lnTo>
                  <a:pt x="5670566" y="387991"/>
                </a:lnTo>
                <a:lnTo>
                  <a:pt x="5733574" y="360636"/>
                </a:lnTo>
                <a:lnTo>
                  <a:pt x="5796582" y="333289"/>
                </a:lnTo>
                <a:lnTo>
                  <a:pt x="5859589" y="305943"/>
                </a:lnTo>
                <a:lnTo>
                  <a:pt x="5922597" y="278597"/>
                </a:lnTo>
                <a:lnTo>
                  <a:pt x="5985596" y="251250"/>
                </a:lnTo>
                <a:lnTo>
                  <a:pt x="6048604" y="223895"/>
                </a:lnTo>
                <a:lnTo>
                  <a:pt x="6111611" y="196548"/>
                </a:lnTo>
                <a:lnTo>
                  <a:pt x="6174619" y="169202"/>
                </a:lnTo>
                <a:lnTo>
                  <a:pt x="6237627" y="141856"/>
                </a:lnTo>
                <a:lnTo>
                  <a:pt x="6300626" y="114510"/>
                </a:lnTo>
                <a:lnTo>
                  <a:pt x="6363633" y="87163"/>
                </a:lnTo>
                <a:lnTo>
                  <a:pt x="6426641" y="59807"/>
                </a:lnTo>
                <a:lnTo>
                  <a:pt x="6489649" y="32461"/>
                </a:lnTo>
                <a:lnTo>
                  <a:pt x="6552657" y="5115"/>
                </a:lnTo>
                <a:lnTo>
                  <a:pt x="6620275" y="0"/>
                </a:lnTo>
                <a:lnTo>
                  <a:pt x="6688960" y="0"/>
                </a:lnTo>
                <a:lnTo>
                  <a:pt x="6757654" y="0"/>
                </a:lnTo>
                <a:lnTo>
                  <a:pt x="6826339" y="0"/>
                </a:lnTo>
                <a:lnTo>
                  <a:pt x="6895024" y="0"/>
                </a:lnTo>
                <a:lnTo>
                  <a:pt x="6963708" y="0"/>
                </a:lnTo>
                <a:lnTo>
                  <a:pt x="7032393" y="0"/>
                </a:lnTo>
                <a:lnTo>
                  <a:pt x="7101078" y="0"/>
                </a:lnTo>
                <a:lnTo>
                  <a:pt x="7169763" y="0"/>
                </a:lnTo>
                <a:lnTo>
                  <a:pt x="7238448" y="0"/>
                </a:lnTo>
                <a:lnTo>
                  <a:pt x="7307132" y="0"/>
                </a:lnTo>
                <a:lnTo>
                  <a:pt x="7375817" y="0"/>
                </a:lnTo>
                <a:lnTo>
                  <a:pt x="7444502" y="0"/>
                </a:lnTo>
                <a:lnTo>
                  <a:pt x="7441768" y="23822"/>
                </a:lnTo>
                <a:lnTo>
                  <a:pt x="7386828" y="65056"/>
                </a:lnTo>
                <a:lnTo>
                  <a:pt x="7331897" y="106289"/>
                </a:lnTo>
                <a:lnTo>
                  <a:pt x="7276967" y="147514"/>
                </a:lnTo>
                <a:lnTo>
                  <a:pt x="7222026" y="188747"/>
                </a:lnTo>
                <a:lnTo>
                  <a:pt x="7167096" y="229981"/>
                </a:lnTo>
                <a:lnTo>
                  <a:pt x="7112165" y="271205"/>
                </a:lnTo>
                <a:lnTo>
                  <a:pt x="7057234" y="312439"/>
                </a:lnTo>
                <a:lnTo>
                  <a:pt x="7002294" y="353673"/>
                </a:lnTo>
                <a:lnTo>
                  <a:pt x="6947364" y="394907"/>
                </a:lnTo>
                <a:lnTo>
                  <a:pt x="6892433" y="436131"/>
                </a:lnTo>
                <a:lnTo>
                  <a:pt x="6837493" y="477364"/>
                </a:lnTo>
                <a:lnTo>
                  <a:pt x="6782562" y="518598"/>
                </a:lnTo>
                <a:lnTo>
                  <a:pt x="6727631" y="559822"/>
                </a:lnTo>
                <a:lnTo>
                  <a:pt x="6672691" y="601056"/>
                </a:lnTo>
                <a:lnTo>
                  <a:pt x="6617760" y="642290"/>
                </a:lnTo>
                <a:lnTo>
                  <a:pt x="6562830" y="683524"/>
                </a:lnTo>
                <a:lnTo>
                  <a:pt x="6507890" y="724748"/>
                </a:lnTo>
                <a:lnTo>
                  <a:pt x="6452959" y="765981"/>
                </a:lnTo>
                <a:lnTo>
                  <a:pt x="6398028" y="807215"/>
                </a:lnTo>
                <a:lnTo>
                  <a:pt x="6343088" y="848439"/>
                </a:lnTo>
                <a:lnTo>
                  <a:pt x="6288157" y="889673"/>
                </a:lnTo>
                <a:lnTo>
                  <a:pt x="6233227" y="930907"/>
                </a:lnTo>
                <a:lnTo>
                  <a:pt x="6178296" y="972141"/>
                </a:lnTo>
                <a:lnTo>
                  <a:pt x="6123356" y="1013365"/>
                </a:lnTo>
                <a:lnTo>
                  <a:pt x="6068425" y="1054598"/>
                </a:lnTo>
                <a:lnTo>
                  <a:pt x="6013494" y="1095832"/>
                </a:lnTo>
                <a:lnTo>
                  <a:pt x="5958554" y="1137066"/>
                </a:lnTo>
                <a:lnTo>
                  <a:pt x="5903624" y="1178290"/>
                </a:lnTo>
                <a:lnTo>
                  <a:pt x="5848693" y="1219524"/>
                </a:lnTo>
                <a:lnTo>
                  <a:pt x="5793753" y="1260758"/>
                </a:lnTo>
                <a:lnTo>
                  <a:pt x="5738822" y="1301982"/>
                </a:lnTo>
                <a:lnTo>
                  <a:pt x="5683891" y="1343216"/>
                </a:lnTo>
                <a:lnTo>
                  <a:pt x="5628951" y="1384449"/>
                </a:lnTo>
                <a:lnTo>
                  <a:pt x="5574020" y="1425683"/>
                </a:lnTo>
                <a:lnTo>
                  <a:pt x="5519090" y="1466907"/>
                </a:lnTo>
                <a:lnTo>
                  <a:pt x="5464150" y="1508141"/>
                </a:lnTo>
                <a:lnTo>
                  <a:pt x="5409219" y="1549375"/>
                </a:lnTo>
                <a:lnTo>
                  <a:pt x="5354288" y="1590599"/>
                </a:lnTo>
                <a:lnTo>
                  <a:pt x="5299358" y="1631833"/>
                </a:lnTo>
                <a:lnTo>
                  <a:pt x="5244417" y="1673066"/>
                </a:lnTo>
                <a:lnTo>
                  <a:pt x="5189487" y="1714300"/>
                </a:lnTo>
                <a:lnTo>
                  <a:pt x="5134556" y="1755524"/>
                </a:lnTo>
                <a:lnTo>
                  <a:pt x="5079616" y="1796758"/>
                </a:lnTo>
                <a:lnTo>
                  <a:pt x="5024685" y="1837992"/>
                </a:lnTo>
                <a:lnTo>
                  <a:pt x="4969754" y="1879225"/>
                </a:lnTo>
                <a:lnTo>
                  <a:pt x="4914814" y="1920450"/>
                </a:lnTo>
                <a:lnTo>
                  <a:pt x="4859884" y="1961683"/>
                </a:lnTo>
                <a:lnTo>
                  <a:pt x="4804953" y="2002917"/>
                </a:lnTo>
                <a:lnTo>
                  <a:pt x="4750013" y="2044141"/>
                </a:lnTo>
                <a:lnTo>
                  <a:pt x="4695082" y="2085375"/>
                </a:lnTo>
                <a:lnTo>
                  <a:pt x="4640151" y="2126609"/>
                </a:lnTo>
                <a:lnTo>
                  <a:pt x="4585211" y="2167842"/>
                </a:lnTo>
                <a:lnTo>
                  <a:pt x="4530281" y="2209067"/>
                </a:lnTo>
                <a:lnTo>
                  <a:pt x="4475350" y="2250300"/>
                </a:lnTo>
                <a:lnTo>
                  <a:pt x="4420410" y="2291534"/>
                </a:lnTo>
                <a:lnTo>
                  <a:pt x="4365479" y="2332758"/>
                </a:lnTo>
                <a:lnTo>
                  <a:pt x="4310548" y="2373992"/>
                </a:lnTo>
                <a:lnTo>
                  <a:pt x="4255618" y="2415226"/>
                </a:lnTo>
                <a:lnTo>
                  <a:pt x="4200677" y="2456459"/>
                </a:lnTo>
                <a:lnTo>
                  <a:pt x="4145747" y="2497684"/>
                </a:lnTo>
                <a:lnTo>
                  <a:pt x="4090816" y="2538917"/>
                </a:lnTo>
                <a:lnTo>
                  <a:pt x="4035876" y="2580151"/>
                </a:lnTo>
                <a:lnTo>
                  <a:pt x="3980945" y="2621375"/>
                </a:lnTo>
                <a:lnTo>
                  <a:pt x="3926015" y="2662609"/>
                </a:lnTo>
                <a:lnTo>
                  <a:pt x="3871074" y="2703843"/>
                </a:lnTo>
                <a:lnTo>
                  <a:pt x="3816144" y="2745076"/>
                </a:lnTo>
                <a:lnTo>
                  <a:pt x="3761213" y="2786301"/>
                </a:lnTo>
                <a:lnTo>
                  <a:pt x="3706273" y="2827534"/>
                </a:lnTo>
                <a:lnTo>
                  <a:pt x="3640312" y="2835888"/>
                </a:lnTo>
                <a:lnTo>
                  <a:pt x="3571627" y="2836145"/>
                </a:lnTo>
                <a:lnTo>
                  <a:pt x="3502943" y="2836402"/>
                </a:lnTo>
                <a:lnTo>
                  <a:pt x="3434258" y="2836650"/>
                </a:lnTo>
                <a:lnTo>
                  <a:pt x="3365573" y="2836907"/>
                </a:lnTo>
                <a:lnTo>
                  <a:pt x="3296888" y="2837155"/>
                </a:lnTo>
                <a:lnTo>
                  <a:pt x="3228203" y="2837412"/>
                </a:lnTo>
                <a:lnTo>
                  <a:pt x="3159519" y="2837659"/>
                </a:lnTo>
                <a:lnTo>
                  <a:pt x="3090834" y="2837917"/>
                </a:lnTo>
                <a:lnTo>
                  <a:pt x="3022149" y="2838174"/>
                </a:lnTo>
                <a:lnTo>
                  <a:pt x="2953464" y="2838421"/>
                </a:lnTo>
                <a:lnTo>
                  <a:pt x="2884770" y="2838679"/>
                </a:lnTo>
                <a:lnTo>
                  <a:pt x="2816085" y="2838926"/>
                </a:lnTo>
                <a:lnTo>
                  <a:pt x="2747401" y="2839183"/>
                </a:lnTo>
                <a:lnTo>
                  <a:pt x="2678716" y="2839431"/>
                </a:lnTo>
                <a:lnTo>
                  <a:pt x="2610031" y="2839688"/>
                </a:lnTo>
                <a:lnTo>
                  <a:pt x="2541346" y="2839945"/>
                </a:lnTo>
                <a:lnTo>
                  <a:pt x="2472661" y="2840193"/>
                </a:lnTo>
                <a:lnTo>
                  <a:pt x="2403977" y="2840450"/>
                </a:lnTo>
                <a:lnTo>
                  <a:pt x="2335292" y="2840698"/>
                </a:lnTo>
                <a:lnTo>
                  <a:pt x="2266607" y="2840955"/>
                </a:lnTo>
                <a:lnTo>
                  <a:pt x="2197922" y="2841203"/>
                </a:lnTo>
                <a:lnTo>
                  <a:pt x="2129238" y="2841460"/>
                </a:lnTo>
                <a:lnTo>
                  <a:pt x="2060553" y="2841717"/>
                </a:lnTo>
                <a:lnTo>
                  <a:pt x="1991868" y="2841965"/>
                </a:lnTo>
                <a:lnTo>
                  <a:pt x="1923183" y="2842222"/>
                </a:lnTo>
                <a:lnTo>
                  <a:pt x="1854498" y="2842470"/>
                </a:lnTo>
                <a:lnTo>
                  <a:pt x="1785814" y="2842727"/>
                </a:lnTo>
                <a:lnTo>
                  <a:pt x="1717129" y="2842984"/>
                </a:lnTo>
                <a:lnTo>
                  <a:pt x="1648444" y="2843232"/>
                </a:lnTo>
                <a:lnTo>
                  <a:pt x="1579759" y="2843489"/>
                </a:lnTo>
                <a:lnTo>
                  <a:pt x="1511075" y="2843736"/>
                </a:lnTo>
                <a:lnTo>
                  <a:pt x="1442390" y="2843994"/>
                </a:lnTo>
                <a:lnTo>
                  <a:pt x="1373705" y="2844241"/>
                </a:lnTo>
                <a:lnTo>
                  <a:pt x="1305020" y="2844498"/>
                </a:lnTo>
                <a:lnTo>
                  <a:pt x="1236335" y="2844756"/>
                </a:lnTo>
                <a:lnTo>
                  <a:pt x="1167651" y="2845003"/>
                </a:lnTo>
                <a:lnTo>
                  <a:pt x="1098966" y="2845260"/>
                </a:lnTo>
                <a:lnTo>
                  <a:pt x="1030272" y="2845508"/>
                </a:lnTo>
                <a:lnTo>
                  <a:pt x="961587" y="2845765"/>
                </a:lnTo>
                <a:lnTo>
                  <a:pt x="892902" y="2846013"/>
                </a:lnTo>
                <a:lnTo>
                  <a:pt x="824217" y="2846270"/>
                </a:lnTo>
                <a:lnTo>
                  <a:pt x="755533" y="2846527"/>
                </a:lnTo>
                <a:lnTo>
                  <a:pt x="686848" y="2846775"/>
                </a:lnTo>
                <a:lnTo>
                  <a:pt x="618163" y="2847032"/>
                </a:lnTo>
                <a:lnTo>
                  <a:pt x="549478" y="2847280"/>
                </a:lnTo>
                <a:lnTo>
                  <a:pt x="480793" y="2847537"/>
                </a:lnTo>
                <a:lnTo>
                  <a:pt x="412109" y="2847794"/>
                </a:lnTo>
                <a:lnTo>
                  <a:pt x="343424" y="2848042"/>
                </a:lnTo>
                <a:lnTo>
                  <a:pt x="274739" y="2848299"/>
                </a:lnTo>
                <a:lnTo>
                  <a:pt x="206054" y="2848547"/>
                </a:lnTo>
                <a:lnTo>
                  <a:pt x="137370" y="2848804"/>
                </a:lnTo>
                <a:lnTo>
                  <a:pt x="68685" y="2849051"/>
                </a:lnTo>
                <a:lnTo>
                  <a:pt x="0" y="2849309"/>
                </a:lnTo>
              </a:path>
            </a:pathLst>
          </a:custGeom>
          <a:gradFill xmlns:a="http://schemas.openxmlformats.org/drawingml/2006/main">
            <a:gsLst>
              <a:gs pos="0">
                <a:srgbClr val="C8D9EC"/>
              </a:gs>
              <a:gs pos="38">
                <a:srgbClr val="8FB2D8"/>
              </a:gs>
              <a:gs pos="100">
                <a:srgbClr val="5B8CC8"/>
              </a:gs>
            </a:gsLst>
            <a:lin ang="27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" name="perspective-arrow-head">
            <a:extLst xmlns:a="http://schemas.openxmlformats.org/drawingml/2006/main">
              <a:ext uri="{FF2B5EF4-FFF2-40B4-BE49-F238E27FC236}">
                <a16:creationId xmlns:a16="http://schemas.microsoft.com/office/drawing/2014/main" id="{66BCE7AD-B288-4A20-A807-649234E6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0732" y="1628966"/>
            <a:ext cx="1960559" cy="1763840"/>
          </a:xfrm>
          <a:custGeom xmlns:a="http://schemas.openxmlformats.org/drawingml/2006/main">
            <a:pathLst>
              <a:path w="1960559" h="1763840">
                <a:moveTo>
                  <a:pt x="1704546" y="0"/>
                </a:moveTo>
                <a:lnTo>
                  <a:pt x="1682467" y="12392"/>
                </a:lnTo>
                <a:lnTo>
                  <a:pt x="1660388" y="24794"/>
                </a:lnTo>
                <a:lnTo>
                  <a:pt x="1638310" y="37186"/>
                </a:lnTo>
                <a:lnTo>
                  <a:pt x="1616231" y="49578"/>
                </a:lnTo>
                <a:lnTo>
                  <a:pt x="1594152" y="61979"/>
                </a:lnTo>
                <a:lnTo>
                  <a:pt x="1572063" y="74371"/>
                </a:lnTo>
                <a:lnTo>
                  <a:pt x="1549984" y="86763"/>
                </a:lnTo>
                <a:lnTo>
                  <a:pt x="1527905" y="99165"/>
                </a:lnTo>
                <a:lnTo>
                  <a:pt x="1505826" y="111557"/>
                </a:lnTo>
                <a:lnTo>
                  <a:pt x="1483747" y="123949"/>
                </a:lnTo>
                <a:lnTo>
                  <a:pt x="1461668" y="136341"/>
                </a:lnTo>
                <a:lnTo>
                  <a:pt x="1439589" y="148742"/>
                </a:lnTo>
                <a:lnTo>
                  <a:pt x="1417501" y="161134"/>
                </a:lnTo>
                <a:lnTo>
                  <a:pt x="1395422" y="173526"/>
                </a:lnTo>
                <a:lnTo>
                  <a:pt x="1373343" y="185928"/>
                </a:lnTo>
                <a:lnTo>
                  <a:pt x="1351264" y="198320"/>
                </a:lnTo>
                <a:lnTo>
                  <a:pt x="1329185" y="210712"/>
                </a:lnTo>
                <a:lnTo>
                  <a:pt x="1307106" y="223114"/>
                </a:lnTo>
                <a:lnTo>
                  <a:pt x="1285027" y="235506"/>
                </a:lnTo>
                <a:lnTo>
                  <a:pt x="1262948" y="247898"/>
                </a:lnTo>
                <a:lnTo>
                  <a:pt x="1240860" y="260299"/>
                </a:lnTo>
                <a:lnTo>
                  <a:pt x="1218781" y="272691"/>
                </a:lnTo>
                <a:lnTo>
                  <a:pt x="1196702" y="285083"/>
                </a:lnTo>
                <a:lnTo>
                  <a:pt x="1174623" y="297485"/>
                </a:lnTo>
                <a:lnTo>
                  <a:pt x="1152544" y="309877"/>
                </a:lnTo>
                <a:lnTo>
                  <a:pt x="1130465" y="322269"/>
                </a:lnTo>
                <a:lnTo>
                  <a:pt x="1108386" y="334661"/>
                </a:lnTo>
                <a:lnTo>
                  <a:pt x="1086298" y="347062"/>
                </a:lnTo>
                <a:lnTo>
                  <a:pt x="1064219" y="359454"/>
                </a:lnTo>
                <a:lnTo>
                  <a:pt x="1042140" y="371846"/>
                </a:lnTo>
                <a:lnTo>
                  <a:pt x="1049931" y="377257"/>
                </a:lnTo>
                <a:lnTo>
                  <a:pt x="1075220" y="378571"/>
                </a:lnTo>
                <a:lnTo>
                  <a:pt x="1100509" y="379886"/>
                </a:lnTo>
                <a:lnTo>
                  <a:pt x="1125798" y="381200"/>
                </a:lnTo>
                <a:lnTo>
                  <a:pt x="1151087" y="382514"/>
                </a:lnTo>
                <a:lnTo>
                  <a:pt x="1176376" y="383829"/>
                </a:lnTo>
                <a:lnTo>
                  <a:pt x="1201655" y="385143"/>
                </a:lnTo>
                <a:lnTo>
                  <a:pt x="1226944" y="386458"/>
                </a:lnTo>
                <a:lnTo>
                  <a:pt x="1252233" y="387782"/>
                </a:lnTo>
                <a:lnTo>
                  <a:pt x="1243860" y="402869"/>
                </a:lnTo>
                <a:lnTo>
                  <a:pt x="1226763" y="421548"/>
                </a:lnTo>
                <a:lnTo>
                  <a:pt x="1209656" y="440217"/>
                </a:lnTo>
                <a:lnTo>
                  <a:pt x="1192559" y="458886"/>
                </a:lnTo>
                <a:lnTo>
                  <a:pt x="1175452" y="477555"/>
                </a:lnTo>
                <a:lnTo>
                  <a:pt x="1158345" y="496233"/>
                </a:lnTo>
                <a:lnTo>
                  <a:pt x="1141238" y="514902"/>
                </a:lnTo>
                <a:lnTo>
                  <a:pt x="1124141" y="533571"/>
                </a:lnTo>
                <a:lnTo>
                  <a:pt x="1107034" y="552250"/>
                </a:lnTo>
                <a:lnTo>
                  <a:pt x="1089936" y="570919"/>
                </a:lnTo>
                <a:lnTo>
                  <a:pt x="1072829" y="589588"/>
                </a:lnTo>
                <a:lnTo>
                  <a:pt x="1055722" y="608267"/>
                </a:lnTo>
                <a:lnTo>
                  <a:pt x="1038625" y="626935"/>
                </a:lnTo>
                <a:lnTo>
                  <a:pt x="1021518" y="645605"/>
                </a:lnTo>
                <a:lnTo>
                  <a:pt x="1004411" y="664274"/>
                </a:lnTo>
                <a:lnTo>
                  <a:pt x="987314" y="682952"/>
                </a:lnTo>
                <a:lnTo>
                  <a:pt x="970207" y="701621"/>
                </a:lnTo>
                <a:lnTo>
                  <a:pt x="953100" y="720290"/>
                </a:lnTo>
                <a:lnTo>
                  <a:pt x="936003" y="738969"/>
                </a:lnTo>
                <a:lnTo>
                  <a:pt x="918896" y="757638"/>
                </a:lnTo>
                <a:lnTo>
                  <a:pt x="901789" y="776307"/>
                </a:lnTo>
                <a:lnTo>
                  <a:pt x="884692" y="794976"/>
                </a:lnTo>
                <a:lnTo>
                  <a:pt x="867585" y="813654"/>
                </a:lnTo>
                <a:lnTo>
                  <a:pt x="850478" y="832323"/>
                </a:lnTo>
                <a:lnTo>
                  <a:pt x="833380" y="850992"/>
                </a:lnTo>
                <a:lnTo>
                  <a:pt x="816273" y="869671"/>
                </a:lnTo>
                <a:lnTo>
                  <a:pt x="799167" y="888340"/>
                </a:lnTo>
                <a:lnTo>
                  <a:pt x="782069" y="907009"/>
                </a:lnTo>
                <a:lnTo>
                  <a:pt x="764962" y="925678"/>
                </a:lnTo>
                <a:lnTo>
                  <a:pt x="747855" y="944356"/>
                </a:lnTo>
                <a:lnTo>
                  <a:pt x="730758" y="963025"/>
                </a:lnTo>
                <a:lnTo>
                  <a:pt x="713651" y="981694"/>
                </a:lnTo>
                <a:lnTo>
                  <a:pt x="696544" y="1000373"/>
                </a:lnTo>
                <a:lnTo>
                  <a:pt x="679447" y="1019042"/>
                </a:lnTo>
                <a:lnTo>
                  <a:pt x="662340" y="1037711"/>
                </a:lnTo>
                <a:lnTo>
                  <a:pt x="645233" y="1056380"/>
                </a:lnTo>
                <a:lnTo>
                  <a:pt x="628136" y="1075058"/>
                </a:lnTo>
                <a:lnTo>
                  <a:pt x="611029" y="1093727"/>
                </a:lnTo>
                <a:lnTo>
                  <a:pt x="593922" y="1112396"/>
                </a:lnTo>
                <a:lnTo>
                  <a:pt x="576824" y="1131075"/>
                </a:lnTo>
                <a:lnTo>
                  <a:pt x="559718" y="1149744"/>
                </a:lnTo>
                <a:lnTo>
                  <a:pt x="542611" y="1168413"/>
                </a:lnTo>
                <a:lnTo>
                  <a:pt x="525513" y="1187082"/>
                </a:lnTo>
                <a:lnTo>
                  <a:pt x="508406" y="1205760"/>
                </a:lnTo>
                <a:lnTo>
                  <a:pt x="491300" y="1224429"/>
                </a:lnTo>
                <a:lnTo>
                  <a:pt x="474202" y="1243098"/>
                </a:lnTo>
                <a:lnTo>
                  <a:pt x="457095" y="1261777"/>
                </a:lnTo>
                <a:lnTo>
                  <a:pt x="439988" y="1280446"/>
                </a:lnTo>
                <a:lnTo>
                  <a:pt x="422891" y="1299115"/>
                </a:lnTo>
                <a:lnTo>
                  <a:pt x="405784" y="1317784"/>
                </a:lnTo>
                <a:lnTo>
                  <a:pt x="388677" y="1336462"/>
                </a:lnTo>
                <a:lnTo>
                  <a:pt x="371580" y="1355131"/>
                </a:lnTo>
                <a:lnTo>
                  <a:pt x="354473" y="1373800"/>
                </a:lnTo>
                <a:lnTo>
                  <a:pt x="337366" y="1392479"/>
                </a:lnTo>
                <a:lnTo>
                  <a:pt x="320269" y="1411148"/>
                </a:lnTo>
                <a:lnTo>
                  <a:pt x="303162" y="1429817"/>
                </a:lnTo>
                <a:lnTo>
                  <a:pt x="286055" y="1448486"/>
                </a:lnTo>
                <a:lnTo>
                  <a:pt x="268957" y="1467164"/>
                </a:lnTo>
                <a:lnTo>
                  <a:pt x="251851" y="1485833"/>
                </a:lnTo>
                <a:lnTo>
                  <a:pt x="234744" y="1504502"/>
                </a:lnTo>
                <a:lnTo>
                  <a:pt x="217646" y="1523181"/>
                </a:lnTo>
                <a:lnTo>
                  <a:pt x="200539" y="1541850"/>
                </a:lnTo>
                <a:lnTo>
                  <a:pt x="183432" y="1560519"/>
                </a:lnTo>
                <a:lnTo>
                  <a:pt x="166335" y="1579197"/>
                </a:lnTo>
                <a:lnTo>
                  <a:pt x="149228" y="1597866"/>
                </a:lnTo>
                <a:lnTo>
                  <a:pt x="132121" y="1616535"/>
                </a:lnTo>
                <a:lnTo>
                  <a:pt x="115024" y="1635204"/>
                </a:lnTo>
                <a:lnTo>
                  <a:pt x="97917" y="1653883"/>
                </a:lnTo>
                <a:lnTo>
                  <a:pt x="80810" y="1672552"/>
                </a:lnTo>
                <a:lnTo>
                  <a:pt x="63713" y="1691221"/>
                </a:lnTo>
                <a:lnTo>
                  <a:pt x="46606" y="1709899"/>
                </a:lnTo>
                <a:lnTo>
                  <a:pt x="29499" y="1728568"/>
                </a:lnTo>
                <a:lnTo>
                  <a:pt x="12402" y="1747237"/>
                </a:lnTo>
                <a:lnTo>
                  <a:pt x="0" y="1763840"/>
                </a:lnTo>
                <a:lnTo>
                  <a:pt x="25317" y="1763840"/>
                </a:lnTo>
                <a:lnTo>
                  <a:pt x="50644" y="1763840"/>
                </a:lnTo>
                <a:lnTo>
                  <a:pt x="75962" y="1763840"/>
                </a:lnTo>
                <a:lnTo>
                  <a:pt x="101289" y="1763840"/>
                </a:lnTo>
                <a:lnTo>
                  <a:pt x="126606" y="1763840"/>
                </a:lnTo>
                <a:lnTo>
                  <a:pt x="151924" y="1763840"/>
                </a:lnTo>
                <a:lnTo>
                  <a:pt x="177251" y="1763840"/>
                </a:lnTo>
                <a:lnTo>
                  <a:pt x="202568" y="1763840"/>
                </a:lnTo>
                <a:lnTo>
                  <a:pt x="227895" y="1763840"/>
                </a:lnTo>
                <a:lnTo>
                  <a:pt x="253213" y="1763840"/>
                </a:lnTo>
                <a:lnTo>
                  <a:pt x="278530" y="1763840"/>
                </a:lnTo>
                <a:lnTo>
                  <a:pt x="303857" y="1763840"/>
                </a:lnTo>
                <a:lnTo>
                  <a:pt x="329174" y="1763840"/>
                </a:lnTo>
                <a:lnTo>
                  <a:pt x="354501" y="1763840"/>
                </a:lnTo>
                <a:lnTo>
                  <a:pt x="379819" y="1763840"/>
                </a:lnTo>
                <a:lnTo>
                  <a:pt x="405146" y="1763840"/>
                </a:lnTo>
                <a:lnTo>
                  <a:pt x="430463" y="1763840"/>
                </a:lnTo>
                <a:lnTo>
                  <a:pt x="455781" y="1763840"/>
                </a:lnTo>
                <a:lnTo>
                  <a:pt x="481108" y="1763840"/>
                </a:lnTo>
                <a:lnTo>
                  <a:pt x="506425" y="1763840"/>
                </a:lnTo>
                <a:lnTo>
                  <a:pt x="531752" y="1763840"/>
                </a:lnTo>
                <a:lnTo>
                  <a:pt x="557070" y="1763840"/>
                </a:lnTo>
                <a:lnTo>
                  <a:pt x="582387" y="1763840"/>
                </a:lnTo>
                <a:lnTo>
                  <a:pt x="607714" y="1763840"/>
                </a:lnTo>
                <a:lnTo>
                  <a:pt x="633031" y="1763840"/>
                </a:lnTo>
                <a:lnTo>
                  <a:pt x="658358" y="1763840"/>
                </a:lnTo>
                <a:lnTo>
                  <a:pt x="683676" y="1763840"/>
                </a:lnTo>
                <a:lnTo>
                  <a:pt x="708993" y="1763840"/>
                </a:lnTo>
                <a:lnTo>
                  <a:pt x="734320" y="1763840"/>
                </a:lnTo>
                <a:lnTo>
                  <a:pt x="759638" y="1763840"/>
                </a:lnTo>
                <a:lnTo>
                  <a:pt x="784965" y="1763840"/>
                </a:lnTo>
                <a:lnTo>
                  <a:pt x="810282" y="1763840"/>
                </a:lnTo>
                <a:lnTo>
                  <a:pt x="835600" y="1763840"/>
                </a:lnTo>
                <a:lnTo>
                  <a:pt x="860927" y="1763840"/>
                </a:lnTo>
                <a:lnTo>
                  <a:pt x="886244" y="1763840"/>
                </a:lnTo>
                <a:lnTo>
                  <a:pt x="908990" y="1759287"/>
                </a:lnTo>
                <a:lnTo>
                  <a:pt x="922001" y="1737560"/>
                </a:lnTo>
                <a:lnTo>
                  <a:pt x="935012" y="1715843"/>
                </a:lnTo>
                <a:lnTo>
                  <a:pt x="948023" y="1694117"/>
                </a:lnTo>
                <a:lnTo>
                  <a:pt x="961044" y="1672400"/>
                </a:lnTo>
                <a:lnTo>
                  <a:pt x="974055" y="1650673"/>
                </a:lnTo>
                <a:lnTo>
                  <a:pt x="987066" y="1628956"/>
                </a:lnTo>
                <a:lnTo>
                  <a:pt x="1000077" y="1607229"/>
                </a:lnTo>
                <a:lnTo>
                  <a:pt x="1013089" y="1585512"/>
                </a:lnTo>
                <a:lnTo>
                  <a:pt x="1026109" y="1563786"/>
                </a:lnTo>
                <a:lnTo>
                  <a:pt x="1039120" y="1542069"/>
                </a:lnTo>
                <a:lnTo>
                  <a:pt x="1052132" y="1520342"/>
                </a:lnTo>
                <a:lnTo>
                  <a:pt x="1065143" y="1498625"/>
                </a:lnTo>
                <a:lnTo>
                  <a:pt x="1078154" y="1476899"/>
                </a:lnTo>
                <a:lnTo>
                  <a:pt x="1091174" y="1455182"/>
                </a:lnTo>
                <a:lnTo>
                  <a:pt x="1104186" y="1433455"/>
                </a:lnTo>
                <a:lnTo>
                  <a:pt x="1117197" y="1411738"/>
                </a:lnTo>
                <a:lnTo>
                  <a:pt x="1130208" y="1390012"/>
                </a:lnTo>
                <a:lnTo>
                  <a:pt x="1143219" y="1368295"/>
                </a:lnTo>
                <a:lnTo>
                  <a:pt x="1156240" y="1346568"/>
                </a:lnTo>
                <a:lnTo>
                  <a:pt x="1169251" y="1324851"/>
                </a:lnTo>
                <a:lnTo>
                  <a:pt x="1182262" y="1303125"/>
                </a:lnTo>
                <a:lnTo>
                  <a:pt x="1195273" y="1281408"/>
                </a:lnTo>
                <a:lnTo>
                  <a:pt x="1208284" y="1259681"/>
                </a:lnTo>
                <a:lnTo>
                  <a:pt x="1221305" y="1237964"/>
                </a:lnTo>
                <a:lnTo>
                  <a:pt x="1234316" y="1216238"/>
                </a:lnTo>
                <a:lnTo>
                  <a:pt x="1247327" y="1194521"/>
                </a:lnTo>
                <a:lnTo>
                  <a:pt x="1260338" y="1172794"/>
                </a:lnTo>
                <a:lnTo>
                  <a:pt x="1273350" y="1151077"/>
                </a:lnTo>
                <a:lnTo>
                  <a:pt x="1286370" y="1129351"/>
                </a:lnTo>
                <a:lnTo>
                  <a:pt x="1299381" y="1107634"/>
                </a:lnTo>
                <a:lnTo>
                  <a:pt x="1312393" y="1085907"/>
                </a:lnTo>
                <a:lnTo>
                  <a:pt x="1325404" y="1064190"/>
                </a:lnTo>
                <a:lnTo>
                  <a:pt x="1338415" y="1042473"/>
                </a:lnTo>
                <a:lnTo>
                  <a:pt x="1351436" y="1020747"/>
                </a:lnTo>
                <a:lnTo>
                  <a:pt x="1364447" y="999030"/>
                </a:lnTo>
                <a:lnTo>
                  <a:pt x="1377458" y="977303"/>
                </a:lnTo>
                <a:lnTo>
                  <a:pt x="1390469" y="955586"/>
                </a:lnTo>
                <a:lnTo>
                  <a:pt x="1403480" y="933860"/>
                </a:lnTo>
                <a:lnTo>
                  <a:pt x="1416501" y="912143"/>
                </a:lnTo>
                <a:lnTo>
                  <a:pt x="1429512" y="890416"/>
                </a:lnTo>
                <a:lnTo>
                  <a:pt x="1442523" y="868699"/>
                </a:lnTo>
                <a:lnTo>
                  <a:pt x="1455534" y="846973"/>
                </a:lnTo>
                <a:lnTo>
                  <a:pt x="1468555" y="825256"/>
                </a:lnTo>
                <a:lnTo>
                  <a:pt x="1481566" y="803529"/>
                </a:lnTo>
                <a:lnTo>
                  <a:pt x="1494577" y="781812"/>
                </a:lnTo>
                <a:lnTo>
                  <a:pt x="1507588" y="760085"/>
                </a:lnTo>
                <a:lnTo>
                  <a:pt x="1520600" y="738368"/>
                </a:lnTo>
                <a:lnTo>
                  <a:pt x="1533620" y="716642"/>
                </a:lnTo>
                <a:lnTo>
                  <a:pt x="1546631" y="694925"/>
                </a:lnTo>
                <a:lnTo>
                  <a:pt x="1559643" y="673198"/>
                </a:lnTo>
                <a:lnTo>
                  <a:pt x="1572654" y="651481"/>
                </a:lnTo>
                <a:lnTo>
                  <a:pt x="1585665" y="629755"/>
                </a:lnTo>
                <a:lnTo>
                  <a:pt x="1598686" y="608038"/>
                </a:lnTo>
                <a:lnTo>
                  <a:pt x="1611697" y="586311"/>
                </a:lnTo>
                <a:lnTo>
                  <a:pt x="1624708" y="564594"/>
                </a:lnTo>
                <a:lnTo>
                  <a:pt x="1637719" y="542868"/>
                </a:lnTo>
                <a:lnTo>
                  <a:pt x="1650730" y="521151"/>
                </a:lnTo>
                <a:lnTo>
                  <a:pt x="1663751" y="499424"/>
                </a:lnTo>
                <a:lnTo>
                  <a:pt x="1676762" y="477707"/>
                </a:lnTo>
                <a:lnTo>
                  <a:pt x="1689773" y="455981"/>
                </a:lnTo>
                <a:lnTo>
                  <a:pt x="1702784" y="434264"/>
                </a:lnTo>
                <a:lnTo>
                  <a:pt x="1715795" y="412537"/>
                </a:lnTo>
                <a:lnTo>
                  <a:pt x="1740684" y="411766"/>
                </a:lnTo>
                <a:lnTo>
                  <a:pt x="1766002" y="411766"/>
                </a:lnTo>
                <a:lnTo>
                  <a:pt x="1791329" y="411766"/>
                </a:lnTo>
                <a:lnTo>
                  <a:pt x="1816646" y="411766"/>
                </a:lnTo>
                <a:lnTo>
                  <a:pt x="1841964" y="411766"/>
                </a:lnTo>
                <a:lnTo>
                  <a:pt x="1867291" y="411766"/>
                </a:lnTo>
                <a:lnTo>
                  <a:pt x="1892608" y="411766"/>
                </a:lnTo>
                <a:lnTo>
                  <a:pt x="1917935" y="411766"/>
                </a:lnTo>
                <a:lnTo>
                  <a:pt x="1943252" y="411766"/>
                </a:lnTo>
                <a:lnTo>
                  <a:pt x="1960559" y="407337"/>
                </a:lnTo>
                <a:lnTo>
                  <a:pt x="1947081" y="385896"/>
                </a:lnTo>
                <a:lnTo>
                  <a:pt x="1933604" y="364455"/>
                </a:lnTo>
                <a:lnTo>
                  <a:pt x="1920135" y="343024"/>
                </a:lnTo>
                <a:lnTo>
                  <a:pt x="1906657" y="321583"/>
                </a:lnTo>
                <a:lnTo>
                  <a:pt x="1893189" y="300142"/>
                </a:lnTo>
                <a:lnTo>
                  <a:pt x="1879711" y="278702"/>
                </a:lnTo>
                <a:lnTo>
                  <a:pt x="1866233" y="257261"/>
                </a:lnTo>
                <a:lnTo>
                  <a:pt x="1852765" y="235829"/>
                </a:lnTo>
                <a:lnTo>
                  <a:pt x="1839287" y="214389"/>
                </a:lnTo>
                <a:lnTo>
                  <a:pt x="1825819" y="192948"/>
                </a:lnTo>
                <a:lnTo>
                  <a:pt x="1812341" y="171507"/>
                </a:lnTo>
                <a:lnTo>
                  <a:pt x="1798863" y="150066"/>
                </a:lnTo>
                <a:lnTo>
                  <a:pt x="1785395" y="128635"/>
                </a:lnTo>
                <a:lnTo>
                  <a:pt x="1771917" y="107194"/>
                </a:lnTo>
                <a:lnTo>
                  <a:pt x="1758448" y="85754"/>
                </a:lnTo>
                <a:lnTo>
                  <a:pt x="1744970" y="64313"/>
                </a:lnTo>
                <a:lnTo>
                  <a:pt x="1731493" y="42882"/>
                </a:lnTo>
                <a:lnTo>
                  <a:pt x="1718024" y="21441"/>
                </a:lnTo>
                <a:lnTo>
                  <a:pt x="1704546" y="0"/>
                </a:lnTo>
              </a:path>
            </a:pathLst>
          </a:custGeom>
          <a:gradFill xmlns:a="http://schemas.openxmlformats.org/drawingml/2006/main">
            <a:gsLst>
              <a:gs pos="0">
                <a:srgbClr val="4266B0"/>
              </a:gs>
              <a:gs pos="100">
                <a:srgbClr val="364583"/>
              </a:gs>
            </a:gsLst>
            <a:lin ang="27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3" name="mechanism-connector-0">
            <a:extLst xmlns:a="http://schemas.openxmlformats.org/drawingml/2006/main">
              <a:ext uri="{FF2B5EF4-FFF2-40B4-BE49-F238E27FC236}">
                <a16:creationId xmlns:a16="http://schemas.microsoft.com/office/drawing/2014/main" id="{7BD9086F-A8AF-4CC9-89E8-9E8B4223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4018788"/>
            <a:ext cx="347091" cy="152686"/>
          </a:xfrm>
          <a:custGeom xmlns:a="http://schemas.openxmlformats.org/drawingml/2006/main">
            <a:pathLst>
              <a:path w="347091" h="152686">
                <a:moveTo>
                  <a:pt x="0" y="0"/>
                </a:moveTo>
                <a:lnTo>
                  <a:pt x="12344" y="0"/>
                </a:lnTo>
                <a:lnTo>
                  <a:pt x="24698" y="0"/>
                </a:lnTo>
                <a:lnTo>
                  <a:pt x="37043" y="0"/>
                </a:lnTo>
                <a:lnTo>
                  <a:pt x="49387" y="0"/>
                </a:lnTo>
                <a:lnTo>
                  <a:pt x="61741" y="0"/>
                </a:lnTo>
                <a:lnTo>
                  <a:pt x="74085" y="0"/>
                </a:lnTo>
                <a:lnTo>
                  <a:pt x="86430" y="0"/>
                </a:lnTo>
                <a:lnTo>
                  <a:pt x="98784" y="0"/>
                </a:lnTo>
                <a:lnTo>
                  <a:pt x="111128" y="0"/>
                </a:lnTo>
                <a:lnTo>
                  <a:pt x="123473" y="0"/>
                </a:lnTo>
                <a:lnTo>
                  <a:pt x="134483" y="4248"/>
                </a:lnTo>
                <a:lnTo>
                  <a:pt x="144609" y="11316"/>
                </a:lnTo>
                <a:lnTo>
                  <a:pt x="154734" y="18383"/>
                </a:lnTo>
                <a:lnTo>
                  <a:pt x="164859" y="25451"/>
                </a:lnTo>
                <a:lnTo>
                  <a:pt x="174984" y="32528"/>
                </a:lnTo>
                <a:lnTo>
                  <a:pt x="185109" y="39595"/>
                </a:lnTo>
                <a:lnTo>
                  <a:pt x="195234" y="46663"/>
                </a:lnTo>
                <a:lnTo>
                  <a:pt x="205349" y="53731"/>
                </a:lnTo>
                <a:lnTo>
                  <a:pt x="215475" y="60798"/>
                </a:lnTo>
                <a:lnTo>
                  <a:pt x="225600" y="67866"/>
                </a:lnTo>
                <a:lnTo>
                  <a:pt x="235725" y="74933"/>
                </a:lnTo>
                <a:lnTo>
                  <a:pt x="245850" y="82001"/>
                </a:lnTo>
                <a:lnTo>
                  <a:pt x="255975" y="89068"/>
                </a:lnTo>
                <a:lnTo>
                  <a:pt x="266100" y="96136"/>
                </a:lnTo>
                <a:lnTo>
                  <a:pt x="276225" y="103203"/>
                </a:lnTo>
                <a:lnTo>
                  <a:pt x="286350" y="110271"/>
                </a:lnTo>
                <a:lnTo>
                  <a:pt x="296475" y="117348"/>
                </a:lnTo>
                <a:lnTo>
                  <a:pt x="306591" y="124416"/>
                </a:lnTo>
                <a:lnTo>
                  <a:pt x="316716" y="131483"/>
                </a:lnTo>
                <a:lnTo>
                  <a:pt x="326841" y="138551"/>
                </a:lnTo>
                <a:lnTo>
                  <a:pt x="336966" y="145618"/>
                </a:lnTo>
                <a:lnTo>
                  <a:pt x="347091" y="15268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AABC0"/>
            </a:solidFill>
            <a:prstDash val="solid"/>
          </a:ln>
        </p:spPr>
      </p:sp>
      <p:sp>
        <p:nvSpPr>
          <p:cNvPr id="4" name="mechanism-connector-0.5">
            <a:extLst xmlns:a="http://schemas.openxmlformats.org/drawingml/2006/main">
              <a:ext uri="{FF2B5EF4-FFF2-40B4-BE49-F238E27FC236}">
                <a16:creationId xmlns:a16="http://schemas.microsoft.com/office/drawing/2014/main" id="{AD4212E1-4234-4E08-A175-4A7D54B0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0225" y="3190780"/>
            <a:ext cx="1120426" cy="152686"/>
          </a:xfrm>
          <a:custGeom xmlns:a="http://schemas.openxmlformats.org/drawingml/2006/main">
            <a:pathLst>
              <a:path w="1120426" h="152686">
                <a:moveTo>
                  <a:pt x="0" y="0"/>
                </a:moveTo>
                <a:lnTo>
                  <a:pt x="18850" y="0"/>
                </a:lnTo>
                <a:lnTo>
                  <a:pt x="37690" y="0"/>
                </a:lnTo>
                <a:lnTo>
                  <a:pt x="56540" y="0"/>
                </a:lnTo>
                <a:lnTo>
                  <a:pt x="75381" y="0"/>
                </a:lnTo>
                <a:lnTo>
                  <a:pt x="94231" y="0"/>
                </a:lnTo>
                <a:lnTo>
                  <a:pt x="113081" y="0"/>
                </a:lnTo>
                <a:lnTo>
                  <a:pt x="131921" y="0"/>
                </a:lnTo>
                <a:lnTo>
                  <a:pt x="150771" y="0"/>
                </a:lnTo>
                <a:lnTo>
                  <a:pt x="169612" y="0"/>
                </a:lnTo>
                <a:lnTo>
                  <a:pt x="188462" y="0"/>
                </a:lnTo>
                <a:lnTo>
                  <a:pt x="207302" y="0"/>
                </a:lnTo>
                <a:lnTo>
                  <a:pt x="226152" y="0"/>
                </a:lnTo>
                <a:lnTo>
                  <a:pt x="245002" y="0"/>
                </a:lnTo>
                <a:lnTo>
                  <a:pt x="263843" y="0"/>
                </a:lnTo>
                <a:lnTo>
                  <a:pt x="282692" y="0"/>
                </a:lnTo>
                <a:lnTo>
                  <a:pt x="301533" y="0"/>
                </a:lnTo>
                <a:lnTo>
                  <a:pt x="320383" y="0"/>
                </a:lnTo>
                <a:lnTo>
                  <a:pt x="339233" y="0"/>
                </a:lnTo>
                <a:lnTo>
                  <a:pt x="358073" y="0"/>
                </a:lnTo>
                <a:lnTo>
                  <a:pt x="376923" y="0"/>
                </a:lnTo>
                <a:lnTo>
                  <a:pt x="395764" y="0"/>
                </a:lnTo>
                <a:lnTo>
                  <a:pt x="414614" y="0"/>
                </a:lnTo>
                <a:lnTo>
                  <a:pt x="433454" y="0"/>
                </a:lnTo>
                <a:lnTo>
                  <a:pt x="452304" y="0"/>
                </a:lnTo>
                <a:lnTo>
                  <a:pt x="471154" y="0"/>
                </a:lnTo>
                <a:lnTo>
                  <a:pt x="489995" y="0"/>
                </a:lnTo>
                <a:lnTo>
                  <a:pt x="508845" y="0"/>
                </a:lnTo>
                <a:lnTo>
                  <a:pt x="527685" y="0"/>
                </a:lnTo>
                <a:lnTo>
                  <a:pt x="546535" y="0"/>
                </a:lnTo>
                <a:lnTo>
                  <a:pt x="565375" y="0"/>
                </a:lnTo>
                <a:lnTo>
                  <a:pt x="584225" y="0"/>
                </a:lnTo>
                <a:lnTo>
                  <a:pt x="603075" y="0"/>
                </a:lnTo>
                <a:lnTo>
                  <a:pt x="621916" y="0"/>
                </a:lnTo>
                <a:lnTo>
                  <a:pt x="640766" y="0"/>
                </a:lnTo>
                <a:lnTo>
                  <a:pt x="659606" y="0"/>
                </a:lnTo>
                <a:lnTo>
                  <a:pt x="678456" y="0"/>
                </a:lnTo>
                <a:lnTo>
                  <a:pt x="697306" y="0"/>
                </a:lnTo>
                <a:lnTo>
                  <a:pt x="716147" y="0"/>
                </a:lnTo>
                <a:lnTo>
                  <a:pt x="734997" y="0"/>
                </a:lnTo>
                <a:lnTo>
                  <a:pt x="753837" y="0"/>
                </a:lnTo>
                <a:lnTo>
                  <a:pt x="772687" y="0"/>
                </a:lnTo>
                <a:lnTo>
                  <a:pt x="791537" y="0"/>
                </a:lnTo>
                <a:lnTo>
                  <a:pt x="810377" y="0"/>
                </a:lnTo>
                <a:lnTo>
                  <a:pt x="829227" y="0"/>
                </a:lnTo>
                <a:lnTo>
                  <a:pt x="848068" y="0"/>
                </a:lnTo>
                <a:lnTo>
                  <a:pt x="866918" y="0"/>
                </a:lnTo>
                <a:lnTo>
                  <a:pt x="885758" y="0"/>
                </a:lnTo>
                <a:lnTo>
                  <a:pt x="904094" y="1648"/>
                </a:lnTo>
                <a:lnTo>
                  <a:pt x="919544" y="12440"/>
                </a:lnTo>
                <a:lnTo>
                  <a:pt x="934993" y="23222"/>
                </a:lnTo>
                <a:lnTo>
                  <a:pt x="950452" y="34014"/>
                </a:lnTo>
                <a:lnTo>
                  <a:pt x="965902" y="44806"/>
                </a:lnTo>
                <a:lnTo>
                  <a:pt x="981351" y="55588"/>
                </a:lnTo>
                <a:lnTo>
                  <a:pt x="996801" y="66380"/>
                </a:lnTo>
                <a:lnTo>
                  <a:pt x="1012260" y="77162"/>
                </a:lnTo>
                <a:lnTo>
                  <a:pt x="1027709" y="87954"/>
                </a:lnTo>
                <a:lnTo>
                  <a:pt x="1043159" y="98746"/>
                </a:lnTo>
                <a:lnTo>
                  <a:pt x="1058618" y="109528"/>
                </a:lnTo>
                <a:lnTo>
                  <a:pt x="1074068" y="120320"/>
                </a:lnTo>
                <a:lnTo>
                  <a:pt x="1089517" y="131112"/>
                </a:lnTo>
                <a:lnTo>
                  <a:pt x="1104976" y="141894"/>
                </a:lnTo>
                <a:lnTo>
                  <a:pt x="1120426" y="15268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AABC0"/>
            </a:solidFill>
            <a:prstDash val="solid"/>
          </a:ln>
        </p:spPr>
      </p:sp>
      <p:sp>
        <p:nvSpPr>
          <p:cNvPr id="5" name="mechanism-connector-1">
            <a:extLst xmlns:a="http://schemas.openxmlformats.org/drawingml/2006/main">
              <a:ext uri="{FF2B5EF4-FFF2-40B4-BE49-F238E27FC236}">
                <a16:creationId xmlns:a16="http://schemas.microsoft.com/office/drawing/2014/main" id="{E173905C-62D3-425C-A56C-D76F2FE8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8975" y="2673668"/>
            <a:ext cx="1066800" cy="152686"/>
          </a:xfrm>
          <a:custGeom xmlns:a="http://schemas.openxmlformats.org/drawingml/2006/main">
            <a:pathLst>
              <a:path w="1066800" h="152686">
                <a:moveTo>
                  <a:pt x="0" y="0"/>
                </a:moveTo>
                <a:lnTo>
                  <a:pt x="18898" y="0"/>
                </a:lnTo>
                <a:lnTo>
                  <a:pt x="37795" y="0"/>
                </a:lnTo>
                <a:lnTo>
                  <a:pt x="56683" y="0"/>
                </a:lnTo>
                <a:lnTo>
                  <a:pt x="75581" y="0"/>
                </a:lnTo>
                <a:lnTo>
                  <a:pt x="94478" y="0"/>
                </a:lnTo>
                <a:lnTo>
                  <a:pt x="113376" y="0"/>
                </a:lnTo>
                <a:lnTo>
                  <a:pt x="132264" y="0"/>
                </a:lnTo>
                <a:lnTo>
                  <a:pt x="151162" y="0"/>
                </a:lnTo>
                <a:lnTo>
                  <a:pt x="170059" y="0"/>
                </a:lnTo>
                <a:lnTo>
                  <a:pt x="188957" y="0"/>
                </a:lnTo>
                <a:lnTo>
                  <a:pt x="207845" y="0"/>
                </a:lnTo>
                <a:lnTo>
                  <a:pt x="226743" y="0"/>
                </a:lnTo>
                <a:lnTo>
                  <a:pt x="245640" y="0"/>
                </a:lnTo>
                <a:lnTo>
                  <a:pt x="264538" y="0"/>
                </a:lnTo>
                <a:lnTo>
                  <a:pt x="283426" y="0"/>
                </a:lnTo>
                <a:lnTo>
                  <a:pt x="302324" y="0"/>
                </a:lnTo>
                <a:lnTo>
                  <a:pt x="321221" y="0"/>
                </a:lnTo>
                <a:lnTo>
                  <a:pt x="340119" y="0"/>
                </a:lnTo>
                <a:lnTo>
                  <a:pt x="359016" y="0"/>
                </a:lnTo>
                <a:lnTo>
                  <a:pt x="377904" y="0"/>
                </a:lnTo>
                <a:lnTo>
                  <a:pt x="396802" y="0"/>
                </a:lnTo>
                <a:lnTo>
                  <a:pt x="415700" y="0"/>
                </a:lnTo>
                <a:lnTo>
                  <a:pt x="434597" y="0"/>
                </a:lnTo>
                <a:lnTo>
                  <a:pt x="453485" y="0"/>
                </a:lnTo>
                <a:lnTo>
                  <a:pt x="472383" y="0"/>
                </a:lnTo>
                <a:lnTo>
                  <a:pt x="491280" y="0"/>
                </a:lnTo>
                <a:lnTo>
                  <a:pt x="510178" y="0"/>
                </a:lnTo>
                <a:lnTo>
                  <a:pt x="529066" y="0"/>
                </a:lnTo>
                <a:lnTo>
                  <a:pt x="547964" y="0"/>
                </a:lnTo>
                <a:lnTo>
                  <a:pt x="566861" y="0"/>
                </a:lnTo>
                <a:lnTo>
                  <a:pt x="585759" y="0"/>
                </a:lnTo>
                <a:lnTo>
                  <a:pt x="604657" y="0"/>
                </a:lnTo>
                <a:lnTo>
                  <a:pt x="623545" y="0"/>
                </a:lnTo>
                <a:lnTo>
                  <a:pt x="642442" y="0"/>
                </a:lnTo>
                <a:lnTo>
                  <a:pt x="661340" y="0"/>
                </a:lnTo>
                <a:lnTo>
                  <a:pt x="680237" y="0"/>
                </a:lnTo>
                <a:lnTo>
                  <a:pt x="699125" y="0"/>
                </a:lnTo>
                <a:lnTo>
                  <a:pt x="718023" y="0"/>
                </a:lnTo>
                <a:lnTo>
                  <a:pt x="736921" y="0"/>
                </a:lnTo>
                <a:lnTo>
                  <a:pt x="755818" y="0"/>
                </a:lnTo>
                <a:lnTo>
                  <a:pt x="774706" y="0"/>
                </a:lnTo>
                <a:lnTo>
                  <a:pt x="793604" y="0"/>
                </a:lnTo>
                <a:lnTo>
                  <a:pt x="812502" y="0"/>
                </a:lnTo>
                <a:lnTo>
                  <a:pt x="831399" y="0"/>
                </a:lnTo>
                <a:lnTo>
                  <a:pt x="849897" y="1248"/>
                </a:lnTo>
                <a:lnTo>
                  <a:pt x="865394" y="12068"/>
                </a:lnTo>
                <a:lnTo>
                  <a:pt x="880882" y="22889"/>
                </a:lnTo>
                <a:lnTo>
                  <a:pt x="896379" y="33699"/>
                </a:lnTo>
                <a:lnTo>
                  <a:pt x="911866" y="44520"/>
                </a:lnTo>
                <a:lnTo>
                  <a:pt x="927364" y="55331"/>
                </a:lnTo>
                <a:lnTo>
                  <a:pt x="942851" y="66151"/>
                </a:lnTo>
                <a:lnTo>
                  <a:pt x="958348" y="76972"/>
                </a:lnTo>
                <a:lnTo>
                  <a:pt x="973846" y="87782"/>
                </a:lnTo>
                <a:lnTo>
                  <a:pt x="989333" y="98603"/>
                </a:lnTo>
                <a:lnTo>
                  <a:pt x="1004830" y="109423"/>
                </a:lnTo>
                <a:lnTo>
                  <a:pt x="1020318" y="120234"/>
                </a:lnTo>
                <a:lnTo>
                  <a:pt x="1035815" y="131054"/>
                </a:lnTo>
                <a:lnTo>
                  <a:pt x="1051303" y="141865"/>
                </a:lnTo>
                <a:lnTo>
                  <a:pt x="1066800" y="15268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AABC0"/>
            </a:solidFill>
            <a:prstDash val="solid"/>
          </a:ln>
        </p:spPr>
      </p:sp>
      <p:sp>
        <p:nvSpPr>
          <p:cNvPr id="6" name="机制说明-visible">
            <a:extLst xmlns:a="http://schemas.openxmlformats.org/drawingml/2006/main">
              <a:ext uri="{FF2B5EF4-FFF2-40B4-BE49-F238E27FC236}">
                <a16:creationId xmlns:a16="http://schemas.microsoft.com/office/drawing/2014/main" id="{88E993AF-E73E-49C6-B6FC-E908B0D9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3581400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机制说明强调线-visible">
            <a:extLst xmlns:a="http://schemas.openxmlformats.org/drawingml/2006/main">
              <a:ext uri="{FF2B5EF4-FFF2-40B4-BE49-F238E27FC236}">
                <a16:creationId xmlns:a16="http://schemas.microsoft.com/office/drawing/2014/main" id="{242A69D8-E337-4476-AB09-B0F01F8D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35814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机制说明文字-visible">
            <a:extLst xmlns:a="http://schemas.openxmlformats.org/drawingml/2006/main">
              <a:ext uri="{FF2B5EF4-FFF2-40B4-BE49-F238E27FC236}">
                <a16:creationId xmlns:a16="http://schemas.microsoft.com/office/drawing/2014/main" id="{78554490-AFB8-4193-8320-EBAC0C32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" y="3769966"/>
            <a:ext cx="1955159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00" b="1" i="0">
                <a:solidFill>
                  <a:srgbClr val="3F45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F454C"/>
                </a:solidFill>
                <a:latin typeface="Microsoft YaHei"/>
                <a:ea typeface="Microsoft YaHei"/>
                <a:cs typeface="Microsoft YaHei"/>
              </a:rPr>
              <a:t>降低信息搜寻与识别成本</a:t>
            </a:r>
          </a:p>
        </p:txBody>
      </p:sp>
      <p:sp>
        <p:nvSpPr>
          <p:cNvPr id="9" name="机制说明-coordination">
            <a:extLst xmlns:a="http://schemas.openxmlformats.org/drawingml/2006/main">
              <a:ext uri="{FF2B5EF4-FFF2-40B4-BE49-F238E27FC236}">
                <a16:creationId xmlns:a16="http://schemas.microsoft.com/office/drawing/2014/main" id="{8C0128EB-35EC-4F0A-82E1-D0B87132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3225" y="2933700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机制说明强调线-coordination">
            <a:extLst xmlns:a="http://schemas.openxmlformats.org/drawingml/2006/main">
              <a:ext uri="{FF2B5EF4-FFF2-40B4-BE49-F238E27FC236}">
                <a16:creationId xmlns:a16="http://schemas.microsoft.com/office/drawing/2014/main" id="{97A73C42-932A-4F51-BB76-A33A3F79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3225" y="29337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机制说明文字-coordination">
            <a:extLst xmlns:a="http://schemas.openxmlformats.org/drawingml/2006/main">
              <a:ext uri="{FF2B5EF4-FFF2-40B4-BE49-F238E27FC236}">
                <a16:creationId xmlns:a16="http://schemas.microsoft.com/office/drawing/2014/main" id="{07A0D0F6-8FE7-4387-BB2E-9C9C1096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6575" y="3122266"/>
            <a:ext cx="2132857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00" b="1" i="0">
                <a:solidFill>
                  <a:srgbClr val="3F45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F454C"/>
                </a:solidFill>
                <a:latin typeface="Microsoft YaHei"/>
                <a:ea typeface="Microsoft YaHei"/>
                <a:cs typeface="Microsoft YaHei"/>
              </a:rPr>
              <a:t>推动主体围绕共同目标协作</a:t>
            </a:r>
          </a:p>
        </p:txBody>
      </p:sp>
      <p:sp>
        <p:nvSpPr>
          <p:cNvPr id="12" name="机制说明-diffusion">
            <a:extLst xmlns:a="http://schemas.openxmlformats.org/drawingml/2006/main">
              <a:ext uri="{FF2B5EF4-FFF2-40B4-BE49-F238E27FC236}">
                <a16:creationId xmlns:a16="http://schemas.microsoft.com/office/drawing/2014/main" id="{974209AA-ED57-44C0-A97D-C271F938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1975" y="2286000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机制说明强调线-diffusion">
            <a:extLst xmlns:a="http://schemas.openxmlformats.org/drawingml/2006/main">
              <a:ext uri="{FF2B5EF4-FFF2-40B4-BE49-F238E27FC236}">
                <a16:creationId xmlns:a16="http://schemas.microsoft.com/office/drawing/2014/main" id="{713349F6-7D8F-4C7F-8781-EF8DD1FA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1975" y="22860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机制说明文字-diffusion">
            <a:extLst xmlns:a="http://schemas.openxmlformats.org/drawingml/2006/main">
              <a:ext uri="{FF2B5EF4-FFF2-40B4-BE49-F238E27FC236}">
                <a16:creationId xmlns:a16="http://schemas.microsoft.com/office/drawing/2014/main" id="{88E92273-9779-49DB-BCD3-3100DE7A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325" y="2474566"/>
            <a:ext cx="1955159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00" b="1" i="0">
                <a:solidFill>
                  <a:srgbClr val="3F45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F454C"/>
                </a:solidFill>
                <a:latin typeface="Microsoft YaHei"/>
                <a:ea typeface="Microsoft YaHei"/>
                <a:cs typeface="Microsoft YaHei"/>
              </a:rPr>
              <a:t>让方法与资源跨边界流动</a:t>
            </a:r>
          </a:p>
        </p:txBody>
      </p:sp>
      <p:sp>
        <p:nvSpPr>
          <p:cNvPr id="15" name="机制托底-diffusion">
            <a:extLst xmlns:a="http://schemas.openxmlformats.org/drawingml/2006/main">
              <a:ext uri="{FF2B5EF4-FFF2-40B4-BE49-F238E27FC236}">
                <a16:creationId xmlns:a16="http://schemas.microsoft.com/office/drawing/2014/main" id="{6596E3ED-D94D-43E5-8BF8-5ACBEDC8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1783" y="3500590"/>
            <a:ext cx="933745" cy="238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A9C4E0"/>
            </a:solidFill>
            <a:prstDash val="solid"/>
          </a:ln>
        </p:spPr>
      </p:sp>
      <p:sp>
        <p:nvSpPr>
          <p:cNvPr id="16" name="机制圆盘-diffusion">
            <a:extLst xmlns:a="http://schemas.openxmlformats.org/drawingml/2006/main">
              <a:ext uri="{FF2B5EF4-FFF2-40B4-BE49-F238E27FC236}">
                <a16:creationId xmlns:a16="http://schemas.microsoft.com/office/drawing/2014/main" id="{47B949F4-F0E6-4199-8F0A-74A2DBA2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5888" y="2599582"/>
            <a:ext cx="1085555" cy="10855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F86B8"/>
            </a:solidFill>
            <a:prstDash val="solid"/>
          </a:ln>
        </p:spPr>
      </p:sp>
      <p:sp>
        <p:nvSpPr>
          <p:cNvPr id="17" name="机制内环-diffusion">
            <a:extLst xmlns:a="http://schemas.openxmlformats.org/drawingml/2006/main">
              <a:ext uri="{FF2B5EF4-FFF2-40B4-BE49-F238E27FC236}">
                <a16:creationId xmlns:a16="http://schemas.microsoft.com/office/drawing/2014/main" id="{A2C78749-9EC6-4127-81F5-3DDCF3D7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8156" y="2691851"/>
            <a:ext cx="901008" cy="90100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D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b6b99a7f14f59">
            <a:extLst>
              <a:ext uri="{96DAC541-7B7A-43D3-8B79-37D633B846F1}">
                <asvg:svgBlip xmlns:asvg="http://schemas.microsoft.com/office/drawing/2016/SVG/main" r:embed="R467630cece0842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0657" y="2828477"/>
            <a:ext cx="355997" cy="355997"/>
          </a:xfrm>
          <a:prstGeom xmlns:a="http://schemas.openxmlformats.org/drawingml/2006/main" prst="rect">
            <a:avLst/>
          </a:prstGeom>
        </p:spPr>
      </p:pic>
      <p:sp>
        <p:nvSpPr>
          <p:cNvPr id="19" name="机制标题-diffusion">
            <a:extLst xmlns:a="http://schemas.openxmlformats.org/drawingml/2006/main">
              <a:ext uri="{FF2B5EF4-FFF2-40B4-BE49-F238E27FC236}">
                <a16:creationId xmlns:a16="http://schemas.microsoft.com/office/drawing/2014/main" id="{ABC503A3-01A8-4562-8C4D-51FAE78D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6332" y="3236719"/>
            <a:ext cx="984494" cy="219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 i="0">
                <a:solidFill>
                  <a:srgbClr val="304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04A70"/>
                </a:solidFill>
                <a:latin typeface="Microsoft YaHei"/>
                <a:ea typeface="Microsoft YaHei"/>
                <a:cs typeface="Microsoft YaHei"/>
              </a:rPr>
              <a:t>能力扩散</a:t>
            </a:r>
          </a:p>
        </p:txBody>
      </p:sp>
      <p:sp>
        <p:nvSpPr>
          <p:cNvPr id="20" name="机制托底-coordination">
            <a:extLst xmlns:a="http://schemas.openxmlformats.org/drawingml/2006/main">
              <a:ext uri="{FF2B5EF4-FFF2-40B4-BE49-F238E27FC236}">
                <a16:creationId xmlns:a16="http://schemas.microsoft.com/office/drawing/2014/main" id="{81667ECF-DD66-401E-8D00-D5E3E4C9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1477" y="4172550"/>
            <a:ext cx="1149696" cy="293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A9C4E0"/>
            </a:solidFill>
            <a:prstDash val="solid"/>
          </a:ln>
        </p:spPr>
      </p:sp>
      <p:sp>
        <p:nvSpPr>
          <p:cNvPr id="21" name="机制圆盘-coordination">
            <a:extLst xmlns:a="http://schemas.openxmlformats.org/drawingml/2006/main">
              <a:ext uri="{FF2B5EF4-FFF2-40B4-BE49-F238E27FC236}">
                <a16:creationId xmlns:a16="http://schemas.microsoft.com/office/drawing/2014/main" id="{CADD69EB-482A-4728-B4BC-7DCB9601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8018" y="3063107"/>
            <a:ext cx="1336624" cy="1336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F86B8"/>
            </a:solidFill>
            <a:prstDash val="solid"/>
          </a:ln>
        </p:spPr>
      </p:sp>
      <p:sp>
        <p:nvSpPr>
          <p:cNvPr id="22" name="机制内环-coordination">
            <a:extLst xmlns:a="http://schemas.openxmlformats.org/drawingml/2006/main">
              <a:ext uri="{FF2B5EF4-FFF2-40B4-BE49-F238E27FC236}">
                <a16:creationId xmlns:a16="http://schemas.microsoft.com/office/drawing/2014/main" id="{BC8D2B37-3186-498D-955A-DE3C01EE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7850" y="3172939"/>
            <a:ext cx="1116959" cy="111695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D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e3889624b4213">
            <a:extLst>
              <a:ext uri="{96DAC541-7B7A-43D3-8B79-37D633B846F1}">
                <asvg:svgBlip xmlns:asvg="http://schemas.microsoft.com/office/drawing/2016/SVG/main" r:embed="R742deedbafe745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65540" y="3368497"/>
            <a:ext cx="441427" cy="441427"/>
          </a:xfrm>
          <a:prstGeom xmlns:a="http://schemas.openxmlformats.org/drawingml/2006/main" prst="rect">
            <a:avLst/>
          </a:prstGeom>
        </p:spPr>
      </p:pic>
      <p:sp>
        <p:nvSpPr>
          <p:cNvPr id="24" name="机制标题-coordination">
            <a:extLst xmlns:a="http://schemas.openxmlformats.org/drawingml/2006/main">
              <a:ext uri="{FF2B5EF4-FFF2-40B4-BE49-F238E27FC236}">
                <a16:creationId xmlns:a16="http://schemas.microsoft.com/office/drawing/2014/main" id="{C1215BFD-6857-4CE2-9FB8-5893829D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6053" y="3874818"/>
            <a:ext cx="1220543" cy="219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 i="0">
                <a:solidFill>
                  <a:srgbClr val="304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04A70"/>
                </a:solidFill>
                <a:latin typeface="Microsoft YaHei"/>
                <a:ea typeface="Microsoft YaHei"/>
                <a:cs typeface="Microsoft YaHei"/>
              </a:rPr>
              <a:t>协同形成</a:t>
            </a:r>
          </a:p>
        </p:txBody>
      </p:sp>
      <p:sp>
        <p:nvSpPr>
          <p:cNvPr id="25" name="机制托底-visible">
            <a:extLst xmlns:a="http://schemas.openxmlformats.org/drawingml/2006/main">
              <a:ext uri="{FF2B5EF4-FFF2-40B4-BE49-F238E27FC236}">
                <a16:creationId xmlns:a16="http://schemas.microsoft.com/office/drawing/2014/main" id="{96B19F75-D805-487A-BE10-EB13B385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1458" y="5248056"/>
            <a:ext cx="1495130" cy="382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A9C4E0"/>
            </a:solidFill>
            <a:prstDash val="solid"/>
          </a:ln>
        </p:spPr>
      </p:sp>
      <p:sp>
        <p:nvSpPr>
          <p:cNvPr id="26" name="机制圆盘-visible">
            <a:extLst xmlns:a="http://schemas.openxmlformats.org/drawingml/2006/main">
              <a:ext uri="{FF2B5EF4-FFF2-40B4-BE49-F238E27FC236}">
                <a16:creationId xmlns:a16="http://schemas.microsoft.com/office/drawing/2014/main" id="{D5E86A2F-B83A-4421-83DF-6F1BCFAD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9862" y="3805238"/>
            <a:ext cx="1738313" cy="17383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F86B8"/>
            </a:solidFill>
            <a:prstDash val="solid"/>
          </a:ln>
        </p:spPr>
      </p:sp>
      <p:sp>
        <p:nvSpPr>
          <p:cNvPr id="27" name="机制内环-visible">
            <a:extLst xmlns:a="http://schemas.openxmlformats.org/drawingml/2006/main">
              <a:ext uri="{FF2B5EF4-FFF2-40B4-BE49-F238E27FC236}">
                <a16:creationId xmlns:a16="http://schemas.microsoft.com/office/drawing/2014/main" id="{C5F4542B-FE92-411E-B272-8814E7A6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7831" y="3943198"/>
            <a:ext cx="1462383" cy="146238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D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e3d7b99e142fa">
            <a:extLst>
              <a:ext uri="{96DAC541-7B7A-43D3-8B79-37D633B846F1}">
                <asvg:svgBlip xmlns:asvg="http://schemas.microsoft.com/office/drawing/2016/SVG/main" r:embed="R2b7a794fe51f45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9991" y="4233120"/>
            <a:ext cx="578053" cy="578053"/>
          </a:xfrm>
          <a:prstGeom xmlns:a="http://schemas.openxmlformats.org/drawingml/2006/main" prst="rect">
            <a:avLst/>
          </a:prstGeom>
        </p:spPr>
      </p:pic>
      <p:sp>
        <p:nvSpPr>
          <p:cNvPr id="29" name="机制标题-visible">
            <a:extLst xmlns:a="http://schemas.openxmlformats.org/drawingml/2006/main">
              <a:ext uri="{FF2B5EF4-FFF2-40B4-BE49-F238E27FC236}">
                <a16:creationId xmlns:a16="http://schemas.microsoft.com/office/drawing/2014/main" id="{21732452-B48F-4E80-8D65-AA276831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9966" y="4896145"/>
            <a:ext cx="1598114" cy="219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 i="0">
                <a:solidFill>
                  <a:srgbClr val="304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04A70"/>
                </a:solidFill>
                <a:latin typeface="Microsoft YaHei"/>
                <a:ea typeface="Microsoft YaHei"/>
                <a:cs typeface="Microsoft YaHei"/>
              </a:rPr>
              <a:t>信息可见</a:t>
            </a:r>
          </a:p>
        </p:txBody>
      </p:sp>
    </p:spTree>
    <p:extLst>
      <p:ext uri="{BB962C8B-B14F-4D97-AF65-F5344CB8AC3E}">
        <p14:creationId xmlns:p14="http://schemas.microsoft.com/office/powerpoint/2010/main" val="1686527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2026-08-28T14:15:31.7990000Z</dcterms:created>
  <dcterms:modified xsi:type="dcterms:W3CDTF">2026-08-28T14:15:31.7990000Z</dcterms:modified>
</coreProperties>
</file>