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3331f97ea14360" /><Relationship Type="http://schemas.openxmlformats.org/officeDocument/2006/relationships/extended-properties" Target="/docProps/app.xml" Id="R5a9d558bfc764ef3" /><Relationship Type="http://schemas.openxmlformats.org/officeDocument/2006/relationships/officeDocument" Target="/ppt/presentation.xml" Id="R128942e0cfbd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d84f7427214c0b"/>
  </p:sldMasterIdLst>
  <p:notesMasterIdLst>
    <p:notesMasterId xmlns:r="http://schemas.openxmlformats.org/officeDocument/2006/relationships" r:id="Re25f040267c44aa7"/>
  </p:notesMasterIdLst>
  <p:sldIdLst>
    <p:sldId xmlns:r="http://schemas.openxmlformats.org/officeDocument/2006/relationships" id="256" r:id="Rc7b99c6bdc4f46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c2b44a2d2b4ff1" /><Relationship Type="http://schemas.openxmlformats.org/officeDocument/2006/relationships/slideMaster" Target="/ppt/slideMasters/slideMaster1.xml" Id="Rc6d84f7427214c0b" /><Relationship Type="http://schemas.openxmlformats.org/officeDocument/2006/relationships/notesMaster" Target="/ppt/notesMasters/notesMaster1.xml" Id="Re25f040267c44aa7" /><Relationship Type="http://schemas.openxmlformats.org/officeDocument/2006/relationships/presProps" Target="/ppt/presProps.xml" Id="R87361652a8b24156" /><Relationship Type="http://schemas.openxmlformats.org/officeDocument/2006/relationships/tableStyles" Target="/ppt/tableStyles.xml" Id="Rb4efdb01bd8e4f3f" /><Relationship Type="http://schemas.openxmlformats.org/officeDocument/2006/relationships/slide" Target="/ppt/slides/slide1.xml" Id="Rc7b99c6bdc4f46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f6e914a22d4d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b75fa13d424a24" /><Relationship Type="http://schemas.openxmlformats.org/officeDocument/2006/relationships/notesMaster" Target="/ppt/notesMasters/notesMaster1.xml" Id="Ref4528f4ca714c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4ff1ee18f54e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fc34824f724174" /><Relationship Type="http://schemas.openxmlformats.org/officeDocument/2006/relationships/slideLayout" Target="/ppt/slideLayouts/slideLayout1.xml" Id="Re5e6e37052204a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e6e37052204a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670314a43409f" /><Relationship Type="http://schemas.openxmlformats.org/officeDocument/2006/relationships/notesSlide" Target="/ppt/notesSlides/notesSlide1.xml" Id="R6e04f379e7a641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86649D16-8CD6-42E7-807B-46F8B597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464" y="4224995"/>
            <a:ext cx="1502378" cy="1084497"/>
          </a:xfrm>
          <a:custGeom xmlns:a="http://schemas.openxmlformats.org/drawingml/2006/main">
            <a:pathLst>
              <a:path w="1502378" h="1084497">
                <a:moveTo>
                  <a:pt x="89221" y="151743"/>
                </a:moveTo>
                <a:lnTo>
                  <a:pt x="108785" y="149638"/>
                </a:lnTo>
                <a:lnTo>
                  <a:pt x="128340" y="147533"/>
                </a:lnTo>
                <a:lnTo>
                  <a:pt x="147904" y="145418"/>
                </a:lnTo>
                <a:lnTo>
                  <a:pt x="167459" y="143313"/>
                </a:lnTo>
                <a:lnTo>
                  <a:pt x="187023" y="141208"/>
                </a:lnTo>
                <a:lnTo>
                  <a:pt x="206588" y="139103"/>
                </a:lnTo>
                <a:lnTo>
                  <a:pt x="226143" y="136989"/>
                </a:lnTo>
                <a:lnTo>
                  <a:pt x="245707" y="134884"/>
                </a:lnTo>
                <a:lnTo>
                  <a:pt x="265271" y="132779"/>
                </a:lnTo>
                <a:lnTo>
                  <a:pt x="284826" y="130673"/>
                </a:lnTo>
                <a:lnTo>
                  <a:pt x="304390" y="128559"/>
                </a:lnTo>
                <a:lnTo>
                  <a:pt x="323955" y="126454"/>
                </a:lnTo>
                <a:lnTo>
                  <a:pt x="343510" y="124349"/>
                </a:lnTo>
                <a:lnTo>
                  <a:pt x="363074" y="122244"/>
                </a:lnTo>
                <a:lnTo>
                  <a:pt x="382638" y="120129"/>
                </a:lnTo>
                <a:lnTo>
                  <a:pt x="402193" y="118024"/>
                </a:lnTo>
                <a:lnTo>
                  <a:pt x="421757" y="115919"/>
                </a:lnTo>
                <a:lnTo>
                  <a:pt x="441312" y="113805"/>
                </a:lnTo>
                <a:lnTo>
                  <a:pt x="460877" y="111700"/>
                </a:lnTo>
                <a:lnTo>
                  <a:pt x="480441" y="109595"/>
                </a:lnTo>
                <a:lnTo>
                  <a:pt x="499996" y="107490"/>
                </a:lnTo>
                <a:lnTo>
                  <a:pt x="519560" y="105375"/>
                </a:lnTo>
                <a:lnTo>
                  <a:pt x="539125" y="103270"/>
                </a:lnTo>
                <a:lnTo>
                  <a:pt x="558679" y="101165"/>
                </a:lnTo>
                <a:lnTo>
                  <a:pt x="578244" y="99060"/>
                </a:lnTo>
                <a:lnTo>
                  <a:pt x="597808" y="96945"/>
                </a:lnTo>
                <a:lnTo>
                  <a:pt x="617363" y="94840"/>
                </a:lnTo>
                <a:lnTo>
                  <a:pt x="636927" y="92735"/>
                </a:lnTo>
                <a:lnTo>
                  <a:pt x="656482" y="90621"/>
                </a:lnTo>
                <a:lnTo>
                  <a:pt x="676046" y="88516"/>
                </a:lnTo>
                <a:lnTo>
                  <a:pt x="695611" y="86411"/>
                </a:lnTo>
                <a:lnTo>
                  <a:pt x="715166" y="84306"/>
                </a:lnTo>
                <a:lnTo>
                  <a:pt x="734730" y="82191"/>
                </a:lnTo>
                <a:lnTo>
                  <a:pt x="754294" y="80086"/>
                </a:lnTo>
                <a:lnTo>
                  <a:pt x="773849" y="77981"/>
                </a:lnTo>
                <a:lnTo>
                  <a:pt x="793413" y="75876"/>
                </a:lnTo>
                <a:lnTo>
                  <a:pt x="812978" y="73762"/>
                </a:lnTo>
                <a:lnTo>
                  <a:pt x="832533" y="71657"/>
                </a:lnTo>
                <a:lnTo>
                  <a:pt x="852097" y="69552"/>
                </a:lnTo>
                <a:lnTo>
                  <a:pt x="871661" y="67447"/>
                </a:lnTo>
                <a:lnTo>
                  <a:pt x="891216" y="65332"/>
                </a:lnTo>
                <a:lnTo>
                  <a:pt x="910781" y="63227"/>
                </a:lnTo>
                <a:lnTo>
                  <a:pt x="930335" y="61122"/>
                </a:lnTo>
                <a:lnTo>
                  <a:pt x="949900" y="59007"/>
                </a:lnTo>
                <a:lnTo>
                  <a:pt x="969464" y="56902"/>
                </a:lnTo>
                <a:lnTo>
                  <a:pt x="989019" y="54797"/>
                </a:lnTo>
                <a:lnTo>
                  <a:pt x="1008583" y="52692"/>
                </a:lnTo>
                <a:lnTo>
                  <a:pt x="1028148" y="50578"/>
                </a:lnTo>
                <a:lnTo>
                  <a:pt x="1047702" y="48473"/>
                </a:lnTo>
                <a:lnTo>
                  <a:pt x="1067267" y="46368"/>
                </a:lnTo>
                <a:lnTo>
                  <a:pt x="1086831" y="44263"/>
                </a:lnTo>
                <a:lnTo>
                  <a:pt x="1106386" y="42148"/>
                </a:lnTo>
                <a:lnTo>
                  <a:pt x="1125950" y="40043"/>
                </a:lnTo>
                <a:lnTo>
                  <a:pt x="1145515" y="37938"/>
                </a:lnTo>
                <a:lnTo>
                  <a:pt x="1165069" y="35833"/>
                </a:lnTo>
                <a:lnTo>
                  <a:pt x="1184634" y="33719"/>
                </a:lnTo>
                <a:lnTo>
                  <a:pt x="1204189" y="31613"/>
                </a:lnTo>
                <a:lnTo>
                  <a:pt x="1223753" y="29508"/>
                </a:lnTo>
                <a:lnTo>
                  <a:pt x="1243317" y="27394"/>
                </a:lnTo>
                <a:lnTo>
                  <a:pt x="1262872" y="25289"/>
                </a:lnTo>
                <a:lnTo>
                  <a:pt x="1282436" y="23184"/>
                </a:lnTo>
                <a:lnTo>
                  <a:pt x="1302001" y="21079"/>
                </a:lnTo>
                <a:lnTo>
                  <a:pt x="1321556" y="18964"/>
                </a:lnTo>
                <a:lnTo>
                  <a:pt x="1341120" y="16859"/>
                </a:lnTo>
                <a:lnTo>
                  <a:pt x="1360684" y="14754"/>
                </a:lnTo>
                <a:lnTo>
                  <a:pt x="1380239" y="12649"/>
                </a:lnTo>
                <a:lnTo>
                  <a:pt x="1399804" y="10535"/>
                </a:lnTo>
                <a:lnTo>
                  <a:pt x="1419368" y="8430"/>
                </a:lnTo>
                <a:lnTo>
                  <a:pt x="1438923" y="6325"/>
                </a:lnTo>
                <a:lnTo>
                  <a:pt x="1458487" y="4220"/>
                </a:lnTo>
                <a:lnTo>
                  <a:pt x="1478042" y="2105"/>
                </a:lnTo>
                <a:lnTo>
                  <a:pt x="1497606" y="0"/>
                </a:lnTo>
                <a:lnTo>
                  <a:pt x="1502378" y="12849"/>
                </a:lnTo>
                <a:lnTo>
                  <a:pt x="1500483" y="32433"/>
                </a:lnTo>
                <a:lnTo>
                  <a:pt x="1498578" y="52007"/>
                </a:lnTo>
                <a:lnTo>
                  <a:pt x="1496682" y="71590"/>
                </a:lnTo>
                <a:lnTo>
                  <a:pt x="1494787" y="91173"/>
                </a:lnTo>
                <a:lnTo>
                  <a:pt x="1492891" y="110757"/>
                </a:lnTo>
                <a:lnTo>
                  <a:pt x="1490996" y="130340"/>
                </a:lnTo>
                <a:lnTo>
                  <a:pt x="1489100" y="149924"/>
                </a:lnTo>
                <a:lnTo>
                  <a:pt x="1487205" y="169507"/>
                </a:lnTo>
                <a:lnTo>
                  <a:pt x="1485309" y="189090"/>
                </a:lnTo>
                <a:lnTo>
                  <a:pt x="1483414" y="208674"/>
                </a:lnTo>
                <a:lnTo>
                  <a:pt x="1481519" y="228257"/>
                </a:lnTo>
                <a:lnTo>
                  <a:pt x="1479614" y="247841"/>
                </a:lnTo>
                <a:lnTo>
                  <a:pt x="1477718" y="267424"/>
                </a:lnTo>
                <a:lnTo>
                  <a:pt x="1475823" y="286998"/>
                </a:lnTo>
                <a:lnTo>
                  <a:pt x="1473927" y="306581"/>
                </a:lnTo>
                <a:lnTo>
                  <a:pt x="1472032" y="326165"/>
                </a:lnTo>
                <a:lnTo>
                  <a:pt x="1470136" y="345748"/>
                </a:lnTo>
                <a:lnTo>
                  <a:pt x="1468241" y="365331"/>
                </a:lnTo>
                <a:lnTo>
                  <a:pt x="1466345" y="384915"/>
                </a:lnTo>
                <a:lnTo>
                  <a:pt x="1464450" y="404498"/>
                </a:lnTo>
                <a:lnTo>
                  <a:pt x="1462554" y="424082"/>
                </a:lnTo>
                <a:lnTo>
                  <a:pt x="1460659" y="443665"/>
                </a:lnTo>
                <a:lnTo>
                  <a:pt x="1458754" y="463248"/>
                </a:lnTo>
                <a:lnTo>
                  <a:pt x="1456858" y="482822"/>
                </a:lnTo>
                <a:lnTo>
                  <a:pt x="1454963" y="502406"/>
                </a:lnTo>
                <a:lnTo>
                  <a:pt x="1453067" y="521989"/>
                </a:lnTo>
                <a:lnTo>
                  <a:pt x="1451172" y="541572"/>
                </a:lnTo>
                <a:lnTo>
                  <a:pt x="1449276" y="561156"/>
                </a:lnTo>
                <a:lnTo>
                  <a:pt x="1447381" y="580739"/>
                </a:lnTo>
                <a:lnTo>
                  <a:pt x="1445485" y="600323"/>
                </a:lnTo>
                <a:lnTo>
                  <a:pt x="1443590" y="619906"/>
                </a:lnTo>
                <a:lnTo>
                  <a:pt x="1441694" y="639489"/>
                </a:lnTo>
                <a:lnTo>
                  <a:pt x="1439799" y="659073"/>
                </a:lnTo>
                <a:lnTo>
                  <a:pt x="1437894" y="678656"/>
                </a:lnTo>
                <a:lnTo>
                  <a:pt x="1435999" y="698240"/>
                </a:lnTo>
                <a:lnTo>
                  <a:pt x="1434103" y="717814"/>
                </a:lnTo>
                <a:lnTo>
                  <a:pt x="1432208" y="737397"/>
                </a:lnTo>
                <a:lnTo>
                  <a:pt x="1430312" y="756980"/>
                </a:lnTo>
                <a:lnTo>
                  <a:pt x="1428417" y="776564"/>
                </a:lnTo>
                <a:lnTo>
                  <a:pt x="1426521" y="796147"/>
                </a:lnTo>
                <a:lnTo>
                  <a:pt x="1424626" y="815731"/>
                </a:lnTo>
                <a:lnTo>
                  <a:pt x="1422730" y="835314"/>
                </a:lnTo>
                <a:lnTo>
                  <a:pt x="1420835" y="854897"/>
                </a:lnTo>
                <a:lnTo>
                  <a:pt x="1418930" y="874481"/>
                </a:lnTo>
                <a:lnTo>
                  <a:pt x="1417034" y="894064"/>
                </a:lnTo>
                <a:lnTo>
                  <a:pt x="1415139" y="913648"/>
                </a:lnTo>
                <a:lnTo>
                  <a:pt x="1413243" y="933221"/>
                </a:lnTo>
                <a:lnTo>
                  <a:pt x="1394155" y="935784"/>
                </a:lnTo>
                <a:lnTo>
                  <a:pt x="1374591" y="937879"/>
                </a:lnTo>
                <a:lnTo>
                  <a:pt x="1355027" y="939975"/>
                </a:lnTo>
                <a:lnTo>
                  <a:pt x="1335472" y="942070"/>
                </a:lnTo>
                <a:lnTo>
                  <a:pt x="1315907" y="944166"/>
                </a:lnTo>
                <a:lnTo>
                  <a:pt x="1296343" y="946261"/>
                </a:lnTo>
                <a:lnTo>
                  <a:pt x="1276779" y="948357"/>
                </a:lnTo>
                <a:lnTo>
                  <a:pt x="1257214" y="950452"/>
                </a:lnTo>
                <a:lnTo>
                  <a:pt x="1237659" y="952548"/>
                </a:lnTo>
                <a:lnTo>
                  <a:pt x="1218095" y="954634"/>
                </a:lnTo>
                <a:lnTo>
                  <a:pt x="1198531" y="956729"/>
                </a:lnTo>
                <a:lnTo>
                  <a:pt x="1178966" y="958825"/>
                </a:lnTo>
                <a:lnTo>
                  <a:pt x="1159402" y="960920"/>
                </a:lnTo>
                <a:lnTo>
                  <a:pt x="1139847" y="963016"/>
                </a:lnTo>
                <a:lnTo>
                  <a:pt x="1120283" y="965111"/>
                </a:lnTo>
                <a:lnTo>
                  <a:pt x="1100719" y="967207"/>
                </a:lnTo>
                <a:lnTo>
                  <a:pt x="1081154" y="969302"/>
                </a:lnTo>
                <a:lnTo>
                  <a:pt x="1061590" y="971398"/>
                </a:lnTo>
                <a:lnTo>
                  <a:pt x="1042035" y="973493"/>
                </a:lnTo>
                <a:lnTo>
                  <a:pt x="1022471" y="975579"/>
                </a:lnTo>
                <a:lnTo>
                  <a:pt x="1002906" y="977675"/>
                </a:lnTo>
                <a:lnTo>
                  <a:pt x="983342" y="979770"/>
                </a:lnTo>
                <a:lnTo>
                  <a:pt x="963787" y="981866"/>
                </a:lnTo>
                <a:lnTo>
                  <a:pt x="944223" y="983961"/>
                </a:lnTo>
                <a:lnTo>
                  <a:pt x="924658" y="986057"/>
                </a:lnTo>
                <a:lnTo>
                  <a:pt x="905094" y="988152"/>
                </a:lnTo>
                <a:lnTo>
                  <a:pt x="885530" y="990248"/>
                </a:lnTo>
                <a:lnTo>
                  <a:pt x="865975" y="992343"/>
                </a:lnTo>
                <a:lnTo>
                  <a:pt x="846411" y="994439"/>
                </a:lnTo>
                <a:lnTo>
                  <a:pt x="826846" y="996525"/>
                </a:lnTo>
                <a:lnTo>
                  <a:pt x="807282" y="998620"/>
                </a:lnTo>
                <a:lnTo>
                  <a:pt x="787718" y="1000716"/>
                </a:lnTo>
                <a:lnTo>
                  <a:pt x="768163" y="1002811"/>
                </a:lnTo>
                <a:lnTo>
                  <a:pt x="748598" y="1004907"/>
                </a:lnTo>
                <a:lnTo>
                  <a:pt x="729034" y="1007002"/>
                </a:lnTo>
                <a:lnTo>
                  <a:pt x="709470" y="1009098"/>
                </a:lnTo>
                <a:lnTo>
                  <a:pt x="689915" y="1011193"/>
                </a:lnTo>
                <a:lnTo>
                  <a:pt x="670350" y="1013289"/>
                </a:lnTo>
                <a:lnTo>
                  <a:pt x="650786" y="1015384"/>
                </a:lnTo>
                <a:lnTo>
                  <a:pt x="631222" y="1017470"/>
                </a:lnTo>
                <a:lnTo>
                  <a:pt x="611657" y="1019566"/>
                </a:lnTo>
                <a:lnTo>
                  <a:pt x="592103" y="1021661"/>
                </a:lnTo>
                <a:lnTo>
                  <a:pt x="572538" y="1023757"/>
                </a:lnTo>
                <a:lnTo>
                  <a:pt x="552974" y="1025852"/>
                </a:lnTo>
                <a:lnTo>
                  <a:pt x="533410" y="1027948"/>
                </a:lnTo>
                <a:lnTo>
                  <a:pt x="513845" y="1030043"/>
                </a:lnTo>
                <a:lnTo>
                  <a:pt x="494290" y="1032139"/>
                </a:lnTo>
                <a:lnTo>
                  <a:pt x="474726" y="1034234"/>
                </a:lnTo>
                <a:lnTo>
                  <a:pt x="455162" y="1036330"/>
                </a:lnTo>
                <a:lnTo>
                  <a:pt x="435597" y="1038416"/>
                </a:lnTo>
                <a:lnTo>
                  <a:pt x="416033" y="1040511"/>
                </a:lnTo>
                <a:lnTo>
                  <a:pt x="396478" y="1042606"/>
                </a:lnTo>
                <a:lnTo>
                  <a:pt x="376914" y="1044702"/>
                </a:lnTo>
                <a:lnTo>
                  <a:pt x="357349" y="1046798"/>
                </a:lnTo>
                <a:lnTo>
                  <a:pt x="337785" y="1048893"/>
                </a:lnTo>
                <a:lnTo>
                  <a:pt x="318230" y="1050989"/>
                </a:lnTo>
                <a:lnTo>
                  <a:pt x="298666" y="1053084"/>
                </a:lnTo>
                <a:lnTo>
                  <a:pt x="279102" y="1055180"/>
                </a:lnTo>
                <a:lnTo>
                  <a:pt x="259537" y="1057275"/>
                </a:lnTo>
                <a:lnTo>
                  <a:pt x="239973" y="1059361"/>
                </a:lnTo>
                <a:lnTo>
                  <a:pt x="220418" y="1061456"/>
                </a:lnTo>
                <a:lnTo>
                  <a:pt x="200854" y="1063552"/>
                </a:lnTo>
                <a:lnTo>
                  <a:pt x="181289" y="1065647"/>
                </a:lnTo>
                <a:lnTo>
                  <a:pt x="161725" y="1067743"/>
                </a:lnTo>
                <a:lnTo>
                  <a:pt x="142161" y="1069838"/>
                </a:lnTo>
                <a:lnTo>
                  <a:pt x="122606" y="1071934"/>
                </a:lnTo>
                <a:lnTo>
                  <a:pt x="103041" y="1074029"/>
                </a:lnTo>
                <a:lnTo>
                  <a:pt x="83477" y="1076125"/>
                </a:lnTo>
                <a:lnTo>
                  <a:pt x="63913" y="1078220"/>
                </a:lnTo>
                <a:lnTo>
                  <a:pt x="44348" y="1080306"/>
                </a:lnTo>
                <a:lnTo>
                  <a:pt x="24794" y="1082402"/>
                </a:lnTo>
                <a:lnTo>
                  <a:pt x="5229" y="1084497"/>
                </a:lnTo>
                <a:lnTo>
                  <a:pt x="0" y="1072115"/>
                </a:lnTo>
                <a:lnTo>
                  <a:pt x="1895" y="1052532"/>
                </a:lnTo>
                <a:lnTo>
                  <a:pt x="3800" y="1032948"/>
                </a:lnTo>
                <a:lnTo>
                  <a:pt x="5696" y="1013365"/>
                </a:lnTo>
                <a:lnTo>
                  <a:pt x="7591" y="993791"/>
                </a:lnTo>
                <a:lnTo>
                  <a:pt x="9487" y="974207"/>
                </a:lnTo>
                <a:lnTo>
                  <a:pt x="11392" y="954624"/>
                </a:lnTo>
                <a:lnTo>
                  <a:pt x="13287" y="935041"/>
                </a:lnTo>
                <a:lnTo>
                  <a:pt x="15183" y="915457"/>
                </a:lnTo>
                <a:lnTo>
                  <a:pt x="17088" y="895874"/>
                </a:lnTo>
                <a:lnTo>
                  <a:pt x="18983" y="876290"/>
                </a:lnTo>
                <a:lnTo>
                  <a:pt x="20879" y="856707"/>
                </a:lnTo>
                <a:lnTo>
                  <a:pt x="22784" y="837124"/>
                </a:lnTo>
                <a:lnTo>
                  <a:pt x="24679" y="817550"/>
                </a:lnTo>
                <a:lnTo>
                  <a:pt x="26575" y="797966"/>
                </a:lnTo>
                <a:lnTo>
                  <a:pt x="28470" y="778383"/>
                </a:lnTo>
                <a:lnTo>
                  <a:pt x="30375" y="758800"/>
                </a:lnTo>
                <a:lnTo>
                  <a:pt x="32271" y="739216"/>
                </a:lnTo>
                <a:lnTo>
                  <a:pt x="34166" y="719633"/>
                </a:lnTo>
                <a:lnTo>
                  <a:pt x="36071" y="700049"/>
                </a:lnTo>
                <a:lnTo>
                  <a:pt x="37967" y="680466"/>
                </a:lnTo>
                <a:lnTo>
                  <a:pt x="39862" y="660883"/>
                </a:lnTo>
                <a:lnTo>
                  <a:pt x="41767" y="641309"/>
                </a:lnTo>
                <a:lnTo>
                  <a:pt x="43663" y="621725"/>
                </a:lnTo>
                <a:lnTo>
                  <a:pt x="45558" y="602142"/>
                </a:lnTo>
                <a:lnTo>
                  <a:pt x="47454" y="582559"/>
                </a:lnTo>
                <a:lnTo>
                  <a:pt x="49359" y="562975"/>
                </a:lnTo>
                <a:lnTo>
                  <a:pt x="51254" y="543392"/>
                </a:lnTo>
                <a:lnTo>
                  <a:pt x="53150" y="523808"/>
                </a:lnTo>
                <a:lnTo>
                  <a:pt x="55055" y="504225"/>
                </a:lnTo>
                <a:lnTo>
                  <a:pt x="56950" y="484642"/>
                </a:lnTo>
                <a:lnTo>
                  <a:pt x="58845" y="465068"/>
                </a:lnTo>
                <a:lnTo>
                  <a:pt x="60741" y="445484"/>
                </a:lnTo>
                <a:lnTo>
                  <a:pt x="62646" y="425901"/>
                </a:lnTo>
                <a:lnTo>
                  <a:pt x="64541" y="406317"/>
                </a:lnTo>
                <a:lnTo>
                  <a:pt x="66437" y="386734"/>
                </a:lnTo>
                <a:lnTo>
                  <a:pt x="68342" y="367151"/>
                </a:lnTo>
                <a:lnTo>
                  <a:pt x="70237" y="347567"/>
                </a:lnTo>
                <a:lnTo>
                  <a:pt x="72133" y="327984"/>
                </a:lnTo>
                <a:lnTo>
                  <a:pt x="74038" y="308400"/>
                </a:lnTo>
                <a:lnTo>
                  <a:pt x="75933" y="288827"/>
                </a:lnTo>
                <a:lnTo>
                  <a:pt x="77829" y="269243"/>
                </a:lnTo>
                <a:lnTo>
                  <a:pt x="79724" y="249660"/>
                </a:lnTo>
                <a:lnTo>
                  <a:pt x="81629" y="230076"/>
                </a:lnTo>
                <a:lnTo>
                  <a:pt x="83525" y="210493"/>
                </a:lnTo>
                <a:lnTo>
                  <a:pt x="85420" y="190910"/>
                </a:lnTo>
                <a:lnTo>
                  <a:pt x="87325" y="171326"/>
                </a:lnTo>
                <a:lnTo>
                  <a:pt x="89221" y="151743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005C15E0-1CF4-4DE3-B542-A65CE478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5502" y="3726837"/>
            <a:ext cx="1502378" cy="1084497"/>
          </a:xfrm>
          <a:custGeom xmlns:a="http://schemas.openxmlformats.org/drawingml/2006/main">
            <a:pathLst>
              <a:path w="1502378" h="1084497">
                <a:moveTo>
                  <a:pt x="89221" y="151743"/>
                </a:moveTo>
                <a:lnTo>
                  <a:pt x="108785" y="149638"/>
                </a:lnTo>
                <a:lnTo>
                  <a:pt x="128340" y="147533"/>
                </a:lnTo>
                <a:lnTo>
                  <a:pt x="147904" y="145418"/>
                </a:lnTo>
                <a:lnTo>
                  <a:pt x="167459" y="143313"/>
                </a:lnTo>
                <a:lnTo>
                  <a:pt x="187023" y="141208"/>
                </a:lnTo>
                <a:lnTo>
                  <a:pt x="206588" y="139103"/>
                </a:lnTo>
                <a:lnTo>
                  <a:pt x="226143" y="136989"/>
                </a:lnTo>
                <a:lnTo>
                  <a:pt x="245707" y="134884"/>
                </a:lnTo>
                <a:lnTo>
                  <a:pt x="265271" y="132779"/>
                </a:lnTo>
                <a:lnTo>
                  <a:pt x="284826" y="130673"/>
                </a:lnTo>
                <a:lnTo>
                  <a:pt x="304390" y="128559"/>
                </a:lnTo>
                <a:lnTo>
                  <a:pt x="323955" y="126454"/>
                </a:lnTo>
                <a:lnTo>
                  <a:pt x="343510" y="124349"/>
                </a:lnTo>
                <a:lnTo>
                  <a:pt x="363074" y="122244"/>
                </a:lnTo>
                <a:lnTo>
                  <a:pt x="382638" y="120129"/>
                </a:lnTo>
                <a:lnTo>
                  <a:pt x="402193" y="118024"/>
                </a:lnTo>
                <a:lnTo>
                  <a:pt x="421757" y="115919"/>
                </a:lnTo>
                <a:lnTo>
                  <a:pt x="441312" y="113805"/>
                </a:lnTo>
                <a:lnTo>
                  <a:pt x="460877" y="111700"/>
                </a:lnTo>
                <a:lnTo>
                  <a:pt x="480441" y="109595"/>
                </a:lnTo>
                <a:lnTo>
                  <a:pt x="499996" y="107490"/>
                </a:lnTo>
                <a:lnTo>
                  <a:pt x="519560" y="105375"/>
                </a:lnTo>
                <a:lnTo>
                  <a:pt x="539125" y="103270"/>
                </a:lnTo>
                <a:lnTo>
                  <a:pt x="558679" y="101165"/>
                </a:lnTo>
                <a:lnTo>
                  <a:pt x="578244" y="99060"/>
                </a:lnTo>
                <a:lnTo>
                  <a:pt x="597808" y="96945"/>
                </a:lnTo>
                <a:lnTo>
                  <a:pt x="617363" y="94840"/>
                </a:lnTo>
                <a:lnTo>
                  <a:pt x="636927" y="92735"/>
                </a:lnTo>
                <a:lnTo>
                  <a:pt x="656482" y="90630"/>
                </a:lnTo>
                <a:lnTo>
                  <a:pt x="676046" y="88516"/>
                </a:lnTo>
                <a:lnTo>
                  <a:pt x="695611" y="86411"/>
                </a:lnTo>
                <a:lnTo>
                  <a:pt x="715166" y="84306"/>
                </a:lnTo>
                <a:lnTo>
                  <a:pt x="734730" y="82191"/>
                </a:lnTo>
                <a:lnTo>
                  <a:pt x="754294" y="80086"/>
                </a:lnTo>
                <a:lnTo>
                  <a:pt x="773849" y="77981"/>
                </a:lnTo>
                <a:lnTo>
                  <a:pt x="793413" y="75876"/>
                </a:lnTo>
                <a:lnTo>
                  <a:pt x="812978" y="73762"/>
                </a:lnTo>
                <a:lnTo>
                  <a:pt x="832533" y="71657"/>
                </a:lnTo>
                <a:lnTo>
                  <a:pt x="852097" y="69552"/>
                </a:lnTo>
                <a:lnTo>
                  <a:pt x="871661" y="67447"/>
                </a:lnTo>
                <a:lnTo>
                  <a:pt x="891216" y="65332"/>
                </a:lnTo>
                <a:lnTo>
                  <a:pt x="910781" y="63227"/>
                </a:lnTo>
                <a:lnTo>
                  <a:pt x="930335" y="61122"/>
                </a:lnTo>
                <a:lnTo>
                  <a:pt x="949900" y="59007"/>
                </a:lnTo>
                <a:lnTo>
                  <a:pt x="969464" y="56902"/>
                </a:lnTo>
                <a:lnTo>
                  <a:pt x="989019" y="54797"/>
                </a:lnTo>
                <a:lnTo>
                  <a:pt x="1008583" y="52692"/>
                </a:lnTo>
                <a:lnTo>
                  <a:pt x="1028148" y="50578"/>
                </a:lnTo>
                <a:lnTo>
                  <a:pt x="1047702" y="48473"/>
                </a:lnTo>
                <a:lnTo>
                  <a:pt x="1067267" y="46368"/>
                </a:lnTo>
                <a:lnTo>
                  <a:pt x="1086831" y="44263"/>
                </a:lnTo>
                <a:lnTo>
                  <a:pt x="1106386" y="42148"/>
                </a:lnTo>
                <a:lnTo>
                  <a:pt x="1125950" y="40043"/>
                </a:lnTo>
                <a:lnTo>
                  <a:pt x="1145515" y="37938"/>
                </a:lnTo>
                <a:lnTo>
                  <a:pt x="1165069" y="35833"/>
                </a:lnTo>
                <a:lnTo>
                  <a:pt x="1184634" y="33719"/>
                </a:lnTo>
                <a:lnTo>
                  <a:pt x="1204189" y="31613"/>
                </a:lnTo>
                <a:lnTo>
                  <a:pt x="1223753" y="29508"/>
                </a:lnTo>
                <a:lnTo>
                  <a:pt x="1243317" y="27394"/>
                </a:lnTo>
                <a:lnTo>
                  <a:pt x="1262872" y="25289"/>
                </a:lnTo>
                <a:lnTo>
                  <a:pt x="1282436" y="23184"/>
                </a:lnTo>
                <a:lnTo>
                  <a:pt x="1302001" y="21079"/>
                </a:lnTo>
                <a:lnTo>
                  <a:pt x="1321556" y="18964"/>
                </a:lnTo>
                <a:lnTo>
                  <a:pt x="1341120" y="16859"/>
                </a:lnTo>
                <a:lnTo>
                  <a:pt x="1360684" y="14754"/>
                </a:lnTo>
                <a:lnTo>
                  <a:pt x="1380239" y="12649"/>
                </a:lnTo>
                <a:lnTo>
                  <a:pt x="1399804" y="10535"/>
                </a:lnTo>
                <a:lnTo>
                  <a:pt x="1419358" y="8430"/>
                </a:lnTo>
                <a:lnTo>
                  <a:pt x="1438923" y="6325"/>
                </a:lnTo>
                <a:lnTo>
                  <a:pt x="1458487" y="4220"/>
                </a:lnTo>
                <a:lnTo>
                  <a:pt x="1478042" y="2105"/>
                </a:lnTo>
                <a:lnTo>
                  <a:pt x="1497606" y="0"/>
                </a:lnTo>
                <a:lnTo>
                  <a:pt x="1502378" y="12849"/>
                </a:lnTo>
                <a:lnTo>
                  <a:pt x="1500483" y="32433"/>
                </a:lnTo>
                <a:lnTo>
                  <a:pt x="1498578" y="52007"/>
                </a:lnTo>
                <a:lnTo>
                  <a:pt x="1496682" y="71590"/>
                </a:lnTo>
                <a:lnTo>
                  <a:pt x="1494787" y="91173"/>
                </a:lnTo>
                <a:lnTo>
                  <a:pt x="1492891" y="110757"/>
                </a:lnTo>
                <a:lnTo>
                  <a:pt x="1490996" y="130340"/>
                </a:lnTo>
                <a:lnTo>
                  <a:pt x="1489100" y="149924"/>
                </a:lnTo>
                <a:lnTo>
                  <a:pt x="1487205" y="169507"/>
                </a:lnTo>
                <a:lnTo>
                  <a:pt x="1485309" y="189090"/>
                </a:lnTo>
                <a:lnTo>
                  <a:pt x="1483414" y="208674"/>
                </a:lnTo>
                <a:lnTo>
                  <a:pt x="1481519" y="228257"/>
                </a:lnTo>
                <a:lnTo>
                  <a:pt x="1479614" y="247841"/>
                </a:lnTo>
                <a:lnTo>
                  <a:pt x="1477718" y="267424"/>
                </a:lnTo>
                <a:lnTo>
                  <a:pt x="1475823" y="286998"/>
                </a:lnTo>
                <a:lnTo>
                  <a:pt x="1473927" y="306581"/>
                </a:lnTo>
                <a:lnTo>
                  <a:pt x="1472032" y="326165"/>
                </a:lnTo>
                <a:lnTo>
                  <a:pt x="1470136" y="345748"/>
                </a:lnTo>
                <a:lnTo>
                  <a:pt x="1468241" y="365331"/>
                </a:lnTo>
                <a:lnTo>
                  <a:pt x="1466345" y="384915"/>
                </a:lnTo>
                <a:lnTo>
                  <a:pt x="1464450" y="404498"/>
                </a:lnTo>
                <a:lnTo>
                  <a:pt x="1462554" y="424082"/>
                </a:lnTo>
                <a:lnTo>
                  <a:pt x="1460659" y="443665"/>
                </a:lnTo>
                <a:lnTo>
                  <a:pt x="1458754" y="463248"/>
                </a:lnTo>
                <a:lnTo>
                  <a:pt x="1456858" y="482832"/>
                </a:lnTo>
                <a:lnTo>
                  <a:pt x="1454963" y="502406"/>
                </a:lnTo>
                <a:lnTo>
                  <a:pt x="1453067" y="521989"/>
                </a:lnTo>
                <a:lnTo>
                  <a:pt x="1451172" y="541572"/>
                </a:lnTo>
                <a:lnTo>
                  <a:pt x="1449276" y="561156"/>
                </a:lnTo>
                <a:lnTo>
                  <a:pt x="1447381" y="580739"/>
                </a:lnTo>
                <a:lnTo>
                  <a:pt x="1445485" y="600323"/>
                </a:lnTo>
                <a:lnTo>
                  <a:pt x="1443590" y="619906"/>
                </a:lnTo>
                <a:lnTo>
                  <a:pt x="1441694" y="639489"/>
                </a:lnTo>
                <a:lnTo>
                  <a:pt x="1439799" y="659073"/>
                </a:lnTo>
                <a:lnTo>
                  <a:pt x="1437894" y="678656"/>
                </a:lnTo>
                <a:lnTo>
                  <a:pt x="1435999" y="698230"/>
                </a:lnTo>
                <a:lnTo>
                  <a:pt x="1434103" y="717814"/>
                </a:lnTo>
                <a:lnTo>
                  <a:pt x="1432208" y="737397"/>
                </a:lnTo>
                <a:lnTo>
                  <a:pt x="1430312" y="756980"/>
                </a:lnTo>
                <a:lnTo>
                  <a:pt x="1428417" y="776564"/>
                </a:lnTo>
                <a:lnTo>
                  <a:pt x="1426521" y="796147"/>
                </a:lnTo>
                <a:lnTo>
                  <a:pt x="1424626" y="815731"/>
                </a:lnTo>
                <a:lnTo>
                  <a:pt x="1422730" y="835314"/>
                </a:lnTo>
                <a:lnTo>
                  <a:pt x="1420835" y="854897"/>
                </a:lnTo>
                <a:lnTo>
                  <a:pt x="1418930" y="874481"/>
                </a:lnTo>
                <a:lnTo>
                  <a:pt x="1417034" y="894064"/>
                </a:lnTo>
                <a:lnTo>
                  <a:pt x="1415139" y="913648"/>
                </a:lnTo>
                <a:lnTo>
                  <a:pt x="1413243" y="933221"/>
                </a:lnTo>
                <a:lnTo>
                  <a:pt x="1394155" y="935784"/>
                </a:lnTo>
                <a:lnTo>
                  <a:pt x="1374591" y="937879"/>
                </a:lnTo>
                <a:lnTo>
                  <a:pt x="1355027" y="939975"/>
                </a:lnTo>
                <a:lnTo>
                  <a:pt x="1335462" y="942070"/>
                </a:lnTo>
                <a:lnTo>
                  <a:pt x="1315907" y="944166"/>
                </a:lnTo>
                <a:lnTo>
                  <a:pt x="1296343" y="946261"/>
                </a:lnTo>
                <a:lnTo>
                  <a:pt x="1276779" y="948357"/>
                </a:lnTo>
                <a:lnTo>
                  <a:pt x="1257214" y="950452"/>
                </a:lnTo>
                <a:lnTo>
                  <a:pt x="1237659" y="952548"/>
                </a:lnTo>
                <a:lnTo>
                  <a:pt x="1218095" y="954634"/>
                </a:lnTo>
                <a:lnTo>
                  <a:pt x="1198531" y="956729"/>
                </a:lnTo>
                <a:lnTo>
                  <a:pt x="1178966" y="958825"/>
                </a:lnTo>
                <a:lnTo>
                  <a:pt x="1159402" y="960920"/>
                </a:lnTo>
                <a:lnTo>
                  <a:pt x="1139847" y="963016"/>
                </a:lnTo>
                <a:lnTo>
                  <a:pt x="1120283" y="965111"/>
                </a:lnTo>
                <a:lnTo>
                  <a:pt x="1100719" y="967207"/>
                </a:lnTo>
                <a:lnTo>
                  <a:pt x="1081154" y="969302"/>
                </a:lnTo>
                <a:lnTo>
                  <a:pt x="1061590" y="971398"/>
                </a:lnTo>
                <a:lnTo>
                  <a:pt x="1042035" y="973493"/>
                </a:lnTo>
                <a:lnTo>
                  <a:pt x="1022471" y="975579"/>
                </a:lnTo>
                <a:lnTo>
                  <a:pt x="1002906" y="977675"/>
                </a:lnTo>
                <a:lnTo>
                  <a:pt x="983342" y="979770"/>
                </a:lnTo>
                <a:lnTo>
                  <a:pt x="963787" y="981866"/>
                </a:lnTo>
                <a:lnTo>
                  <a:pt x="944223" y="983961"/>
                </a:lnTo>
                <a:lnTo>
                  <a:pt x="924658" y="986057"/>
                </a:lnTo>
                <a:lnTo>
                  <a:pt x="905094" y="988152"/>
                </a:lnTo>
                <a:lnTo>
                  <a:pt x="885530" y="990248"/>
                </a:lnTo>
                <a:lnTo>
                  <a:pt x="865975" y="992343"/>
                </a:lnTo>
                <a:lnTo>
                  <a:pt x="846411" y="994439"/>
                </a:lnTo>
                <a:lnTo>
                  <a:pt x="826846" y="996525"/>
                </a:lnTo>
                <a:lnTo>
                  <a:pt x="807282" y="998620"/>
                </a:lnTo>
                <a:lnTo>
                  <a:pt x="787718" y="1000716"/>
                </a:lnTo>
                <a:lnTo>
                  <a:pt x="768163" y="1002811"/>
                </a:lnTo>
                <a:lnTo>
                  <a:pt x="748598" y="1004907"/>
                </a:lnTo>
                <a:lnTo>
                  <a:pt x="729034" y="1007002"/>
                </a:lnTo>
                <a:lnTo>
                  <a:pt x="709470" y="1009098"/>
                </a:lnTo>
                <a:lnTo>
                  <a:pt x="689905" y="1011193"/>
                </a:lnTo>
                <a:lnTo>
                  <a:pt x="670350" y="1013289"/>
                </a:lnTo>
                <a:lnTo>
                  <a:pt x="650786" y="1015384"/>
                </a:lnTo>
                <a:lnTo>
                  <a:pt x="631222" y="1017470"/>
                </a:lnTo>
                <a:lnTo>
                  <a:pt x="611657" y="1019566"/>
                </a:lnTo>
                <a:lnTo>
                  <a:pt x="592103" y="1021661"/>
                </a:lnTo>
                <a:lnTo>
                  <a:pt x="572538" y="1023757"/>
                </a:lnTo>
                <a:lnTo>
                  <a:pt x="552974" y="1025852"/>
                </a:lnTo>
                <a:lnTo>
                  <a:pt x="533410" y="1027948"/>
                </a:lnTo>
                <a:lnTo>
                  <a:pt x="513845" y="1030043"/>
                </a:lnTo>
                <a:lnTo>
                  <a:pt x="494290" y="1032139"/>
                </a:lnTo>
                <a:lnTo>
                  <a:pt x="474726" y="1034234"/>
                </a:lnTo>
                <a:lnTo>
                  <a:pt x="455162" y="1036330"/>
                </a:lnTo>
                <a:lnTo>
                  <a:pt x="435597" y="1038416"/>
                </a:lnTo>
                <a:lnTo>
                  <a:pt x="416033" y="1040511"/>
                </a:lnTo>
                <a:lnTo>
                  <a:pt x="396478" y="1042606"/>
                </a:lnTo>
                <a:lnTo>
                  <a:pt x="376914" y="1044702"/>
                </a:lnTo>
                <a:lnTo>
                  <a:pt x="357349" y="1046798"/>
                </a:lnTo>
                <a:lnTo>
                  <a:pt x="337785" y="1048893"/>
                </a:lnTo>
                <a:lnTo>
                  <a:pt x="318230" y="1050989"/>
                </a:lnTo>
                <a:lnTo>
                  <a:pt x="298666" y="1053084"/>
                </a:lnTo>
                <a:lnTo>
                  <a:pt x="279102" y="1055180"/>
                </a:lnTo>
                <a:lnTo>
                  <a:pt x="259537" y="1057275"/>
                </a:lnTo>
                <a:lnTo>
                  <a:pt x="239973" y="1059361"/>
                </a:lnTo>
                <a:lnTo>
                  <a:pt x="220418" y="1061456"/>
                </a:lnTo>
                <a:lnTo>
                  <a:pt x="200854" y="1063552"/>
                </a:lnTo>
                <a:lnTo>
                  <a:pt x="181289" y="1065647"/>
                </a:lnTo>
                <a:lnTo>
                  <a:pt x="161725" y="1067743"/>
                </a:lnTo>
                <a:lnTo>
                  <a:pt x="142161" y="1069838"/>
                </a:lnTo>
                <a:lnTo>
                  <a:pt x="122606" y="1071934"/>
                </a:lnTo>
                <a:lnTo>
                  <a:pt x="103041" y="1074029"/>
                </a:lnTo>
                <a:lnTo>
                  <a:pt x="83477" y="1076125"/>
                </a:lnTo>
                <a:lnTo>
                  <a:pt x="63913" y="1078220"/>
                </a:lnTo>
                <a:lnTo>
                  <a:pt x="44348" y="1080306"/>
                </a:lnTo>
                <a:lnTo>
                  <a:pt x="24794" y="1082402"/>
                </a:lnTo>
                <a:lnTo>
                  <a:pt x="5229" y="1084497"/>
                </a:lnTo>
                <a:lnTo>
                  <a:pt x="0" y="1072115"/>
                </a:lnTo>
                <a:lnTo>
                  <a:pt x="1895" y="1052532"/>
                </a:lnTo>
                <a:lnTo>
                  <a:pt x="3800" y="1032948"/>
                </a:lnTo>
                <a:lnTo>
                  <a:pt x="5696" y="1013365"/>
                </a:lnTo>
                <a:lnTo>
                  <a:pt x="7591" y="993791"/>
                </a:lnTo>
                <a:lnTo>
                  <a:pt x="9487" y="974207"/>
                </a:lnTo>
                <a:lnTo>
                  <a:pt x="11392" y="954624"/>
                </a:lnTo>
                <a:lnTo>
                  <a:pt x="13287" y="935041"/>
                </a:lnTo>
                <a:lnTo>
                  <a:pt x="15183" y="915457"/>
                </a:lnTo>
                <a:lnTo>
                  <a:pt x="17088" y="895874"/>
                </a:lnTo>
                <a:lnTo>
                  <a:pt x="18983" y="876290"/>
                </a:lnTo>
                <a:lnTo>
                  <a:pt x="20879" y="856707"/>
                </a:lnTo>
                <a:lnTo>
                  <a:pt x="22784" y="837124"/>
                </a:lnTo>
                <a:lnTo>
                  <a:pt x="24679" y="817550"/>
                </a:lnTo>
                <a:lnTo>
                  <a:pt x="26575" y="797966"/>
                </a:lnTo>
                <a:lnTo>
                  <a:pt x="28470" y="778383"/>
                </a:lnTo>
                <a:lnTo>
                  <a:pt x="30375" y="758800"/>
                </a:lnTo>
                <a:lnTo>
                  <a:pt x="32271" y="739216"/>
                </a:lnTo>
                <a:lnTo>
                  <a:pt x="34166" y="719633"/>
                </a:lnTo>
                <a:lnTo>
                  <a:pt x="36071" y="700049"/>
                </a:lnTo>
                <a:lnTo>
                  <a:pt x="37967" y="680466"/>
                </a:lnTo>
                <a:lnTo>
                  <a:pt x="39862" y="660883"/>
                </a:lnTo>
                <a:lnTo>
                  <a:pt x="41758" y="641309"/>
                </a:lnTo>
                <a:lnTo>
                  <a:pt x="43663" y="621725"/>
                </a:lnTo>
                <a:lnTo>
                  <a:pt x="45558" y="602142"/>
                </a:lnTo>
                <a:lnTo>
                  <a:pt x="47454" y="582559"/>
                </a:lnTo>
                <a:lnTo>
                  <a:pt x="49359" y="562975"/>
                </a:lnTo>
                <a:lnTo>
                  <a:pt x="51254" y="543392"/>
                </a:lnTo>
                <a:lnTo>
                  <a:pt x="53150" y="523808"/>
                </a:lnTo>
                <a:lnTo>
                  <a:pt x="55055" y="504225"/>
                </a:lnTo>
                <a:lnTo>
                  <a:pt x="56950" y="484642"/>
                </a:lnTo>
                <a:lnTo>
                  <a:pt x="58845" y="465068"/>
                </a:lnTo>
                <a:lnTo>
                  <a:pt x="60741" y="445484"/>
                </a:lnTo>
                <a:lnTo>
                  <a:pt x="62646" y="425901"/>
                </a:lnTo>
                <a:lnTo>
                  <a:pt x="64541" y="406317"/>
                </a:lnTo>
                <a:lnTo>
                  <a:pt x="66437" y="386734"/>
                </a:lnTo>
                <a:lnTo>
                  <a:pt x="68342" y="367151"/>
                </a:lnTo>
                <a:lnTo>
                  <a:pt x="70237" y="347567"/>
                </a:lnTo>
                <a:lnTo>
                  <a:pt x="72133" y="327984"/>
                </a:lnTo>
                <a:lnTo>
                  <a:pt x="74038" y="308400"/>
                </a:lnTo>
                <a:lnTo>
                  <a:pt x="75933" y="288817"/>
                </a:lnTo>
                <a:lnTo>
                  <a:pt x="77829" y="269243"/>
                </a:lnTo>
                <a:lnTo>
                  <a:pt x="79724" y="249660"/>
                </a:lnTo>
                <a:lnTo>
                  <a:pt x="81629" y="230076"/>
                </a:lnTo>
                <a:lnTo>
                  <a:pt x="83525" y="210493"/>
                </a:lnTo>
                <a:lnTo>
                  <a:pt x="85420" y="190910"/>
                </a:lnTo>
                <a:lnTo>
                  <a:pt x="87325" y="171326"/>
                </a:lnTo>
                <a:lnTo>
                  <a:pt x="89221" y="151743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53EAF418-4DA9-4B75-889B-D8E43A72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587" y="3228737"/>
            <a:ext cx="1502378" cy="1084507"/>
          </a:xfrm>
          <a:custGeom xmlns:a="http://schemas.openxmlformats.org/drawingml/2006/main">
            <a:pathLst>
              <a:path w="1502378" h="1084507">
                <a:moveTo>
                  <a:pt x="88221" y="150733"/>
                </a:moveTo>
                <a:lnTo>
                  <a:pt x="107785" y="148638"/>
                </a:lnTo>
                <a:lnTo>
                  <a:pt x="127349" y="146552"/>
                </a:lnTo>
                <a:lnTo>
                  <a:pt x="146914" y="144456"/>
                </a:lnTo>
                <a:lnTo>
                  <a:pt x="166478" y="142361"/>
                </a:lnTo>
                <a:lnTo>
                  <a:pt x="186042" y="140265"/>
                </a:lnTo>
                <a:lnTo>
                  <a:pt x="205616" y="138170"/>
                </a:lnTo>
                <a:lnTo>
                  <a:pt x="225181" y="136084"/>
                </a:lnTo>
                <a:lnTo>
                  <a:pt x="244745" y="133988"/>
                </a:lnTo>
                <a:lnTo>
                  <a:pt x="264309" y="131893"/>
                </a:lnTo>
                <a:lnTo>
                  <a:pt x="283874" y="129797"/>
                </a:lnTo>
                <a:lnTo>
                  <a:pt x="303438" y="127702"/>
                </a:lnTo>
                <a:lnTo>
                  <a:pt x="323012" y="125616"/>
                </a:lnTo>
                <a:lnTo>
                  <a:pt x="342576" y="123520"/>
                </a:lnTo>
                <a:lnTo>
                  <a:pt x="362141" y="121425"/>
                </a:lnTo>
                <a:lnTo>
                  <a:pt x="381705" y="119329"/>
                </a:lnTo>
                <a:lnTo>
                  <a:pt x="401269" y="117234"/>
                </a:lnTo>
                <a:lnTo>
                  <a:pt x="420843" y="115148"/>
                </a:lnTo>
                <a:lnTo>
                  <a:pt x="440407" y="113052"/>
                </a:lnTo>
                <a:lnTo>
                  <a:pt x="459972" y="110957"/>
                </a:lnTo>
                <a:lnTo>
                  <a:pt x="479536" y="108861"/>
                </a:lnTo>
                <a:lnTo>
                  <a:pt x="499100" y="106775"/>
                </a:lnTo>
                <a:lnTo>
                  <a:pt x="518665" y="104680"/>
                </a:lnTo>
                <a:lnTo>
                  <a:pt x="538239" y="102584"/>
                </a:lnTo>
                <a:lnTo>
                  <a:pt x="557803" y="100489"/>
                </a:lnTo>
                <a:lnTo>
                  <a:pt x="577367" y="98393"/>
                </a:lnTo>
                <a:lnTo>
                  <a:pt x="596932" y="96307"/>
                </a:lnTo>
                <a:lnTo>
                  <a:pt x="616496" y="94212"/>
                </a:lnTo>
                <a:lnTo>
                  <a:pt x="636060" y="92116"/>
                </a:lnTo>
                <a:lnTo>
                  <a:pt x="655634" y="90021"/>
                </a:lnTo>
                <a:lnTo>
                  <a:pt x="675199" y="87925"/>
                </a:lnTo>
                <a:lnTo>
                  <a:pt x="694763" y="85839"/>
                </a:lnTo>
                <a:lnTo>
                  <a:pt x="714327" y="83744"/>
                </a:lnTo>
                <a:lnTo>
                  <a:pt x="733892" y="81648"/>
                </a:lnTo>
                <a:lnTo>
                  <a:pt x="753456" y="79553"/>
                </a:lnTo>
                <a:lnTo>
                  <a:pt x="773030" y="77457"/>
                </a:lnTo>
                <a:lnTo>
                  <a:pt x="792594" y="75371"/>
                </a:lnTo>
                <a:lnTo>
                  <a:pt x="812159" y="73276"/>
                </a:lnTo>
                <a:lnTo>
                  <a:pt x="831723" y="71180"/>
                </a:lnTo>
                <a:lnTo>
                  <a:pt x="851287" y="69085"/>
                </a:lnTo>
                <a:lnTo>
                  <a:pt x="870861" y="66989"/>
                </a:lnTo>
                <a:lnTo>
                  <a:pt x="890426" y="64903"/>
                </a:lnTo>
                <a:lnTo>
                  <a:pt x="909990" y="62808"/>
                </a:lnTo>
                <a:lnTo>
                  <a:pt x="929554" y="60712"/>
                </a:lnTo>
                <a:lnTo>
                  <a:pt x="949119" y="58617"/>
                </a:lnTo>
                <a:lnTo>
                  <a:pt x="968683" y="56521"/>
                </a:lnTo>
                <a:lnTo>
                  <a:pt x="988257" y="54435"/>
                </a:lnTo>
                <a:lnTo>
                  <a:pt x="1007821" y="52340"/>
                </a:lnTo>
                <a:lnTo>
                  <a:pt x="1027386" y="50244"/>
                </a:lnTo>
                <a:lnTo>
                  <a:pt x="1046950" y="48149"/>
                </a:lnTo>
                <a:lnTo>
                  <a:pt x="1066514" y="46053"/>
                </a:lnTo>
                <a:lnTo>
                  <a:pt x="1086088" y="43967"/>
                </a:lnTo>
                <a:lnTo>
                  <a:pt x="1105652" y="41872"/>
                </a:lnTo>
                <a:lnTo>
                  <a:pt x="1125217" y="39776"/>
                </a:lnTo>
                <a:lnTo>
                  <a:pt x="1144781" y="37681"/>
                </a:lnTo>
                <a:lnTo>
                  <a:pt x="1164346" y="35585"/>
                </a:lnTo>
                <a:lnTo>
                  <a:pt x="1183910" y="33499"/>
                </a:lnTo>
                <a:lnTo>
                  <a:pt x="1203484" y="31404"/>
                </a:lnTo>
                <a:lnTo>
                  <a:pt x="1223048" y="29308"/>
                </a:lnTo>
                <a:lnTo>
                  <a:pt x="1242612" y="27213"/>
                </a:lnTo>
                <a:lnTo>
                  <a:pt x="1262177" y="25127"/>
                </a:lnTo>
                <a:lnTo>
                  <a:pt x="1281741" y="23031"/>
                </a:lnTo>
                <a:lnTo>
                  <a:pt x="1301306" y="20936"/>
                </a:lnTo>
                <a:lnTo>
                  <a:pt x="1320879" y="18840"/>
                </a:lnTo>
                <a:lnTo>
                  <a:pt x="1340444" y="16745"/>
                </a:lnTo>
                <a:lnTo>
                  <a:pt x="1360008" y="14659"/>
                </a:lnTo>
                <a:lnTo>
                  <a:pt x="1379572" y="12563"/>
                </a:lnTo>
                <a:lnTo>
                  <a:pt x="1399137" y="10468"/>
                </a:lnTo>
                <a:lnTo>
                  <a:pt x="1418711" y="8372"/>
                </a:lnTo>
                <a:lnTo>
                  <a:pt x="1438275" y="6277"/>
                </a:lnTo>
                <a:lnTo>
                  <a:pt x="1457839" y="4191"/>
                </a:lnTo>
                <a:lnTo>
                  <a:pt x="1477404" y="2096"/>
                </a:lnTo>
                <a:lnTo>
                  <a:pt x="1496968" y="0"/>
                </a:lnTo>
                <a:lnTo>
                  <a:pt x="1502378" y="12202"/>
                </a:lnTo>
                <a:lnTo>
                  <a:pt x="1500483" y="31794"/>
                </a:lnTo>
                <a:lnTo>
                  <a:pt x="1498578" y="51378"/>
                </a:lnTo>
                <a:lnTo>
                  <a:pt x="1496682" y="70961"/>
                </a:lnTo>
                <a:lnTo>
                  <a:pt x="1494787" y="90545"/>
                </a:lnTo>
                <a:lnTo>
                  <a:pt x="1492882" y="110138"/>
                </a:lnTo>
                <a:lnTo>
                  <a:pt x="1490986" y="129721"/>
                </a:lnTo>
                <a:lnTo>
                  <a:pt x="1489091" y="149304"/>
                </a:lnTo>
                <a:lnTo>
                  <a:pt x="1487186" y="168897"/>
                </a:lnTo>
                <a:lnTo>
                  <a:pt x="1485290" y="188481"/>
                </a:lnTo>
                <a:lnTo>
                  <a:pt x="1483395" y="208064"/>
                </a:lnTo>
                <a:lnTo>
                  <a:pt x="1481490" y="227648"/>
                </a:lnTo>
                <a:lnTo>
                  <a:pt x="1479594" y="247240"/>
                </a:lnTo>
                <a:lnTo>
                  <a:pt x="1477699" y="266824"/>
                </a:lnTo>
                <a:lnTo>
                  <a:pt x="1475794" y="286407"/>
                </a:lnTo>
                <a:lnTo>
                  <a:pt x="1473899" y="305991"/>
                </a:lnTo>
                <a:lnTo>
                  <a:pt x="1472003" y="325584"/>
                </a:lnTo>
                <a:lnTo>
                  <a:pt x="1470098" y="345167"/>
                </a:lnTo>
                <a:lnTo>
                  <a:pt x="1468203" y="364750"/>
                </a:lnTo>
                <a:lnTo>
                  <a:pt x="1466307" y="384334"/>
                </a:lnTo>
                <a:lnTo>
                  <a:pt x="1464402" y="403927"/>
                </a:lnTo>
                <a:lnTo>
                  <a:pt x="1462507" y="423510"/>
                </a:lnTo>
                <a:lnTo>
                  <a:pt x="1460611" y="443093"/>
                </a:lnTo>
                <a:lnTo>
                  <a:pt x="1458706" y="462677"/>
                </a:lnTo>
                <a:lnTo>
                  <a:pt x="1456811" y="482270"/>
                </a:lnTo>
                <a:lnTo>
                  <a:pt x="1454915" y="501853"/>
                </a:lnTo>
                <a:lnTo>
                  <a:pt x="1453010" y="521437"/>
                </a:lnTo>
                <a:lnTo>
                  <a:pt x="1451115" y="541030"/>
                </a:lnTo>
                <a:lnTo>
                  <a:pt x="1449219" y="560613"/>
                </a:lnTo>
                <a:lnTo>
                  <a:pt x="1447314" y="580196"/>
                </a:lnTo>
                <a:lnTo>
                  <a:pt x="1445419" y="599780"/>
                </a:lnTo>
                <a:lnTo>
                  <a:pt x="1443523" y="619373"/>
                </a:lnTo>
                <a:lnTo>
                  <a:pt x="1441618" y="638956"/>
                </a:lnTo>
                <a:lnTo>
                  <a:pt x="1439723" y="658539"/>
                </a:lnTo>
                <a:lnTo>
                  <a:pt x="1437827" y="678123"/>
                </a:lnTo>
                <a:lnTo>
                  <a:pt x="1435922" y="697716"/>
                </a:lnTo>
                <a:lnTo>
                  <a:pt x="1434027" y="717299"/>
                </a:lnTo>
                <a:lnTo>
                  <a:pt x="1432131" y="736883"/>
                </a:lnTo>
                <a:lnTo>
                  <a:pt x="1430226" y="756466"/>
                </a:lnTo>
                <a:lnTo>
                  <a:pt x="1428331" y="776059"/>
                </a:lnTo>
                <a:lnTo>
                  <a:pt x="1426435" y="795642"/>
                </a:lnTo>
                <a:lnTo>
                  <a:pt x="1424530" y="815226"/>
                </a:lnTo>
                <a:lnTo>
                  <a:pt x="1422635" y="834809"/>
                </a:lnTo>
                <a:lnTo>
                  <a:pt x="1420739" y="854402"/>
                </a:lnTo>
                <a:lnTo>
                  <a:pt x="1418844" y="873985"/>
                </a:lnTo>
                <a:lnTo>
                  <a:pt x="1416939" y="893569"/>
                </a:lnTo>
                <a:lnTo>
                  <a:pt x="1415044" y="913162"/>
                </a:lnTo>
                <a:lnTo>
                  <a:pt x="1413139" y="932736"/>
                </a:lnTo>
                <a:lnTo>
                  <a:pt x="1393574" y="934850"/>
                </a:lnTo>
                <a:lnTo>
                  <a:pt x="1374010" y="936955"/>
                </a:lnTo>
                <a:lnTo>
                  <a:pt x="1354445" y="939060"/>
                </a:lnTo>
                <a:lnTo>
                  <a:pt x="1334881" y="941165"/>
                </a:lnTo>
                <a:lnTo>
                  <a:pt x="1315317" y="943280"/>
                </a:lnTo>
                <a:lnTo>
                  <a:pt x="1295752" y="945385"/>
                </a:lnTo>
                <a:lnTo>
                  <a:pt x="1276188" y="947490"/>
                </a:lnTo>
                <a:lnTo>
                  <a:pt x="1256624" y="949604"/>
                </a:lnTo>
                <a:lnTo>
                  <a:pt x="1237059" y="951709"/>
                </a:lnTo>
                <a:lnTo>
                  <a:pt x="1217495" y="953814"/>
                </a:lnTo>
                <a:lnTo>
                  <a:pt x="1197931" y="955929"/>
                </a:lnTo>
                <a:lnTo>
                  <a:pt x="1178366" y="958034"/>
                </a:lnTo>
                <a:lnTo>
                  <a:pt x="1158802" y="960139"/>
                </a:lnTo>
                <a:lnTo>
                  <a:pt x="1139238" y="962254"/>
                </a:lnTo>
                <a:lnTo>
                  <a:pt x="1119673" y="964359"/>
                </a:lnTo>
                <a:lnTo>
                  <a:pt x="1100109" y="966464"/>
                </a:lnTo>
                <a:lnTo>
                  <a:pt x="1080545" y="968569"/>
                </a:lnTo>
                <a:lnTo>
                  <a:pt x="1060980" y="970683"/>
                </a:lnTo>
                <a:lnTo>
                  <a:pt x="1041416" y="972788"/>
                </a:lnTo>
                <a:lnTo>
                  <a:pt x="1021852" y="974893"/>
                </a:lnTo>
                <a:lnTo>
                  <a:pt x="1002287" y="977008"/>
                </a:lnTo>
                <a:lnTo>
                  <a:pt x="982723" y="979113"/>
                </a:lnTo>
                <a:lnTo>
                  <a:pt x="963158" y="981218"/>
                </a:lnTo>
                <a:lnTo>
                  <a:pt x="943594" y="983332"/>
                </a:lnTo>
                <a:lnTo>
                  <a:pt x="924030" y="985437"/>
                </a:lnTo>
                <a:lnTo>
                  <a:pt x="904465" y="987542"/>
                </a:lnTo>
                <a:lnTo>
                  <a:pt x="884901" y="989657"/>
                </a:lnTo>
                <a:lnTo>
                  <a:pt x="865337" y="991762"/>
                </a:lnTo>
                <a:lnTo>
                  <a:pt x="845772" y="993867"/>
                </a:lnTo>
                <a:lnTo>
                  <a:pt x="826208" y="995972"/>
                </a:lnTo>
                <a:lnTo>
                  <a:pt x="806634" y="998087"/>
                </a:lnTo>
                <a:lnTo>
                  <a:pt x="787079" y="1000192"/>
                </a:lnTo>
                <a:lnTo>
                  <a:pt x="767505" y="1002297"/>
                </a:lnTo>
                <a:lnTo>
                  <a:pt x="747951" y="1004411"/>
                </a:lnTo>
                <a:lnTo>
                  <a:pt x="728377" y="1006516"/>
                </a:lnTo>
                <a:lnTo>
                  <a:pt x="708812" y="1008621"/>
                </a:lnTo>
                <a:lnTo>
                  <a:pt x="689248" y="1010736"/>
                </a:lnTo>
                <a:lnTo>
                  <a:pt x="669684" y="1012841"/>
                </a:lnTo>
                <a:lnTo>
                  <a:pt x="650119" y="1014946"/>
                </a:lnTo>
                <a:lnTo>
                  <a:pt x="630555" y="1017060"/>
                </a:lnTo>
                <a:lnTo>
                  <a:pt x="610991" y="1019165"/>
                </a:lnTo>
                <a:lnTo>
                  <a:pt x="591426" y="1021271"/>
                </a:lnTo>
                <a:lnTo>
                  <a:pt x="571862" y="1023376"/>
                </a:lnTo>
                <a:lnTo>
                  <a:pt x="552298" y="1025490"/>
                </a:lnTo>
                <a:lnTo>
                  <a:pt x="532733" y="1027595"/>
                </a:lnTo>
                <a:lnTo>
                  <a:pt x="513169" y="1029700"/>
                </a:lnTo>
                <a:lnTo>
                  <a:pt x="493605" y="1031815"/>
                </a:lnTo>
                <a:lnTo>
                  <a:pt x="474040" y="1033920"/>
                </a:lnTo>
                <a:lnTo>
                  <a:pt x="454476" y="1036025"/>
                </a:lnTo>
                <a:lnTo>
                  <a:pt x="434911" y="1038139"/>
                </a:lnTo>
                <a:lnTo>
                  <a:pt x="415347" y="1040244"/>
                </a:lnTo>
                <a:lnTo>
                  <a:pt x="395783" y="1042349"/>
                </a:lnTo>
                <a:lnTo>
                  <a:pt x="376218" y="1044464"/>
                </a:lnTo>
                <a:lnTo>
                  <a:pt x="356654" y="1046569"/>
                </a:lnTo>
                <a:lnTo>
                  <a:pt x="337090" y="1048674"/>
                </a:lnTo>
                <a:lnTo>
                  <a:pt x="317525" y="1050779"/>
                </a:lnTo>
                <a:lnTo>
                  <a:pt x="297961" y="1052894"/>
                </a:lnTo>
                <a:lnTo>
                  <a:pt x="278397" y="1054999"/>
                </a:lnTo>
                <a:lnTo>
                  <a:pt x="258832" y="1057104"/>
                </a:lnTo>
                <a:lnTo>
                  <a:pt x="239268" y="1059218"/>
                </a:lnTo>
                <a:lnTo>
                  <a:pt x="219704" y="1061323"/>
                </a:lnTo>
                <a:lnTo>
                  <a:pt x="200139" y="1063428"/>
                </a:lnTo>
                <a:lnTo>
                  <a:pt x="180575" y="1065543"/>
                </a:lnTo>
                <a:lnTo>
                  <a:pt x="161011" y="1067648"/>
                </a:lnTo>
                <a:lnTo>
                  <a:pt x="141446" y="1069753"/>
                </a:lnTo>
                <a:lnTo>
                  <a:pt x="121882" y="1071867"/>
                </a:lnTo>
                <a:lnTo>
                  <a:pt x="102318" y="1073972"/>
                </a:lnTo>
                <a:lnTo>
                  <a:pt x="82753" y="1076077"/>
                </a:lnTo>
                <a:lnTo>
                  <a:pt x="63189" y="1078182"/>
                </a:lnTo>
                <a:lnTo>
                  <a:pt x="43625" y="1080297"/>
                </a:lnTo>
                <a:lnTo>
                  <a:pt x="24060" y="1082402"/>
                </a:lnTo>
                <a:lnTo>
                  <a:pt x="4496" y="1084507"/>
                </a:lnTo>
                <a:lnTo>
                  <a:pt x="0" y="1071372"/>
                </a:lnTo>
                <a:lnTo>
                  <a:pt x="1876" y="1051779"/>
                </a:lnTo>
                <a:lnTo>
                  <a:pt x="3753" y="1032196"/>
                </a:lnTo>
                <a:lnTo>
                  <a:pt x="5629" y="1012603"/>
                </a:lnTo>
                <a:lnTo>
                  <a:pt x="7506" y="993019"/>
                </a:lnTo>
                <a:lnTo>
                  <a:pt x="9382" y="973426"/>
                </a:lnTo>
                <a:lnTo>
                  <a:pt x="11259" y="953843"/>
                </a:lnTo>
                <a:lnTo>
                  <a:pt x="13135" y="934260"/>
                </a:lnTo>
                <a:lnTo>
                  <a:pt x="15011" y="914667"/>
                </a:lnTo>
                <a:lnTo>
                  <a:pt x="16888" y="895083"/>
                </a:lnTo>
                <a:lnTo>
                  <a:pt x="18774" y="875490"/>
                </a:lnTo>
                <a:lnTo>
                  <a:pt x="20650" y="855907"/>
                </a:lnTo>
                <a:lnTo>
                  <a:pt x="22527" y="836314"/>
                </a:lnTo>
                <a:lnTo>
                  <a:pt x="24403" y="816731"/>
                </a:lnTo>
                <a:lnTo>
                  <a:pt x="26279" y="797138"/>
                </a:lnTo>
                <a:lnTo>
                  <a:pt x="28156" y="777554"/>
                </a:lnTo>
                <a:lnTo>
                  <a:pt x="30032" y="757961"/>
                </a:lnTo>
                <a:lnTo>
                  <a:pt x="31909" y="738378"/>
                </a:lnTo>
                <a:lnTo>
                  <a:pt x="33785" y="718785"/>
                </a:lnTo>
                <a:lnTo>
                  <a:pt x="35662" y="699202"/>
                </a:lnTo>
                <a:lnTo>
                  <a:pt x="37538" y="679609"/>
                </a:lnTo>
                <a:lnTo>
                  <a:pt x="39414" y="660025"/>
                </a:lnTo>
                <a:lnTo>
                  <a:pt x="41291" y="640432"/>
                </a:lnTo>
                <a:lnTo>
                  <a:pt x="43167" y="620849"/>
                </a:lnTo>
                <a:lnTo>
                  <a:pt x="45044" y="601256"/>
                </a:lnTo>
                <a:lnTo>
                  <a:pt x="46920" y="581673"/>
                </a:lnTo>
                <a:lnTo>
                  <a:pt x="48797" y="562080"/>
                </a:lnTo>
                <a:lnTo>
                  <a:pt x="50673" y="542496"/>
                </a:lnTo>
                <a:lnTo>
                  <a:pt x="52549" y="522903"/>
                </a:lnTo>
                <a:lnTo>
                  <a:pt x="54435" y="503320"/>
                </a:lnTo>
                <a:lnTo>
                  <a:pt x="56312" y="483727"/>
                </a:lnTo>
                <a:lnTo>
                  <a:pt x="58188" y="464144"/>
                </a:lnTo>
                <a:lnTo>
                  <a:pt x="60065" y="444551"/>
                </a:lnTo>
                <a:lnTo>
                  <a:pt x="61941" y="424967"/>
                </a:lnTo>
                <a:lnTo>
                  <a:pt x="63818" y="405374"/>
                </a:lnTo>
                <a:lnTo>
                  <a:pt x="65694" y="385791"/>
                </a:lnTo>
                <a:lnTo>
                  <a:pt x="67570" y="366198"/>
                </a:lnTo>
                <a:lnTo>
                  <a:pt x="69447" y="346615"/>
                </a:lnTo>
                <a:lnTo>
                  <a:pt x="71323" y="327031"/>
                </a:lnTo>
                <a:lnTo>
                  <a:pt x="73200" y="307438"/>
                </a:lnTo>
                <a:lnTo>
                  <a:pt x="75076" y="287855"/>
                </a:lnTo>
                <a:lnTo>
                  <a:pt x="76952" y="268262"/>
                </a:lnTo>
                <a:lnTo>
                  <a:pt x="78829" y="248679"/>
                </a:lnTo>
                <a:lnTo>
                  <a:pt x="80705" y="229086"/>
                </a:lnTo>
                <a:lnTo>
                  <a:pt x="82582" y="209502"/>
                </a:lnTo>
                <a:lnTo>
                  <a:pt x="84458" y="189909"/>
                </a:lnTo>
                <a:lnTo>
                  <a:pt x="86335" y="170326"/>
                </a:lnTo>
                <a:lnTo>
                  <a:pt x="88221" y="150733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8C82E82A-126B-42FA-9E44-D38EF087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2701" y="2730475"/>
            <a:ext cx="1502283" cy="1084621"/>
          </a:xfrm>
          <a:custGeom xmlns:a="http://schemas.openxmlformats.org/drawingml/2006/main">
            <a:pathLst>
              <a:path w="1502283" h="1084621">
                <a:moveTo>
                  <a:pt x="89144" y="150838"/>
                </a:moveTo>
                <a:lnTo>
                  <a:pt x="108709" y="148742"/>
                </a:lnTo>
                <a:lnTo>
                  <a:pt x="128273" y="146647"/>
                </a:lnTo>
                <a:lnTo>
                  <a:pt x="147847" y="144551"/>
                </a:lnTo>
                <a:lnTo>
                  <a:pt x="167411" y="142456"/>
                </a:lnTo>
                <a:lnTo>
                  <a:pt x="186976" y="140360"/>
                </a:lnTo>
                <a:lnTo>
                  <a:pt x="206540" y="138265"/>
                </a:lnTo>
                <a:lnTo>
                  <a:pt x="226104" y="136169"/>
                </a:lnTo>
                <a:lnTo>
                  <a:pt x="245669" y="134074"/>
                </a:lnTo>
                <a:lnTo>
                  <a:pt x="265243" y="131978"/>
                </a:lnTo>
                <a:lnTo>
                  <a:pt x="284807" y="129883"/>
                </a:lnTo>
                <a:lnTo>
                  <a:pt x="304371" y="127787"/>
                </a:lnTo>
                <a:lnTo>
                  <a:pt x="323936" y="125692"/>
                </a:lnTo>
                <a:lnTo>
                  <a:pt x="343500" y="123596"/>
                </a:lnTo>
                <a:lnTo>
                  <a:pt x="363064" y="121510"/>
                </a:lnTo>
                <a:lnTo>
                  <a:pt x="382638" y="119415"/>
                </a:lnTo>
                <a:lnTo>
                  <a:pt x="402203" y="117319"/>
                </a:lnTo>
                <a:lnTo>
                  <a:pt x="421767" y="115224"/>
                </a:lnTo>
                <a:lnTo>
                  <a:pt x="441331" y="113128"/>
                </a:lnTo>
                <a:lnTo>
                  <a:pt x="460896" y="111033"/>
                </a:lnTo>
                <a:lnTo>
                  <a:pt x="480460" y="108937"/>
                </a:lnTo>
                <a:lnTo>
                  <a:pt x="500034" y="106842"/>
                </a:lnTo>
                <a:lnTo>
                  <a:pt x="519598" y="104746"/>
                </a:lnTo>
                <a:lnTo>
                  <a:pt x="539163" y="102651"/>
                </a:lnTo>
                <a:lnTo>
                  <a:pt x="558727" y="100555"/>
                </a:lnTo>
                <a:lnTo>
                  <a:pt x="578291" y="98460"/>
                </a:lnTo>
                <a:lnTo>
                  <a:pt x="597856" y="96364"/>
                </a:lnTo>
                <a:lnTo>
                  <a:pt x="617420" y="94269"/>
                </a:lnTo>
                <a:lnTo>
                  <a:pt x="636994" y="92173"/>
                </a:lnTo>
                <a:lnTo>
                  <a:pt x="656558" y="90078"/>
                </a:lnTo>
                <a:lnTo>
                  <a:pt x="676123" y="87982"/>
                </a:lnTo>
                <a:lnTo>
                  <a:pt x="695687" y="85896"/>
                </a:lnTo>
                <a:lnTo>
                  <a:pt x="715251" y="83801"/>
                </a:lnTo>
                <a:lnTo>
                  <a:pt x="734816" y="81705"/>
                </a:lnTo>
                <a:lnTo>
                  <a:pt x="754390" y="79610"/>
                </a:lnTo>
                <a:lnTo>
                  <a:pt x="773954" y="77514"/>
                </a:lnTo>
                <a:lnTo>
                  <a:pt x="793518" y="75419"/>
                </a:lnTo>
                <a:lnTo>
                  <a:pt x="813083" y="73323"/>
                </a:lnTo>
                <a:lnTo>
                  <a:pt x="832647" y="71228"/>
                </a:lnTo>
                <a:lnTo>
                  <a:pt x="852211" y="69132"/>
                </a:lnTo>
                <a:lnTo>
                  <a:pt x="871785" y="67037"/>
                </a:lnTo>
                <a:lnTo>
                  <a:pt x="891350" y="64941"/>
                </a:lnTo>
                <a:lnTo>
                  <a:pt x="910914" y="62846"/>
                </a:lnTo>
                <a:lnTo>
                  <a:pt x="930478" y="60750"/>
                </a:lnTo>
                <a:lnTo>
                  <a:pt x="950043" y="58655"/>
                </a:lnTo>
                <a:lnTo>
                  <a:pt x="969607" y="56559"/>
                </a:lnTo>
                <a:lnTo>
                  <a:pt x="989181" y="54464"/>
                </a:lnTo>
                <a:lnTo>
                  <a:pt x="1008745" y="52378"/>
                </a:lnTo>
                <a:lnTo>
                  <a:pt x="1028309" y="50282"/>
                </a:lnTo>
                <a:lnTo>
                  <a:pt x="1047874" y="48187"/>
                </a:lnTo>
                <a:lnTo>
                  <a:pt x="1067438" y="46091"/>
                </a:lnTo>
                <a:lnTo>
                  <a:pt x="1087003" y="43996"/>
                </a:lnTo>
                <a:lnTo>
                  <a:pt x="1106567" y="41900"/>
                </a:lnTo>
                <a:lnTo>
                  <a:pt x="1126141" y="39805"/>
                </a:lnTo>
                <a:lnTo>
                  <a:pt x="1145705" y="37709"/>
                </a:lnTo>
                <a:lnTo>
                  <a:pt x="1165269" y="35614"/>
                </a:lnTo>
                <a:lnTo>
                  <a:pt x="1184834" y="33518"/>
                </a:lnTo>
                <a:lnTo>
                  <a:pt x="1204398" y="31423"/>
                </a:lnTo>
                <a:lnTo>
                  <a:pt x="1223963" y="29327"/>
                </a:lnTo>
                <a:lnTo>
                  <a:pt x="1243536" y="27232"/>
                </a:lnTo>
                <a:lnTo>
                  <a:pt x="1263101" y="25136"/>
                </a:lnTo>
                <a:lnTo>
                  <a:pt x="1282665" y="23041"/>
                </a:lnTo>
                <a:lnTo>
                  <a:pt x="1302229" y="20945"/>
                </a:lnTo>
                <a:lnTo>
                  <a:pt x="1321794" y="18850"/>
                </a:lnTo>
                <a:lnTo>
                  <a:pt x="1341358" y="16764"/>
                </a:lnTo>
                <a:lnTo>
                  <a:pt x="1360932" y="14669"/>
                </a:lnTo>
                <a:lnTo>
                  <a:pt x="1380496" y="12573"/>
                </a:lnTo>
                <a:lnTo>
                  <a:pt x="1400061" y="10478"/>
                </a:lnTo>
                <a:lnTo>
                  <a:pt x="1419625" y="8382"/>
                </a:lnTo>
                <a:lnTo>
                  <a:pt x="1439189" y="6287"/>
                </a:lnTo>
                <a:lnTo>
                  <a:pt x="1458754" y="4191"/>
                </a:lnTo>
                <a:lnTo>
                  <a:pt x="1478328" y="2096"/>
                </a:lnTo>
                <a:lnTo>
                  <a:pt x="1497892" y="0"/>
                </a:lnTo>
                <a:lnTo>
                  <a:pt x="1502283" y="13249"/>
                </a:lnTo>
                <a:lnTo>
                  <a:pt x="1500397" y="32842"/>
                </a:lnTo>
                <a:lnTo>
                  <a:pt x="1498521" y="52426"/>
                </a:lnTo>
                <a:lnTo>
                  <a:pt x="1496644" y="72009"/>
                </a:lnTo>
                <a:lnTo>
                  <a:pt x="1494768" y="91602"/>
                </a:lnTo>
                <a:lnTo>
                  <a:pt x="1492882" y="111185"/>
                </a:lnTo>
                <a:lnTo>
                  <a:pt x="1491005" y="130778"/>
                </a:lnTo>
                <a:lnTo>
                  <a:pt x="1489129" y="150362"/>
                </a:lnTo>
                <a:lnTo>
                  <a:pt x="1487253" y="169955"/>
                </a:lnTo>
                <a:lnTo>
                  <a:pt x="1485367" y="189538"/>
                </a:lnTo>
                <a:lnTo>
                  <a:pt x="1483490" y="209131"/>
                </a:lnTo>
                <a:lnTo>
                  <a:pt x="1481614" y="228714"/>
                </a:lnTo>
                <a:lnTo>
                  <a:pt x="1479737" y="248307"/>
                </a:lnTo>
                <a:lnTo>
                  <a:pt x="1477851" y="267891"/>
                </a:lnTo>
                <a:lnTo>
                  <a:pt x="1475975" y="287484"/>
                </a:lnTo>
                <a:lnTo>
                  <a:pt x="1474099" y="307067"/>
                </a:lnTo>
                <a:lnTo>
                  <a:pt x="1472213" y="326660"/>
                </a:lnTo>
                <a:lnTo>
                  <a:pt x="1470336" y="346243"/>
                </a:lnTo>
                <a:lnTo>
                  <a:pt x="1468460" y="365827"/>
                </a:lnTo>
                <a:lnTo>
                  <a:pt x="1466583" y="385420"/>
                </a:lnTo>
                <a:lnTo>
                  <a:pt x="1464697" y="405003"/>
                </a:lnTo>
                <a:lnTo>
                  <a:pt x="1462821" y="424596"/>
                </a:lnTo>
                <a:lnTo>
                  <a:pt x="1460945" y="444179"/>
                </a:lnTo>
                <a:lnTo>
                  <a:pt x="1459068" y="463772"/>
                </a:lnTo>
                <a:lnTo>
                  <a:pt x="1457182" y="483356"/>
                </a:lnTo>
                <a:lnTo>
                  <a:pt x="1455306" y="502949"/>
                </a:lnTo>
                <a:lnTo>
                  <a:pt x="1453429" y="522532"/>
                </a:lnTo>
                <a:lnTo>
                  <a:pt x="1451553" y="542125"/>
                </a:lnTo>
                <a:lnTo>
                  <a:pt x="1449667" y="561708"/>
                </a:lnTo>
                <a:lnTo>
                  <a:pt x="1447790" y="581301"/>
                </a:lnTo>
                <a:lnTo>
                  <a:pt x="1445914" y="600885"/>
                </a:lnTo>
                <a:lnTo>
                  <a:pt x="1444038" y="620468"/>
                </a:lnTo>
                <a:lnTo>
                  <a:pt x="1442152" y="640061"/>
                </a:lnTo>
                <a:lnTo>
                  <a:pt x="1440275" y="659644"/>
                </a:lnTo>
                <a:lnTo>
                  <a:pt x="1438399" y="679237"/>
                </a:lnTo>
                <a:lnTo>
                  <a:pt x="1436522" y="698821"/>
                </a:lnTo>
                <a:lnTo>
                  <a:pt x="1434636" y="718414"/>
                </a:lnTo>
                <a:lnTo>
                  <a:pt x="1432760" y="737997"/>
                </a:lnTo>
                <a:lnTo>
                  <a:pt x="1430884" y="757590"/>
                </a:lnTo>
                <a:lnTo>
                  <a:pt x="1429007" y="777173"/>
                </a:lnTo>
                <a:lnTo>
                  <a:pt x="1427121" y="796766"/>
                </a:lnTo>
                <a:lnTo>
                  <a:pt x="1425245" y="816350"/>
                </a:lnTo>
                <a:lnTo>
                  <a:pt x="1423368" y="835943"/>
                </a:lnTo>
                <a:lnTo>
                  <a:pt x="1421492" y="855526"/>
                </a:lnTo>
                <a:lnTo>
                  <a:pt x="1419606" y="875109"/>
                </a:lnTo>
                <a:lnTo>
                  <a:pt x="1417730" y="894702"/>
                </a:lnTo>
                <a:lnTo>
                  <a:pt x="1415853" y="914286"/>
                </a:lnTo>
                <a:lnTo>
                  <a:pt x="1413034" y="932945"/>
                </a:lnTo>
                <a:lnTo>
                  <a:pt x="1393469" y="935060"/>
                </a:lnTo>
                <a:lnTo>
                  <a:pt x="1373905" y="937165"/>
                </a:lnTo>
                <a:lnTo>
                  <a:pt x="1354341" y="939270"/>
                </a:lnTo>
                <a:lnTo>
                  <a:pt x="1334776" y="941375"/>
                </a:lnTo>
                <a:lnTo>
                  <a:pt x="1315212" y="943480"/>
                </a:lnTo>
                <a:lnTo>
                  <a:pt x="1295648" y="945585"/>
                </a:lnTo>
                <a:lnTo>
                  <a:pt x="1276083" y="947699"/>
                </a:lnTo>
                <a:lnTo>
                  <a:pt x="1256519" y="949804"/>
                </a:lnTo>
                <a:lnTo>
                  <a:pt x="1236955" y="951909"/>
                </a:lnTo>
                <a:lnTo>
                  <a:pt x="1217390" y="954014"/>
                </a:lnTo>
                <a:lnTo>
                  <a:pt x="1197826" y="956120"/>
                </a:lnTo>
                <a:lnTo>
                  <a:pt x="1178262" y="958225"/>
                </a:lnTo>
                <a:lnTo>
                  <a:pt x="1158697" y="960339"/>
                </a:lnTo>
                <a:lnTo>
                  <a:pt x="1139133" y="962444"/>
                </a:lnTo>
                <a:lnTo>
                  <a:pt x="1119569" y="964549"/>
                </a:lnTo>
                <a:lnTo>
                  <a:pt x="1100004" y="966654"/>
                </a:lnTo>
                <a:lnTo>
                  <a:pt x="1080440" y="968759"/>
                </a:lnTo>
                <a:lnTo>
                  <a:pt x="1060875" y="970864"/>
                </a:lnTo>
                <a:lnTo>
                  <a:pt x="1041311" y="972979"/>
                </a:lnTo>
                <a:lnTo>
                  <a:pt x="1021747" y="975084"/>
                </a:lnTo>
                <a:lnTo>
                  <a:pt x="1002182" y="977189"/>
                </a:lnTo>
                <a:lnTo>
                  <a:pt x="982609" y="979294"/>
                </a:lnTo>
                <a:lnTo>
                  <a:pt x="963044" y="981399"/>
                </a:lnTo>
                <a:lnTo>
                  <a:pt x="943480" y="983504"/>
                </a:lnTo>
                <a:lnTo>
                  <a:pt x="923915" y="985609"/>
                </a:lnTo>
                <a:lnTo>
                  <a:pt x="904351" y="987723"/>
                </a:lnTo>
                <a:lnTo>
                  <a:pt x="884787" y="989828"/>
                </a:lnTo>
                <a:lnTo>
                  <a:pt x="865222" y="991934"/>
                </a:lnTo>
                <a:lnTo>
                  <a:pt x="845658" y="994039"/>
                </a:lnTo>
                <a:lnTo>
                  <a:pt x="826094" y="996144"/>
                </a:lnTo>
                <a:lnTo>
                  <a:pt x="806529" y="998249"/>
                </a:lnTo>
                <a:lnTo>
                  <a:pt x="786965" y="1000363"/>
                </a:lnTo>
                <a:lnTo>
                  <a:pt x="767401" y="1002468"/>
                </a:lnTo>
                <a:lnTo>
                  <a:pt x="747836" y="1004573"/>
                </a:lnTo>
                <a:lnTo>
                  <a:pt x="728272" y="1006678"/>
                </a:lnTo>
                <a:lnTo>
                  <a:pt x="708708" y="1008783"/>
                </a:lnTo>
                <a:lnTo>
                  <a:pt x="689143" y="1010888"/>
                </a:lnTo>
                <a:lnTo>
                  <a:pt x="669579" y="1013003"/>
                </a:lnTo>
                <a:lnTo>
                  <a:pt x="650015" y="1015108"/>
                </a:lnTo>
                <a:lnTo>
                  <a:pt x="630450" y="1017213"/>
                </a:lnTo>
                <a:lnTo>
                  <a:pt x="610886" y="1019318"/>
                </a:lnTo>
                <a:lnTo>
                  <a:pt x="591322" y="1021423"/>
                </a:lnTo>
                <a:lnTo>
                  <a:pt x="571757" y="1023528"/>
                </a:lnTo>
                <a:lnTo>
                  <a:pt x="552193" y="1025642"/>
                </a:lnTo>
                <a:lnTo>
                  <a:pt x="532628" y="1027748"/>
                </a:lnTo>
                <a:lnTo>
                  <a:pt x="513064" y="1029853"/>
                </a:lnTo>
                <a:lnTo>
                  <a:pt x="493500" y="1031958"/>
                </a:lnTo>
                <a:lnTo>
                  <a:pt x="473935" y="1034063"/>
                </a:lnTo>
                <a:lnTo>
                  <a:pt x="454371" y="1036168"/>
                </a:lnTo>
                <a:lnTo>
                  <a:pt x="434807" y="1038273"/>
                </a:lnTo>
                <a:lnTo>
                  <a:pt x="415242" y="1040387"/>
                </a:lnTo>
                <a:lnTo>
                  <a:pt x="395678" y="1042492"/>
                </a:lnTo>
                <a:lnTo>
                  <a:pt x="376114" y="1044597"/>
                </a:lnTo>
                <a:lnTo>
                  <a:pt x="356549" y="1046702"/>
                </a:lnTo>
                <a:lnTo>
                  <a:pt x="336985" y="1048807"/>
                </a:lnTo>
                <a:lnTo>
                  <a:pt x="317411" y="1050912"/>
                </a:lnTo>
                <a:lnTo>
                  <a:pt x="297847" y="1053027"/>
                </a:lnTo>
                <a:lnTo>
                  <a:pt x="278282" y="1055132"/>
                </a:lnTo>
                <a:lnTo>
                  <a:pt x="258718" y="1057237"/>
                </a:lnTo>
                <a:lnTo>
                  <a:pt x="239154" y="1059342"/>
                </a:lnTo>
                <a:lnTo>
                  <a:pt x="219589" y="1061447"/>
                </a:lnTo>
                <a:lnTo>
                  <a:pt x="200025" y="1063552"/>
                </a:lnTo>
                <a:lnTo>
                  <a:pt x="180461" y="1065667"/>
                </a:lnTo>
                <a:lnTo>
                  <a:pt x="160896" y="1067772"/>
                </a:lnTo>
                <a:lnTo>
                  <a:pt x="141332" y="1069877"/>
                </a:lnTo>
                <a:lnTo>
                  <a:pt x="121768" y="1071982"/>
                </a:lnTo>
                <a:lnTo>
                  <a:pt x="102203" y="1074087"/>
                </a:lnTo>
                <a:lnTo>
                  <a:pt x="82639" y="1076192"/>
                </a:lnTo>
                <a:lnTo>
                  <a:pt x="63075" y="1078306"/>
                </a:lnTo>
                <a:lnTo>
                  <a:pt x="43510" y="1080411"/>
                </a:lnTo>
                <a:lnTo>
                  <a:pt x="23946" y="1082516"/>
                </a:lnTo>
                <a:lnTo>
                  <a:pt x="4382" y="1084621"/>
                </a:lnTo>
                <a:lnTo>
                  <a:pt x="0" y="1071382"/>
                </a:lnTo>
                <a:lnTo>
                  <a:pt x="1895" y="1051798"/>
                </a:lnTo>
                <a:lnTo>
                  <a:pt x="3791" y="1032205"/>
                </a:lnTo>
                <a:lnTo>
                  <a:pt x="5686" y="1012622"/>
                </a:lnTo>
                <a:lnTo>
                  <a:pt x="7591" y="993038"/>
                </a:lnTo>
                <a:lnTo>
                  <a:pt x="9487" y="973455"/>
                </a:lnTo>
                <a:lnTo>
                  <a:pt x="11382" y="953862"/>
                </a:lnTo>
                <a:lnTo>
                  <a:pt x="13278" y="934279"/>
                </a:lnTo>
                <a:lnTo>
                  <a:pt x="15173" y="914695"/>
                </a:lnTo>
                <a:lnTo>
                  <a:pt x="17069" y="895102"/>
                </a:lnTo>
                <a:lnTo>
                  <a:pt x="18964" y="875519"/>
                </a:lnTo>
                <a:lnTo>
                  <a:pt x="20860" y="855936"/>
                </a:lnTo>
                <a:lnTo>
                  <a:pt x="22765" y="836352"/>
                </a:lnTo>
                <a:lnTo>
                  <a:pt x="24660" y="816759"/>
                </a:lnTo>
                <a:lnTo>
                  <a:pt x="26556" y="797176"/>
                </a:lnTo>
                <a:lnTo>
                  <a:pt x="28451" y="777592"/>
                </a:lnTo>
                <a:lnTo>
                  <a:pt x="30347" y="758000"/>
                </a:lnTo>
                <a:lnTo>
                  <a:pt x="32242" y="738416"/>
                </a:lnTo>
                <a:lnTo>
                  <a:pt x="34138" y="718833"/>
                </a:lnTo>
                <a:lnTo>
                  <a:pt x="36043" y="699249"/>
                </a:lnTo>
                <a:lnTo>
                  <a:pt x="37938" y="679656"/>
                </a:lnTo>
                <a:lnTo>
                  <a:pt x="39834" y="660073"/>
                </a:lnTo>
                <a:lnTo>
                  <a:pt x="41729" y="640490"/>
                </a:lnTo>
                <a:lnTo>
                  <a:pt x="43625" y="620897"/>
                </a:lnTo>
                <a:lnTo>
                  <a:pt x="45520" y="601313"/>
                </a:lnTo>
                <a:lnTo>
                  <a:pt x="47415" y="581730"/>
                </a:lnTo>
                <a:lnTo>
                  <a:pt x="49311" y="562146"/>
                </a:lnTo>
                <a:lnTo>
                  <a:pt x="51216" y="542554"/>
                </a:lnTo>
                <a:lnTo>
                  <a:pt x="53111" y="522970"/>
                </a:lnTo>
                <a:lnTo>
                  <a:pt x="55007" y="503387"/>
                </a:lnTo>
                <a:lnTo>
                  <a:pt x="56902" y="483803"/>
                </a:lnTo>
                <a:lnTo>
                  <a:pt x="58798" y="464210"/>
                </a:lnTo>
                <a:lnTo>
                  <a:pt x="60693" y="444627"/>
                </a:lnTo>
                <a:lnTo>
                  <a:pt x="62589" y="425044"/>
                </a:lnTo>
                <a:lnTo>
                  <a:pt x="64484" y="405451"/>
                </a:lnTo>
                <a:lnTo>
                  <a:pt x="66389" y="385867"/>
                </a:lnTo>
                <a:lnTo>
                  <a:pt x="68285" y="366284"/>
                </a:lnTo>
                <a:lnTo>
                  <a:pt x="70180" y="346700"/>
                </a:lnTo>
                <a:lnTo>
                  <a:pt x="72076" y="327108"/>
                </a:lnTo>
                <a:lnTo>
                  <a:pt x="73971" y="307524"/>
                </a:lnTo>
                <a:lnTo>
                  <a:pt x="75867" y="287941"/>
                </a:lnTo>
                <a:lnTo>
                  <a:pt x="77762" y="268348"/>
                </a:lnTo>
                <a:lnTo>
                  <a:pt x="79658" y="248764"/>
                </a:lnTo>
                <a:lnTo>
                  <a:pt x="81563" y="229181"/>
                </a:lnTo>
                <a:lnTo>
                  <a:pt x="83458" y="209598"/>
                </a:lnTo>
                <a:lnTo>
                  <a:pt x="85354" y="190005"/>
                </a:lnTo>
                <a:lnTo>
                  <a:pt x="87249" y="170421"/>
                </a:lnTo>
                <a:lnTo>
                  <a:pt x="89144" y="150838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level-support-5">
            <a:extLst xmlns:a="http://schemas.openxmlformats.org/drawingml/2006/main">
              <a:ext uri="{FF2B5EF4-FFF2-40B4-BE49-F238E27FC236}">
                <a16:creationId xmlns:a16="http://schemas.microsoft.com/office/drawing/2014/main" id="{AD6D7CC1-9E6B-48BE-BFBB-7DC8D9F3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6662" y="2231412"/>
            <a:ext cx="1502378" cy="1084497"/>
          </a:xfrm>
          <a:custGeom xmlns:a="http://schemas.openxmlformats.org/drawingml/2006/main">
            <a:pathLst>
              <a:path w="1502378" h="1084497">
                <a:moveTo>
                  <a:pt x="89221" y="151743"/>
                </a:moveTo>
                <a:lnTo>
                  <a:pt x="108785" y="149638"/>
                </a:lnTo>
                <a:lnTo>
                  <a:pt x="128340" y="147533"/>
                </a:lnTo>
                <a:lnTo>
                  <a:pt x="147904" y="145418"/>
                </a:lnTo>
                <a:lnTo>
                  <a:pt x="167459" y="143313"/>
                </a:lnTo>
                <a:lnTo>
                  <a:pt x="187023" y="141208"/>
                </a:lnTo>
                <a:lnTo>
                  <a:pt x="206588" y="139103"/>
                </a:lnTo>
                <a:lnTo>
                  <a:pt x="226143" y="136989"/>
                </a:lnTo>
                <a:lnTo>
                  <a:pt x="245707" y="134884"/>
                </a:lnTo>
                <a:lnTo>
                  <a:pt x="265271" y="132779"/>
                </a:lnTo>
                <a:lnTo>
                  <a:pt x="284826" y="130673"/>
                </a:lnTo>
                <a:lnTo>
                  <a:pt x="304390" y="128559"/>
                </a:lnTo>
                <a:lnTo>
                  <a:pt x="323955" y="126454"/>
                </a:lnTo>
                <a:lnTo>
                  <a:pt x="343510" y="124349"/>
                </a:lnTo>
                <a:lnTo>
                  <a:pt x="363074" y="122244"/>
                </a:lnTo>
                <a:lnTo>
                  <a:pt x="382638" y="120129"/>
                </a:lnTo>
                <a:lnTo>
                  <a:pt x="402193" y="118024"/>
                </a:lnTo>
                <a:lnTo>
                  <a:pt x="421757" y="115919"/>
                </a:lnTo>
                <a:lnTo>
                  <a:pt x="441312" y="113805"/>
                </a:lnTo>
                <a:lnTo>
                  <a:pt x="460877" y="111700"/>
                </a:lnTo>
                <a:lnTo>
                  <a:pt x="480441" y="109595"/>
                </a:lnTo>
                <a:lnTo>
                  <a:pt x="499996" y="107490"/>
                </a:lnTo>
                <a:lnTo>
                  <a:pt x="519560" y="105375"/>
                </a:lnTo>
                <a:lnTo>
                  <a:pt x="539125" y="103270"/>
                </a:lnTo>
                <a:lnTo>
                  <a:pt x="558679" y="101165"/>
                </a:lnTo>
                <a:lnTo>
                  <a:pt x="578244" y="99060"/>
                </a:lnTo>
                <a:lnTo>
                  <a:pt x="597808" y="96945"/>
                </a:lnTo>
                <a:lnTo>
                  <a:pt x="617363" y="94840"/>
                </a:lnTo>
                <a:lnTo>
                  <a:pt x="636927" y="92735"/>
                </a:lnTo>
                <a:lnTo>
                  <a:pt x="656482" y="90630"/>
                </a:lnTo>
                <a:lnTo>
                  <a:pt x="676046" y="88516"/>
                </a:lnTo>
                <a:lnTo>
                  <a:pt x="695611" y="86411"/>
                </a:lnTo>
                <a:lnTo>
                  <a:pt x="715166" y="84306"/>
                </a:lnTo>
                <a:lnTo>
                  <a:pt x="734730" y="82191"/>
                </a:lnTo>
                <a:lnTo>
                  <a:pt x="754294" y="80086"/>
                </a:lnTo>
                <a:lnTo>
                  <a:pt x="773849" y="77981"/>
                </a:lnTo>
                <a:lnTo>
                  <a:pt x="793413" y="75876"/>
                </a:lnTo>
                <a:lnTo>
                  <a:pt x="812978" y="73762"/>
                </a:lnTo>
                <a:lnTo>
                  <a:pt x="832533" y="71657"/>
                </a:lnTo>
                <a:lnTo>
                  <a:pt x="852097" y="69552"/>
                </a:lnTo>
                <a:lnTo>
                  <a:pt x="871661" y="67447"/>
                </a:lnTo>
                <a:lnTo>
                  <a:pt x="891216" y="65332"/>
                </a:lnTo>
                <a:lnTo>
                  <a:pt x="910781" y="63227"/>
                </a:lnTo>
                <a:lnTo>
                  <a:pt x="930335" y="61122"/>
                </a:lnTo>
                <a:lnTo>
                  <a:pt x="949900" y="59007"/>
                </a:lnTo>
                <a:lnTo>
                  <a:pt x="969464" y="56902"/>
                </a:lnTo>
                <a:lnTo>
                  <a:pt x="989019" y="54797"/>
                </a:lnTo>
                <a:lnTo>
                  <a:pt x="1008583" y="52692"/>
                </a:lnTo>
                <a:lnTo>
                  <a:pt x="1028148" y="50578"/>
                </a:lnTo>
                <a:lnTo>
                  <a:pt x="1047702" y="48473"/>
                </a:lnTo>
                <a:lnTo>
                  <a:pt x="1067267" y="46368"/>
                </a:lnTo>
                <a:lnTo>
                  <a:pt x="1086831" y="44263"/>
                </a:lnTo>
                <a:lnTo>
                  <a:pt x="1106386" y="42148"/>
                </a:lnTo>
                <a:lnTo>
                  <a:pt x="1125950" y="40043"/>
                </a:lnTo>
                <a:lnTo>
                  <a:pt x="1145515" y="37938"/>
                </a:lnTo>
                <a:lnTo>
                  <a:pt x="1165069" y="35833"/>
                </a:lnTo>
                <a:lnTo>
                  <a:pt x="1184634" y="33719"/>
                </a:lnTo>
                <a:lnTo>
                  <a:pt x="1204189" y="31613"/>
                </a:lnTo>
                <a:lnTo>
                  <a:pt x="1223753" y="29508"/>
                </a:lnTo>
                <a:lnTo>
                  <a:pt x="1243317" y="27394"/>
                </a:lnTo>
                <a:lnTo>
                  <a:pt x="1262872" y="25289"/>
                </a:lnTo>
                <a:lnTo>
                  <a:pt x="1282436" y="23184"/>
                </a:lnTo>
                <a:lnTo>
                  <a:pt x="1302001" y="21079"/>
                </a:lnTo>
                <a:lnTo>
                  <a:pt x="1321556" y="18964"/>
                </a:lnTo>
                <a:lnTo>
                  <a:pt x="1341120" y="16859"/>
                </a:lnTo>
                <a:lnTo>
                  <a:pt x="1360684" y="14754"/>
                </a:lnTo>
                <a:lnTo>
                  <a:pt x="1380239" y="12649"/>
                </a:lnTo>
                <a:lnTo>
                  <a:pt x="1399804" y="10535"/>
                </a:lnTo>
                <a:lnTo>
                  <a:pt x="1419368" y="8430"/>
                </a:lnTo>
                <a:lnTo>
                  <a:pt x="1438923" y="6325"/>
                </a:lnTo>
                <a:lnTo>
                  <a:pt x="1458487" y="4220"/>
                </a:lnTo>
                <a:lnTo>
                  <a:pt x="1478051" y="2105"/>
                </a:lnTo>
                <a:lnTo>
                  <a:pt x="1497606" y="0"/>
                </a:lnTo>
                <a:lnTo>
                  <a:pt x="1502378" y="12849"/>
                </a:lnTo>
                <a:lnTo>
                  <a:pt x="1500483" y="32433"/>
                </a:lnTo>
                <a:lnTo>
                  <a:pt x="1498587" y="52007"/>
                </a:lnTo>
                <a:lnTo>
                  <a:pt x="1496682" y="71590"/>
                </a:lnTo>
                <a:lnTo>
                  <a:pt x="1494787" y="91173"/>
                </a:lnTo>
                <a:lnTo>
                  <a:pt x="1492891" y="110757"/>
                </a:lnTo>
                <a:lnTo>
                  <a:pt x="1490996" y="130340"/>
                </a:lnTo>
                <a:lnTo>
                  <a:pt x="1489100" y="149924"/>
                </a:lnTo>
                <a:lnTo>
                  <a:pt x="1487205" y="169507"/>
                </a:lnTo>
                <a:lnTo>
                  <a:pt x="1485309" y="189090"/>
                </a:lnTo>
                <a:lnTo>
                  <a:pt x="1483414" y="208674"/>
                </a:lnTo>
                <a:lnTo>
                  <a:pt x="1481519" y="228257"/>
                </a:lnTo>
                <a:lnTo>
                  <a:pt x="1479623" y="247841"/>
                </a:lnTo>
                <a:lnTo>
                  <a:pt x="1477718" y="267414"/>
                </a:lnTo>
                <a:lnTo>
                  <a:pt x="1475823" y="286998"/>
                </a:lnTo>
                <a:lnTo>
                  <a:pt x="1473927" y="306581"/>
                </a:lnTo>
                <a:lnTo>
                  <a:pt x="1472032" y="326165"/>
                </a:lnTo>
                <a:lnTo>
                  <a:pt x="1470136" y="345748"/>
                </a:lnTo>
                <a:lnTo>
                  <a:pt x="1468241" y="365331"/>
                </a:lnTo>
                <a:lnTo>
                  <a:pt x="1466345" y="384915"/>
                </a:lnTo>
                <a:lnTo>
                  <a:pt x="1464450" y="404498"/>
                </a:lnTo>
                <a:lnTo>
                  <a:pt x="1462554" y="424082"/>
                </a:lnTo>
                <a:lnTo>
                  <a:pt x="1460659" y="443665"/>
                </a:lnTo>
                <a:lnTo>
                  <a:pt x="1458763" y="463248"/>
                </a:lnTo>
                <a:lnTo>
                  <a:pt x="1456858" y="482822"/>
                </a:lnTo>
                <a:lnTo>
                  <a:pt x="1454963" y="502406"/>
                </a:lnTo>
                <a:lnTo>
                  <a:pt x="1453067" y="521989"/>
                </a:lnTo>
                <a:lnTo>
                  <a:pt x="1451172" y="541572"/>
                </a:lnTo>
                <a:lnTo>
                  <a:pt x="1449276" y="561156"/>
                </a:lnTo>
                <a:lnTo>
                  <a:pt x="1447381" y="580739"/>
                </a:lnTo>
                <a:lnTo>
                  <a:pt x="1445485" y="600323"/>
                </a:lnTo>
                <a:lnTo>
                  <a:pt x="1443590" y="619906"/>
                </a:lnTo>
                <a:lnTo>
                  <a:pt x="1441694" y="639489"/>
                </a:lnTo>
                <a:lnTo>
                  <a:pt x="1439799" y="659073"/>
                </a:lnTo>
                <a:lnTo>
                  <a:pt x="1437894" y="678656"/>
                </a:lnTo>
                <a:lnTo>
                  <a:pt x="1435999" y="698230"/>
                </a:lnTo>
                <a:lnTo>
                  <a:pt x="1434103" y="717814"/>
                </a:lnTo>
                <a:lnTo>
                  <a:pt x="1432208" y="737397"/>
                </a:lnTo>
                <a:lnTo>
                  <a:pt x="1430312" y="756980"/>
                </a:lnTo>
                <a:lnTo>
                  <a:pt x="1428417" y="776564"/>
                </a:lnTo>
                <a:lnTo>
                  <a:pt x="1426521" y="796147"/>
                </a:lnTo>
                <a:lnTo>
                  <a:pt x="1424626" y="815731"/>
                </a:lnTo>
                <a:lnTo>
                  <a:pt x="1422730" y="835314"/>
                </a:lnTo>
                <a:lnTo>
                  <a:pt x="1420835" y="854897"/>
                </a:lnTo>
                <a:lnTo>
                  <a:pt x="1418930" y="874481"/>
                </a:lnTo>
                <a:lnTo>
                  <a:pt x="1417034" y="894064"/>
                </a:lnTo>
                <a:lnTo>
                  <a:pt x="1415139" y="913648"/>
                </a:lnTo>
                <a:lnTo>
                  <a:pt x="1413243" y="933221"/>
                </a:lnTo>
                <a:lnTo>
                  <a:pt x="1394155" y="935784"/>
                </a:lnTo>
                <a:lnTo>
                  <a:pt x="1374591" y="937879"/>
                </a:lnTo>
                <a:lnTo>
                  <a:pt x="1355027" y="939975"/>
                </a:lnTo>
                <a:lnTo>
                  <a:pt x="1335472" y="942070"/>
                </a:lnTo>
                <a:lnTo>
                  <a:pt x="1315907" y="944166"/>
                </a:lnTo>
                <a:lnTo>
                  <a:pt x="1296343" y="946261"/>
                </a:lnTo>
                <a:lnTo>
                  <a:pt x="1276779" y="948357"/>
                </a:lnTo>
                <a:lnTo>
                  <a:pt x="1257214" y="950452"/>
                </a:lnTo>
                <a:lnTo>
                  <a:pt x="1237659" y="952548"/>
                </a:lnTo>
                <a:lnTo>
                  <a:pt x="1218095" y="954634"/>
                </a:lnTo>
                <a:lnTo>
                  <a:pt x="1198531" y="956729"/>
                </a:lnTo>
                <a:lnTo>
                  <a:pt x="1178966" y="958825"/>
                </a:lnTo>
                <a:lnTo>
                  <a:pt x="1159402" y="960920"/>
                </a:lnTo>
                <a:lnTo>
                  <a:pt x="1139847" y="963016"/>
                </a:lnTo>
                <a:lnTo>
                  <a:pt x="1120283" y="965111"/>
                </a:lnTo>
                <a:lnTo>
                  <a:pt x="1100719" y="967207"/>
                </a:lnTo>
                <a:lnTo>
                  <a:pt x="1081154" y="969302"/>
                </a:lnTo>
                <a:lnTo>
                  <a:pt x="1061599" y="971398"/>
                </a:lnTo>
                <a:lnTo>
                  <a:pt x="1042035" y="973493"/>
                </a:lnTo>
                <a:lnTo>
                  <a:pt x="1022471" y="975579"/>
                </a:lnTo>
                <a:lnTo>
                  <a:pt x="1002906" y="977675"/>
                </a:lnTo>
                <a:lnTo>
                  <a:pt x="983342" y="979770"/>
                </a:lnTo>
                <a:lnTo>
                  <a:pt x="963787" y="981866"/>
                </a:lnTo>
                <a:lnTo>
                  <a:pt x="944223" y="983961"/>
                </a:lnTo>
                <a:lnTo>
                  <a:pt x="924658" y="986057"/>
                </a:lnTo>
                <a:lnTo>
                  <a:pt x="905094" y="988152"/>
                </a:lnTo>
                <a:lnTo>
                  <a:pt x="885530" y="990248"/>
                </a:lnTo>
                <a:lnTo>
                  <a:pt x="865975" y="992343"/>
                </a:lnTo>
                <a:lnTo>
                  <a:pt x="846411" y="994439"/>
                </a:lnTo>
                <a:lnTo>
                  <a:pt x="826846" y="996525"/>
                </a:lnTo>
                <a:lnTo>
                  <a:pt x="807282" y="998620"/>
                </a:lnTo>
                <a:lnTo>
                  <a:pt x="787727" y="1000716"/>
                </a:lnTo>
                <a:lnTo>
                  <a:pt x="768163" y="1002811"/>
                </a:lnTo>
                <a:lnTo>
                  <a:pt x="748598" y="1004907"/>
                </a:lnTo>
                <a:lnTo>
                  <a:pt x="729034" y="1007002"/>
                </a:lnTo>
                <a:lnTo>
                  <a:pt x="709470" y="1009098"/>
                </a:lnTo>
                <a:lnTo>
                  <a:pt x="689915" y="1011193"/>
                </a:lnTo>
                <a:lnTo>
                  <a:pt x="670350" y="1013289"/>
                </a:lnTo>
                <a:lnTo>
                  <a:pt x="650786" y="1015384"/>
                </a:lnTo>
                <a:lnTo>
                  <a:pt x="631222" y="1017470"/>
                </a:lnTo>
                <a:lnTo>
                  <a:pt x="611657" y="1019566"/>
                </a:lnTo>
                <a:lnTo>
                  <a:pt x="592103" y="1021661"/>
                </a:lnTo>
                <a:lnTo>
                  <a:pt x="572538" y="1023757"/>
                </a:lnTo>
                <a:lnTo>
                  <a:pt x="552974" y="1025852"/>
                </a:lnTo>
                <a:lnTo>
                  <a:pt x="533410" y="1027948"/>
                </a:lnTo>
                <a:lnTo>
                  <a:pt x="513845" y="1030043"/>
                </a:lnTo>
                <a:lnTo>
                  <a:pt x="494290" y="1032139"/>
                </a:lnTo>
                <a:lnTo>
                  <a:pt x="474726" y="1034234"/>
                </a:lnTo>
                <a:lnTo>
                  <a:pt x="455162" y="1036330"/>
                </a:lnTo>
                <a:lnTo>
                  <a:pt x="435597" y="1038416"/>
                </a:lnTo>
                <a:lnTo>
                  <a:pt x="416042" y="1040511"/>
                </a:lnTo>
                <a:lnTo>
                  <a:pt x="396478" y="1042606"/>
                </a:lnTo>
                <a:lnTo>
                  <a:pt x="376914" y="1044702"/>
                </a:lnTo>
                <a:lnTo>
                  <a:pt x="357349" y="1046798"/>
                </a:lnTo>
                <a:lnTo>
                  <a:pt x="337785" y="1048893"/>
                </a:lnTo>
                <a:lnTo>
                  <a:pt x="318230" y="1050989"/>
                </a:lnTo>
                <a:lnTo>
                  <a:pt x="298666" y="1053084"/>
                </a:lnTo>
                <a:lnTo>
                  <a:pt x="279102" y="1055180"/>
                </a:lnTo>
                <a:lnTo>
                  <a:pt x="259537" y="1057275"/>
                </a:lnTo>
                <a:lnTo>
                  <a:pt x="239973" y="1059361"/>
                </a:lnTo>
                <a:lnTo>
                  <a:pt x="220418" y="1061456"/>
                </a:lnTo>
                <a:lnTo>
                  <a:pt x="200854" y="1063552"/>
                </a:lnTo>
                <a:lnTo>
                  <a:pt x="181289" y="1065647"/>
                </a:lnTo>
                <a:lnTo>
                  <a:pt x="161725" y="1067743"/>
                </a:lnTo>
                <a:lnTo>
                  <a:pt x="142161" y="1069838"/>
                </a:lnTo>
                <a:lnTo>
                  <a:pt x="122606" y="1071934"/>
                </a:lnTo>
                <a:lnTo>
                  <a:pt x="103041" y="1074029"/>
                </a:lnTo>
                <a:lnTo>
                  <a:pt x="83477" y="1076125"/>
                </a:lnTo>
                <a:lnTo>
                  <a:pt x="63913" y="1078220"/>
                </a:lnTo>
                <a:lnTo>
                  <a:pt x="44348" y="1080306"/>
                </a:lnTo>
                <a:lnTo>
                  <a:pt x="24794" y="1082402"/>
                </a:lnTo>
                <a:lnTo>
                  <a:pt x="5229" y="1084497"/>
                </a:lnTo>
                <a:lnTo>
                  <a:pt x="0" y="1072115"/>
                </a:lnTo>
                <a:lnTo>
                  <a:pt x="1895" y="1052532"/>
                </a:lnTo>
                <a:lnTo>
                  <a:pt x="3800" y="1032948"/>
                </a:lnTo>
                <a:lnTo>
                  <a:pt x="5696" y="1013365"/>
                </a:lnTo>
                <a:lnTo>
                  <a:pt x="7591" y="993791"/>
                </a:lnTo>
                <a:lnTo>
                  <a:pt x="9487" y="974207"/>
                </a:lnTo>
                <a:lnTo>
                  <a:pt x="11392" y="954624"/>
                </a:lnTo>
                <a:lnTo>
                  <a:pt x="13287" y="935041"/>
                </a:lnTo>
                <a:lnTo>
                  <a:pt x="15183" y="915457"/>
                </a:lnTo>
                <a:lnTo>
                  <a:pt x="17088" y="895874"/>
                </a:lnTo>
                <a:lnTo>
                  <a:pt x="18983" y="876290"/>
                </a:lnTo>
                <a:lnTo>
                  <a:pt x="20879" y="856707"/>
                </a:lnTo>
                <a:lnTo>
                  <a:pt x="22784" y="837124"/>
                </a:lnTo>
                <a:lnTo>
                  <a:pt x="24679" y="817550"/>
                </a:lnTo>
                <a:lnTo>
                  <a:pt x="26575" y="797966"/>
                </a:lnTo>
                <a:lnTo>
                  <a:pt x="28470" y="778383"/>
                </a:lnTo>
                <a:lnTo>
                  <a:pt x="30375" y="758800"/>
                </a:lnTo>
                <a:lnTo>
                  <a:pt x="32271" y="739216"/>
                </a:lnTo>
                <a:lnTo>
                  <a:pt x="34166" y="719633"/>
                </a:lnTo>
                <a:lnTo>
                  <a:pt x="36071" y="700049"/>
                </a:lnTo>
                <a:lnTo>
                  <a:pt x="37967" y="680466"/>
                </a:lnTo>
                <a:lnTo>
                  <a:pt x="39862" y="660883"/>
                </a:lnTo>
                <a:lnTo>
                  <a:pt x="41767" y="641309"/>
                </a:lnTo>
                <a:lnTo>
                  <a:pt x="43663" y="621725"/>
                </a:lnTo>
                <a:lnTo>
                  <a:pt x="45558" y="602142"/>
                </a:lnTo>
                <a:lnTo>
                  <a:pt x="47454" y="582559"/>
                </a:lnTo>
                <a:lnTo>
                  <a:pt x="49359" y="562975"/>
                </a:lnTo>
                <a:lnTo>
                  <a:pt x="51254" y="543392"/>
                </a:lnTo>
                <a:lnTo>
                  <a:pt x="53150" y="523808"/>
                </a:lnTo>
                <a:lnTo>
                  <a:pt x="55055" y="504225"/>
                </a:lnTo>
                <a:lnTo>
                  <a:pt x="56950" y="484642"/>
                </a:lnTo>
                <a:lnTo>
                  <a:pt x="58845" y="465068"/>
                </a:lnTo>
                <a:lnTo>
                  <a:pt x="60741" y="445484"/>
                </a:lnTo>
                <a:lnTo>
                  <a:pt x="62646" y="425901"/>
                </a:lnTo>
                <a:lnTo>
                  <a:pt x="64541" y="406317"/>
                </a:lnTo>
                <a:lnTo>
                  <a:pt x="66437" y="386734"/>
                </a:lnTo>
                <a:lnTo>
                  <a:pt x="68342" y="367151"/>
                </a:lnTo>
                <a:lnTo>
                  <a:pt x="70237" y="347567"/>
                </a:lnTo>
                <a:lnTo>
                  <a:pt x="72133" y="327984"/>
                </a:lnTo>
                <a:lnTo>
                  <a:pt x="74038" y="308400"/>
                </a:lnTo>
                <a:lnTo>
                  <a:pt x="75933" y="288827"/>
                </a:lnTo>
                <a:lnTo>
                  <a:pt x="77829" y="269243"/>
                </a:lnTo>
                <a:lnTo>
                  <a:pt x="79724" y="249660"/>
                </a:lnTo>
                <a:lnTo>
                  <a:pt x="81629" y="230076"/>
                </a:lnTo>
                <a:lnTo>
                  <a:pt x="83525" y="210493"/>
                </a:lnTo>
                <a:lnTo>
                  <a:pt x="85420" y="190910"/>
                </a:lnTo>
                <a:lnTo>
                  <a:pt x="87325" y="171326"/>
                </a:lnTo>
                <a:lnTo>
                  <a:pt x="89221" y="151743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C4178463-0818-47F9-B78A-9A174039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0365" y="4957162"/>
            <a:ext cx="648653" cy="719738"/>
          </a:xfrm>
          <a:custGeom xmlns:a="http://schemas.openxmlformats.org/drawingml/2006/main">
            <a:pathLst>
              <a:path w="648653" h="719738">
                <a:moveTo>
                  <a:pt x="0" y="719738"/>
                </a:moveTo>
                <a:lnTo>
                  <a:pt x="0" y="700792"/>
                </a:lnTo>
                <a:lnTo>
                  <a:pt x="0" y="681847"/>
                </a:lnTo>
                <a:lnTo>
                  <a:pt x="0" y="662892"/>
                </a:lnTo>
                <a:lnTo>
                  <a:pt x="0" y="643947"/>
                </a:lnTo>
                <a:lnTo>
                  <a:pt x="0" y="625002"/>
                </a:lnTo>
                <a:lnTo>
                  <a:pt x="0" y="606057"/>
                </a:lnTo>
                <a:lnTo>
                  <a:pt x="0" y="587102"/>
                </a:lnTo>
                <a:lnTo>
                  <a:pt x="0" y="568157"/>
                </a:lnTo>
                <a:lnTo>
                  <a:pt x="0" y="549212"/>
                </a:lnTo>
                <a:lnTo>
                  <a:pt x="0" y="530266"/>
                </a:lnTo>
                <a:lnTo>
                  <a:pt x="0" y="511321"/>
                </a:lnTo>
                <a:lnTo>
                  <a:pt x="0" y="492366"/>
                </a:lnTo>
                <a:lnTo>
                  <a:pt x="0" y="473421"/>
                </a:lnTo>
                <a:lnTo>
                  <a:pt x="0" y="454476"/>
                </a:lnTo>
                <a:lnTo>
                  <a:pt x="0" y="435531"/>
                </a:lnTo>
                <a:lnTo>
                  <a:pt x="0" y="416576"/>
                </a:lnTo>
                <a:lnTo>
                  <a:pt x="0" y="397631"/>
                </a:lnTo>
                <a:lnTo>
                  <a:pt x="0" y="378685"/>
                </a:lnTo>
                <a:lnTo>
                  <a:pt x="0" y="359740"/>
                </a:lnTo>
                <a:lnTo>
                  <a:pt x="0" y="340795"/>
                </a:lnTo>
                <a:lnTo>
                  <a:pt x="0" y="321840"/>
                </a:lnTo>
                <a:lnTo>
                  <a:pt x="0" y="302895"/>
                </a:lnTo>
                <a:lnTo>
                  <a:pt x="0" y="283950"/>
                </a:lnTo>
                <a:lnTo>
                  <a:pt x="0" y="265005"/>
                </a:lnTo>
                <a:lnTo>
                  <a:pt x="0" y="246050"/>
                </a:lnTo>
                <a:lnTo>
                  <a:pt x="0" y="227105"/>
                </a:lnTo>
                <a:lnTo>
                  <a:pt x="0" y="208159"/>
                </a:lnTo>
                <a:lnTo>
                  <a:pt x="15421" y="200501"/>
                </a:lnTo>
                <a:lnTo>
                  <a:pt x="33480" y="194767"/>
                </a:lnTo>
                <a:lnTo>
                  <a:pt x="51540" y="189043"/>
                </a:lnTo>
                <a:lnTo>
                  <a:pt x="69599" y="183309"/>
                </a:lnTo>
                <a:lnTo>
                  <a:pt x="87659" y="177584"/>
                </a:lnTo>
                <a:lnTo>
                  <a:pt x="105718" y="171850"/>
                </a:lnTo>
                <a:lnTo>
                  <a:pt x="123787" y="166126"/>
                </a:lnTo>
                <a:lnTo>
                  <a:pt x="141846" y="160401"/>
                </a:lnTo>
                <a:lnTo>
                  <a:pt x="159906" y="154667"/>
                </a:lnTo>
                <a:lnTo>
                  <a:pt x="177965" y="148942"/>
                </a:lnTo>
                <a:lnTo>
                  <a:pt x="196024" y="143208"/>
                </a:lnTo>
                <a:lnTo>
                  <a:pt x="214084" y="137484"/>
                </a:lnTo>
                <a:lnTo>
                  <a:pt x="232143" y="131759"/>
                </a:lnTo>
                <a:lnTo>
                  <a:pt x="250203" y="126025"/>
                </a:lnTo>
                <a:lnTo>
                  <a:pt x="268272" y="120301"/>
                </a:lnTo>
                <a:lnTo>
                  <a:pt x="286331" y="114567"/>
                </a:lnTo>
                <a:lnTo>
                  <a:pt x="304390" y="108842"/>
                </a:lnTo>
                <a:lnTo>
                  <a:pt x="322450" y="103108"/>
                </a:lnTo>
                <a:lnTo>
                  <a:pt x="340509" y="97384"/>
                </a:lnTo>
                <a:lnTo>
                  <a:pt x="358569" y="91659"/>
                </a:lnTo>
                <a:lnTo>
                  <a:pt x="376628" y="85925"/>
                </a:lnTo>
                <a:lnTo>
                  <a:pt x="394697" y="80201"/>
                </a:lnTo>
                <a:lnTo>
                  <a:pt x="412756" y="74466"/>
                </a:lnTo>
                <a:lnTo>
                  <a:pt x="430816" y="68742"/>
                </a:lnTo>
                <a:lnTo>
                  <a:pt x="448875" y="63017"/>
                </a:lnTo>
                <a:lnTo>
                  <a:pt x="466935" y="57283"/>
                </a:lnTo>
                <a:lnTo>
                  <a:pt x="484994" y="51559"/>
                </a:lnTo>
                <a:lnTo>
                  <a:pt x="503053" y="45825"/>
                </a:lnTo>
                <a:lnTo>
                  <a:pt x="521113" y="40100"/>
                </a:lnTo>
                <a:lnTo>
                  <a:pt x="539182" y="34366"/>
                </a:lnTo>
                <a:lnTo>
                  <a:pt x="557241" y="28642"/>
                </a:lnTo>
                <a:lnTo>
                  <a:pt x="575300" y="22917"/>
                </a:lnTo>
                <a:lnTo>
                  <a:pt x="593360" y="17183"/>
                </a:lnTo>
                <a:lnTo>
                  <a:pt x="611419" y="11459"/>
                </a:lnTo>
                <a:lnTo>
                  <a:pt x="629479" y="5725"/>
                </a:lnTo>
                <a:lnTo>
                  <a:pt x="647538" y="0"/>
                </a:lnTo>
                <a:lnTo>
                  <a:pt x="648653" y="17431"/>
                </a:lnTo>
                <a:lnTo>
                  <a:pt x="648653" y="36376"/>
                </a:lnTo>
                <a:lnTo>
                  <a:pt x="648653" y="55321"/>
                </a:lnTo>
                <a:lnTo>
                  <a:pt x="648653" y="74266"/>
                </a:lnTo>
                <a:lnTo>
                  <a:pt x="648653" y="93221"/>
                </a:lnTo>
                <a:lnTo>
                  <a:pt x="648653" y="112166"/>
                </a:lnTo>
                <a:lnTo>
                  <a:pt x="648653" y="131112"/>
                </a:lnTo>
                <a:lnTo>
                  <a:pt x="648653" y="150057"/>
                </a:lnTo>
                <a:lnTo>
                  <a:pt x="648653" y="169012"/>
                </a:lnTo>
                <a:lnTo>
                  <a:pt x="648653" y="187957"/>
                </a:lnTo>
                <a:lnTo>
                  <a:pt x="648653" y="206902"/>
                </a:lnTo>
                <a:lnTo>
                  <a:pt x="648653" y="225847"/>
                </a:lnTo>
                <a:lnTo>
                  <a:pt x="648653" y="244802"/>
                </a:lnTo>
                <a:lnTo>
                  <a:pt x="648653" y="263747"/>
                </a:lnTo>
                <a:lnTo>
                  <a:pt x="648653" y="282692"/>
                </a:lnTo>
                <a:lnTo>
                  <a:pt x="648653" y="301638"/>
                </a:lnTo>
                <a:lnTo>
                  <a:pt x="648653" y="320583"/>
                </a:lnTo>
                <a:lnTo>
                  <a:pt x="648653" y="339538"/>
                </a:lnTo>
                <a:lnTo>
                  <a:pt x="648653" y="358483"/>
                </a:lnTo>
                <a:lnTo>
                  <a:pt x="648653" y="377428"/>
                </a:lnTo>
                <a:lnTo>
                  <a:pt x="648653" y="396373"/>
                </a:lnTo>
                <a:lnTo>
                  <a:pt x="648653" y="415328"/>
                </a:lnTo>
                <a:lnTo>
                  <a:pt x="648653" y="434273"/>
                </a:lnTo>
                <a:lnTo>
                  <a:pt x="648653" y="453219"/>
                </a:lnTo>
                <a:lnTo>
                  <a:pt x="648653" y="472164"/>
                </a:lnTo>
                <a:lnTo>
                  <a:pt x="640623" y="485499"/>
                </a:lnTo>
                <a:lnTo>
                  <a:pt x="622830" y="492004"/>
                </a:lnTo>
                <a:lnTo>
                  <a:pt x="605038" y="498510"/>
                </a:lnTo>
                <a:lnTo>
                  <a:pt x="587235" y="505016"/>
                </a:lnTo>
                <a:lnTo>
                  <a:pt x="569443" y="511531"/>
                </a:lnTo>
                <a:lnTo>
                  <a:pt x="551650" y="518036"/>
                </a:lnTo>
                <a:lnTo>
                  <a:pt x="533857" y="524542"/>
                </a:lnTo>
                <a:lnTo>
                  <a:pt x="516055" y="531047"/>
                </a:lnTo>
                <a:lnTo>
                  <a:pt x="498262" y="537553"/>
                </a:lnTo>
                <a:lnTo>
                  <a:pt x="480470" y="544058"/>
                </a:lnTo>
                <a:lnTo>
                  <a:pt x="462677" y="550564"/>
                </a:lnTo>
                <a:lnTo>
                  <a:pt x="444875" y="557070"/>
                </a:lnTo>
                <a:lnTo>
                  <a:pt x="427082" y="563575"/>
                </a:lnTo>
                <a:lnTo>
                  <a:pt x="409289" y="570090"/>
                </a:lnTo>
                <a:lnTo>
                  <a:pt x="391497" y="576596"/>
                </a:lnTo>
                <a:lnTo>
                  <a:pt x="373694" y="583101"/>
                </a:lnTo>
                <a:lnTo>
                  <a:pt x="355902" y="589607"/>
                </a:lnTo>
                <a:lnTo>
                  <a:pt x="338109" y="596113"/>
                </a:lnTo>
                <a:lnTo>
                  <a:pt x="320316" y="602618"/>
                </a:lnTo>
                <a:lnTo>
                  <a:pt x="302514" y="609124"/>
                </a:lnTo>
                <a:lnTo>
                  <a:pt x="284721" y="615629"/>
                </a:lnTo>
                <a:lnTo>
                  <a:pt x="266929" y="622135"/>
                </a:lnTo>
                <a:lnTo>
                  <a:pt x="249136" y="628650"/>
                </a:lnTo>
                <a:lnTo>
                  <a:pt x="231334" y="635156"/>
                </a:lnTo>
                <a:lnTo>
                  <a:pt x="213541" y="641661"/>
                </a:lnTo>
                <a:lnTo>
                  <a:pt x="195748" y="648167"/>
                </a:lnTo>
                <a:lnTo>
                  <a:pt x="177956" y="654672"/>
                </a:lnTo>
                <a:lnTo>
                  <a:pt x="160153" y="661178"/>
                </a:lnTo>
                <a:lnTo>
                  <a:pt x="142361" y="667683"/>
                </a:lnTo>
                <a:lnTo>
                  <a:pt x="124568" y="674189"/>
                </a:lnTo>
                <a:lnTo>
                  <a:pt x="106775" y="680695"/>
                </a:lnTo>
                <a:lnTo>
                  <a:pt x="88973" y="687200"/>
                </a:lnTo>
                <a:lnTo>
                  <a:pt x="71180" y="693715"/>
                </a:lnTo>
                <a:lnTo>
                  <a:pt x="53388" y="700221"/>
                </a:lnTo>
                <a:lnTo>
                  <a:pt x="35595" y="706726"/>
                </a:lnTo>
                <a:lnTo>
                  <a:pt x="17793" y="713232"/>
                </a:lnTo>
                <a:lnTo>
                  <a:pt x="0" y="719738"/>
                </a:lnTo>
              </a:path>
            </a:pathLst>
          </a:custGeom>
          <a:solidFill xmlns:a="http://schemas.openxmlformats.org/drawingml/2006/main">
            <a:srgbClr val="9DB7C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0FE218E3-E4D6-4FE9-84A9-2719BAB3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5439728"/>
            <a:ext cx="2527925" cy="237173"/>
          </a:xfrm>
          <a:custGeom xmlns:a="http://schemas.openxmlformats.org/drawingml/2006/main">
            <a:pathLst>
              <a:path w="2527925" h="237173">
                <a:moveTo>
                  <a:pt x="0" y="237173"/>
                </a:moveTo>
                <a:lnTo>
                  <a:pt x="21412" y="237173"/>
                </a:lnTo>
                <a:lnTo>
                  <a:pt x="42824" y="237173"/>
                </a:lnTo>
                <a:lnTo>
                  <a:pt x="64246" y="237173"/>
                </a:lnTo>
                <a:lnTo>
                  <a:pt x="85658" y="237173"/>
                </a:lnTo>
                <a:lnTo>
                  <a:pt x="107071" y="237173"/>
                </a:lnTo>
                <a:lnTo>
                  <a:pt x="128483" y="237173"/>
                </a:lnTo>
                <a:lnTo>
                  <a:pt x="149904" y="237173"/>
                </a:lnTo>
                <a:lnTo>
                  <a:pt x="171317" y="237173"/>
                </a:lnTo>
                <a:lnTo>
                  <a:pt x="192729" y="237173"/>
                </a:lnTo>
                <a:lnTo>
                  <a:pt x="214141" y="237173"/>
                </a:lnTo>
                <a:lnTo>
                  <a:pt x="235563" y="237173"/>
                </a:lnTo>
                <a:lnTo>
                  <a:pt x="256975" y="237173"/>
                </a:lnTo>
                <a:lnTo>
                  <a:pt x="278387" y="237173"/>
                </a:lnTo>
                <a:lnTo>
                  <a:pt x="299799" y="237173"/>
                </a:lnTo>
                <a:lnTo>
                  <a:pt x="321221" y="237173"/>
                </a:lnTo>
                <a:lnTo>
                  <a:pt x="342633" y="237173"/>
                </a:lnTo>
                <a:lnTo>
                  <a:pt x="364046" y="237173"/>
                </a:lnTo>
                <a:lnTo>
                  <a:pt x="385458" y="237173"/>
                </a:lnTo>
                <a:lnTo>
                  <a:pt x="406879" y="237173"/>
                </a:lnTo>
                <a:lnTo>
                  <a:pt x="428292" y="237173"/>
                </a:lnTo>
                <a:lnTo>
                  <a:pt x="449704" y="237173"/>
                </a:lnTo>
                <a:lnTo>
                  <a:pt x="471116" y="237173"/>
                </a:lnTo>
                <a:lnTo>
                  <a:pt x="492528" y="237173"/>
                </a:lnTo>
                <a:lnTo>
                  <a:pt x="513950" y="237173"/>
                </a:lnTo>
                <a:lnTo>
                  <a:pt x="535362" y="237173"/>
                </a:lnTo>
                <a:lnTo>
                  <a:pt x="556774" y="237173"/>
                </a:lnTo>
                <a:lnTo>
                  <a:pt x="578187" y="237173"/>
                </a:lnTo>
                <a:lnTo>
                  <a:pt x="599608" y="237173"/>
                </a:lnTo>
                <a:lnTo>
                  <a:pt x="621020" y="237173"/>
                </a:lnTo>
                <a:lnTo>
                  <a:pt x="642433" y="237173"/>
                </a:lnTo>
                <a:lnTo>
                  <a:pt x="663845" y="237173"/>
                </a:lnTo>
                <a:lnTo>
                  <a:pt x="685267" y="237173"/>
                </a:lnTo>
                <a:lnTo>
                  <a:pt x="706679" y="237173"/>
                </a:lnTo>
                <a:lnTo>
                  <a:pt x="728091" y="237173"/>
                </a:lnTo>
                <a:lnTo>
                  <a:pt x="749503" y="237173"/>
                </a:lnTo>
                <a:lnTo>
                  <a:pt x="770925" y="237173"/>
                </a:lnTo>
                <a:lnTo>
                  <a:pt x="792337" y="237173"/>
                </a:lnTo>
                <a:lnTo>
                  <a:pt x="813749" y="237173"/>
                </a:lnTo>
                <a:lnTo>
                  <a:pt x="835162" y="237173"/>
                </a:lnTo>
                <a:lnTo>
                  <a:pt x="856583" y="237173"/>
                </a:lnTo>
                <a:lnTo>
                  <a:pt x="877995" y="237173"/>
                </a:lnTo>
                <a:lnTo>
                  <a:pt x="899408" y="237173"/>
                </a:lnTo>
                <a:lnTo>
                  <a:pt x="920820" y="237173"/>
                </a:lnTo>
                <a:lnTo>
                  <a:pt x="942232" y="237173"/>
                </a:lnTo>
                <a:lnTo>
                  <a:pt x="963654" y="237173"/>
                </a:lnTo>
                <a:lnTo>
                  <a:pt x="985066" y="237173"/>
                </a:lnTo>
                <a:lnTo>
                  <a:pt x="1006478" y="237173"/>
                </a:lnTo>
                <a:lnTo>
                  <a:pt x="1027890" y="237173"/>
                </a:lnTo>
                <a:lnTo>
                  <a:pt x="1049312" y="237173"/>
                </a:lnTo>
                <a:lnTo>
                  <a:pt x="1070724" y="237173"/>
                </a:lnTo>
                <a:lnTo>
                  <a:pt x="1092137" y="237173"/>
                </a:lnTo>
                <a:lnTo>
                  <a:pt x="1113549" y="237173"/>
                </a:lnTo>
                <a:lnTo>
                  <a:pt x="1134970" y="237173"/>
                </a:lnTo>
                <a:lnTo>
                  <a:pt x="1156383" y="237173"/>
                </a:lnTo>
                <a:lnTo>
                  <a:pt x="1177795" y="237173"/>
                </a:lnTo>
                <a:lnTo>
                  <a:pt x="1199207" y="237173"/>
                </a:lnTo>
                <a:lnTo>
                  <a:pt x="1220629" y="237173"/>
                </a:lnTo>
                <a:lnTo>
                  <a:pt x="1242041" y="237173"/>
                </a:lnTo>
                <a:lnTo>
                  <a:pt x="1263453" y="237173"/>
                </a:lnTo>
                <a:lnTo>
                  <a:pt x="1284865" y="237173"/>
                </a:lnTo>
                <a:lnTo>
                  <a:pt x="1306278" y="237173"/>
                </a:lnTo>
                <a:lnTo>
                  <a:pt x="1327699" y="237173"/>
                </a:lnTo>
                <a:lnTo>
                  <a:pt x="1349111" y="237173"/>
                </a:lnTo>
                <a:lnTo>
                  <a:pt x="1370524" y="237173"/>
                </a:lnTo>
                <a:lnTo>
                  <a:pt x="1391936" y="237173"/>
                </a:lnTo>
                <a:lnTo>
                  <a:pt x="1413358" y="237173"/>
                </a:lnTo>
                <a:lnTo>
                  <a:pt x="1434770" y="237173"/>
                </a:lnTo>
                <a:lnTo>
                  <a:pt x="1456182" y="237173"/>
                </a:lnTo>
                <a:lnTo>
                  <a:pt x="1477594" y="237173"/>
                </a:lnTo>
                <a:lnTo>
                  <a:pt x="1499016" y="237173"/>
                </a:lnTo>
                <a:lnTo>
                  <a:pt x="1520428" y="237173"/>
                </a:lnTo>
                <a:lnTo>
                  <a:pt x="1541840" y="237173"/>
                </a:lnTo>
                <a:lnTo>
                  <a:pt x="1563253" y="237173"/>
                </a:lnTo>
                <a:lnTo>
                  <a:pt x="1584674" y="237173"/>
                </a:lnTo>
                <a:lnTo>
                  <a:pt x="1606086" y="237173"/>
                </a:lnTo>
                <a:lnTo>
                  <a:pt x="1627499" y="237173"/>
                </a:lnTo>
                <a:lnTo>
                  <a:pt x="1648911" y="237173"/>
                </a:lnTo>
                <a:lnTo>
                  <a:pt x="1670333" y="237173"/>
                </a:lnTo>
                <a:lnTo>
                  <a:pt x="1691745" y="237173"/>
                </a:lnTo>
                <a:lnTo>
                  <a:pt x="1713157" y="237173"/>
                </a:lnTo>
                <a:lnTo>
                  <a:pt x="1734569" y="237173"/>
                </a:lnTo>
                <a:lnTo>
                  <a:pt x="1755981" y="237173"/>
                </a:lnTo>
                <a:lnTo>
                  <a:pt x="1777403" y="237173"/>
                </a:lnTo>
                <a:lnTo>
                  <a:pt x="1798815" y="237173"/>
                </a:lnTo>
                <a:lnTo>
                  <a:pt x="1820228" y="237173"/>
                </a:lnTo>
                <a:lnTo>
                  <a:pt x="1841640" y="237173"/>
                </a:lnTo>
                <a:lnTo>
                  <a:pt x="1863061" y="237173"/>
                </a:lnTo>
                <a:lnTo>
                  <a:pt x="1884331" y="236372"/>
                </a:lnTo>
                <a:lnTo>
                  <a:pt x="1904448" y="229019"/>
                </a:lnTo>
                <a:lnTo>
                  <a:pt x="1924555" y="221666"/>
                </a:lnTo>
                <a:lnTo>
                  <a:pt x="1944672" y="214313"/>
                </a:lnTo>
                <a:lnTo>
                  <a:pt x="1964779" y="206959"/>
                </a:lnTo>
                <a:lnTo>
                  <a:pt x="1984896" y="199606"/>
                </a:lnTo>
                <a:lnTo>
                  <a:pt x="2005003" y="192253"/>
                </a:lnTo>
                <a:lnTo>
                  <a:pt x="2025120" y="184899"/>
                </a:lnTo>
                <a:lnTo>
                  <a:pt x="2045227" y="177536"/>
                </a:lnTo>
                <a:lnTo>
                  <a:pt x="2065344" y="170183"/>
                </a:lnTo>
                <a:lnTo>
                  <a:pt x="2085451" y="162830"/>
                </a:lnTo>
                <a:lnTo>
                  <a:pt x="2105568" y="155477"/>
                </a:lnTo>
                <a:lnTo>
                  <a:pt x="2125675" y="148123"/>
                </a:lnTo>
                <a:lnTo>
                  <a:pt x="2145792" y="140770"/>
                </a:lnTo>
                <a:lnTo>
                  <a:pt x="2165899" y="133417"/>
                </a:lnTo>
                <a:lnTo>
                  <a:pt x="2186016" y="126063"/>
                </a:lnTo>
                <a:lnTo>
                  <a:pt x="2206123" y="118710"/>
                </a:lnTo>
                <a:lnTo>
                  <a:pt x="2226240" y="111357"/>
                </a:lnTo>
                <a:lnTo>
                  <a:pt x="2246347" y="104003"/>
                </a:lnTo>
                <a:lnTo>
                  <a:pt x="2266464" y="96650"/>
                </a:lnTo>
                <a:lnTo>
                  <a:pt x="2286572" y="89297"/>
                </a:lnTo>
                <a:lnTo>
                  <a:pt x="2306688" y="81944"/>
                </a:lnTo>
                <a:lnTo>
                  <a:pt x="2326796" y="74590"/>
                </a:lnTo>
                <a:lnTo>
                  <a:pt x="2346912" y="67237"/>
                </a:lnTo>
                <a:lnTo>
                  <a:pt x="2367020" y="59884"/>
                </a:lnTo>
                <a:lnTo>
                  <a:pt x="2387136" y="52530"/>
                </a:lnTo>
                <a:lnTo>
                  <a:pt x="2407244" y="45177"/>
                </a:lnTo>
                <a:lnTo>
                  <a:pt x="2427361" y="37814"/>
                </a:lnTo>
                <a:lnTo>
                  <a:pt x="2447468" y="30461"/>
                </a:lnTo>
                <a:lnTo>
                  <a:pt x="2467585" y="23108"/>
                </a:lnTo>
                <a:lnTo>
                  <a:pt x="2487701" y="15754"/>
                </a:lnTo>
                <a:lnTo>
                  <a:pt x="2507809" y="8401"/>
                </a:lnTo>
                <a:lnTo>
                  <a:pt x="2527925" y="1048"/>
                </a:lnTo>
                <a:lnTo>
                  <a:pt x="2512438" y="0"/>
                </a:lnTo>
                <a:lnTo>
                  <a:pt x="2491026" y="0"/>
                </a:lnTo>
                <a:lnTo>
                  <a:pt x="2469604" y="0"/>
                </a:lnTo>
                <a:lnTo>
                  <a:pt x="2448192" y="0"/>
                </a:lnTo>
                <a:lnTo>
                  <a:pt x="2426780" y="0"/>
                </a:lnTo>
                <a:lnTo>
                  <a:pt x="2405367" y="0"/>
                </a:lnTo>
                <a:lnTo>
                  <a:pt x="2383946" y="0"/>
                </a:lnTo>
                <a:lnTo>
                  <a:pt x="2362533" y="0"/>
                </a:lnTo>
                <a:lnTo>
                  <a:pt x="2341121" y="0"/>
                </a:lnTo>
                <a:lnTo>
                  <a:pt x="2319709" y="0"/>
                </a:lnTo>
                <a:lnTo>
                  <a:pt x="2298287" y="0"/>
                </a:lnTo>
                <a:lnTo>
                  <a:pt x="2276875" y="0"/>
                </a:lnTo>
                <a:lnTo>
                  <a:pt x="2255463" y="0"/>
                </a:lnTo>
                <a:lnTo>
                  <a:pt x="2234051" y="0"/>
                </a:lnTo>
                <a:lnTo>
                  <a:pt x="2212629" y="0"/>
                </a:lnTo>
                <a:lnTo>
                  <a:pt x="2191217" y="0"/>
                </a:lnTo>
                <a:lnTo>
                  <a:pt x="2169805" y="0"/>
                </a:lnTo>
                <a:lnTo>
                  <a:pt x="2148392" y="0"/>
                </a:lnTo>
                <a:lnTo>
                  <a:pt x="2126971" y="0"/>
                </a:lnTo>
                <a:lnTo>
                  <a:pt x="2105558" y="0"/>
                </a:lnTo>
                <a:lnTo>
                  <a:pt x="2084146" y="0"/>
                </a:lnTo>
                <a:lnTo>
                  <a:pt x="2062734" y="0"/>
                </a:lnTo>
                <a:lnTo>
                  <a:pt x="2041322" y="0"/>
                </a:lnTo>
                <a:lnTo>
                  <a:pt x="2019900" y="0"/>
                </a:lnTo>
                <a:lnTo>
                  <a:pt x="1998488" y="0"/>
                </a:lnTo>
                <a:lnTo>
                  <a:pt x="1977076" y="0"/>
                </a:lnTo>
                <a:lnTo>
                  <a:pt x="1955663" y="0"/>
                </a:lnTo>
                <a:lnTo>
                  <a:pt x="1934242" y="0"/>
                </a:lnTo>
                <a:lnTo>
                  <a:pt x="1912830" y="0"/>
                </a:lnTo>
                <a:lnTo>
                  <a:pt x="1891417" y="0"/>
                </a:lnTo>
                <a:lnTo>
                  <a:pt x="1870005" y="0"/>
                </a:lnTo>
                <a:lnTo>
                  <a:pt x="1848583" y="0"/>
                </a:lnTo>
                <a:lnTo>
                  <a:pt x="1827171" y="0"/>
                </a:lnTo>
                <a:lnTo>
                  <a:pt x="1805759" y="0"/>
                </a:lnTo>
                <a:lnTo>
                  <a:pt x="1784347" y="0"/>
                </a:lnTo>
                <a:lnTo>
                  <a:pt x="1762925" y="0"/>
                </a:lnTo>
                <a:lnTo>
                  <a:pt x="1741513" y="0"/>
                </a:lnTo>
                <a:lnTo>
                  <a:pt x="1720101" y="0"/>
                </a:lnTo>
                <a:lnTo>
                  <a:pt x="1698689" y="0"/>
                </a:lnTo>
                <a:lnTo>
                  <a:pt x="1677267" y="0"/>
                </a:lnTo>
                <a:lnTo>
                  <a:pt x="1655855" y="0"/>
                </a:lnTo>
                <a:lnTo>
                  <a:pt x="1634442" y="0"/>
                </a:lnTo>
                <a:lnTo>
                  <a:pt x="1613030" y="0"/>
                </a:lnTo>
                <a:lnTo>
                  <a:pt x="1591618" y="0"/>
                </a:lnTo>
                <a:lnTo>
                  <a:pt x="1570196" y="0"/>
                </a:lnTo>
                <a:lnTo>
                  <a:pt x="1548784" y="0"/>
                </a:lnTo>
                <a:lnTo>
                  <a:pt x="1527372" y="0"/>
                </a:lnTo>
                <a:lnTo>
                  <a:pt x="1505960" y="0"/>
                </a:lnTo>
                <a:lnTo>
                  <a:pt x="1484538" y="0"/>
                </a:lnTo>
                <a:lnTo>
                  <a:pt x="1463126" y="0"/>
                </a:lnTo>
                <a:lnTo>
                  <a:pt x="1441714" y="0"/>
                </a:lnTo>
                <a:lnTo>
                  <a:pt x="1420301" y="0"/>
                </a:lnTo>
                <a:lnTo>
                  <a:pt x="1398880" y="0"/>
                </a:lnTo>
                <a:lnTo>
                  <a:pt x="1377467" y="0"/>
                </a:lnTo>
                <a:lnTo>
                  <a:pt x="1356055" y="0"/>
                </a:lnTo>
                <a:lnTo>
                  <a:pt x="1334643" y="0"/>
                </a:lnTo>
                <a:lnTo>
                  <a:pt x="1313221" y="0"/>
                </a:lnTo>
                <a:lnTo>
                  <a:pt x="1291809" y="0"/>
                </a:lnTo>
                <a:lnTo>
                  <a:pt x="1270397" y="0"/>
                </a:lnTo>
                <a:lnTo>
                  <a:pt x="1248985" y="0"/>
                </a:lnTo>
                <a:lnTo>
                  <a:pt x="1227572" y="0"/>
                </a:lnTo>
                <a:lnTo>
                  <a:pt x="1206151" y="0"/>
                </a:lnTo>
                <a:lnTo>
                  <a:pt x="1184739" y="0"/>
                </a:lnTo>
                <a:lnTo>
                  <a:pt x="1163326" y="0"/>
                </a:lnTo>
                <a:lnTo>
                  <a:pt x="1141914" y="0"/>
                </a:lnTo>
                <a:lnTo>
                  <a:pt x="1120492" y="0"/>
                </a:lnTo>
                <a:lnTo>
                  <a:pt x="1099080" y="0"/>
                </a:lnTo>
                <a:lnTo>
                  <a:pt x="1077668" y="0"/>
                </a:lnTo>
                <a:lnTo>
                  <a:pt x="1056256" y="0"/>
                </a:lnTo>
                <a:lnTo>
                  <a:pt x="1034834" y="0"/>
                </a:lnTo>
                <a:lnTo>
                  <a:pt x="1013422" y="0"/>
                </a:lnTo>
                <a:lnTo>
                  <a:pt x="992010" y="0"/>
                </a:lnTo>
                <a:lnTo>
                  <a:pt x="970598" y="0"/>
                </a:lnTo>
                <a:lnTo>
                  <a:pt x="949176" y="0"/>
                </a:lnTo>
                <a:lnTo>
                  <a:pt x="927764" y="0"/>
                </a:lnTo>
                <a:lnTo>
                  <a:pt x="906351" y="0"/>
                </a:lnTo>
                <a:lnTo>
                  <a:pt x="884939" y="0"/>
                </a:lnTo>
                <a:lnTo>
                  <a:pt x="863517" y="0"/>
                </a:lnTo>
                <a:lnTo>
                  <a:pt x="842105" y="0"/>
                </a:lnTo>
                <a:lnTo>
                  <a:pt x="820693" y="0"/>
                </a:lnTo>
                <a:lnTo>
                  <a:pt x="799281" y="0"/>
                </a:lnTo>
                <a:lnTo>
                  <a:pt x="777869" y="0"/>
                </a:lnTo>
                <a:lnTo>
                  <a:pt x="756866" y="2772"/>
                </a:lnTo>
                <a:lnTo>
                  <a:pt x="736416" y="9106"/>
                </a:lnTo>
                <a:lnTo>
                  <a:pt x="715956" y="15440"/>
                </a:lnTo>
                <a:lnTo>
                  <a:pt x="695496" y="21774"/>
                </a:lnTo>
                <a:lnTo>
                  <a:pt x="675046" y="28108"/>
                </a:lnTo>
                <a:lnTo>
                  <a:pt x="654587" y="34442"/>
                </a:lnTo>
                <a:lnTo>
                  <a:pt x="634136" y="40777"/>
                </a:lnTo>
                <a:lnTo>
                  <a:pt x="613677" y="47120"/>
                </a:lnTo>
                <a:lnTo>
                  <a:pt x="593217" y="53454"/>
                </a:lnTo>
                <a:lnTo>
                  <a:pt x="572767" y="59788"/>
                </a:lnTo>
                <a:lnTo>
                  <a:pt x="552307" y="66123"/>
                </a:lnTo>
                <a:lnTo>
                  <a:pt x="531857" y="72457"/>
                </a:lnTo>
                <a:lnTo>
                  <a:pt x="511397" y="78791"/>
                </a:lnTo>
                <a:lnTo>
                  <a:pt x="490938" y="85125"/>
                </a:lnTo>
                <a:lnTo>
                  <a:pt x="470487" y="91459"/>
                </a:lnTo>
                <a:lnTo>
                  <a:pt x="450028" y="97793"/>
                </a:lnTo>
                <a:lnTo>
                  <a:pt x="429578" y="104137"/>
                </a:lnTo>
                <a:lnTo>
                  <a:pt x="409118" y="110471"/>
                </a:lnTo>
                <a:lnTo>
                  <a:pt x="388658" y="116805"/>
                </a:lnTo>
                <a:lnTo>
                  <a:pt x="368208" y="123139"/>
                </a:lnTo>
                <a:lnTo>
                  <a:pt x="347748" y="129473"/>
                </a:lnTo>
                <a:lnTo>
                  <a:pt x="327298" y="135807"/>
                </a:lnTo>
                <a:lnTo>
                  <a:pt x="306838" y="142142"/>
                </a:lnTo>
                <a:lnTo>
                  <a:pt x="286379" y="148476"/>
                </a:lnTo>
                <a:lnTo>
                  <a:pt x="265928" y="154819"/>
                </a:lnTo>
                <a:lnTo>
                  <a:pt x="245469" y="161153"/>
                </a:lnTo>
                <a:lnTo>
                  <a:pt x="225019" y="167488"/>
                </a:lnTo>
                <a:lnTo>
                  <a:pt x="204559" y="173822"/>
                </a:lnTo>
                <a:lnTo>
                  <a:pt x="184099" y="180156"/>
                </a:lnTo>
                <a:lnTo>
                  <a:pt x="163649" y="186490"/>
                </a:lnTo>
                <a:lnTo>
                  <a:pt x="143189" y="192824"/>
                </a:lnTo>
                <a:lnTo>
                  <a:pt x="122739" y="199158"/>
                </a:lnTo>
                <a:lnTo>
                  <a:pt x="102279" y="205492"/>
                </a:lnTo>
                <a:lnTo>
                  <a:pt x="81820" y="211836"/>
                </a:lnTo>
                <a:lnTo>
                  <a:pt x="61370" y="218170"/>
                </a:lnTo>
                <a:lnTo>
                  <a:pt x="40910" y="224504"/>
                </a:lnTo>
                <a:lnTo>
                  <a:pt x="20460" y="230838"/>
                </a:lnTo>
                <a:lnTo>
                  <a:pt x="0" y="237173"/>
                </a:lnTo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8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58E1B33E-4FB5-4971-A1B9-4AB1B10A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5439728"/>
            <a:ext cx="2290763" cy="237173"/>
          </a:xfrm>
          <a:custGeom xmlns:a="http://schemas.openxmlformats.org/drawingml/2006/main">
            <a:pathLst>
              <a:path w="2290763" h="237173">
                <a:moveTo>
                  <a:pt x="0" y="237173"/>
                </a:moveTo>
                <a:lnTo>
                  <a:pt x="18964" y="237173"/>
                </a:lnTo>
                <a:lnTo>
                  <a:pt x="37919" y="237173"/>
                </a:lnTo>
                <a:lnTo>
                  <a:pt x="56883" y="237173"/>
                </a:lnTo>
                <a:lnTo>
                  <a:pt x="75848" y="237173"/>
                </a:lnTo>
                <a:lnTo>
                  <a:pt x="94812" y="237173"/>
                </a:lnTo>
                <a:lnTo>
                  <a:pt x="113767" y="237173"/>
                </a:lnTo>
                <a:lnTo>
                  <a:pt x="132731" y="237173"/>
                </a:lnTo>
                <a:lnTo>
                  <a:pt x="151695" y="237173"/>
                </a:lnTo>
                <a:lnTo>
                  <a:pt x="170659" y="237173"/>
                </a:lnTo>
                <a:lnTo>
                  <a:pt x="189614" y="237173"/>
                </a:lnTo>
                <a:lnTo>
                  <a:pt x="208578" y="237173"/>
                </a:lnTo>
                <a:lnTo>
                  <a:pt x="227543" y="237173"/>
                </a:lnTo>
                <a:lnTo>
                  <a:pt x="246507" y="237173"/>
                </a:lnTo>
                <a:lnTo>
                  <a:pt x="265462" y="237173"/>
                </a:lnTo>
                <a:lnTo>
                  <a:pt x="284426" y="237173"/>
                </a:lnTo>
                <a:lnTo>
                  <a:pt x="303390" y="237173"/>
                </a:lnTo>
                <a:lnTo>
                  <a:pt x="322355" y="237173"/>
                </a:lnTo>
                <a:lnTo>
                  <a:pt x="341309" y="237173"/>
                </a:lnTo>
                <a:lnTo>
                  <a:pt x="360274" y="237173"/>
                </a:lnTo>
                <a:lnTo>
                  <a:pt x="379238" y="237173"/>
                </a:lnTo>
                <a:lnTo>
                  <a:pt x="398202" y="237173"/>
                </a:lnTo>
                <a:lnTo>
                  <a:pt x="417157" y="237173"/>
                </a:lnTo>
                <a:lnTo>
                  <a:pt x="436121" y="237173"/>
                </a:lnTo>
                <a:lnTo>
                  <a:pt x="455085" y="237173"/>
                </a:lnTo>
                <a:lnTo>
                  <a:pt x="474050" y="237173"/>
                </a:lnTo>
                <a:lnTo>
                  <a:pt x="493004" y="237173"/>
                </a:lnTo>
                <a:lnTo>
                  <a:pt x="511969" y="237173"/>
                </a:lnTo>
                <a:lnTo>
                  <a:pt x="530933" y="237173"/>
                </a:lnTo>
                <a:lnTo>
                  <a:pt x="549897" y="237173"/>
                </a:lnTo>
                <a:lnTo>
                  <a:pt x="568852" y="237173"/>
                </a:lnTo>
                <a:lnTo>
                  <a:pt x="587816" y="237173"/>
                </a:lnTo>
                <a:lnTo>
                  <a:pt x="606781" y="237173"/>
                </a:lnTo>
                <a:lnTo>
                  <a:pt x="625735" y="237173"/>
                </a:lnTo>
                <a:lnTo>
                  <a:pt x="644700" y="237173"/>
                </a:lnTo>
                <a:lnTo>
                  <a:pt x="663664" y="237173"/>
                </a:lnTo>
                <a:lnTo>
                  <a:pt x="682628" y="237173"/>
                </a:lnTo>
                <a:lnTo>
                  <a:pt x="701583" y="237173"/>
                </a:lnTo>
                <a:lnTo>
                  <a:pt x="720547" y="237173"/>
                </a:lnTo>
                <a:lnTo>
                  <a:pt x="739511" y="237173"/>
                </a:lnTo>
                <a:lnTo>
                  <a:pt x="758476" y="237173"/>
                </a:lnTo>
                <a:lnTo>
                  <a:pt x="777431" y="237173"/>
                </a:lnTo>
                <a:lnTo>
                  <a:pt x="796395" y="237173"/>
                </a:lnTo>
                <a:lnTo>
                  <a:pt x="815359" y="237173"/>
                </a:lnTo>
                <a:lnTo>
                  <a:pt x="834323" y="237173"/>
                </a:lnTo>
                <a:lnTo>
                  <a:pt x="853278" y="237173"/>
                </a:lnTo>
                <a:lnTo>
                  <a:pt x="872242" y="237173"/>
                </a:lnTo>
                <a:lnTo>
                  <a:pt x="891207" y="237173"/>
                </a:lnTo>
                <a:lnTo>
                  <a:pt x="910171" y="237173"/>
                </a:lnTo>
                <a:lnTo>
                  <a:pt x="929126" y="237173"/>
                </a:lnTo>
                <a:lnTo>
                  <a:pt x="948090" y="237173"/>
                </a:lnTo>
                <a:lnTo>
                  <a:pt x="967054" y="237173"/>
                </a:lnTo>
                <a:lnTo>
                  <a:pt x="986018" y="237173"/>
                </a:lnTo>
                <a:lnTo>
                  <a:pt x="1004973" y="237173"/>
                </a:lnTo>
                <a:lnTo>
                  <a:pt x="1023938" y="237173"/>
                </a:lnTo>
                <a:lnTo>
                  <a:pt x="1042902" y="237173"/>
                </a:lnTo>
                <a:lnTo>
                  <a:pt x="1061866" y="237173"/>
                </a:lnTo>
                <a:lnTo>
                  <a:pt x="1080821" y="237173"/>
                </a:lnTo>
                <a:lnTo>
                  <a:pt x="1099785" y="237173"/>
                </a:lnTo>
                <a:lnTo>
                  <a:pt x="1118749" y="237173"/>
                </a:lnTo>
                <a:lnTo>
                  <a:pt x="1137714" y="237173"/>
                </a:lnTo>
                <a:lnTo>
                  <a:pt x="1156668" y="237173"/>
                </a:lnTo>
                <a:lnTo>
                  <a:pt x="1175633" y="237173"/>
                </a:lnTo>
                <a:lnTo>
                  <a:pt x="1194597" y="237173"/>
                </a:lnTo>
                <a:lnTo>
                  <a:pt x="1213561" y="237173"/>
                </a:lnTo>
                <a:lnTo>
                  <a:pt x="1232516" y="237173"/>
                </a:lnTo>
                <a:lnTo>
                  <a:pt x="1251480" y="237173"/>
                </a:lnTo>
                <a:lnTo>
                  <a:pt x="1270445" y="237173"/>
                </a:lnTo>
                <a:lnTo>
                  <a:pt x="1289399" y="237173"/>
                </a:lnTo>
                <a:lnTo>
                  <a:pt x="1308364" y="237173"/>
                </a:lnTo>
                <a:lnTo>
                  <a:pt x="1327328" y="237173"/>
                </a:lnTo>
                <a:lnTo>
                  <a:pt x="1346292" y="237173"/>
                </a:lnTo>
                <a:lnTo>
                  <a:pt x="1365247" y="237173"/>
                </a:lnTo>
                <a:lnTo>
                  <a:pt x="1384211" y="237173"/>
                </a:lnTo>
                <a:lnTo>
                  <a:pt x="1403175" y="237173"/>
                </a:lnTo>
                <a:lnTo>
                  <a:pt x="1422140" y="237173"/>
                </a:lnTo>
                <a:lnTo>
                  <a:pt x="1441094" y="237173"/>
                </a:lnTo>
                <a:lnTo>
                  <a:pt x="1460059" y="237173"/>
                </a:lnTo>
                <a:lnTo>
                  <a:pt x="1479023" y="237173"/>
                </a:lnTo>
                <a:lnTo>
                  <a:pt x="1497987" y="237173"/>
                </a:lnTo>
                <a:lnTo>
                  <a:pt x="1516942" y="237173"/>
                </a:lnTo>
                <a:lnTo>
                  <a:pt x="1535906" y="237173"/>
                </a:lnTo>
                <a:lnTo>
                  <a:pt x="1554871" y="237173"/>
                </a:lnTo>
                <a:lnTo>
                  <a:pt x="1573835" y="237173"/>
                </a:lnTo>
                <a:lnTo>
                  <a:pt x="1592790" y="237173"/>
                </a:lnTo>
                <a:lnTo>
                  <a:pt x="1611754" y="237173"/>
                </a:lnTo>
                <a:lnTo>
                  <a:pt x="1630718" y="237173"/>
                </a:lnTo>
                <a:lnTo>
                  <a:pt x="1648778" y="232010"/>
                </a:lnTo>
                <a:lnTo>
                  <a:pt x="1666608" y="225562"/>
                </a:lnTo>
                <a:lnTo>
                  <a:pt x="1684439" y="219123"/>
                </a:lnTo>
                <a:lnTo>
                  <a:pt x="1702270" y="212674"/>
                </a:lnTo>
                <a:lnTo>
                  <a:pt x="1720110" y="206235"/>
                </a:lnTo>
                <a:lnTo>
                  <a:pt x="1737941" y="199787"/>
                </a:lnTo>
                <a:lnTo>
                  <a:pt x="1755772" y="193338"/>
                </a:lnTo>
                <a:lnTo>
                  <a:pt x="1773603" y="186900"/>
                </a:lnTo>
                <a:lnTo>
                  <a:pt x="1791443" y="180451"/>
                </a:lnTo>
                <a:lnTo>
                  <a:pt x="1809274" y="174012"/>
                </a:lnTo>
                <a:lnTo>
                  <a:pt x="1827105" y="167564"/>
                </a:lnTo>
                <a:lnTo>
                  <a:pt x="1844935" y="161115"/>
                </a:lnTo>
                <a:lnTo>
                  <a:pt x="1862766" y="154676"/>
                </a:lnTo>
                <a:lnTo>
                  <a:pt x="1880606" y="148228"/>
                </a:lnTo>
                <a:lnTo>
                  <a:pt x="1898437" y="141780"/>
                </a:lnTo>
                <a:lnTo>
                  <a:pt x="1916268" y="135341"/>
                </a:lnTo>
                <a:lnTo>
                  <a:pt x="1934099" y="128892"/>
                </a:lnTo>
                <a:lnTo>
                  <a:pt x="1951939" y="122453"/>
                </a:lnTo>
                <a:lnTo>
                  <a:pt x="1969770" y="116005"/>
                </a:lnTo>
                <a:lnTo>
                  <a:pt x="1987601" y="109557"/>
                </a:lnTo>
                <a:lnTo>
                  <a:pt x="2005432" y="103118"/>
                </a:lnTo>
                <a:lnTo>
                  <a:pt x="2023272" y="96669"/>
                </a:lnTo>
                <a:lnTo>
                  <a:pt x="2041103" y="90230"/>
                </a:lnTo>
                <a:lnTo>
                  <a:pt x="2058934" y="83782"/>
                </a:lnTo>
                <a:lnTo>
                  <a:pt x="2076764" y="77333"/>
                </a:lnTo>
                <a:lnTo>
                  <a:pt x="2094595" y="70895"/>
                </a:lnTo>
                <a:lnTo>
                  <a:pt x="2112435" y="64446"/>
                </a:lnTo>
                <a:lnTo>
                  <a:pt x="2130266" y="58007"/>
                </a:lnTo>
                <a:lnTo>
                  <a:pt x="2148097" y="51559"/>
                </a:lnTo>
                <a:lnTo>
                  <a:pt x="2165928" y="45110"/>
                </a:lnTo>
                <a:lnTo>
                  <a:pt x="2183768" y="38671"/>
                </a:lnTo>
                <a:lnTo>
                  <a:pt x="2201599" y="32223"/>
                </a:lnTo>
                <a:lnTo>
                  <a:pt x="2219430" y="25775"/>
                </a:lnTo>
                <a:lnTo>
                  <a:pt x="2237261" y="19336"/>
                </a:lnTo>
                <a:lnTo>
                  <a:pt x="2255101" y="12887"/>
                </a:lnTo>
                <a:lnTo>
                  <a:pt x="2272932" y="6448"/>
                </a:lnTo>
                <a:lnTo>
                  <a:pt x="22907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5CD619D8-DA47-4247-903A-9B8BAF2C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9288" y="543972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0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62CC8EF9-356D-448D-AA1D-B46FA3B2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2505" y="4478179"/>
            <a:ext cx="531495" cy="684371"/>
          </a:xfrm>
          <a:custGeom xmlns:a="http://schemas.openxmlformats.org/drawingml/2006/main">
            <a:pathLst>
              <a:path w="531495" h="684371">
                <a:moveTo>
                  <a:pt x="0" y="684371"/>
                </a:moveTo>
                <a:lnTo>
                  <a:pt x="0" y="665397"/>
                </a:lnTo>
                <a:lnTo>
                  <a:pt x="0" y="646414"/>
                </a:lnTo>
                <a:lnTo>
                  <a:pt x="0" y="627440"/>
                </a:lnTo>
                <a:lnTo>
                  <a:pt x="0" y="608467"/>
                </a:lnTo>
                <a:lnTo>
                  <a:pt x="0" y="589493"/>
                </a:lnTo>
                <a:lnTo>
                  <a:pt x="0" y="570519"/>
                </a:lnTo>
                <a:lnTo>
                  <a:pt x="0" y="551536"/>
                </a:lnTo>
                <a:lnTo>
                  <a:pt x="0" y="532562"/>
                </a:lnTo>
                <a:lnTo>
                  <a:pt x="0" y="513588"/>
                </a:lnTo>
                <a:lnTo>
                  <a:pt x="0" y="494614"/>
                </a:lnTo>
                <a:lnTo>
                  <a:pt x="0" y="475640"/>
                </a:lnTo>
                <a:lnTo>
                  <a:pt x="0" y="456657"/>
                </a:lnTo>
                <a:lnTo>
                  <a:pt x="0" y="437683"/>
                </a:lnTo>
                <a:lnTo>
                  <a:pt x="0" y="418709"/>
                </a:lnTo>
                <a:lnTo>
                  <a:pt x="0" y="399736"/>
                </a:lnTo>
                <a:lnTo>
                  <a:pt x="0" y="380752"/>
                </a:lnTo>
                <a:lnTo>
                  <a:pt x="0" y="361779"/>
                </a:lnTo>
                <a:lnTo>
                  <a:pt x="0" y="342805"/>
                </a:lnTo>
                <a:lnTo>
                  <a:pt x="0" y="323831"/>
                </a:lnTo>
                <a:lnTo>
                  <a:pt x="0" y="304857"/>
                </a:lnTo>
                <a:lnTo>
                  <a:pt x="0" y="285874"/>
                </a:lnTo>
                <a:lnTo>
                  <a:pt x="0" y="266900"/>
                </a:lnTo>
                <a:lnTo>
                  <a:pt x="0" y="247926"/>
                </a:lnTo>
                <a:lnTo>
                  <a:pt x="0" y="228952"/>
                </a:lnTo>
                <a:lnTo>
                  <a:pt x="0" y="209979"/>
                </a:lnTo>
                <a:lnTo>
                  <a:pt x="0" y="190995"/>
                </a:lnTo>
                <a:lnTo>
                  <a:pt x="0" y="172022"/>
                </a:lnTo>
                <a:lnTo>
                  <a:pt x="16135" y="164754"/>
                </a:lnTo>
                <a:lnTo>
                  <a:pt x="34176" y="158877"/>
                </a:lnTo>
                <a:lnTo>
                  <a:pt x="52216" y="152991"/>
                </a:lnTo>
                <a:lnTo>
                  <a:pt x="70256" y="147104"/>
                </a:lnTo>
                <a:lnTo>
                  <a:pt x="88297" y="141218"/>
                </a:lnTo>
                <a:lnTo>
                  <a:pt x="106337" y="135341"/>
                </a:lnTo>
                <a:lnTo>
                  <a:pt x="124377" y="129454"/>
                </a:lnTo>
                <a:lnTo>
                  <a:pt x="142418" y="123568"/>
                </a:lnTo>
                <a:lnTo>
                  <a:pt x="160458" y="117681"/>
                </a:lnTo>
                <a:lnTo>
                  <a:pt x="178498" y="111795"/>
                </a:lnTo>
                <a:lnTo>
                  <a:pt x="196539" y="105918"/>
                </a:lnTo>
                <a:lnTo>
                  <a:pt x="214579" y="100032"/>
                </a:lnTo>
                <a:lnTo>
                  <a:pt x="232620" y="94145"/>
                </a:lnTo>
                <a:lnTo>
                  <a:pt x="250660" y="88259"/>
                </a:lnTo>
                <a:lnTo>
                  <a:pt x="268700" y="82382"/>
                </a:lnTo>
                <a:lnTo>
                  <a:pt x="286741" y="76495"/>
                </a:lnTo>
                <a:lnTo>
                  <a:pt x="304781" y="70609"/>
                </a:lnTo>
                <a:lnTo>
                  <a:pt x="322821" y="64722"/>
                </a:lnTo>
                <a:lnTo>
                  <a:pt x="340862" y="58845"/>
                </a:lnTo>
                <a:lnTo>
                  <a:pt x="358902" y="52959"/>
                </a:lnTo>
                <a:lnTo>
                  <a:pt x="376942" y="47073"/>
                </a:lnTo>
                <a:lnTo>
                  <a:pt x="394983" y="41186"/>
                </a:lnTo>
                <a:lnTo>
                  <a:pt x="413023" y="35309"/>
                </a:lnTo>
                <a:lnTo>
                  <a:pt x="431063" y="29423"/>
                </a:lnTo>
                <a:lnTo>
                  <a:pt x="449104" y="23536"/>
                </a:lnTo>
                <a:lnTo>
                  <a:pt x="467144" y="17650"/>
                </a:lnTo>
                <a:lnTo>
                  <a:pt x="485184" y="11773"/>
                </a:lnTo>
                <a:lnTo>
                  <a:pt x="503225" y="5886"/>
                </a:lnTo>
                <a:lnTo>
                  <a:pt x="521265" y="0"/>
                </a:lnTo>
                <a:lnTo>
                  <a:pt x="531495" y="4886"/>
                </a:lnTo>
                <a:lnTo>
                  <a:pt x="531495" y="23860"/>
                </a:lnTo>
                <a:lnTo>
                  <a:pt x="531495" y="42834"/>
                </a:lnTo>
                <a:lnTo>
                  <a:pt x="531495" y="61817"/>
                </a:lnTo>
                <a:lnTo>
                  <a:pt x="531495" y="80791"/>
                </a:lnTo>
                <a:lnTo>
                  <a:pt x="531495" y="99765"/>
                </a:lnTo>
                <a:lnTo>
                  <a:pt x="531495" y="118739"/>
                </a:lnTo>
                <a:lnTo>
                  <a:pt x="531495" y="137712"/>
                </a:lnTo>
                <a:lnTo>
                  <a:pt x="531495" y="156696"/>
                </a:lnTo>
                <a:lnTo>
                  <a:pt x="531495" y="175670"/>
                </a:lnTo>
                <a:lnTo>
                  <a:pt x="531495" y="194643"/>
                </a:lnTo>
                <a:lnTo>
                  <a:pt x="531495" y="213617"/>
                </a:lnTo>
                <a:lnTo>
                  <a:pt x="531495" y="232591"/>
                </a:lnTo>
                <a:lnTo>
                  <a:pt x="531495" y="251574"/>
                </a:lnTo>
                <a:lnTo>
                  <a:pt x="531495" y="270548"/>
                </a:lnTo>
                <a:lnTo>
                  <a:pt x="531495" y="289522"/>
                </a:lnTo>
                <a:lnTo>
                  <a:pt x="531495" y="308496"/>
                </a:lnTo>
                <a:lnTo>
                  <a:pt x="531495" y="327479"/>
                </a:lnTo>
                <a:lnTo>
                  <a:pt x="531495" y="346453"/>
                </a:lnTo>
                <a:lnTo>
                  <a:pt x="531495" y="365427"/>
                </a:lnTo>
                <a:lnTo>
                  <a:pt x="531495" y="384400"/>
                </a:lnTo>
                <a:lnTo>
                  <a:pt x="531495" y="403374"/>
                </a:lnTo>
                <a:lnTo>
                  <a:pt x="531495" y="422358"/>
                </a:lnTo>
                <a:lnTo>
                  <a:pt x="531495" y="441331"/>
                </a:lnTo>
                <a:lnTo>
                  <a:pt x="531495" y="460305"/>
                </a:lnTo>
                <a:lnTo>
                  <a:pt x="530885" y="478869"/>
                </a:lnTo>
                <a:lnTo>
                  <a:pt x="513188" y="485718"/>
                </a:lnTo>
                <a:lnTo>
                  <a:pt x="495491" y="492566"/>
                </a:lnTo>
                <a:lnTo>
                  <a:pt x="477803" y="499415"/>
                </a:lnTo>
                <a:lnTo>
                  <a:pt x="460105" y="506263"/>
                </a:lnTo>
                <a:lnTo>
                  <a:pt x="442408" y="513112"/>
                </a:lnTo>
                <a:lnTo>
                  <a:pt x="424710" y="519970"/>
                </a:lnTo>
                <a:lnTo>
                  <a:pt x="407013" y="526818"/>
                </a:lnTo>
                <a:lnTo>
                  <a:pt x="389315" y="533667"/>
                </a:lnTo>
                <a:lnTo>
                  <a:pt x="371618" y="540515"/>
                </a:lnTo>
                <a:lnTo>
                  <a:pt x="353920" y="547364"/>
                </a:lnTo>
                <a:lnTo>
                  <a:pt x="336233" y="554222"/>
                </a:lnTo>
                <a:lnTo>
                  <a:pt x="318535" y="561070"/>
                </a:lnTo>
                <a:lnTo>
                  <a:pt x="300838" y="567919"/>
                </a:lnTo>
                <a:lnTo>
                  <a:pt x="283140" y="574767"/>
                </a:lnTo>
                <a:lnTo>
                  <a:pt x="265443" y="581616"/>
                </a:lnTo>
                <a:lnTo>
                  <a:pt x="247745" y="588464"/>
                </a:lnTo>
                <a:lnTo>
                  <a:pt x="230048" y="595322"/>
                </a:lnTo>
                <a:lnTo>
                  <a:pt x="212350" y="602171"/>
                </a:lnTo>
                <a:lnTo>
                  <a:pt x="194662" y="609019"/>
                </a:lnTo>
                <a:lnTo>
                  <a:pt x="176965" y="615867"/>
                </a:lnTo>
                <a:lnTo>
                  <a:pt x="159268" y="622716"/>
                </a:lnTo>
                <a:lnTo>
                  <a:pt x="141570" y="629564"/>
                </a:lnTo>
                <a:lnTo>
                  <a:pt x="123873" y="636422"/>
                </a:lnTo>
                <a:lnTo>
                  <a:pt x="106175" y="643271"/>
                </a:lnTo>
                <a:lnTo>
                  <a:pt x="88478" y="650119"/>
                </a:lnTo>
                <a:lnTo>
                  <a:pt x="70780" y="656968"/>
                </a:lnTo>
                <a:lnTo>
                  <a:pt x="53092" y="663816"/>
                </a:lnTo>
                <a:lnTo>
                  <a:pt x="35395" y="670674"/>
                </a:lnTo>
                <a:lnTo>
                  <a:pt x="17697" y="677523"/>
                </a:lnTo>
                <a:lnTo>
                  <a:pt x="0" y="684371"/>
                </a:lnTo>
              </a:path>
            </a:pathLst>
          </a:custGeom>
          <a:solidFill xmlns:a="http://schemas.openxmlformats.org/drawingml/2006/main">
            <a:srgbClr val="84A5B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1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DED5B428-B157-4ACB-8833-37D79E2B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0365" y="4956810"/>
            <a:ext cx="2410568" cy="205740"/>
          </a:xfrm>
          <a:custGeom xmlns:a="http://schemas.openxmlformats.org/drawingml/2006/main">
            <a:pathLst>
              <a:path w="2410568" h="205740">
                <a:moveTo>
                  <a:pt x="0" y="205740"/>
                </a:moveTo>
                <a:lnTo>
                  <a:pt x="20403" y="205740"/>
                </a:lnTo>
                <a:lnTo>
                  <a:pt x="40815" y="205740"/>
                </a:lnTo>
                <a:lnTo>
                  <a:pt x="61217" y="205740"/>
                </a:lnTo>
                <a:lnTo>
                  <a:pt x="81629" y="205740"/>
                </a:lnTo>
                <a:lnTo>
                  <a:pt x="102032" y="205740"/>
                </a:lnTo>
                <a:lnTo>
                  <a:pt x="122434" y="205740"/>
                </a:lnTo>
                <a:lnTo>
                  <a:pt x="142846" y="205740"/>
                </a:lnTo>
                <a:lnTo>
                  <a:pt x="163249" y="205740"/>
                </a:lnTo>
                <a:lnTo>
                  <a:pt x="183661" y="205740"/>
                </a:lnTo>
                <a:lnTo>
                  <a:pt x="204064" y="205740"/>
                </a:lnTo>
                <a:lnTo>
                  <a:pt x="224466" y="205740"/>
                </a:lnTo>
                <a:lnTo>
                  <a:pt x="244878" y="205740"/>
                </a:lnTo>
                <a:lnTo>
                  <a:pt x="265281" y="205740"/>
                </a:lnTo>
                <a:lnTo>
                  <a:pt x="285693" y="205740"/>
                </a:lnTo>
                <a:lnTo>
                  <a:pt x="306095" y="205740"/>
                </a:lnTo>
                <a:lnTo>
                  <a:pt x="326507" y="205740"/>
                </a:lnTo>
                <a:lnTo>
                  <a:pt x="346910" y="205740"/>
                </a:lnTo>
                <a:lnTo>
                  <a:pt x="367313" y="205740"/>
                </a:lnTo>
                <a:lnTo>
                  <a:pt x="387725" y="205740"/>
                </a:lnTo>
                <a:lnTo>
                  <a:pt x="408127" y="205740"/>
                </a:lnTo>
                <a:lnTo>
                  <a:pt x="428539" y="205740"/>
                </a:lnTo>
                <a:lnTo>
                  <a:pt x="448942" y="205740"/>
                </a:lnTo>
                <a:lnTo>
                  <a:pt x="469344" y="205740"/>
                </a:lnTo>
                <a:lnTo>
                  <a:pt x="489756" y="205740"/>
                </a:lnTo>
                <a:lnTo>
                  <a:pt x="510159" y="205740"/>
                </a:lnTo>
                <a:lnTo>
                  <a:pt x="530571" y="205740"/>
                </a:lnTo>
                <a:lnTo>
                  <a:pt x="550974" y="205740"/>
                </a:lnTo>
                <a:lnTo>
                  <a:pt x="571376" y="205740"/>
                </a:lnTo>
                <a:lnTo>
                  <a:pt x="591788" y="205740"/>
                </a:lnTo>
                <a:lnTo>
                  <a:pt x="612191" y="205740"/>
                </a:lnTo>
                <a:lnTo>
                  <a:pt x="632603" y="205740"/>
                </a:lnTo>
                <a:lnTo>
                  <a:pt x="653005" y="205740"/>
                </a:lnTo>
                <a:lnTo>
                  <a:pt x="673408" y="205740"/>
                </a:lnTo>
                <a:lnTo>
                  <a:pt x="693820" y="205740"/>
                </a:lnTo>
                <a:lnTo>
                  <a:pt x="714223" y="205740"/>
                </a:lnTo>
                <a:lnTo>
                  <a:pt x="734635" y="205740"/>
                </a:lnTo>
                <a:lnTo>
                  <a:pt x="755037" y="205740"/>
                </a:lnTo>
                <a:lnTo>
                  <a:pt x="775449" y="205740"/>
                </a:lnTo>
                <a:lnTo>
                  <a:pt x="795852" y="205740"/>
                </a:lnTo>
                <a:lnTo>
                  <a:pt x="816254" y="205740"/>
                </a:lnTo>
                <a:lnTo>
                  <a:pt x="836666" y="205740"/>
                </a:lnTo>
                <a:lnTo>
                  <a:pt x="857069" y="205740"/>
                </a:lnTo>
                <a:lnTo>
                  <a:pt x="877481" y="205740"/>
                </a:lnTo>
                <a:lnTo>
                  <a:pt x="897884" y="205740"/>
                </a:lnTo>
                <a:lnTo>
                  <a:pt x="918286" y="205740"/>
                </a:lnTo>
                <a:lnTo>
                  <a:pt x="938698" y="205740"/>
                </a:lnTo>
                <a:lnTo>
                  <a:pt x="959101" y="205740"/>
                </a:lnTo>
                <a:lnTo>
                  <a:pt x="979513" y="205740"/>
                </a:lnTo>
                <a:lnTo>
                  <a:pt x="999915" y="205740"/>
                </a:lnTo>
                <a:lnTo>
                  <a:pt x="1020318" y="205740"/>
                </a:lnTo>
                <a:lnTo>
                  <a:pt x="1040730" y="205740"/>
                </a:lnTo>
                <a:lnTo>
                  <a:pt x="1061133" y="205740"/>
                </a:lnTo>
                <a:lnTo>
                  <a:pt x="1081545" y="205740"/>
                </a:lnTo>
                <a:lnTo>
                  <a:pt x="1101947" y="205740"/>
                </a:lnTo>
                <a:lnTo>
                  <a:pt x="1122359" y="205740"/>
                </a:lnTo>
                <a:lnTo>
                  <a:pt x="1142762" y="205740"/>
                </a:lnTo>
                <a:lnTo>
                  <a:pt x="1163164" y="205740"/>
                </a:lnTo>
                <a:lnTo>
                  <a:pt x="1183577" y="205740"/>
                </a:lnTo>
                <a:lnTo>
                  <a:pt x="1203979" y="205740"/>
                </a:lnTo>
                <a:lnTo>
                  <a:pt x="1224391" y="205740"/>
                </a:lnTo>
                <a:lnTo>
                  <a:pt x="1244794" y="205740"/>
                </a:lnTo>
                <a:lnTo>
                  <a:pt x="1265196" y="205740"/>
                </a:lnTo>
                <a:lnTo>
                  <a:pt x="1285608" y="205740"/>
                </a:lnTo>
                <a:lnTo>
                  <a:pt x="1306011" y="205740"/>
                </a:lnTo>
                <a:lnTo>
                  <a:pt x="1326423" y="205740"/>
                </a:lnTo>
                <a:lnTo>
                  <a:pt x="1346825" y="205740"/>
                </a:lnTo>
                <a:lnTo>
                  <a:pt x="1367228" y="205740"/>
                </a:lnTo>
                <a:lnTo>
                  <a:pt x="1387640" y="205740"/>
                </a:lnTo>
                <a:lnTo>
                  <a:pt x="1408043" y="205740"/>
                </a:lnTo>
                <a:lnTo>
                  <a:pt x="1428455" y="205740"/>
                </a:lnTo>
                <a:lnTo>
                  <a:pt x="1448857" y="205740"/>
                </a:lnTo>
                <a:lnTo>
                  <a:pt x="1469260" y="205740"/>
                </a:lnTo>
                <a:lnTo>
                  <a:pt x="1489672" y="205740"/>
                </a:lnTo>
                <a:lnTo>
                  <a:pt x="1510074" y="205740"/>
                </a:lnTo>
                <a:lnTo>
                  <a:pt x="1530487" y="205740"/>
                </a:lnTo>
                <a:lnTo>
                  <a:pt x="1550889" y="205740"/>
                </a:lnTo>
                <a:lnTo>
                  <a:pt x="1571301" y="205740"/>
                </a:lnTo>
                <a:lnTo>
                  <a:pt x="1591704" y="205740"/>
                </a:lnTo>
                <a:lnTo>
                  <a:pt x="1612106" y="205740"/>
                </a:lnTo>
                <a:lnTo>
                  <a:pt x="1632518" y="205740"/>
                </a:lnTo>
                <a:lnTo>
                  <a:pt x="1652921" y="205740"/>
                </a:lnTo>
                <a:lnTo>
                  <a:pt x="1673333" y="205740"/>
                </a:lnTo>
                <a:lnTo>
                  <a:pt x="1693736" y="205740"/>
                </a:lnTo>
                <a:lnTo>
                  <a:pt x="1714138" y="205740"/>
                </a:lnTo>
                <a:lnTo>
                  <a:pt x="1734550" y="205740"/>
                </a:lnTo>
                <a:lnTo>
                  <a:pt x="1754953" y="205740"/>
                </a:lnTo>
                <a:lnTo>
                  <a:pt x="1775365" y="205740"/>
                </a:lnTo>
                <a:lnTo>
                  <a:pt x="1795767" y="205740"/>
                </a:lnTo>
                <a:lnTo>
                  <a:pt x="1816170" y="205740"/>
                </a:lnTo>
                <a:lnTo>
                  <a:pt x="1836582" y="205740"/>
                </a:lnTo>
                <a:lnTo>
                  <a:pt x="1856984" y="205740"/>
                </a:lnTo>
                <a:lnTo>
                  <a:pt x="1877397" y="205740"/>
                </a:lnTo>
                <a:lnTo>
                  <a:pt x="1896742" y="200092"/>
                </a:lnTo>
                <a:lnTo>
                  <a:pt x="1915773" y="192719"/>
                </a:lnTo>
                <a:lnTo>
                  <a:pt x="1934804" y="185357"/>
                </a:lnTo>
                <a:lnTo>
                  <a:pt x="1953835" y="177984"/>
                </a:lnTo>
                <a:lnTo>
                  <a:pt x="1972866" y="170621"/>
                </a:lnTo>
                <a:lnTo>
                  <a:pt x="1991897" y="163259"/>
                </a:lnTo>
                <a:lnTo>
                  <a:pt x="2010928" y="155886"/>
                </a:lnTo>
                <a:lnTo>
                  <a:pt x="2029958" y="148523"/>
                </a:lnTo>
                <a:lnTo>
                  <a:pt x="2048989" y="141151"/>
                </a:lnTo>
                <a:lnTo>
                  <a:pt x="2068020" y="133788"/>
                </a:lnTo>
                <a:lnTo>
                  <a:pt x="2087051" y="126425"/>
                </a:lnTo>
                <a:lnTo>
                  <a:pt x="2106082" y="119053"/>
                </a:lnTo>
                <a:lnTo>
                  <a:pt x="2125113" y="111690"/>
                </a:lnTo>
                <a:lnTo>
                  <a:pt x="2144135" y="104318"/>
                </a:lnTo>
                <a:lnTo>
                  <a:pt x="2163166" y="96955"/>
                </a:lnTo>
                <a:lnTo>
                  <a:pt x="2182197" y="89592"/>
                </a:lnTo>
                <a:lnTo>
                  <a:pt x="2201228" y="82220"/>
                </a:lnTo>
                <a:lnTo>
                  <a:pt x="2220258" y="74857"/>
                </a:lnTo>
                <a:lnTo>
                  <a:pt x="2239289" y="67485"/>
                </a:lnTo>
                <a:lnTo>
                  <a:pt x="2258320" y="60122"/>
                </a:lnTo>
                <a:lnTo>
                  <a:pt x="2277351" y="52759"/>
                </a:lnTo>
                <a:lnTo>
                  <a:pt x="2296382" y="45387"/>
                </a:lnTo>
                <a:lnTo>
                  <a:pt x="2315413" y="38024"/>
                </a:lnTo>
                <a:lnTo>
                  <a:pt x="2334444" y="30651"/>
                </a:lnTo>
                <a:lnTo>
                  <a:pt x="2353475" y="23289"/>
                </a:lnTo>
                <a:lnTo>
                  <a:pt x="2372506" y="15926"/>
                </a:lnTo>
                <a:lnTo>
                  <a:pt x="2391537" y="8553"/>
                </a:lnTo>
                <a:lnTo>
                  <a:pt x="2410568" y="1191"/>
                </a:lnTo>
                <a:lnTo>
                  <a:pt x="2396519" y="0"/>
                </a:lnTo>
                <a:lnTo>
                  <a:pt x="2376116" y="0"/>
                </a:lnTo>
                <a:lnTo>
                  <a:pt x="2355704" y="0"/>
                </a:lnTo>
                <a:lnTo>
                  <a:pt x="2335301" y="0"/>
                </a:lnTo>
                <a:lnTo>
                  <a:pt x="2314899" y="0"/>
                </a:lnTo>
                <a:lnTo>
                  <a:pt x="2294487" y="0"/>
                </a:lnTo>
                <a:lnTo>
                  <a:pt x="2274084" y="0"/>
                </a:lnTo>
                <a:lnTo>
                  <a:pt x="2253672" y="0"/>
                </a:lnTo>
                <a:lnTo>
                  <a:pt x="2233270" y="0"/>
                </a:lnTo>
                <a:lnTo>
                  <a:pt x="2212867" y="0"/>
                </a:lnTo>
                <a:lnTo>
                  <a:pt x="2192455" y="0"/>
                </a:lnTo>
                <a:lnTo>
                  <a:pt x="2172052" y="0"/>
                </a:lnTo>
                <a:lnTo>
                  <a:pt x="2151640" y="0"/>
                </a:lnTo>
                <a:lnTo>
                  <a:pt x="2131238" y="0"/>
                </a:lnTo>
                <a:lnTo>
                  <a:pt x="2110826" y="0"/>
                </a:lnTo>
                <a:lnTo>
                  <a:pt x="2090423" y="0"/>
                </a:lnTo>
                <a:lnTo>
                  <a:pt x="2070021" y="0"/>
                </a:lnTo>
                <a:lnTo>
                  <a:pt x="2049609" y="0"/>
                </a:lnTo>
                <a:lnTo>
                  <a:pt x="2029206" y="0"/>
                </a:lnTo>
                <a:lnTo>
                  <a:pt x="2008794" y="0"/>
                </a:lnTo>
                <a:lnTo>
                  <a:pt x="1988391" y="0"/>
                </a:lnTo>
                <a:lnTo>
                  <a:pt x="1967989" y="0"/>
                </a:lnTo>
                <a:lnTo>
                  <a:pt x="1947577" y="0"/>
                </a:lnTo>
                <a:lnTo>
                  <a:pt x="1927174" y="0"/>
                </a:lnTo>
                <a:lnTo>
                  <a:pt x="1906762" y="0"/>
                </a:lnTo>
                <a:lnTo>
                  <a:pt x="1886360" y="0"/>
                </a:lnTo>
                <a:lnTo>
                  <a:pt x="1865957" y="0"/>
                </a:lnTo>
                <a:lnTo>
                  <a:pt x="1845545" y="0"/>
                </a:lnTo>
                <a:lnTo>
                  <a:pt x="1825142" y="0"/>
                </a:lnTo>
                <a:lnTo>
                  <a:pt x="1804730" y="0"/>
                </a:lnTo>
                <a:lnTo>
                  <a:pt x="1784328" y="0"/>
                </a:lnTo>
                <a:lnTo>
                  <a:pt x="1763925" y="0"/>
                </a:lnTo>
                <a:lnTo>
                  <a:pt x="1743513" y="0"/>
                </a:lnTo>
                <a:lnTo>
                  <a:pt x="1723111" y="0"/>
                </a:lnTo>
                <a:lnTo>
                  <a:pt x="1702699" y="0"/>
                </a:lnTo>
                <a:lnTo>
                  <a:pt x="1682296" y="0"/>
                </a:lnTo>
                <a:lnTo>
                  <a:pt x="1661893" y="0"/>
                </a:lnTo>
                <a:lnTo>
                  <a:pt x="1641481" y="0"/>
                </a:lnTo>
                <a:lnTo>
                  <a:pt x="1621079" y="0"/>
                </a:lnTo>
                <a:lnTo>
                  <a:pt x="1600667" y="0"/>
                </a:lnTo>
                <a:lnTo>
                  <a:pt x="1580264" y="0"/>
                </a:lnTo>
                <a:lnTo>
                  <a:pt x="1559852" y="0"/>
                </a:lnTo>
                <a:lnTo>
                  <a:pt x="1539450" y="0"/>
                </a:lnTo>
                <a:lnTo>
                  <a:pt x="1519047" y="0"/>
                </a:lnTo>
                <a:lnTo>
                  <a:pt x="1498635" y="0"/>
                </a:lnTo>
                <a:lnTo>
                  <a:pt x="1478232" y="0"/>
                </a:lnTo>
                <a:lnTo>
                  <a:pt x="1457820" y="0"/>
                </a:lnTo>
                <a:lnTo>
                  <a:pt x="1437418" y="0"/>
                </a:lnTo>
                <a:lnTo>
                  <a:pt x="1417015" y="0"/>
                </a:lnTo>
                <a:lnTo>
                  <a:pt x="1396603" y="0"/>
                </a:lnTo>
                <a:lnTo>
                  <a:pt x="1376201" y="0"/>
                </a:lnTo>
                <a:lnTo>
                  <a:pt x="1355789" y="0"/>
                </a:lnTo>
                <a:lnTo>
                  <a:pt x="1335386" y="0"/>
                </a:lnTo>
                <a:lnTo>
                  <a:pt x="1314983" y="0"/>
                </a:lnTo>
                <a:lnTo>
                  <a:pt x="1294571" y="0"/>
                </a:lnTo>
                <a:lnTo>
                  <a:pt x="1274169" y="0"/>
                </a:lnTo>
                <a:lnTo>
                  <a:pt x="1253757" y="0"/>
                </a:lnTo>
                <a:lnTo>
                  <a:pt x="1233354" y="0"/>
                </a:lnTo>
                <a:lnTo>
                  <a:pt x="1212942" y="0"/>
                </a:lnTo>
                <a:lnTo>
                  <a:pt x="1192540" y="0"/>
                </a:lnTo>
                <a:lnTo>
                  <a:pt x="1172137" y="0"/>
                </a:lnTo>
                <a:lnTo>
                  <a:pt x="1151725" y="0"/>
                </a:lnTo>
                <a:lnTo>
                  <a:pt x="1131322" y="0"/>
                </a:lnTo>
                <a:lnTo>
                  <a:pt x="1110910" y="0"/>
                </a:lnTo>
                <a:lnTo>
                  <a:pt x="1090508" y="0"/>
                </a:lnTo>
                <a:lnTo>
                  <a:pt x="1070105" y="0"/>
                </a:lnTo>
                <a:lnTo>
                  <a:pt x="1049693" y="0"/>
                </a:lnTo>
                <a:lnTo>
                  <a:pt x="1029291" y="0"/>
                </a:lnTo>
                <a:lnTo>
                  <a:pt x="1008878" y="0"/>
                </a:lnTo>
                <a:lnTo>
                  <a:pt x="988476" y="0"/>
                </a:lnTo>
                <a:lnTo>
                  <a:pt x="968073" y="0"/>
                </a:lnTo>
                <a:lnTo>
                  <a:pt x="947661" y="0"/>
                </a:lnTo>
                <a:lnTo>
                  <a:pt x="927259" y="0"/>
                </a:lnTo>
                <a:lnTo>
                  <a:pt x="906847" y="0"/>
                </a:lnTo>
                <a:lnTo>
                  <a:pt x="886444" y="0"/>
                </a:lnTo>
                <a:lnTo>
                  <a:pt x="866042" y="0"/>
                </a:lnTo>
                <a:lnTo>
                  <a:pt x="845630" y="0"/>
                </a:lnTo>
                <a:lnTo>
                  <a:pt x="825227" y="0"/>
                </a:lnTo>
                <a:lnTo>
                  <a:pt x="804815" y="0"/>
                </a:lnTo>
                <a:lnTo>
                  <a:pt x="784412" y="0"/>
                </a:lnTo>
                <a:lnTo>
                  <a:pt x="764000" y="0"/>
                </a:lnTo>
                <a:lnTo>
                  <a:pt x="743598" y="0"/>
                </a:lnTo>
                <a:lnTo>
                  <a:pt x="723195" y="0"/>
                </a:lnTo>
                <a:lnTo>
                  <a:pt x="702783" y="0"/>
                </a:lnTo>
                <a:lnTo>
                  <a:pt x="682381" y="0"/>
                </a:lnTo>
                <a:lnTo>
                  <a:pt x="661968" y="0"/>
                </a:lnTo>
                <a:lnTo>
                  <a:pt x="641899" y="2143"/>
                </a:lnTo>
                <a:lnTo>
                  <a:pt x="622449" y="8315"/>
                </a:lnTo>
                <a:lnTo>
                  <a:pt x="602999" y="14478"/>
                </a:lnTo>
                <a:lnTo>
                  <a:pt x="583540" y="20650"/>
                </a:lnTo>
                <a:lnTo>
                  <a:pt x="564090" y="26822"/>
                </a:lnTo>
                <a:lnTo>
                  <a:pt x="544640" y="32995"/>
                </a:lnTo>
                <a:lnTo>
                  <a:pt x="525189" y="39157"/>
                </a:lnTo>
                <a:lnTo>
                  <a:pt x="505739" y="45329"/>
                </a:lnTo>
                <a:lnTo>
                  <a:pt x="486289" y="51502"/>
                </a:lnTo>
                <a:lnTo>
                  <a:pt x="466839" y="57674"/>
                </a:lnTo>
                <a:lnTo>
                  <a:pt x="447380" y="63837"/>
                </a:lnTo>
                <a:lnTo>
                  <a:pt x="427930" y="70009"/>
                </a:lnTo>
                <a:lnTo>
                  <a:pt x="408480" y="76181"/>
                </a:lnTo>
                <a:lnTo>
                  <a:pt x="389030" y="82344"/>
                </a:lnTo>
                <a:lnTo>
                  <a:pt x="369580" y="88516"/>
                </a:lnTo>
                <a:lnTo>
                  <a:pt x="350129" y="94688"/>
                </a:lnTo>
                <a:lnTo>
                  <a:pt x="330670" y="100860"/>
                </a:lnTo>
                <a:lnTo>
                  <a:pt x="311220" y="107023"/>
                </a:lnTo>
                <a:lnTo>
                  <a:pt x="291770" y="113195"/>
                </a:lnTo>
                <a:lnTo>
                  <a:pt x="272320" y="119367"/>
                </a:lnTo>
                <a:lnTo>
                  <a:pt x="252870" y="125540"/>
                </a:lnTo>
                <a:lnTo>
                  <a:pt x="233420" y="131702"/>
                </a:lnTo>
                <a:lnTo>
                  <a:pt x="213970" y="137874"/>
                </a:lnTo>
                <a:lnTo>
                  <a:pt x="194510" y="144047"/>
                </a:lnTo>
                <a:lnTo>
                  <a:pt x="175060" y="150209"/>
                </a:lnTo>
                <a:lnTo>
                  <a:pt x="155610" y="156381"/>
                </a:lnTo>
                <a:lnTo>
                  <a:pt x="136160" y="162554"/>
                </a:lnTo>
                <a:lnTo>
                  <a:pt x="116710" y="168726"/>
                </a:lnTo>
                <a:lnTo>
                  <a:pt x="97260" y="174889"/>
                </a:lnTo>
                <a:lnTo>
                  <a:pt x="77810" y="181061"/>
                </a:lnTo>
                <a:lnTo>
                  <a:pt x="58350" y="187233"/>
                </a:lnTo>
                <a:lnTo>
                  <a:pt x="38900" y="193405"/>
                </a:lnTo>
                <a:lnTo>
                  <a:pt x="19450" y="199568"/>
                </a:lnTo>
                <a:lnTo>
                  <a:pt x="0" y="205740"/>
                </a:lnTo>
              </a:path>
            </a:pathLst>
          </a:custGeom>
          <a:solidFill xmlns:a="http://schemas.openxmlformats.org/drawingml/2006/main">
            <a:srgbClr val="ADC6D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2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E24C88DD-9382-4A4D-BE74-6DC1F20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4190" y="4956810"/>
            <a:ext cx="2174558" cy="205740"/>
          </a:xfrm>
          <a:custGeom xmlns:a="http://schemas.openxmlformats.org/drawingml/2006/main">
            <a:pathLst>
              <a:path w="2174558" h="205740">
                <a:moveTo>
                  <a:pt x="0" y="205740"/>
                </a:moveTo>
                <a:lnTo>
                  <a:pt x="18907" y="205740"/>
                </a:lnTo>
                <a:lnTo>
                  <a:pt x="37824" y="205740"/>
                </a:lnTo>
                <a:lnTo>
                  <a:pt x="56731" y="205740"/>
                </a:lnTo>
                <a:lnTo>
                  <a:pt x="75638" y="205740"/>
                </a:lnTo>
                <a:lnTo>
                  <a:pt x="94545" y="205740"/>
                </a:lnTo>
                <a:lnTo>
                  <a:pt x="113462" y="205740"/>
                </a:lnTo>
                <a:lnTo>
                  <a:pt x="132369" y="205740"/>
                </a:lnTo>
                <a:lnTo>
                  <a:pt x="151276" y="205740"/>
                </a:lnTo>
                <a:lnTo>
                  <a:pt x="170183" y="205740"/>
                </a:lnTo>
                <a:lnTo>
                  <a:pt x="189100" y="205740"/>
                </a:lnTo>
                <a:lnTo>
                  <a:pt x="208007" y="205740"/>
                </a:lnTo>
                <a:lnTo>
                  <a:pt x="226914" y="205740"/>
                </a:lnTo>
                <a:lnTo>
                  <a:pt x="245821" y="205740"/>
                </a:lnTo>
                <a:lnTo>
                  <a:pt x="264738" y="205740"/>
                </a:lnTo>
                <a:lnTo>
                  <a:pt x="283645" y="205740"/>
                </a:lnTo>
                <a:lnTo>
                  <a:pt x="302552" y="205740"/>
                </a:lnTo>
                <a:lnTo>
                  <a:pt x="321459" y="205740"/>
                </a:lnTo>
                <a:lnTo>
                  <a:pt x="340376" y="205740"/>
                </a:lnTo>
                <a:lnTo>
                  <a:pt x="359283" y="205740"/>
                </a:lnTo>
                <a:lnTo>
                  <a:pt x="378190" y="205740"/>
                </a:lnTo>
                <a:lnTo>
                  <a:pt x="397097" y="205740"/>
                </a:lnTo>
                <a:lnTo>
                  <a:pt x="416014" y="205740"/>
                </a:lnTo>
                <a:lnTo>
                  <a:pt x="434921" y="205740"/>
                </a:lnTo>
                <a:lnTo>
                  <a:pt x="453828" y="205740"/>
                </a:lnTo>
                <a:lnTo>
                  <a:pt x="472735" y="205740"/>
                </a:lnTo>
                <a:lnTo>
                  <a:pt x="491652" y="205740"/>
                </a:lnTo>
                <a:lnTo>
                  <a:pt x="510559" y="205740"/>
                </a:lnTo>
                <a:lnTo>
                  <a:pt x="529466" y="205740"/>
                </a:lnTo>
                <a:lnTo>
                  <a:pt x="548373" y="205740"/>
                </a:lnTo>
                <a:lnTo>
                  <a:pt x="567290" y="205740"/>
                </a:lnTo>
                <a:lnTo>
                  <a:pt x="586197" y="205740"/>
                </a:lnTo>
                <a:lnTo>
                  <a:pt x="605104" y="205740"/>
                </a:lnTo>
                <a:lnTo>
                  <a:pt x="624011" y="205740"/>
                </a:lnTo>
                <a:lnTo>
                  <a:pt x="642928" y="205740"/>
                </a:lnTo>
                <a:lnTo>
                  <a:pt x="661835" y="205740"/>
                </a:lnTo>
                <a:lnTo>
                  <a:pt x="680742" y="205740"/>
                </a:lnTo>
                <a:lnTo>
                  <a:pt x="699649" y="205740"/>
                </a:lnTo>
                <a:lnTo>
                  <a:pt x="718566" y="205740"/>
                </a:lnTo>
                <a:lnTo>
                  <a:pt x="737473" y="205740"/>
                </a:lnTo>
                <a:lnTo>
                  <a:pt x="756380" y="205740"/>
                </a:lnTo>
                <a:lnTo>
                  <a:pt x="775287" y="205740"/>
                </a:lnTo>
                <a:lnTo>
                  <a:pt x="794204" y="205740"/>
                </a:lnTo>
                <a:lnTo>
                  <a:pt x="813111" y="205740"/>
                </a:lnTo>
                <a:lnTo>
                  <a:pt x="832018" y="205740"/>
                </a:lnTo>
                <a:lnTo>
                  <a:pt x="850935" y="205740"/>
                </a:lnTo>
                <a:lnTo>
                  <a:pt x="869842" y="205740"/>
                </a:lnTo>
                <a:lnTo>
                  <a:pt x="888749" y="205740"/>
                </a:lnTo>
                <a:lnTo>
                  <a:pt x="907656" y="205740"/>
                </a:lnTo>
                <a:lnTo>
                  <a:pt x="926573" y="205740"/>
                </a:lnTo>
                <a:lnTo>
                  <a:pt x="945480" y="205740"/>
                </a:lnTo>
                <a:lnTo>
                  <a:pt x="964387" y="205740"/>
                </a:lnTo>
                <a:lnTo>
                  <a:pt x="983294" y="205740"/>
                </a:lnTo>
                <a:lnTo>
                  <a:pt x="1002211" y="205740"/>
                </a:lnTo>
                <a:lnTo>
                  <a:pt x="1021118" y="205740"/>
                </a:lnTo>
                <a:lnTo>
                  <a:pt x="1040025" y="205740"/>
                </a:lnTo>
                <a:lnTo>
                  <a:pt x="1058932" y="205740"/>
                </a:lnTo>
                <a:lnTo>
                  <a:pt x="1077849" y="205740"/>
                </a:lnTo>
                <a:lnTo>
                  <a:pt x="1096756" y="205740"/>
                </a:lnTo>
                <a:lnTo>
                  <a:pt x="1115663" y="205740"/>
                </a:lnTo>
                <a:lnTo>
                  <a:pt x="1134570" y="205740"/>
                </a:lnTo>
                <a:lnTo>
                  <a:pt x="1153487" y="205740"/>
                </a:lnTo>
                <a:lnTo>
                  <a:pt x="1172394" y="205740"/>
                </a:lnTo>
                <a:lnTo>
                  <a:pt x="1191301" y="205740"/>
                </a:lnTo>
                <a:lnTo>
                  <a:pt x="1210208" y="205740"/>
                </a:lnTo>
                <a:lnTo>
                  <a:pt x="1229125" y="205740"/>
                </a:lnTo>
                <a:lnTo>
                  <a:pt x="1248032" y="205740"/>
                </a:lnTo>
                <a:lnTo>
                  <a:pt x="1266939" y="205740"/>
                </a:lnTo>
                <a:lnTo>
                  <a:pt x="1285846" y="205740"/>
                </a:lnTo>
                <a:lnTo>
                  <a:pt x="1304763" y="205740"/>
                </a:lnTo>
                <a:lnTo>
                  <a:pt x="1323670" y="205740"/>
                </a:lnTo>
                <a:lnTo>
                  <a:pt x="1342577" y="205740"/>
                </a:lnTo>
                <a:lnTo>
                  <a:pt x="1361484" y="205740"/>
                </a:lnTo>
                <a:lnTo>
                  <a:pt x="1380401" y="205740"/>
                </a:lnTo>
                <a:lnTo>
                  <a:pt x="1399308" y="205740"/>
                </a:lnTo>
                <a:lnTo>
                  <a:pt x="1418215" y="205740"/>
                </a:lnTo>
                <a:lnTo>
                  <a:pt x="1437122" y="205740"/>
                </a:lnTo>
                <a:lnTo>
                  <a:pt x="1456039" y="205740"/>
                </a:lnTo>
                <a:lnTo>
                  <a:pt x="1474946" y="205740"/>
                </a:lnTo>
                <a:lnTo>
                  <a:pt x="1493853" y="205740"/>
                </a:lnTo>
                <a:lnTo>
                  <a:pt x="1512761" y="205740"/>
                </a:lnTo>
                <a:lnTo>
                  <a:pt x="1531677" y="205740"/>
                </a:lnTo>
                <a:lnTo>
                  <a:pt x="1550584" y="205740"/>
                </a:lnTo>
                <a:lnTo>
                  <a:pt x="1569491" y="205740"/>
                </a:lnTo>
                <a:lnTo>
                  <a:pt x="1588408" y="205740"/>
                </a:lnTo>
                <a:lnTo>
                  <a:pt x="1607315" y="205740"/>
                </a:lnTo>
                <a:lnTo>
                  <a:pt x="1626222" y="205740"/>
                </a:lnTo>
                <a:lnTo>
                  <a:pt x="1644434" y="201949"/>
                </a:lnTo>
                <a:lnTo>
                  <a:pt x="1662103" y="195224"/>
                </a:lnTo>
                <a:lnTo>
                  <a:pt x="1679772" y="188490"/>
                </a:lnTo>
                <a:lnTo>
                  <a:pt x="1697450" y="181756"/>
                </a:lnTo>
                <a:lnTo>
                  <a:pt x="1715119" y="175022"/>
                </a:lnTo>
                <a:lnTo>
                  <a:pt x="1732788" y="168297"/>
                </a:lnTo>
                <a:lnTo>
                  <a:pt x="1750457" y="161563"/>
                </a:lnTo>
                <a:lnTo>
                  <a:pt x="1768126" y="154829"/>
                </a:lnTo>
                <a:lnTo>
                  <a:pt x="1785804" y="148095"/>
                </a:lnTo>
                <a:lnTo>
                  <a:pt x="1803473" y="141370"/>
                </a:lnTo>
                <a:lnTo>
                  <a:pt x="1821142" y="134636"/>
                </a:lnTo>
                <a:lnTo>
                  <a:pt x="1838811" y="127902"/>
                </a:lnTo>
                <a:lnTo>
                  <a:pt x="1856480" y="121168"/>
                </a:lnTo>
                <a:lnTo>
                  <a:pt x="1874158" y="114443"/>
                </a:lnTo>
                <a:lnTo>
                  <a:pt x="1891827" y="107709"/>
                </a:lnTo>
                <a:lnTo>
                  <a:pt x="1909496" y="100975"/>
                </a:lnTo>
                <a:lnTo>
                  <a:pt x="1927165" y="94240"/>
                </a:lnTo>
                <a:lnTo>
                  <a:pt x="1944834" y="87516"/>
                </a:lnTo>
                <a:lnTo>
                  <a:pt x="1962512" y="80782"/>
                </a:lnTo>
                <a:lnTo>
                  <a:pt x="1980181" y="74047"/>
                </a:lnTo>
                <a:lnTo>
                  <a:pt x="1997850" y="67313"/>
                </a:lnTo>
                <a:lnTo>
                  <a:pt x="2015519" y="60589"/>
                </a:lnTo>
                <a:lnTo>
                  <a:pt x="2033187" y="53854"/>
                </a:lnTo>
                <a:lnTo>
                  <a:pt x="2050866" y="47120"/>
                </a:lnTo>
                <a:lnTo>
                  <a:pt x="2068535" y="40386"/>
                </a:lnTo>
                <a:lnTo>
                  <a:pt x="2086204" y="33661"/>
                </a:lnTo>
                <a:lnTo>
                  <a:pt x="2103872" y="26927"/>
                </a:lnTo>
                <a:lnTo>
                  <a:pt x="2121541" y="20193"/>
                </a:lnTo>
                <a:lnTo>
                  <a:pt x="2139220" y="13459"/>
                </a:lnTo>
                <a:lnTo>
                  <a:pt x="2156889" y="6734"/>
                </a:lnTo>
                <a:lnTo>
                  <a:pt x="21745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51E3B482-7EB0-40BF-843D-1D1035A5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5223" y="4956810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4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D4910672-BFDB-40D6-BE4C-ECE45324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4645" y="3995204"/>
            <a:ext cx="415290" cy="652996"/>
          </a:xfrm>
          <a:custGeom xmlns:a="http://schemas.openxmlformats.org/drawingml/2006/main">
            <a:pathLst>
              <a:path w="415290" h="652996">
                <a:moveTo>
                  <a:pt x="0" y="652996"/>
                </a:moveTo>
                <a:lnTo>
                  <a:pt x="0" y="634127"/>
                </a:lnTo>
                <a:lnTo>
                  <a:pt x="0" y="615267"/>
                </a:lnTo>
                <a:lnTo>
                  <a:pt x="0" y="596408"/>
                </a:lnTo>
                <a:lnTo>
                  <a:pt x="0" y="577548"/>
                </a:lnTo>
                <a:lnTo>
                  <a:pt x="0" y="558689"/>
                </a:lnTo>
                <a:lnTo>
                  <a:pt x="0" y="539820"/>
                </a:lnTo>
                <a:lnTo>
                  <a:pt x="0" y="520960"/>
                </a:lnTo>
                <a:lnTo>
                  <a:pt x="0" y="502101"/>
                </a:lnTo>
                <a:lnTo>
                  <a:pt x="0" y="483241"/>
                </a:lnTo>
                <a:lnTo>
                  <a:pt x="0" y="464372"/>
                </a:lnTo>
                <a:lnTo>
                  <a:pt x="0" y="445513"/>
                </a:lnTo>
                <a:lnTo>
                  <a:pt x="0" y="426653"/>
                </a:lnTo>
                <a:lnTo>
                  <a:pt x="0" y="407794"/>
                </a:lnTo>
                <a:lnTo>
                  <a:pt x="0" y="388934"/>
                </a:lnTo>
                <a:lnTo>
                  <a:pt x="0" y="370065"/>
                </a:lnTo>
                <a:lnTo>
                  <a:pt x="0" y="351206"/>
                </a:lnTo>
                <a:lnTo>
                  <a:pt x="0" y="332346"/>
                </a:lnTo>
                <a:lnTo>
                  <a:pt x="0" y="313487"/>
                </a:lnTo>
                <a:lnTo>
                  <a:pt x="0" y="294618"/>
                </a:lnTo>
                <a:lnTo>
                  <a:pt x="0" y="275758"/>
                </a:lnTo>
                <a:lnTo>
                  <a:pt x="0" y="256899"/>
                </a:lnTo>
                <a:lnTo>
                  <a:pt x="0" y="238039"/>
                </a:lnTo>
                <a:lnTo>
                  <a:pt x="0" y="219180"/>
                </a:lnTo>
                <a:lnTo>
                  <a:pt x="0" y="200311"/>
                </a:lnTo>
                <a:lnTo>
                  <a:pt x="0" y="181451"/>
                </a:lnTo>
                <a:lnTo>
                  <a:pt x="0" y="162592"/>
                </a:lnTo>
                <a:lnTo>
                  <a:pt x="0" y="143732"/>
                </a:lnTo>
                <a:lnTo>
                  <a:pt x="13030" y="134188"/>
                </a:lnTo>
                <a:lnTo>
                  <a:pt x="30880" y="128092"/>
                </a:lnTo>
                <a:lnTo>
                  <a:pt x="48730" y="121987"/>
                </a:lnTo>
                <a:lnTo>
                  <a:pt x="66580" y="115891"/>
                </a:lnTo>
                <a:lnTo>
                  <a:pt x="84430" y="109795"/>
                </a:lnTo>
                <a:lnTo>
                  <a:pt x="102279" y="103689"/>
                </a:lnTo>
                <a:lnTo>
                  <a:pt x="120120" y="97593"/>
                </a:lnTo>
                <a:lnTo>
                  <a:pt x="137970" y="91488"/>
                </a:lnTo>
                <a:lnTo>
                  <a:pt x="155819" y="85392"/>
                </a:lnTo>
                <a:lnTo>
                  <a:pt x="173669" y="79296"/>
                </a:lnTo>
                <a:lnTo>
                  <a:pt x="191519" y="73190"/>
                </a:lnTo>
                <a:lnTo>
                  <a:pt x="209360" y="67094"/>
                </a:lnTo>
                <a:lnTo>
                  <a:pt x="227209" y="60998"/>
                </a:lnTo>
                <a:lnTo>
                  <a:pt x="245059" y="54893"/>
                </a:lnTo>
                <a:lnTo>
                  <a:pt x="262909" y="48797"/>
                </a:lnTo>
                <a:lnTo>
                  <a:pt x="280759" y="42701"/>
                </a:lnTo>
                <a:lnTo>
                  <a:pt x="298609" y="36595"/>
                </a:lnTo>
                <a:lnTo>
                  <a:pt x="316449" y="30499"/>
                </a:lnTo>
                <a:lnTo>
                  <a:pt x="334299" y="24394"/>
                </a:lnTo>
                <a:lnTo>
                  <a:pt x="352149" y="18298"/>
                </a:lnTo>
                <a:lnTo>
                  <a:pt x="369999" y="12202"/>
                </a:lnTo>
                <a:lnTo>
                  <a:pt x="387848" y="6096"/>
                </a:lnTo>
                <a:lnTo>
                  <a:pt x="405689" y="0"/>
                </a:lnTo>
                <a:lnTo>
                  <a:pt x="415290" y="5439"/>
                </a:lnTo>
                <a:lnTo>
                  <a:pt x="415290" y="24298"/>
                </a:lnTo>
                <a:lnTo>
                  <a:pt x="415290" y="43167"/>
                </a:lnTo>
                <a:lnTo>
                  <a:pt x="415290" y="62027"/>
                </a:lnTo>
                <a:lnTo>
                  <a:pt x="415290" y="80886"/>
                </a:lnTo>
                <a:lnTo>
                  <a:pt x="415290" y="99746"/>
                </a:lnTo>
                <a:lnTo>
                  <a:pt x="415290" y="118605"/>
                </a:lnTo>
                <a:lnTo>
                  <a:pt x="415290" y="137474"/>
                </a:lnTo>
                <a:lnTo>
                  <a:pt x="415290" y="156334"/>
                </a:lnTo>
                <a:lnTo>
                  <a:pt x="415290" y="175193"/>
                </a:lnTo>
                <a:lnTo>
                  <a:pt x="415290" y="194053"/>
                </a:lnTo>
                <a:lnTo>
                  <a:pt x="415290" y="212922"/>
                </a:lnTo>
                <a:lnTo>
                  <a:pt x="415290" y="231781"/>
                </a:lnTo>
                <a:lnTo>
                  <a:pt x="415290" y="250641"/>
                </a:lnTo>
                <a:lnTo>
                  <a:pt x="415290" y="269500"/>
                </a:lnTo>
                <a:lnTo>
                  <a:pt x="415290" y="288360"/>
                </a:lnTo>
                <a:lnTo>
                  <a:pt x="415290" y="307229"/>
                </a:lnTo>
                <a:lnTo>
                  <a:pt x="415290" y="326088"/>
                </a:lnTo>
                <a:lnTo>
                  <a:pt x="415290" y="344948"/>
                </a:lnTo>
                <a:lnTo>
                  <a:pt x="415290" y="363807"/>
                </a:lnTo>
                <a:lnTo>
                  <a:pt x="415290" y="382667"/>
                </a:lnTo>
                <a:lnTo>
                  <a:pt x="415290" y="401536"/>
                </a:lnTo>
                <a:lnTo>
                  <a:pt x="415290" y="420395"/>
                </a:lnTo>
                <a:lnTo>
                  <a:pt x="415290" y="439255"/>
                </a:lnTo>
                <a:lnTo>
                  <a:pt x="415290" y="458114"/>
                </a:lnTo>
                <a:lnTo>
                  <a:pt x="415290" y="476983"/>
                </a:lnTo>
                <a:lnTo>
                  <a:pt x="400336" y="485880"/>
                </a:lnTo>
                <a:lnTo>
                  <a:pt x="382934" y="493147"/>
                </a:lnTo>
                <a:lnTo>
                  <a:pt x="365522" y="500415"/>
                </a:lnTo>
                <a:lnTo>
                  <a:pt x="348120" y="507673"/>
                </a:lnTo>
                <a:lnTo>
                  <a:pt x="330718" y="514941"/>
                </a:lnTo>
                <a:lnTo>
                  <a:pt x="313306" y="522208"/>
                </a:lnTo>
                <a:lnTo>
                  <a:pt x="295904" y="529476"/>
                </a:lnTo>
                <a:lnTo>
                  <a:pt x="278492" y="536743"/>
                </a:lnTo>
                <a:lnTo>
                  <a:pt x="261090" y="544001"/>
                </a:lnTo>
                <a:lnTo>
                  <a:pt x="243688" y="551269"/>
                </a:lnTo>
                <a:lnTo>
                  <a:pt x="226276" y="558536"/>
                </a:lnTo>
                <a:lnTo>
                  <a:pt x="208874" y="565804"/>
                </a:lnTo>
                <a:lnTo>
                  <a:pt x="191462" y="573072"/>
                </a:lnTo>
                <a:lnTo>
                  <a:pt x="174060" y="580339"/>
                </a:lnTo>
                <a:lnTo>
                  <a:pt x="156658" y="587597"/>
                </a:lnTo>
                <a:lnTo>
                  <a:pt x="139246" y="594865"/>
                </a:lnTo>
                <a:lnTo>
                  <a:pt x="121844" y="602132"/>
                </a:lnTo>
                <a:lnTo>
                  <a:pt x="104432" y="609400"/>
                </a:lnTo>
                <a:lnTo>
                  <a:pt x="87030" y="616668"/>
                </a:lnTo>
                <a:lnTo>
                  <a:pt x="69628" y="623926"/>
                </a:lnTo>
                <a:lnTo>
                  <a:pt x="52216" y="631193"/>
                </a:lnTo>
                <a:lnTo>
                  <a:pt x="34814" y="638461"/>
                </a:lnTo>
                <a:lnTo>
                  <a:pt x="17402" y="645728"/>
                </a:lnTo>
                <a:lnTo>
                  <a:pt x="0" y="652996"/>
                </a:lnTo>
              </a:path>
            </a:pathLst>
          </a:custGeom>
          <a:solidFill xmlns:a="http://schemas.openxmlformats.org/drawingml/2006/main">
            <a:srgbClr val="6B91A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6801933A-721C-4525-9132-C1E28755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2505" y="4474845"/>
            <a:ext cx="2294125" cy="173355"/>
          </a:xfrm>
          <a:custGeom xmlns:a="http://schemas.openxmlformats.org/drawingml/2006/main">
            <a:pathLst>
              <a:path w="2294125" h="173355">
                <a:moveTo>
                  <a:pt x="0" y="173355"/>
                </a:moveTo>
                <a:lnTo>
                  <a:pt x="19402" y="173355"/>
                </a:lnTo>
                <a:lnTo>
                  <a:pt x="38805" y="173355"/>
                </a:lnTo>
                <a:lnTo>
                  <a:pt x="58217" y="173355"/>
                </a:lnTo>
                <a:lnTo>
                  <a:pt x="77619" y="173355"/>
                </a:lnTo>
                <a:lnTo>
                  <a:pt x="97022" y="173355"/>
                </a:lnTo>
                <a:lnTo>
                  <a:pt x="116424" y="173355"/>
                </a:lnTo>
                <a:lnTo>
                  <a:pt x="135836" y="173355"/>
                </a:lnTo>
                <a:lnTo>
                  <a:pt x="155238" y="173355"/>
                </a:lnTo>
                <a:lnTo>
                  <a:pt x="174641" y="173355"/>
                </a:lnTo>
                <a:lnTo>
                  <a:pt x="194043" y="173355"/>
                </a:lnTo>
                <a:lnTo>
                  <a:pt x="213455" y="173355"/>
                </a:lnTo>
                <a:lnTo>
                  <a:pt x="232858" y="173355"/>
                </a:lnTo>
                <a:lnTo>
                  <a:pt x="252260" y="173355"/>
                </a:lnTo>
                <a:lnTo>
                  <a:pt x="271663" y="173355"/>
                </a:lnTo>
                <a:lnTo>
                  <a:pt x="291074" y="173355"/>
                </a:lnTo>
                <a:lnTo>
                  <a:pt x="310477" y="173355"/>
                </a:lnTo>
                <a:lnTo>
                  <a:pt x="329879" y="173355"/>
                </a:lnTo>
                <a:lnTo>
                  <a:pt x="349282" y="173355"/>
                </a:lnTo>
                <a:lnTo>
                  <a:pt x="368694" y="173355"/>
                </a:lnTo>
                <a:lnTo>
                  <a:pt x="388096" y="173355"/>
                </a:lnTo>
                <a:lnTo>
                  <a:pt x="407499" y="173355"/>
                </a:lnTo>
                <a:lnTo>
                  <a:pt x="426901" y="173355"/>
                </a:lnTo>
                <a:lnTo>
                  <a:pt x="446313" y="173355"/>
                </a:lnTo>
                <a:lnTo>
                  <a:pt x="465715" y="173355"/>
                </a:lnTo>
                <a:lnTo>
                  <a:pt x="485118" y="173355"/>
                </a:lnTo>
                <a:lnTo>
                  <a:pt x="504520" y="173355"/>
                </a:lnTo>
                <a:lnTo>
                  <a:pt x="523932" y="173355"/>
                </a:lnTo>
                <a:lnTo>
                  <a:pt x="543335" y="173355"/>
                </a:lnTo>
                <a:lnTo>
                  <a:pt x="562737" y="173355"/>
                </a:lnTo>
                <a:lnTo>
                  <a:pt x="582139" y="173355"/>
                </a:lnTo>
                <a:lnTo>
                  <a:pt x="601551" y="173355"/>
                </a:lnTo>
                <a:lnTo>
                  <a:pt x="620954" y="173355"/>
                </a:lnTo>
                <a:lnTo>
                  <a:pt x="640356" y="173355"/>
                </a:lnTo>
                <a:lnTo>
                  <a:pt x="659759" y="173355"/>
                </a:lnTo>
                <a:lnTo>
                  <a:pt x="679171" y="173355"/>
                </a:lnTo>
                <a:lnTo>
                  <a:pt x="698573" y="173355"/>
                </a:lnTo>
                <a:lnTo>
                  <a:pt x="717975" y="173355"/>
                </a:lnTo>
                <a:lnTo>
                  <a:pt x="737378" y="173355"/>
                </a:lnTo>
                <a:lnTo>
                  <a:pt x="756790" y="173355"/>
                </a:lnTo>
                <a:lnTo>
                  <a:pt x="776192" y="173355"/>
                </a:lnTo>
                <a:lnTo>
                  <a:pt x="795595" y="173355"/>
                </a:lnTo>
                <a:lnTo>
                  <a:pt x="814997" y="173355"/>
                </a:lnTo>
                <a:lnTo>
                  <a:pt x="834409" y="173355"/>
                </a:lnTo>
                <a:lnTo>
                  <a:pt x="853811" y="173355"/>
                </a:lnTo>
                <a:lnTo>
                  <a:pt x="873214" y="173355"/>
                </a:lnTo>
                <a:lnTo>
                  <a:pt x="892616" y="173355"/>
                </a:lnTo>
                <a:lnTo>
                  <a:pt x="912028" y="173355"/>
                </a:lnTo>
                <a:lnTo>
                  <a:pt x="931431" y="173355"/>
                </a:lnTo>
                <a:lnTo>
                  <a:pt x="950833" y="173355"/>
                </a:lnTo>
                <a:lnTo>
                  <a:pt x="970236" y="173355"/>
                </a:lnTo>
                <a:lnTo>
                  <a:pt x="989648" y="173355"/>
                </a:lnTo>
                <a:lnTo>
                  <a:pt x="1009050" y="173355"/>
                </a:lnTo>
                <a:lnTo>
                  <a:pt x="1028452" y="173355"/>
                </a:lnTo>
                <a:lnTo>
                  <a:pt x="1047855" y="173355"/>
                </a:lnTo>
                <a:lnTo>
                  <a:pt x="1067267" y="173355"/>
                </a:lnTo>
                <a:lnTo>
                  <a:pt x="1086669" y="173355"/>
                </a:lnTo>
                <a:lnTo>
                  <a:pt x="1106072" y="173355"/>
                </a:lnTo>
                <a:lnTo>
                  <a:pt x="1125474" y="173355"/>
                </a:lnTo>
                <a:lnTo>
                  <a:pt x="1144886" y="173355"/>
                </a:lnTo>
                <a:lnTo>
                  <a:pt x="1164288" y="173355"/>
                </a:lnTo>
                <a:lnTo>
                  <a:pt x="1183691" y="173355"/>
                </a:lnTo>
                <a:lnTo>
                  <a:pt x="1203093" y="173355"/>
                </a:lnTo>
                <a:lnTo>
                  <a:pt x="1222505" y="173355"/>
                </a:lnTo>
                <a:lnTo>
                  <a:pt x="1241908" y="173355"/>
                </a:lnTo>
                <a:lnTo>
                  <a:pt x="1261310" y="173355"/>
                </a:lnTo>
                <a:lnTo>
                  <a:pt x="1280712" y="173355"/>
                </a:lnTo>
                <a:lnTo>
                  <a:pt x="1300124" y="173355"/>
                </a:lnTo>
                <a:lnTo>
                  <a:pt x="1319527" y="173355"/>
                </a:lnTo>
                <a:lnTo>
                  <a:pt x="1338929" y="173355"/>
                </a:lnTo>
                <a:lnTo>
                  <a:pt x="1358332" y="173355"/>
                </a:lnTo>
                <a:lnTo>
                  <a:pt x="1377744" y="173355"/>
                </a:lnTo>
                <a:lnTo>
                  <a:pt x="1397146" y="173355"/>
                </a:lnTo>
                <a:lnTo>
                  <a:pt x="1416548" y="173355"/>
                </a:lnTo>
                <a:lnTo>
                  <a:pt x="1435951" y="173355"/>
                </a:lnTo>
                <a:lnTo>
                  <a:pt x="1455363" y="173355"/>
                </a:lnTo>
                <a:lnTo>
                  <a:pt x="1474765" y="173355"/>
                </a:lnTo>
                <a:lnTo>
                  <a:pt x="1494168" y="173355"/>
                </a:lnTo>
                <a:lnTo>
                  <a:pt x="1513570" y="173355"/>
                </a:lnTo>
                <a:lnTo>
                  <a:pt x="1532982" y="173355"/>
                </a:lnTo>
                <a:lnTo>
                  <a:pt x="1552385" y="173355"/>
                </a:lnTo>
                <a:lnTo>
                  <a:pt x="1571787" y="173355"/>
                </a:lnTo>
                <a:lnTo>
                  <a:pt x="1591189" y="173355"/>
                </a:lnTo>
                <a:lnTo>
                  <a:pt x="1610592" y="173355"/>
                </a:lnTo>
                <a:lnTo>
                  <a:pt x="1630004" y="173355"/>
                </a:lnTo>
                <a:lnTo>
                  <a:pt x="1649406" y="173355"/>
                </a:lnTo>
                <a:lnTo>
                  <a:pt x="1668809" y="173355"/>
                </a:lnTo>
                <a:lnTo>
                  <a:pt x="1688211" y="173355"/>
                </a:lnTo>
                <a:lnTo>
                  <a:pt x="1707623" y="173355"/>
                </a:lnTo>
                <a:lnTo>
                  <a:pt x="1727025" y="173355"/>
                </a:lnTo>
                <a:lnTo>
                  <a:pt x="1746428" y="173355"/>
                </a:lnTo>
                <a:lnTo>
                  <a:pt x="1765830" y="173355"/>
                </a:lnTo>
                <a:lnTo>
                  <a:pt x="1785242" y="173355"/>
                </a:lnTo>
                <a:lnTo>
                  <a:pt x="1804645" y="173355"/>
                </a:lnTo>
                <a:lnTo>
                  <a:pt x="1824047" y="173355"/>
                </a:lnTo>
                <a:lnTo>
                  <a:pt x="1843449" y="173355"/>
                </a:lnTo>
                <a:lnTo>
                  <a:pt x="1862861" y="173355"/>
                </a:lnTo>
                <a:lnTo>
                  <a:pt x="1882254" y="173307"/>
                </a:lnTo>
                <a:lnTo>
                  <a:pt x="1900161" y="165830"/>
                </a:lnTo>
                <a:lnTo>
                  <a:pt x="1918068" y="158353"/>
                </a:lnTo>
                <a:lnTo>
                  <a:pt x="1935975" y="150886"/>
                </a:lnTo>
                <a:lnTo>
                  <a:pt x="1953882" y="143408"/>
                </a:lnTo>
                <a:lnTo>
                  <a:pt x="1971789" y="135931"/>
                </a:lnTo>
                <a:lnTo>
                  <a:pt x="1989696" y="128454"/>
                </a:lnTo>
                <a:lnTo>
                  <a:pt x="2007603" y="120987"/>
                </a:lnTo>
                <a:lnTo>
                  <a:pt x="2025510" y="113509"/>
                </a:lnTo>
                <a:lnTo>
                  <a:pt x="2043417" y="106032"/>
                </a:lnTo>
                <a:lnTo>
                  <a:pt x="2061324" y="98555"/>
                </a:lnTo>
                <a:lnTo>
                  <a:pt x="2079231" y="91078"/>
                </a:lnTo>
                <a:lnTo>
                  <a:pt x="2097138" y="83610"/>
                </a:lnTo>
                <a:lnTo>
                  <a:pt x="2115045" y="76133"/>
                </a:lnTo>
                <a:lnTo>
                  <a:pt x="2132952" y="68656"/>
                </a:lnTo>
                <a:lnTo>
                  <a:pt x="2150859" y="61179"/>
                </a:lnTo>
                <a:lnTo>
                  <a:pt x="2168766" y="53711"/>
                </a:lnTo>
                <a:lnTo>
                  <a:pt x="2186673" y="46234"/>
                </a:lnTo>
                <a:lnTo>
                  <a:pt x="2204580" y="38757"/>
                </a:lnTo>
                <a:lnTo>
                  <a:pt x="2222487" y="31280"/>
                </a:lnTo>
                <a:lnTo>
                  <a:pt x="2240394" y="23803"/>
                </a:lnTo>
                <a:lnTo>
                  <a:pt x="2258301" y="16335"/>
                </a:lnTo>
                <a:lnTo>
                  <a:pt x="2276218" y="8858"/>
                </a:lnTo>
                <a:lnTo>
                  <a:pt x="2294125" y="1381"/>
                </a:lnTo>
                <a:lnTo>
                  <a:pt x="2281609" y="0"/>
                </a:lnTo>
                <a:lnTo>
                  <a:pt x="2262207" y="0"/>
                </a:lnTo>
                <a:lnTo>
                  <a:pt x="2242804" y="0"/>
                </a:lnTo>
                <a:lnTo>
                  <a:pt x="2223402" y="0"/>
                </a:lnTo>
                <a:lnTo>
                  <a:pt x="2203990" y="0"/>
                </a:lnTo>
                <a:lnTo>
                  <a:pt x="2184587" y="0"/>
                </a:lnTo>
                <a:lnTo>
                  <a:pt x="2165185" y="0"/>
                </a:lnTo>
                <a:lnTo>
                  <a:pt x="2145782" y="0"/>
                </a:lnTo>
                <a:lnTo>
                  <a:pt x="2126371" y="0"/>
                </a:lnTo>
                <a:lnTo>
                  <a:pt x="2106968" y="0"/>
                </a:lnTo>
                <a:lnTo>
                  <a:pt x="2087566" y="0"/>
                </a:lnTo>
                <a:lnTo>
                  <a:pt x="2068163" y="0"/>
                </a:lnTo>
                <a:lnTo>
                  <a:pt x="2048751" y="0"/>
                </a:lnTo>
                <a:lnTo>
                  <a:pt x="2029349" y="0"/>
                </a:lnTo>
                <a:lnTo>
                  <a:pt x="2009946" y="0"/>
                </a:lnTo>
                <a:lnTo>
                  <a:pt x="1990544" y="0"/>
                </a:lnTo>
                <a:lnTo>
                  <a:pt x="1971132" y="0"/>
                </a:lnTo>
                <a:lnTo>
                  <a:pt x="1951730" y="0"/>
                </a:lnTo>
                <a:lnTo>
                  <a:pt x="1932327" y="0"/>
                </a:lnTo>
                <a:lnTo>
                  <a:pt x="1912925" y="0"/>
                </a:lnTo>
                <a:lnTo>
                  <a:pt x="1893513" y="0"/>
                </a:lnTo>
                <a:lnTo>
                  <a:pt x="1874110" y="0"/>
                </a:lnTo>
                <a:lnTo>
                  <a:pt x="1854708" y="0"/>
                </a:lnTo>
                <a:lnTo>
                  <a:pt x="1835306" y="0"/>
                </a:lnTo>
                <a:lnTo>
                  <a:pt x="1815894" y="0"/>
                </a:lnTo>
                <a:lnTo>
                  <a:pt x="1796491" y="0"/>
                </a:lnTo>
                <a:lnTo>
                  <a:pt x="1777089" y="0"/>
                </a:lnTo>
                <a:lnTo>
                  <a:pt x="1757686" y="0"/>
                </a:lnTo>
                <a:lnTo>
                  <a:pt x="1738274" y="0"/>
                </a:lnTo>
                <a:lnTo>
                  <a:pt x="1718872" y="0"/>
                </a:lnTo>
                <a:lnTo>
                  <a:pt x="1699470" y="0"/>
                </a:lnTo>
                <a:lnTo>
                  <a:pt x="1680067" y="0"/>
                </a:lnTo>
                <a:lnTo>
                  <a:pt x="1660655" y="0"/>
                </a:lnTo>
                <a:lnTo>
                  <a:pt x="1641253" y="0"/>
                </a:lnTo>
                <a:lnTo>
                  <a:pt x="1621850" y="0"/>
                </a:lnTo>
                <a:lnTo>
                  <a:pt x="1602448" y="0"/>
                </a:lnTo>
                <a:lnTo>
                  <a:pt x="1583036" y="0"/>
                </a:lnTo>
                <a:lnTo>
                  <a:pt x="1563634" y="0"/>
                </a:lnTo>
                <a:lnTo>
                  <a:pt x="1544231" y="0"/>
                </a:lnTo>
                <a:lnTo>
                  <a:pt x="1524829" y="0"/>
                </a:lnTo>
                <a:lnTo>
                  <a:pt x="1505417" y="0"/>
                </a:lnTo>
                <a:lnTo>
                  <a:pt x="1486014" y="0"/>
                </a:lnTo>
                <a:lnTo>
                  <a:pt x="1466612" y="0"/>
                </a:lnTo>
                <a:lnTo>
                  <a:pt x="1447209" y="0"/>
                </a:lnTo>
                <a:lnTo>
                  <a:pt x="1427798" y="0"/>
                </a:lnTo>
                <a:lnTo>
                  <a:pt x="1408395" y="0"/>
                </a:lnTo>
                <a:lnTo>
                  <a:pt x="1388993" y="0"/>
                </a:lnTo>
                <a:lnTo>
                  <a:pt x="1369590" y="0"/>
                </a:lnTo>
                <a:lnTo>
                  <a:pt x="1350178" y="0"/>
                </a:lnTo>
                <a:lnTo>
                  <a:pt x="1330776" y="0"/>
                </a:lnTo>
                <a:lnTo>
                  <a:pt x="1311373" y="0"/>
                </a:lnTo>
                <a:lnTo>
                  <a:pt x="1291971" y="0"/>
                </a:lnTo>
                <a:lnTo>
                  <a:pt x="1272559" y="0"/>
                </a:lnTo>
                <a:lnTo>
                  <a:pt x="1253157" y="0"/>
                </a:lnTo>
                <a:lnTo>
                  <a:pt x="1233754" y="0"/>
                </a:lnTo>
                <a:lnTo>
                  <a:pt x="1214352" y="0"/>
                </a:lnTo>
                <a:lnTo>
                  <a:pt x="1194940" y="0"/>
                </a:lnTo>
                <a:lnTo>
                  <a:pt x="1175537" y="0"/>
                </a:lnTo>
                <a:lnTo>
                  <a:pt x="1156135" y="0"/>
                </a:lnTo>
                <a:lnTo>
                  <a:pt x="1136733" y="0"/>
                </a:lnTo>
                <a:lnTo>
                  <a:pt x="1117321" y="0"/>
                </a:lnTo>
                <a:lnTo>
                  <a:pt x="1097918" y="0"/>
                </a:lnTo>
                <a:lnTo>
                  <a:pt x="1078516" y="0"/>
                </a:lnTo>
                <a:lnTo>
                  <a:pt x="1059113" y="0"/>
                </a:lnTo>
                <a:lnTo>
                  <a:pt x="1039701" y="0"/>
                </a:lnTo>
                <a:lnTo>
                  <a:pt x="1020299" y="0"/>
                </a:lnTo>
                <a:lnTo>
                  <a:pt x="1000897" y="0"/>
                </a:lnTo>
                <a:lnTo>
                  <a:pt x="981494" y="0"/>
                </a:lnTo>
                <a:lnTo>
                  <a:pt x="962092" y="0"/>
                </a:lnTo>
                <a:lnTo>
                  <a:pt x="942680" y="0"/>
                </a:lnTo>
                <a:lnTo>
                  <a:pt x="923277" y="0"/>
                </a:lnTo>
                <a:lnTo>
                  <a:pt x="903875" y="0"/>
                </a:lnTo>
                <a:lnTo>
                  <a:pt x="884463" y="0"/>
                </a:lnTo>
                <a:lnTo>
                  <a:pt x="865060" y="0"/>
                </a:lnTo>
                <a:lnTo>
                  <a:pt x="845658" y="0"/>
                </a:lnTo>
                <a:lnTo>
                  <a:pt x="826256" y="0"/>
                </a:lnTo>
                <a:lnTo>
                  <a:pt x="806853" y="0"/>
                </a:lnTo>
                <a:lnTo>
                  <a:pt x="787441" y="0"/>
                </a:lnTo>
                <a:lnTo>
                  <a:pt x="768039" y="0"/>
                </a:lnTo>
                <a:lnTo>
                  <a:pt x="748636" y="0"/>
                </a:lnTo>
                <a:lnTo>
                  <a:pt x="729234" y="0"/>
                </a:lnTo>
                <a:lnTo>
                  <a:pt x="709822" y="0"/>
                </a:lnTo>
                <a:lnTo>
                  <a:pt x="690420" y="0"/>
                </a:lnTo>
                <a:lnTo>
                  <a:pt x="671017" y="0"/>
                </a:lnTo>
                <a:lnTo>
                  <a:pt x="651615" y="0"/>
                </a:lnTo>
                <a:lnTo>
                  <a:pt x="632203" y="0"/>
                </a:lnTo>
                <a:lnTo>
                  <a:pt x="612800" y="0"/>
                </a:lnTo>
                <a:lnTo>
                  <a:pt x="593398" y="0"/>
                </a:lnTo>
                <a:lnTo>
                  <a:pt x="573996" y="0"/>
                </a:lnTo>
                <a:lnTo>
                  <a:pt x="554584" y="0"/>
                </a:lnTo>
                <a:lnTo>
                  <a:pt x="535181" y="0"/>
                </a:lnTo>
                <a:lnTo>
                  <a:pt x="516550" y="4877"/>
                </a:lnTo>
                <a:lnTo>
                  <a:pt x="498100" y="10887"/>
                </a:lnTo>
                <a:lnTo>
                  <a:pt x="479650" y="16907"/>
                </a:lnTo>
                <a:lnTo>
                  <a:pt x="461210" y="22927"/>
                </a:lnTo>
                <a:lnTo>
                  <a:pt x="442760" y="28946"/>
                </a:lnTo>
                <a:lnTo>
                  <a:pt x="424310" y="34957"/>
                </a:lnTo>
                <a:lnTo>
                  <a:pt x="405860" y="40977"/>
                </a:lnTo>
                <a:lnTo>
                  <a:pt x="387410" y="46996"/>
                </a:lnTo>
                <a:lnTo>
                  <a:pt x="368970" y="53007"/>
                </a:lnTo>
                <a:lnTo>
                  <a:pt x="350520" y="59026"/>
                </a:lnTo>
                <a:lnTo>
                  <a:pt x="332070" y="65046"/>
                </a:lnTo>
                <a:lnTo>
                  <a:pt x="313620" y="71066"/>
                </a:lnTo>
                <a:lnTo>
                  <a:pt x="295170" y="77076"/>
                </a:lnTo>
                <a:lnTo>
                  <a:pt x="276720" y="83096"/>
                </a:lnTo>
                <a:lnTo>
                  <a:pt x="258280" y="89116"/>
                </a:lnTo>
                <a:lnTo>
                  <a:pt x="239830" y="95136"/>
                </a:lnTo>
                <a:lnTo>
                  <a:pt x="221380" y="101146"/>
                </a:lnTo>
                <a:lnTo>
                  <a:pt x="202930" y="107166"/>
                </a:lnTo>
                <a:lnTo>
                  <a:pt x="184480" y="113186"/>
                </a:lnTo>
                <a:lnTo>
                  <a:pt x="166030" y="119196"/>
                </a:lnTo>
                <a:lnTo>
                  <a:pt x="147590" y="125216"/>
                </a:lnTo>
                <a:lnTo>
                  <a:pt x="129140" y="131235"/>
                </a:lnTo>
                <a:lnTo>
                  <a:pt x="110690" y="137255"/>
                </a:lnTo>
                <a:lnTo>
                  <a:pt x="92240" y="143266"/>
                </a:lnTo>
                <a:lnTo>
                  <a:pt x="73790" y="149285"/>
                </a:lnTo>
                <a:lnTo>
                  <a:pt x="55340" y="155305"/>
                </a:lnTo>
                <a:lnTo>
                  <a:pt x="36900" y="161325"/>
                </a:lnTo>
                <a:lnTo>
                  <a:pt x="18450" y="167335"/>
                </a:lnTo>
                <a:lnTo>
                  <a:pt x="0" y="173355"/>
                </a:lnTo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6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5649F42F-8528-4135-8CFC-F46746AF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6330" y="4474845"/>
            <a:ext cx="2057400" cy="173355"/>
          </a:xfrm>
          <a:custGeom xmlns:a="http://schemas.openxmlformats.org/drawingml/2006/main">
            <a:pathLst>
              <a:path w="2057400" h="173355">
                <a:moveTo>
                  <a:pt x="0" y="173355"/>
                </a:moveTo>
                <a:lnTo>
                  <a:pt x="19012" y="173355"/>
                </a:lnTo>
                <a:lnTo>
                  <a:pt x="38024" y="173355"/>
                </a:lnTo>
                <a:lnTo>
                  <a:pt x="57045" y="173355"/>
                </a:lnTo>
                <a:lnTo>
                  <a:pt x="76057" y="173355"/>
                </a:lnTo>
                <a:lnTo>
                  <a:pt x="95069" y="173355"/>
                </a:lnTo>
                <a:lnTo>
                  <a:pt x="114081" y="173355"/>
                </a:lnTo>
                <a:lnTo>
                  <a:pt x="133102" y="173355"/>
                </a:lnTo>
                <a:lnTo>
                  <a:pt x="152114" y="173355"/>
                </a:lnTo>
                <a:lnTo>
                  <a:pt x="171126" y="173355"/>
                </a:lnTo>
                <a:lnTo>
                  <a:pt x="190138" y="173355"/>
                </a:lnTo>
                <a:lnTo>
                  <a:pt x="209159" y="173355"/>
                </a:lnTo>
                <a:lnTo>
                  <a:pt x="228171" y="173355"/>
                </a:lnTo>
                <a:lnTo>
                  <a:pt x="247183" y="173355"/>
                </a:lnTo>
                <a:lnTo>
                  <a:pt x="266195" y="173355"/>
                </a:lnTo>
                <a:lnTo>
                  <a:pt x="285207" y="173355"/>
                </a:lnTo>
                <a:lnTo>
                  <a:pt x="304229" y="173355"/>
                </a:lnTo>
                <a:lnTo>
                  <a:pt x="323240" y="173355"/>
                </a:lnTo>
                <a:lnTo>
                  <a:pt x="342252" y="173355"/>
                </a:lnTo>
                <a:lnTo>
                  <a:pt x="361264" y="173355"/>
                </a:lnTo>
                <a:lnTo>
                  <a:pt x="380286" y="173355"/>
                </a:lnTo>
                <a:lnTo>
                  <a:pt x="399298" y="173355"/>
                </a:lnTo>
                <a:lnTo>
                  <a:pt x="418309" y="173355"/>
                </a:lnTo>
                <a:lnTo>
                  <a:pt x="437321" y="173355"/>
                </a:lnTo>
                <a:lnTo>
                  <a:pt x="456343" y="173355"/>
                </a:lnTo>
                <a:lnTo>
                  <a:pt x="475355" y="173355"/>
                </a:lnTo>
                <a:lnTo>
                  <a:pt x="494367" y="173355"/>
                </a:lnTo>
                <a:lnTo>
                  <a:pt x="513378" y="173355"/>
                </a:lnTo>
                <a:lnTo>
                  <a:pt x="532390" y="173355"/>
                </a:lnTo>
                <a:lnTo>
                  <a:pt x="551412" y="173355"/>
                </a:lnTo>
                <a:lnTo>
                  <a:pt x="570424" y="173355"/>
                </a:lnTo>
                <a:lnTo>
                  <a:pt x="589436" y="173355"/>
                </a:lnTo>
                <a:lnTo>
                  <a:pt x="608447" y="173355"/>
                </a:lnTo>
                <a:lnTo>
                  <a:pt x="627469" y="173355"/>
                </a:lnTo>
                <a:lnTo>
                  <a:pt x="646481" y="173355"/>
                </a:lnTo>
                <a:lnTo>
                  <a:pt x="665493" y="173355"/>
                </a:lnTo>
                <a:lnTo>
                  <a:pt x="684505" y="173355"/>
                </a:lnTo>
                <a:lnTo>
                  <a:pt x="703526" y="173355"/>
                </a:lnTo>
                <a:lnTo>
                  <a:pt x="722538" y="173355"/>
                </a:lnTo>
                <a:lnTo>
                  <a:pt x="741550" y="173355"/>
                </a:lnTo>
                <a:lnTo>
                  <a:pt x="760562" y="173355"/>
                </a:lnTo>
                <a:lnTo>
                  <a:pt x="779574" y="173355"/>
                </a:lnTo>
                <a:lnTo>
                  <a:pt x="798595" y="173355"/>
                </a:lnTo>
                <a:lnTo>
                  <a:pt x="817607" y="173355"/>
                </a:lnTo>
                <a:lnTo>
                  <a:pt x="836619" y="173355"/>
                </a:lnTo>
                <a:lnTo>
                  <a:pt x="855631" y="173355"/>
                </a:lnTo>
                <a:lnTo>
                  <a:pt x="874652" y="173355"/>
                </a:lnTo>
                <a:lnTo>
                  <a:pt x="893664" y="173355"/>
                </a:lnTo>
                <a:lnTo>
                  <a:pt x="912676" y="173355"/>
                </a:lnTo>
                <a:lnTo>
                  <a:pt x="931688" y="173355"/>
                </a:lnTo>
                <a:lnTo>
                  <a:pt x="950709" y="173355"/>
                </a:lnTo>
                <a:lnTo>
                  <a:pt x="969721" y="173355"/>
                </a:lnTo>
                <a:lnTo>
                  <a:pt x="988733" y="173355"/>
                </a:lnTo>
                <a:lnTo>
                  <a:pt x="1007745" y="173355"/>
                </a:lnTo>
                <a:lnTo>
                  <a:pt x="1026757" y="173355"/>
                </a:lnTo>
                <a:lnTo>
                  <a:pt x="1045778" y="173355"/>
                </a:lnTo>
                <a:lnTo>
                  <a:pt x="1064790" y="173355"/>
                </a:lnTo>
                <a:lnTo>
                  <a:pt x="1083802" y="173355"/>
                </a:lnTo>
                <a:lnTo>
                  <a:pt x="1102814" y="173355"/>
                </a:lnTo>
                <a:lnTo>
                  <a:pt x="1121835" y="173355"/>
                </a:lnTo>
                <a:lnTo>
                  <a:pt x="1140847" y="173355"/>
                </a:lnTo>
                <a:lnTo>
                  <a:pt x="1159859" y="173355"/>
                </a:lnTo>
                <a:lnTo>
                  <a:pt x="1178871" y="173355"/>
                </a:lnTo>
                <a:lnTo>
                  <a:pt x="1197893" y="173355"/>
                </a:lnTo>
                <a:lnTo>
                  <a:pt x="1216904" y="173355"/>
                </a:lnTo>
                <a:lnTo>
                  <a:pt x="1235916" y="173355"/>
                </a:lnTo>
                <a:lnTo>
                  <a:pt x="1254928" y="173355"/>
                </a:lnTo>
                <a:lnTo>
                  <a:pt x="1273940" y="173355"/>
                </a:lnTo>
                <a:lnTo>
                  <a:pt x="1292962" y="173355"/>
                </a:lnTo>
                <a:lnTo>
                  <a:pt x="1311974" y="173355"/>
                </a:lnTo>
                <a:lnTo>
                  <a:pt x="1330985" y="173355"/>
                </a:lnTo>
                <a:lnTo>
                  <a:pt x="1349997" y="173355"/>
                </a:lnTo>
                <a:lnTo>
                  <a:pt x="1369019" y="173355"/>
                </a:lnTo>
                <a:lnTo>
                  <a:pt x="1388031" y="173355"/>
                </a:lnTo>
                <a:lnTo>
                  <a:pt x="1407043" y="173355"/>
                </a:lnTo>
                <a:lnTo>
                  <a:pt x="1426054" y="173355"/>
                </a:lnTo>
                <a:lnTo>
                  <a:pt x="1445076" y="173355"/>
                </a:lnTo>
                <a:lnTo>
                  <a:pt x="1464088" y="173355"/>
                </a:lnTo>
                <a:lnTo>
                  <a:pt x="1483100" y="173355"/>
                </a:lnTo>
                <a:lnTo>
                  <a:pt x="1502112" y="173355"/>
                </a:lnTo>
                <a:lnTo>
                  <a:pt x="1521123" y="173355"/>
                </a:lnTo>
                <a:lnTo>
                  <a:pt x="1540145" y="173355"/>
                </a:lnTo>
                <a:lnTo>
                  <a:pt x="1559157" y="173355"/>
                </a:lnTo>
                <a:lnTo>
                  <a:pt x="1578169" y="173355"/>
                </a:lnTo>
                <a:lnTo>
                  <a:pt x="1597181" y="173355"/>
                </a:lnTo>
                <a:lnTo>
                  <a:pt x="1616202" y="173355"/>
                </a:lnTo>
                <a:lnTo>
                  <a:pt x="1635157" y="173079"/>
                </a:lnTo>
                <a:lnTo>
                  <a:pt x="1652749" y="165868"/>
                </a:lnTo>
                <a:lnTo>
                  <a:pt x="1670342" y="158658"/>
                </a:lnTo>
                <a:lnTo>
                  <a:pt x="1687935" y="151448"/>
                </a:lnTo>
                <a:lnTo>
                  <a:pt x="1705527" y="144237"/>
                </a:lnTo>
                <a:lnTo>
                  <a:pt x="1723130" y="137027"/>
                </a:lnTo>
                <a:lnTo>
                  <a:pt x="1740722" y="129807"/>
                </a:lnTo>
                <a:lnTo>
                  <a:pt x="1758315" y="122596"/>
                </a:lnTo>
                <a:lnTo>
                  <a:pt x="1775908" y="115386"/>
                </a:lnTo>
                <a:lnTo>
                  <a:pt x="1793500" y="108175"/>
                </a:lnTo>
                <a:lnTo>
                  <a:pt x="1811093" y="100965"/>
                </a:lnTo>
                <a:lnTo>
                  <a:pt x="1828686" y="93755"/>
                </a:lnTo>
                <a:lnTo>
                  <a:pt x="1846278" y="86544"/>
                </a:lnTo>
                <a:lnTo>
                  <a:pt x="1863871" y="79324"/>
                </a:lnTo>
                <a:lnTo>
                  <a:pt x="1881464" y="72114"/>
                </a:lnTo>
                <a:lnTo>
                  <a:pt x="1899056" y="64903"/>
                </a:lnTo>
                <a:lnTo>
                  <a:pt x="1916649" y="57693"/>
                </a:lnTo>
                <a:lnTo>
                  <a:pt x="1934242" y="50483"/>
                </a:lnTo>
                <a:lnTo>
                  <a:pt x="1951844" y="43272"/>
                </a:lnTo>
                <a:lnTo>
                  <a:pt x="1969437" y="36062"/>
                </a:lnTo>
                <a:lnTo>
                  <a:pt x="1987029" y="28851"/>
                </a:lnTo>
                <a:lnTo>
                  <a:pt x="2004622" y="21631"/>
                </a:lnTo>
                <a:lnTo>
                  <a:pt x="2022215" y="14421"/>
                </a:lnTo>
                <a:lnTo>
                  <a:pt x="2039807" y="7210"/>
                </a:ln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3A35E65E-6435-4935-B6ED-373AB79F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0205" y="4474845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8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3A604883-2170-43B7-B416-DE52B25B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6785" y="3510124"/>
            <a:ext cx="298133" cy="623726"/>
          </a:xfrm>
          <a:custGeom xmlns:a="http://schemas.openxmlformats.org/drawingml/2006/main">
            <a:pathLst>
              <a:path w="298133" h="623726">
                <a:moveTo>
                  <a:pt x="0" y="623726"/>
                </a:moveTo>
                <a:lnTo>
                  <a:pt x="0" y="604828"/>
                </a:lnTo>
                <a:lnTo>
                  <a:pt x="0" y="585930"/>
                </a:lnTo>
                <a:lnTo>
                  <a:pt x="0" y="567033"/>
                </a:lnTo>
                <a:lnTo>
                  <a:pt x="0" y="548135"/>
                </a:lnTo>
                <a:lnTo>
                  <a:pt x="0" y="529238"/>
                </a:lnTo>
                <a:lnTo>
                  <a:pt x="0" y="510340"/>
                </a:lnTo>
                <a:lnTo>
                  <a:pt x="0" y="491442"/>
                </a:lnTo>
                <a:lnTo>
                  <a:pt x="0" y="472545"/>
                </a:lnTo>
                <a:lnTo>
                  <a:pt x="0" y="453647"/>
                </a:lnTo>
                <a:lnTo>
                  <a:pt x="0" y="434750"/>
                </a:lnTo>
                <a:lnTo>
                  <a:pt x="0" y="415852"/>
                </a:lnTo>
                <a:lnTo>
                  <a:pt x="0" y="396954"/>
                </a:lnTo>
                <a:lnTo>
                  <a:pt x="0" y="378057"/>
                </a:lnTo>
                <a:lnTo>
                  <a:pt x="0" y="359159"/>
                </a:lnTo>
                <a:lnTo>
                  <a:pt x="0" y="340262"/>
                </a:lnTo>
                <a:lnTo>
                  <a:pt x="0" y="321364"/>
                </a:lnTo>
                <a:lnTo>
                  <a:pt x="0" y="302466"/>
                </a:lnTo>
                <a:lnTo>
                  <a:pt x="0" y="283569"/>
                </a:lnTo>
                <a:lnTo>
                  <a:pt x="0" y="264671"/>
                </a:lnTo>
                <a:lnTo>
                  <a:pt x="0" y="245774"/>
                </a:lnTo>
                <a:lnTo>
                  <a:pt x="0" y="226876"/>
                </a:lnTo>
                <a:lnTo>
                  <a:pt x="0" y="207978"/>
                </a:lnTo>
                <a:lnTo>
                  <a:pt x="0" y="189081"/>
                </a:lnTo>
                <a:lnTo>
                  <a:pt x="0" y="170183"/>
                </a:lnTo>
                <a:lnTo>
                  <a:pt x="0" y="151276"/>
                </a:lnTo>
                <a:lnTo>
                  <a:pt x="0" y="132378"/>
                </a:lnTo>
                <a:lnTo>
                  <a:pt x="0" y="113481"/>
                </a:lnTo>
                <a:lnTo>
                  <a:pt x="13887" y="104280"/>
                </a:lnTo>
                <a:lnTo>
                  <a:pt x="31623" y="97765"/>
                </a:lnTo>
                <a:lnTo>
                  <a:pt x="49359" y="91240"/>
                </a:lnTo>
                <a:lnTo>
                  <a:pt x="67104" y="84725"/>
                </a:lnTo>
                <a:lnTo>
                  <a:pt x="84839" y="78210"/>
                </a:lnTo>
                <a:lnTo>
                  <a:pt x="102575" y="71695"/>
                </a:lnTo>
                <a:lnTo>
                  <a:pt x="120320" y="65170"/>
                </a:lnTo>
                <a:lnTo>
                  <a:pt x="138055" y="58655"/>
                </a:lnTo>
                <a:lnTo>
                  <a:pt x="155791" y="52140"/>
                </a:lnTo>
                <a:lnTo>
                  <a:pt x="173536" y="45625"/>
                </a:lnTo>
                <a:lnTo>
                  <a:pt x="191272" y="39100"/>
                </a:lnTo>
                <a:lnTo>
                  <a:pt x="209007" y="32585"/>
                </a:lnTo>
                <a:lnTo>
                  <a:pt x="226752" y="26070"/>
                </a:lnTo>
                <a:lnTo>
                  <a:pt x="244488" y="19555"/>
                </a:lnTo>
                <a:lnTo>
                  <a:pt x="262223" y="13030"/>
                </a:lnTo>
                <a:lnTo>
                  <a:pt x="279968" y="6515"/>
                </a:lnTo>
                <a:lnTo>
                  <a:pt x="297704" y="0"/>
                </a:lnTo>
                <a:lnTo>
                  <a:pt x="298133" y="18278"/>
                </a:lnTo>
                <a:lnTo>
                  <a:pt x="298133" y="37176"/>
                </a:lnTo>
                <a:lnTo>
                  <a:pt x="298133" y="56074"/>
                </a:lnTo>
                <a:lnTo>
                  <a:pt x="298133" y="74971"/>
                </a:lnTo>
                <a:lnTo>
                  <a:pt x="298133" y="93878"/>
                </a:lnTo>
                <a:lnTo>
                  <a:pt x="298133" y="112776"/>
                </a:lnTo>
                <a:lnTo>
                  <a:pt x="298133" y="131674"/>
                </a:lnTo>
                <a:lnTo>
                  <a:pt x="298133" y="150571"/>
                </a:lnTo>
                <a:lnTo>
                  <a:pt x="298133" y="169469"/>
                </a:lnTo>
                <a:lnTo>
                  <a:pt x="298133" y="188366"/>
                </a:lnTo>
                <a:lnTo>
                  <a:pt x="298133" y="207264"/>
                </a:lnTo>
                <a:lnTo>
                  <a:pt x="298133" y="226162"/>
                </a:lnTo>
                <a:lnTo>
                  <a:pt x="298133" y="245059"/>
                </a:lnTo>
                <a:lnTo>
                  <a:pt x="298133" y="263957"/>
                </a:lnTo>
                <a:lnTo>
                  <a:pt x="298133" y="282854"/>
                </a:lnTo>
                <a:lnTo>
                  <a:pt x="298133" y="301752"/>
                </a:lnTo>
                <a:lnTo>
                  <a:pt x="298133" y="320650"/>
                </a:lnTo>
                <a:lnTo>
                  <a:pt x="298133" y="339547"/>
                </a:lnTo>
                <a:lnTo>
                  <a:pt x="298133" y="358445"/>
                </a:lnTo>
                <a:lnTo>
                  <a:pt x="298133" y="377342"/>
                </a:lnTo>
                <a:lnTo>
                  <a:pt x="298133" y="396240"/>
                </a:lnTo>
                <a:lnTo>
                  <a:pt x="298133" y="415138"/>
                </a:lnTo>
                <a:lnTo>
                  <a:pt x="298133" y="434035"/>
                </a:lnTo>
                <a:lnTo>
                  <a:pt x="298133" y="452933"/>
                </a:lnTo>
                <a:lnTo>
                  <a:pt x="298133" y="471830"/>
                </a:lnTo>
                <a:lnTo>
                  <a:pt x="290074" y="485642"/>
                </a:lnTo>
                <a:lnTo>
                  <a:pt x="273015" y="493766"/>
                </a:lnTo>
                <a:lnTo>
                  <a:pt x="255946" y="501891"/>
                </a:lnTo>
                <a:lnTo>
                  <a:pt x="238887" y="510007"/>
                </a:lnTo>
                <a:lnTo>
                  <a:pt x="221818" y="518131"/>
                </a:lnTo>
                <a:lnTo>
                  <a:pt x="204759" y="526256"/>
                </a:lnTo>
                <a:lnTo>
                  <a:pt x="187700" y="534381"/>
                </a:lnTo>
                <a:lnTo>
                  <a:pt x="170631" y="542506"/>
                </a:lnTo>
                <a:lnTo>
                  <a:pt x="153572" y="550621"/>
                </a:lnTo>
                <a:lnTo>
                  <a:pt x="136503" y="558746"/>
                </a:lnTo>
                <a:lnTo>
                  <a:pt x="119443" y="566871"/>
                </a:lnTo>
                <a:lnTo>
                  <a:pt x="102375" y="574996"/>
                </a:lnTo>
                <a:lnTo>
                  <a:pt x="85315" y="583111"/>
                </a:lnTo>
                <a:lnTo>
                  <a:pt x="68256" y="591236"/>
                </a:lnTo>
                <a:lnTo>
                  <a:pt x="51187" y="599361"/>
                </a:lnTo>
                <a:lnTo>
                  <a:pt x="34128" y="607485"/>
                </a:lnTo>
                <a:lnTo>
                  <a:pt x="17059" y="615610"/>
                </a:lnTo>
                <a:lnTo>
                  <a:pt x="0" y="623726"/>
                </a:lnTo>
              </a:path>
            </a:pathLst>
          </a:custGeom>
          <a:solidFill xmlns:a="http://schemas.openxmlformats.org/drawingml/2006/main">
            <a:srgbClr val="537B9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8A11339B-31C8-45DB-A4B4-3DD457DC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4645" y="3991928"/>
            <a:ext cx="2176443" cy="141923"/>
          </a:xfrm>
          <a:custGeom xmlns:a="http://schemas.openxmlformats.org/drawingml/2006/main">
            <a:pathLst>
              <a:path w="2176443" h="141923">
                <a:moveTo>
                  <a:pt x="0" y="141923"/>
                </a:moveTo>
                <a:lnTo>
                  <a:pt x="19031" y="141923"/>
                </a:lnTo>
                <a:lnTo>
                  <a:pt x="38071" y="141923"/>
                </a:lnTo>
                <a:lnTo>
                  <a:pt x="57102" y="141923"/>
                </a:lnTo>
                <a:lnTo>
                  <a:pt x="76143" y="141923"/>
                </a:lnTo>
                <a:lnTo>
                  <a:pt x="95174" y="141923"/>
                </a:lnTo>
                <a:lnTo>
                  <a:pt x="114214" y="141923"/>
                </a:lnTo>
                <a:lnTo>
                  <a:pt x="133245" y="141923"/>
                </a:lnTo>
                <a:lnTo>
                  <a:pt x="152286" y="141923"/>
                </a:lnTo>
                <a:lnTo>
                  <a:pt x="171317" y="141923"/>
                </a:lnTo>
                <a:lnTo>
                  <a:pt x="190357" y="141923"/>
                </a:lnTo>
                <a:lnTo>
                  <a:pt x="209388" y="141923"/>
                </a:lnTo>
                <a:lnTo>
                  <a:pt x="228419" y="141923"/>
                </a:lnTo>
                <a:lnTo>
                  <a:pt x="247460" y="141923"/>
                </a:lnTo>
                <a:lnTo>
                  <a:pt x="266490" y="141923"/>
                </a:lnTo>
                <a:lnTo>
                  <a:pt x="285531" y="141923"/>
                </a:lnTo>
                <a:lnTo>
                  <a:pt x="304562" y="141923"/>
                </a:lnTo>
                <a:lnTo>
                  <a:pt x="323602" y="141923"/>
                </a:lnTo>
                <a:lnTo>
                  <a:pt x="342633" y="141923"/>
                </a:lnTo>
                <a:lnTo>
                  <a:pt x="361674" y="141923"/>
                </a:lnTo>
                <a:lnTo>
                  <a:pt x="380705" y="141923"/>
                </a:lnTo>
                <a:lnTo>
                  <a:pt x="399745" y="141923"/>
                </a:lnTo>
                <a:lnTo>
                  <a:pt x="418776" y="141923"/>
                </a:lnTo>
                <a:lnTo>
                  <a:pt x="437807" y="141923"/>
                </a:lnTo>
                <a:lnTo>
                  <a:pt x="456848" y="141923"/>
                </a:lnTo>
                <a:lnTo>
                  <a:pt x="475879" y="141923"/>
                </a:lnTo>
                <a:lnTo>
                  <a:pt x="494919" y="141923"/>
                </a:lnTo>
                <a:lnTo>
                  <a:pt x="513950" y="141923"/>
                </a:lnTo>
                <a:lnTo>
                  <a:pt x="532990" y="141923"/>
                </a:lnTo>
                <a:lnTo>
                  <a:pt x="552021" y="141923"/>
                </a:lnTo>
                <a:lnTo>
                  <a:pt x="571062" y="141923"/>
                </a:lnTo>
                <a:lnTo>
                  <a:pt x="590093" y="141923"/>
                </a:lnTo>
                <a:lnTo>
                  <a:pt x="609133" y="141923"/>
                </a:lnTo>
                <a:lnTo>
                  <a:pt x="628164" y="141923"/>
                </a:lnTo>
                <a:lnTo>
                  <a:pt x="647195" y="141923"/>
                </a:lnTo>
                <a:lnTo>
                  <a:pt x="666236" y="141923"/>
                </a:lnTo>
                <a:lnTo>
                  <a:pt x="685267" y="141923"/>
                </a:lnTo>
                <a:lnTo>
                  <a:pt x="704307" y="141923"/>
                </a:lnTo>
                <a:lnTo>
                  <a:pt x="723338" y="141923"/>
                </a:lnTo>
                <a:lnTo>
                  <a:pt x="742379" y="141923"/>
                </a:lnTo>
                <a:lnTo>
                  <a:pt x="761409" y="141923"/>
                </a:lnTo>
                <a:lnTo>
                  <a:pt x="780450" y="141923"/>
                </a:lnTo>
                <a:lnTo>
                  <a:pt x="799481" y="141923"/>
                </a:lnTo>
                <a:lnTo>
                  <a:pt x="818521" y="141923"/>
                </a:lnTo>
                <a:lnTo>
                  <a:pt x="837552" y="141923"/>
                </a:lnTo>
                <a:lnTo>
                  <a:pt x="856583" y="141923"/>
                </a:lnTo>
                <a:lnTo>
                  <a:pt x="875624" y="141923"/>
                </a:lnTo>
                <a:lnTo>
                  <a:pt x="894655" y="141923"/>
                </a:lnTo>
                <a:lnTo>
                  <a:pt x="913695" y="141923"/>
                </a:lnTo>
                <a:lnTo>
                  <a:pt x="932726" y="141923"/>
                </a:lnTo>
                <a:lnTo>
                  <a:pt x="951767" y="141923"/>
                </a:lnTo>
                <a:lnTo>
                  <a:pt x="970798" y="141923"/>
                </a:lnTo>
                <a:lnTo>
                  <a:pt x="989838" y="141923"/>
                </a:lnTo>
                <a:lnTo>
                  <a:pt x="1008869" y="141923"/>
                </a:lnTo>
                <a:lnTo>
                  <a:pt x="1027909" y="141923"/>
                </a:lnTo>
                <a:lnTo>
                  <a:pt x="1046940" y="141923"/>
                </a:lnTo>
                <a:lnTo>
                  <a:pt x="1065971" y="141923"/>
                </a:lnTo>
                <a:lnTo>
                  <a:pt x="1085012" y="141923"/>
                </a:lnTo>
                <a:lnTo>
                  <a:pt x="1104043" y="141923"/>
                </a:lnTo>
                <a:lnTo>
                  <a:pt x="1123083" y="141923"/>
                </a:lnTo>
                <a:lnTo>
                  <a:pt x="1142114" y="141923"/>
                </a:lnTo>
                <a:lnTo>
                  <a:pt x="1161155" y="141923"/>
                </a:lnTo>
                <a:lnTo>
                  <a:pt x="1180186" y="141923"/>
                </a:lnTo>
                <a:lnTo>
                  <a:pt x="1199226" y="141923"/>
                </a:lnTo>
                <a:lnTo>
                  <a:pt x="1218257" y="141923"/>
                </a:lnTo>
                <a:lnTo>
                  <a:pt x="1237288" y="141923"/>
                </a:lnTo>
                <a:lnTo>
                  <a:pt x="1256328" y="141923"/>
                </a:lnTo>
                <a:lnTo>
                  <a:pt x="1275359" y="141923"/>
                </a:lnTo>
                <a:lnTo>
                  <a:pt x="1294400" y="141923"/>
                </a:lnTo>
                <a:lnTo>
                  <a:pt x="1313431" y="141923"/>
                </a:lnTo>
                <a:lnTo>
                  <a:pt x="1332471" y="141923"/>
                </a:lnTo>
                <a:lnTo>
                  <a:pt x="1351502" y="141923"/>
                </a:lnTo>
                <a:lnTo>
                  <a:pt x="1370543" y="141923"/>
                </a:lnTo>
                <a:lnTo>
                  <a:pt x="1389574" y="141923"/>
                </a:lnTo>
                <a:lnTo>
                  <a:pt x="1408614" y="141923"/>
                </a:lnTo>
                <a:lnTo>
                  <a:pt x="1427645" y="141923"/>
                </a:lnTo>
                <a:lnTo>
                  <a:pt x="1446686" y="141923"/>
                </a:lnTo>
                <a:lnTo>
                  <a:pt x="1465717" y="141923"/>
                </a:lnTo>
                <a:lnTo>
                  <a:pt x="1484747" y="141923"/>
                </a:lnTo>
                <a:lnTo>
                  <a:pt x="1503788" y="141923"/>
                </a:lnTo>
                <a:lnTo>
                  <a:pt x="1522819" y="141923"/>
                </a:lnTo>
                <a:lnTo>
                  <a:pt x="1541859" y="141923"/>
                </a:lnTo>
                <a:lnTo>
                  <a:pt x="1560890" y="141923"/>
                </a:lnTo>
                <a:lnTo>
                  <a:pt x="1579931" y="141923"/>
                </a:lnTo>
                <a:lnTo>
                  <a:pt x="1598962" y="141923"/>
                </a:lnTo>
                <a:lnTo>
                  <a:pt x="1618002" y="141923"/>
                </a:lnTo>
                <a:lnTo>
                  <a:pt x="1637033" y="141923"/>
                </a:lnTo>
                <a:lnTo>
                  <a:pt x="1656064" y="141923"/>
                </a:lnTo>
                <a:lnTo>
                  <a:pt x="1675105" y="141923"/>
                </a:lnTo>
                <a:lnTo>
                  <a:pt x="1694136" y="141923"/>
                </a:lnTo>
                <a:lnTo>
                  <a:pt x="1713176" y="141923"/>
                </a:lnTo>
                <a:lnTo>
                  <a:pt x="1732207" y="141923"/>
                </a:lnTo>
                <a:lnTo>
                  <a:pt x="1751247" y="141923"/>
                </a:lnTo>
                <a:lnTo>
                  <a:pt x="1770278" y="141923"/>
                </a:lnTo>
                <a:lnTo>
                  <a:pt x="1789319" y="141923"/>
                </a:lnTo>
                <a:lnTo>
                  <a:pt x="1808350" y="141923"/>
                </a:lnTo>
                <a:lnTo>
                  <a:pt x="1827390" y="141923"/>
                </a:lnTo>
                <a:lnTo>
                  <a:pt x="1846421" y="141923"/>
                </a:lnTo>
                <a:lnTo>
                  <a:pt x="1865452" y="141923"/>
                </a:lnTo>
                <a:lnTo>
                  <a:pt x="1884264" y="140913"/>
                </a:lnTo>
                <a:lnTo>
                  <a:pt x="1901447" y="132731"/>
                </a:lnTo>
                <a:lnTo>
                  <a:pt x="1918640" y="124549"/>
                </a:lnTo>
                <a:lnTo>
                  <a:pt x="1935823" y="116367"/>
                </a:lnTo>
                <a:lnTo>
                  <a:pt x="1953016" y="108185"/>
                </a:lnTo>
                <a:lnTo>
                  <a:pt x="1970199" y="100003"/>
                </a:lnTo>
                <a:lnTo>
                  <a:pt x="1987391" y="91821"/>
                </a:lnTo>
                <a:lnTo>
                  <a:pt x="2004574" y="83639"/>
                </a:lnTo>
                <a:lnTo>
                  <a:pt x="2021757" y="75457"/>
                </a:lnTo>
                <a:lnTo>
                  <a:pt x="2038950" y="67275"/>
                </a:lnTo>
                <a:lnTo>
                  <a:pt x="2056133" y="59093"/>
                </a:lnTo>
                <a:lnTo>
                  <a:pt x="2073326" y="50911"/>
                </a:lnTo>
                <a:lnTo>
                  <a:pt x="2090509" y="42729"/>
                </a:lnTo>
                <a:lnTo>
                  <a:pt x="2107702" y="34547"/>
                </a:lnTo>
                <a:lnTo>
                  <a:pt x="2124885" y="26365"/>
                </a:lnTo>
                <a:lnTo>
                  <a:pt x="2142068" y="18183"/>
                </a:lnTo>
                <a:lnTo>
                  <a:pt x="2159260" y="10001"/>
                </a:lnTo>
                <a:lnTo>
                  <a:pt x="2176443" y="1819"/>
                </a:lnTo>
                <a:lnTo>
                  <a:pt x="2165471" y="0"/>
                </a:lnTo>
                <a:lnTo>
                  <a:pt x="2146440" y="0"/>
                </a:lnTo>
                <a:lnTo>
                  <a:pt x="2127409" y="0"/>
                </a:lnTo>
                <a:lnTo>
                  <a:pt x="2108368" y="0"/>
                </a:lnTo>
                <a:lnTo>
                  <a:pt x="2089337" y="0"/>
                </a:lnTo>
                <a:lnTo>
                  <a:pt x="2070297" y="0"/>
                </a:lnTo>
                <a:lnTo>
                  <a:pt x="2051266" y="0"/>
                </a:lnTo>
                <a:lnTo>
                  <a:pt x="2032225" y="0"/>
                </a:lnTo>
                <a:lnTo>
                  <a:pt x="2013194" y="0"/>
                </a:lnTo>
                <a:lnTo>
                  <a:pt x="1994154" y="0"/>
                </a:lnTo>
                <a:lnTo>
                  <a:pt x="1975123" y="0"/>
                </a:lnTo>
                <a:lnTo>
                  <a:pt x="1956083" y="0"/>
                </a:lnTo>
                <a:lnTo>
                  <a:pt x="1937052" y="0"/>
                </a:lnTo>
                <a:lnTo>
                  <a:pt x="1918021" y="0"/>
                </a:lnTo>
                <a:lnTo>
                  <a:pt x="1898980" y="0"/>
                </a:lnTo>
                <a:lnTo>
                  <a:pt x="1879949" y="0"/>
                </a:lnTo>
                <a:lnTo>
                  <a:pt x="1860909" y="0"/>
                </a:lnTo>
                <a:lnTo>
                  <a:pt x="1841878" y="0"/>
                </a:lnTo>
                <a:lnTo>
                  <a:pt x="1822837" y="0"/>
                </a:lnTo>
                <a:lnTo>
                  <a:pt x="1803806" y="0"/>
                </a:lnTo>
                <a:lnTo>
                  <a:pt x="1784766" y="0"/>
                </a:lnTo>
                <a:lnTo>
                  <a:pt x="1765735" y="0"/>
                </a:lnTo>
                <a:lnTo>
                  <a:pt x="1746695" y="0"/>
                </a:lnTo>
                <a:lnTo>
                  <a:pt x="1727664" y="0"/>
                </a:lnTo>
                <a:lnTo>
                  <a:pt x="1708633" y="0"/>
                </a:lnTo>
                <a:lnTo>
                  <a:pt x="1689592" y="0"/>
                </a:lnTo>
                <a:lnTo>
                  <a:pt x="1670561" y="0"/>
                </a:lnTo>
                <a:lnTo>
                  <a:pt x="1651521" y="0"/>
                </a:lnTo>
                <a:lnTo>
                  <a:pt x="1632490" y="0"/>
                </a:lnTo>
                <a:lnTo>
                  <a:pt x="1613449" y="0"/>
                </a:lnTo>
                <a:lnTo>
                  <a:pt x="1594418" y="0"/>
                </a:lnTo>
                <a:lnTo>
                  <a:pt x="1575378" y="0"/>
                </a:lnTo>
                <a:lnTo>
                  <a:pt x="1556347" y="0"/>
                </a:lnTo>
                <a:lnTo>
                  <a:pt x="1537316" y="0"/>
                </a:lnTo>
                <a:lnTo>
                  <a:pt x="1518275" y="0"/>
                </a:lnTo>
                <a:lnTo>
                  <a:pt x="1499245" y="0"/>
                </a:lnTo>
                <a:lnTo>
                  <a:pt x="1480204" y="0"/>
                </a:lnTo>
                <a:lnTo>
                  <a:pt x="1461173" y="0"/>
                </a:lnTo>
                <a:lnTo>
                  <a:pt x="1442133" y="0"/>
                </a:lnTo>
                <a:lnTo>
                  <a:pt x="1423102" y="0"/>
                </a:lnTo>
                <a:lnTo>
                  <a:pt x="1404061" y="0"/>
                </a:lnTo>
                <a:lnTo>
                  <a:pt x="1385030" y="0"/>
                </a:lnTo>
                <a:lnTo>
                  <a:pt x="1365990" y="0"/>
                </a:lnTo>
                <a:lnTo>
                  <a:pt x="1346959" y="0"/>
                </a:lnTo>
                <a:lnTo>
                  <a:pt x="1327918" y="0"/>
                </a:lnTo>
                <a:lnTo>
                  <a:pt x="1308887" y="0"/>
                </a:lnTo>
                <a:lnTo>
                  <a:pt x="1289856" y="0"/>
                </a:lnTo>
                <a:lnTo>
                  <a:pt x="1270816" y="0"/>
                </a:lnTo>
                <a:lnTo>
                  <a:pt x="1251785" y="0"/>
                </a:lnTo>
                <a:lnTo>
                  <a:pt x="1232745" y="0"/>
                </a:lnTo>
                <a:lnTo>
                  <a:pt x="1213714" y="0"/>
                </a:lnTo>
                <a:lnTo>
                  <a:pt x="1194673" y="0"/>
                </a:lnTo>
                <a:lnTo>
                  <a:pt x="1175642" y="0"/>
                </a:lnTo>
                <a:lnTo>
                  <a:pt x="1156602" y="0"/>
                </a:lnTo>
                <a:lnTo>
                  <a:pt x="1137571" y="0"/>
                </a:lnTo>
                <a:lnTo>
                  <a:pt x="1118540" y="0"/>
                </a:lnTo>
                <a:lnTo>
                  <a:pt x="1099499" y="0"/>
                </a:lnTo>
                <a:lnTo>
                  <a:pt x="1080468" y="0"/>
                </a:lnTo>
                <a:lnTo>
                  <a:pt x="1061428" y="0"/>
                </a:lnTo>
                <a:lnTo>
                  <a:pt x="1042397" y="0"/>
                </a:lnTo>
                <a:lnTo>
                  <a:pt x="1023356" y="0"/>
                </a:lnTo>
                <a:lnTo>
                  <a:pt x="1004326" y="0"/>
                </a:lnTo>
                <a:lnTo>
                  <a:pt x="985285" y="0"/>
                </a:lnTo>
                <a:lnTo>
                  <a:pt x="966254" y="0"/>
                </a:lnTo>
                <a:lnTo>
                  <a:pt x="947214" y="0"/>
                </a:lnTo>
                <a:lnTo>
                  <a:pt x="928183" y="0"/>
                </a:lnTo>
                <a:lnTo>
                  <a:pt x="909152" y="0"/>
                </a:lnTo>
                <a:lnTo>
                  <a:pt x="890111" y="0"/>
                </a:lnTo>
                <a:lnTo>
                  <a:pt x="871080" y="0"/>
                </a:lnTo>
                <a:lnTo>
                  <a:pt x="852040" y="0"/>
                </a:lnTo>
                <a:lnTo>
                  <a:pt x="833009" y="0"/>
                </a:lnTo>
                <a:lnTo>
                  <a:pt x="813968" y="0"/>
                </a:lnTo>
                <a:lnTo>
                  <a:pt x="794937" y="0"/>
                </a:lnTo>
                <a:lnTo>
                  <a:pt x="775897" y="0"/>
                </a:lnTo>
                <a:lnTo>
                  <a:pt x="756866" y="0"/>
                </a:lnTo>
                <a:lnTo>
                  <a:pt x="737826" y="0"/>
                </a:lnTo>
                <a:lnTo>
                  <a:pt x="718795" y="0"/>
                </a:lnTo>
                <a:lnTo>
                  <a:pt x="699764" y="0"/>
                </a:lnTo>
                <a:lnTo>
                  <a:pt x="680723" y="0"/>
                </a:lnTo>
                <a:lnTo>
                  <a:pt x="661692" y="0"/>
                </a:lnTo>
                <a:lnTo>
                  <a:pt x="642652" y="0"/>
                </a:lnTo>
                <a:lnTo>
                  <a:pt x="623621" y="0"/>
                </a:lnTo>
                <a:lnTo>
                  <a:pt x="604580" y="0"/>
                </a:lnTo>
                <a:lnTo>
                  <a:pt x="585549" y="0"/>
                </a:lnTo>
                <a:lnTo>
                  <a:pt x="566509" y="0"/>
                </a:lnTo>
                <a:lnTo>
                  <a:pt x="547478" y="0"/>
                </a:lnTo>
                <a:lnTo>
                  <a:pt x="528437" y="0"/>
                </a:lnTo>
                <a:lnTo>
                  <a:pt x="509407" y="0"/>
                </a:lnTo>
                <a:lnTo>
                  <a:pt x="490376" y="0"/>
                </a:lnTo>
                <a:lnTo>
                  <a:pt x="471335" y="0"/>
                </a:lnTo>
                <a:lnTo>
                  <a:pt x="452304" y="0"/>
                </a:lnTo>
                <a:lnTo>
                  <a:pt x="433264" y="0"/>
                </a:lnTo>
                <a:lnTo>
                  <a:pt x="414290" y="343"/>
                </a:lnTo>
                <a:lnTo>
                  <a:pt x="396278" y="6496"/>
                </a:lnTo>
                <a:lnTo>
                  <a:pt x="378266" y="12659"/>
                </a:lnTo>
                <a:lnTo>
                  <a:pt x="360245" y="18812"/>
                </a:lnTo>
                <a:lnTo>
                  <a:pt x="342233" y="24965"/>
                </a:lnTo>
                <a:lnTo>
                  <a:pt x="324221" y="31118"/>
                </a:lnTo>
                <a:lnTo>
                  <a:pt x="306210" y="37281"/>
                </a:lnTo>
                <a:lnTo>
                  <a:pt x="288198" y="43434"/>
                </a:lnTo>
                <a:lnTo>
                  <a:pt x="270186" y="49587"/>
                </a:lnTo>
                <a:lnTo>
                  <a:pt x="252174" y="55740"/>
                </a:lnTo>
                <a:lnTo>
                  <a:pt x="234163" y="61903"/>
                </a:lnTo>
                <a:lnTo>
                  <a:pt x="216151" y="68056"/>
                </a:lnTo>
                <a:lnTo>
                  <a:pt x="198139" y="74209"/>
                </a:lnTo>
                <a:lnTo>
                  <a:pt x="180127" y="80362"/>
                </a:lnTo>
                <a:lnTo>
                  <a:pt x="162116" y="86525"/>
                </a:lnTo>
                <a:lnTo>
                  <a:pt x="144104" y="92678"/>
                </a:lnTo>
                <a:lnTo>
                  <a:pt x="126082" y="98831"/>
                </a:lnTo>
                <a:lnTo>
                  <a:pt x="108071" y="104985"/>
                </a:lnTo>
                <a:lnTo>
                  <a:pt x="90059" y="111147"/>
                </a:lnTo>
                <a:lnTo>
                  <a:pt x="72047" y="117300"/>
                </a:lnTo>
                <a:lnTo>
                  <a:pt x="54035" y="123454"/>
                </a:lnTo>
                <a:lnTo>
                  <a:pt x="36024" y="129607"/>
                </a:lnTo>
                <a:lnTo>
                  <a:pt x="18012" y="135769"/>
                </a:lnTo>
                <a:lnTo>
                  <a:pt x="0" y="141923"/>
                </a:lnTo>
              </a:path>
            </a:pathLst>
          </a:custGeom>
          <a:solidFill xmlns:a="http://schemas.openxmlformats.org/drawingml/2006/main">
            <a:srgbClr val="7398B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22775A92-F808-4EA4-B47A-E1069587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8470" y="3991928"/>
            <a:ext cx="1941195" cy="141923"/>
          </a:xfrm>
          <a:custGeom xmlns:a="http://schemas.openxmlformats.org/drawingml/2006/main">
            <a:pathLst>
              <a:path w="1941195" h="141923">
                <a:moveTo>
                  <a:pt x="0" y="141923"/>
                </a:moveTo>
                <a:lnTo>
                  <a:pt x="18964" y="141923"/>
                </a:lnTo>
                <a:lnTo>
                  <a:pt x="37929" y="141923"/>
                </a:lnTo>
                <a:lnTo>
                  <a:pt x="56893" y="141923"/>
                </a:lnTo>
                <a:lnTo>
                  <a:pt x="75867" y="141923"/>
                </a:lnTo>
                <a:lnTo>
                  <a:pt x="94831" y="141923"/>
                </a:lnTo>
                <a:lnTo>
                  <a:pt x="113795" y="141923"/>
                </a:lnTo>
                <a:lnTo>
                  <a:pt x="132759" y="141923"/>
                </a:lnTo>
                <a:lnTo>
                  <a:pt x="151724" y="141923"/>
                </a:lnTo>
                <a:lnTo>
                  <a:pt x="170688" y="141923"/>
                </a:lnTo>
                <a:lnTo>
                  <a:pt x="189662" y="141923"/>
                </a:lnTo>
                <a:lnTo>
                  <a:pt x="208626" y="141923"/>
                </a:lnTo>
                <a:lnTo>
                  <a:pt x="227590" y="141923"/>
                </a:lnTo>
                <a:lnTo>
                  <a:pt x="246555" y="141923"/>
                </a:lnTo>
                <a:lnTo>
                  <a:pt x="265519" y="141923"/>
                </a:lnTo>
                <a:lnTo>
                  <a:pt x="284483" y="141923"/>
                </a:lnTo>
                <a:lnTo>
                  <a:pt x="303457" y="141923"/>
                </a:lnTo>
                <a:lnTo>
                  <a:pt x="322421" y="141923"/>
                </a:lnTo>
                <a:lnTo>
                  <a:pt x="341386" y="141923"/>
                </a:lnTo>
                <a:lnTo>
                  <a:pt x="360350" y="141923"/>
                </a:lnTo>
                <a:lnTo>
                  <a:pt x="379314" y="141923"/>
                </a:lnTo>
                <a:lnTo>
                  <a:pt x="398278" y="141923"/>
                </a:lnTo>
                <a:lnTo>
                  <a:pt x="417243" y="141923"/>
                </a:lnTo>
                <a:lnTo>
                  <a:pt x="436216" y="141923"/>
                </a:lnTo>
                <a:lnTo>
                  <a:pt x="455181" y="141923"/>
                </a:lnTo>
                <a:lnTo>
                  <a:pt x="474145" y="141923"/>
                </a:lnTo>
                <a:lnTo>
                  <a:pt x="493109" y="141923"/>
                </a:lnTo>
                <a:lnTo>
                  <a:pt x="512074" y="141923"/>
                </a:lnTo>
                <a:lnTo>
                  <a:pt x="531038" y="141923"/>
                </a:lnTo>
                <a:lnTo>
                  <a:pt x="550012" y="141923"/>
                </a:lnTo>
                <a:lnTo>
                  <a:pt x="568976" y="141923"/>
                </a:lnTo>
                <a:lnTo>
                  <a:pt x="587940" y="141923"/>
                </a:lnTo>
                <a:lnTo>
                  <a:pt x="606904" y="141923"/>
                </a:lnTo>
                <a:lnTo>
                  <a:pt x="625869" y="141923"/>
                </a:lnTo>
                <a:lnTo>
                  <a:pt x="644833" y="141923"/>
                </a:lnTo>
                <a:lnTo>
                  <a:pt x="663797" y="141923"/>
                </a:lnTo>
                <a:lnTo>
                  <a:pt x="682771" y="141923"/>
                </a:lnTo>
                <a:lnTo>
                  <a:pt x="701735" y="141923"/>
                </a:lnTo>
                <a:lnTo>
                  <a:pt x="720700" y="141923"/>
                </a:lnTo>
                <a:lnTo>
                  <a:pt x="739664" y="141923"/>
                </a:lnTo>
                <a:lnTo>
                  <a:pt x="758628" y="141923"/>
                </a:lnTo>
                <a:lnTo>
                  <a:pt x="777592" y="141923"/>
                </a:lnTo>
                <a:lnTo>
                  <a:pt x="796566" y="141923"/>
                </a:lnTo>
                <a:lnTo>
                  <a:pt x="815531" y="141923"/>
                </a:lnTo>
                <a:lnTo>
                  <a:pt x="834495" y="141923"/>
                </a:lnTo>
                <a:lnTo>
                  <a:pt x="853459" y="141923"/>
                </a:lnTo>
                <a:lnTo>
                  <a:pt x="872423" y="141923"/>
                </a:lnTo>
                <a:lnTo>
                  <a:pt x="891388" y="141923"/>
                </a:lnTo>
                <a:lnTo>
                  <a:pt x="910361" y="141923"/>
                </a:lnTo>
                <a:lnTo>
                  <a:pt x="929326" y="141923"/>
                </a:lnTo>
                <a:lnTo>
                  <a:pt x="948290" y="141923"/>
                </a:lnTo>
                <a:lnTo>
                  <a:pt x="967254" y="141923"/>
                </a:lnTo>
                <a:lnTo>
                  <a:pt x="986219" y="141923"/>
                </a:lnTo>
                <a:lnTo>
                  <a:pt x="1005183" y="141923"/>
                </a:lnTo>
                <a:lnTo>
                  <a:pt x="1024147" y="141923"/>
                </a:lnTo>
                <a:lnTo>
                  <a:pt x="1043121" y="141923"/>
                </a:lnTo>
                <a:lnTo>
                  <a:pt x="1062085" y="141923"/>
                </a:lnTo>
                <a:lnTo>
                  <a:pt x="1081049" y="141923"/>
                </a:lnTo>
                <a:lnTo>
                  <a:pt x="1100014" y="141923"/>
                </a:lnTo>
                <a:lnTo>
                  <a:pt x="1118978" y="141923"/>
                </a:lnTo>
                <a:lnTo>
                  <a:pt x="1137942" y="141923"/>
                </a:lnTo>
                <a:lnTo>
                  <a:pt x="1156916" y="141923"/>
                </a:lnTo>
                <a:lnTo>
                  <a:pt x="1175880" y="141923"/>
                </a:lnTo>
                <a:lnTo>
                  <a:pt x="1194845" y="141923"/>
                </a:lnTo>
                <a:lnTo>
                  <a:pt x="1213809" y="141923"/>
                </a:lnTo>
                <a:lnTo>
                  <a:pt x="1232773" y="141923"/>
                </a:lnTo>
                <a:lnTo>
                  <a:pt x="1251737" y="141923"/>
                </a:lnTo>
                <a:lnTo>
                  <a:pt x="1270702" y="141923"/>
                </a:lnTo>
                <a:lnTo>
                  <a:pt x="1289675" y="141923"/>
                </a:lnTo>
                <a:lnTo>
                  <a:pt x="1308640" y="141923"/>
                </a:lnTo>
                <a:lnTo>
                  <a:pt x="1327604" y="141923"/>
                </a:lnTo>
                <a:lnTo>
                  <a:pt x="1346568" y="141923"/>
                </a:lnTo>
                <a:lnTo>
                  <a:pt x="1365533" y="141923"/>
                </a:lnTo>
                <a:lnTo>
                  <a:pt x="1384497" y="141923"/>
                </a:lnTo>
                <a:lnTo>
                  <a:pt x="1403471" y="141923"/>
                </a:lnTo>
                <a:lnTo>
                  <a:pt x="1422435" y="141923"/>
                </a:lnTo>
                <a:lnTo>
                  <a:pt x="1441399" y="141923"/>
                </a:lnTo>
                <a:lnTo>
                  <a:pt x="1460363" y="141923"/>
                </a:lnTo>
                <a:lnTo>
                  <a:pt x="1479328" y="141923"/>
                </a:lnTo>
                <a:lnTo>
                  <a:pt x="1498292" y="141923"/>
                </a:lnTo>
                <a:lnTo>
                  <a:pt x="1517266" y="141923"/>
                </a:lnTo>
                <a:lnTo>
                  <a:pt x="1536230" y="141923"/>
                </a:lnTo>
                <a:lnTo>
                  <a:pt x="1555194" y="141923"/>
                </a:lnTo>
                <a:lnTo>
                  <a:pt x="1574159" y="141923"/>
                </a:lnTo>
                <a:lnTo>
                  <a:pt x="1593123" y="141923"/>
                </a:lnTo>
                <a:lnTo>
                  <a:pt x="1612087" y="141923"/>
                </a:lnTo>
                <a:lnTo>
                  <a:pt x="1631051" y="141923"/>
                </a:lnTo>
                <a:lnTo>
                  <a:pt x="1648587" y="135398"/>
                </a:lnTo>
                <a:lnTo>
                  <a:pt x="1665799" y="127435"/>
                </a:lnTo>
                <a:lnTo>
                  <a:pt x="1683010" y="119472"/>
                </a:lnTo>
                <a:lnTo>
                  <a:pt x="1700222" y="111509"/>
                </a:lnTo>
                <a:lnTo>
                  <a:pt x="1717434" y="103537"/>
                </a:lnTo>
                <a:lnTo>
                  <a:pt x="1734645" y="95574"/>
                </a:lnTo>
                <a:lnTo>
                  <a:pt x="1751857" y="87611"/>
                </a:lnTo>
                <a:lnTo>
                  <a:pt x="1769069" y="79648"/>
                </a:lnTo>
                <a:lnTo>
                  <a:pt x="1786280" y="71685"/>
                </a:lnTo>
                <a:lnTo>
                  <a:pt x="1803492" y="63722"/>
                </a:lnTo>
                <a:lnTo>
                  <a:pt x="1820713" y="55750"/>
                </a:lnTo>
                <a:lnTo>
                  <a:pt x="1837925" y="47787"/>
                </a:lnTo>
                <a:lnTo>
                  <a:pt x="1855137" y="39824"/>
                </a:lnTo>
                <a:lnTo>
                  <a:pt x="1872348" y="31861"/>
                </a:lnTo>
                <a:lnTo>
                  <a:pt x="1889560" y="23898"/>
                </a:lnTo>
                <a:lnTo>
                  <a:pt x="1906772" y="15926"/>
                </a:lnTo>
                <a:lnTo>
                  <a:pt x="1923983" y="7963"/>
                </a:lnTo>
                <a:lnTo>
                  <a:pt x="19411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44899DA0-9EFB-40F5-AA4B-80DFB343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6140" y="3991928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5">
            <a:extLst xmlns:a="http://schemas.openxmlformats.org/drawingml/2006/main">
              <a:ext uri="{FF2B5EF4-FFF2-40B4-BE49-F238E27FC236}">
                <a16:creationId xmlns:a16="http://schemas.microsoft.com/office/drawing/2014/main" id="{45760248-253A-4A5E-9B68-988437B5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8925" y="3513268"/>
            <a:ext cx="181928" cy="274730"/>
          </a:xfrm>
          <a:custGeom xmlns:a="http://schemas.openxmlformats.org/drawingml/2006/main">
            <a:pathLst>
              <a:path w="181928" h="274730">
                <a:moveTo>
                  <a:pt x="0" y="106232"/>
                </a:moveTo>
                <a:lnTo>
                  <a:pt x="0" y="124949"/>
                </a:lnTo>
                <a:lnTo>
                  <a:pt x="0" y="143675"/>
                </a:lnTo>
                <a:lnTo>
                  <a:pt x="0" y="162401"/>
                </a:lnTo>
                <a:lnTo>
                  <a:pt x="0" y="181118"/>
                </a:lnTo>
                <a:lnTo>
                  <a:pt x="0" y="199844"/>
                </a:lnTo>
                <a:lnTo>
                  <a:pt x="0" y="218561"/>
                </a:lnTo>
                <a:lnTo>
                  <a:pt x="0" y="237287"/>
                </a:lnTo>
                <a:lnTo>
                  <a:pt x="0" y="256013"/>
                </a:lnTo>
                <a:lnTo>
                  <a:pt x="0" y="274730"/>
                </a:lnTo>
                <a:lnTo>
                  <a:pt x="13516" y="269548"/>
                </a:lnTo>
                <a:lnTo>
                  <a:pt x="29556" y="259890"/>
                </a:lnTo>
                <a:lnTo>
                  <a:pt x="45596" y="250231"/>
                </a:lnTo>
                <a:lnTo>
                  <a:pt x="61627" y="240573"/>
                </a:lnTo>
                <a:lnTo>
                  <a:pt x="77667" y="230915"/>
                </a:lnTo>
                <a:lnTo>
                  <a:pt x="93707" y="221256"/>
                </a:lnTo>
                <a:lnTo>
                  <a:pt x="109747" y="211598"/>
                </a:lnTo>
                <a:lnTo>
                  <a:pt x="125787" y="201940"/>
                </a:lnTo>
                <a:lnTo>
                  <a:pt x="141827" y="192281"/>
                </a:lnTo>
                <a:lnTo>
                  <a:pt x="157867" y="182632"/>
                </a:lnTo>
                <a:lnTo>
                  <a:pt x="173907" y="172974"/>
                </a:lnTo>
                <a:lnTo>
                  <a:pt x="181928" y="158782"/>
                </a:lnTo>
                <a:lnTo>
                  <a:pt x="181928" y="140056"/>
                </a:lnTo>
                <a:lnTo>
                  <a:pt x="181928" y="121339"/>
                </a:lnTo>
                <a:lnTo>
                  <a:pt x="181928" y="102613"/>
                </a:lnTo>
                <a:lnTo>
                  <a:pt x="181928" y="83896"/>
                </a:lnTo>
                <a:lnTo>
                  <a:pt x="181928" y="65170"/>
                </a:lnTo>
                <a:lnTo>
                  <a:pt x="181928" y="46444"/>
                </a:lnTo>
                <a:lnTo>
                  <a:pt x="181928" y="27727"/>
                </a:lnTo>
                <a:lnTo>
                  <a:pt x="181928" y="9001"/>
                </a:lnTo>
                <a:lnTo>
                  <a:pt x="176432" y="0"/>
                </a:lnTo>
                <a:lnTo>
                  <a:pt x="160391" y="9658"/>
                </a:lnTo>
                <a:lnTo>
                  <a:pt x="144351" y="19317"/>
                </a:lnTo>
                <a:lnTo>
                  <a:pt x="128311" y="28975"/>
                </a:lnTo>
                <a:lnTo>
                  <a:pt x="112271" y="38633"/>
                </a:lnTo>
                <a:lnTo>
                  <a:pt x="96241" y="48282"/>
                </a:lnTo>
                <a:lnTo>
                  <a:pt x="80201" y="57941"/>
                </a:lnTo>
                <a:lnTo>
                  <a:pt x="64160" y="67599"/>
                </a:lnTo>
                <a:lnTo>
                  <a:pt x="48120" y="77257"/>
                </a:lnTo>
                <a:lnTo>
                  <a:pt x="32080" y="86916"/>
                </a:lnTo>
                <a:lnTo>
                  <a:pt x="16040" y="96574"/>
                </a:lnTo>
                <a:lnTo>
                  <a:pt x="0" y="106232"/>
                </a:lnTo>
              </a:path>
            </a:pathLst>
          </a:custGeom>
          <a:solidFill xmlns:a="http://schemas.openxmlformats.org/drawingml/2006/main">
            <a:srgbClr val="3F668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5">
            <a:extLst xmlns:a="http://schemas.openxmlformats.org/drawingml/2006/main">
              <a:ext uri="{FF2B5EF4-FFF2-40B4-BE49-F238E27FC236}">
                <a16:creationId xmlns:a16="http://schemas.microsoft.com/office/drawing/2014/main" id="{1C8EFA94-F8FB-46B2-A95D-44C9E40F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6785" y="3509963"/>
            <a:ext cx="2059381" cy="109538"/>
          </a:xfrm>
          <a:custGeom xmlns:a="http://schemas.openxmlformats.org/drawingml/2006/main">
            <a:pathLst>
              <a:path w="2059381" h="109538">
                <a:moveTo>
                  <a:pt x="0" y="109538"/>
                </a:moveTo>
                <a:lnTo>
                  <a:pt x="18993" y="109538"/>
                </a:lnTo>
                <a:lnTo>
                  <a:pt x="37986" y="109538"/>
                </a:lnTo>
                <a:lnTo>
                  <a:pt x="56969" y="109538"/>
                </a:lnTo>
                <a:lnTo>
                  <a:pt x="75962" y="109538"/>
                </a:lnTo>
                <a:lnTo>
                  <a:pt x="94955" y="109538"/>
                </a:lnTo>
                <a:lnTo>
                  <a:pt x="113948" y="109538"/>
                </a:lnTo>
                <a:lnTo>
                  <a:pt x="132940" y="109538"/>
                </a:lnTo>
                <a:lnTo>
                  <a:pt x="151933" y="109538"/>
                </a:lnTo>
                <a:lnTo>
                  <a:pt x="170917" y="109538"/>
                </a:lnTo>
                <a:lnTo>
                  <a:pt x="189909" y="109538"/>
                </a:lnTo>
                <a:lnTo>
                  <a:pt x="208902" y="109538"/>
                </a:lnTo>
                <a:lnTo>
                  <a:pt x="227895" y="109538"/>
                </a:lnTo>
                <a:lnTo>
                  <a:pt x="246888" y="109538"/>
                </a:lnTo>
                <a:lnTo>
                  <a:pt x="265881" y="109538"/>
                </a:lnTo>
                <a:lnTo>
                  <a:pt x="284864" y="109538"/>
                </a:lnTo>
                <a:lnTo>
                  <a:pt x="303857" y="109538"/>
                </a:lnTo>
                <a:lnTo>
                  <a:pt x="322850" y="109538"/>
                </a:lnTo>
                <a:lnTo>
                  <a:pt x="341843" y="109538"/>
                </a:lnTo>
                <a:lnTo>
                  <a:pt x="360836" y="109538"/>
                </a:lnTo>
                <a:lnTo>
                  <a:pt x="379819" y="109538"/>
                </a:lnTo>
                <a:lnTo>
                  <a:pt x="398812" y="109538"/>
                </a:lnTo>
                <a:lnTo>
                  <a:pt x="417805" y="109538"/>
                </a:lnTo>
                <a:lnTo>
                  <a:pt x="436797" y="109538"/>
                </a:lnTo>
                <a:lnTo>
                  <a:pt x="455790" y="109538"/>
                </a:lnTo>
                <a:lnTo>
                  <a:pt x="474783" y="109538"/>
                </a:lnTo>
                <a:lnTo>
                  <a:pt x="493766" y="109538"/>
                </a:lnTo>
                <a:lnTo>
                  <a:pt x="512759" y="109538"/>
                </a:lnTo>
                <a:lnTo>
                  <a:pt x="531752" y="109538"/>
                </a:lnTo>
                <a:lnTo>
                  <a:pt x="550745" y="109538"/>
                </a:lnTo>
                <a:lnTo>
                  <a:pt x="569738" y="109538"/>
                </a:lnTo>
                <a:lnTo>
                  <a:pt x="588721" y="109538"/>
                </a:lnTo>
                <a:lnTo>
                  <a:pt x="607714" y="109538"/>
                </a:lnTo>
                <a:lnTo>
                  <a:pt x="626707" y="109538"/>
                </a:lnTo>
                <a:lnTo>
                  <a:pt x="645700" y="109538"/>
                </a:lnTo>
                <a:lnTo>
                  <a:pt x="664693" y="109538"/>
                </a:lnTo>
                <a:lnTo>
                  <a:pt x="683685" y="109538"/>
                </a:lnTo>
                <a:lnTo>
                  <a:pt x="702669" y="109538"/>
                </a:lnTo>
                <a:lnTo>
                  <a:pt x="721662" y="109538"/>
                </a:lnTo>
                <a:lnTo>
                  <a:pt x="740654" y="109538"/>
                </a:lnTo>
                <a:lnTo>
                  <a:pt x="759647" y="109538"/>
                </a:lnTo>
                <a:lnTo>
                  <a:pt x="778640" y="109538"/>
                </a:lnTo>
                <a:lnTo>
                  <a:pt x="797624" y="109538"/>
                </a:lnTo>
                <a:lnTo>
                  <a:pt x="816616" y="109538"/>
                </a:lnTo>
                <a:lnTo>
                  <a:pt x="835609" y="109538"/>
                </a:lnTo>
                <a:lnTo>
                  <a:pt x="854602" y="109538"/>
                </a:lnTo>
                <a:lnTo>
                  <a:pt x="873595" y="109538"/>
                </a:lnTo>
                <a:lnTo>
                  <a:pt x="892588" y="109538"/>
                </a:lnTo>
                <a:lnTo>
                  <a:pt x="911571" y="109538"/>
                </a:lnTo>
                <a:lnTo>
                  <a:pt x="930564" y="109538"/>
                </a:lnTo>
                <a:lnTo>
                  <a:pt x="949557" y="109538"/>
                </a:lnTo>
                <a:lnTo>
                  <a:pt x="968550" y="109538"/>
                </a:lnTo>
                <a:lnTo>
                  <a:pt x="987542" y="109538"/>
                </a:lnTo>
                <a:lnTo>
                  <a:pt x="1006526" y="109538"/>
                </a:lnTo>
                <a:lnTo>
                  <a:pt x="1025519" y="109538"/>
                </a:lnTo>
                <a:lnTo>
                  <a:pt x="1044512" y="109538"/>
                </a:lnTo>
                <a:lnTo>
                  <a:pt x="1063504" y="109538"/>
                </a:lnTo>
                <a:lnTo>
                  <a:pt x="1082497" y="109538"/>
                </a:lnTo>
                <a:lnTo>
                  <a:pt x="1101490" y="109538"/>
                </a:lnTo>
                <a:lnTo>
                  <a:pt x="1120473" y="109538"/>
                </a:lnTo>
                <a:lnTo>
                  <a:pt x="1139466" y="109538"/>
                </a:lnTo>
                <a:lnTo>
                  <a:pt x="1158459" y="109538"/>
                </a:lnTo>
                <a:lnTo>
                  <a:pt x="1177452" y="109538"/>
                </a:lnTo>
                <a:lnTo>
                  <a:pt x="1196445" y="109538"/>
                </a:lnTo>
                <a:lnTo>
                  <a:pt x="1215428" y="109538"/>
                </a:lnTo>
                <a:lnTo>
                  <a:pt x="1234421" y="109538"/>
                </a:lnTo>
                <a:lnTo>
                  <a:pt x="1253414" y="109538"/>
                </a:lnTo>
                <a:lnTo>
                  <a:pt x="1272407" y="109538"/>
                </a:lnTo>
                <a:lnTo>
                  <a:pt x="1291400" y="109538"/>
                </a:lnTo>
                <a:lnTo>
                  <a:pt x="1310392" y="109538"/>
                </a:lnTo>
                <a:lnTo>
                  <a:pt x="1329376" y="109538"/>
                </a:lnTo>
                <a:lnTo>
                  <a:pt x="1348369" y="109538"/>
                </a:lnTo>
                <a:lnTo>
                  <a:pt x="1367361" y="109538"/>
                </a:lnTo>
                <a:lnTo>
                  <a:pt x="1386354" y="109538"/>
                </a:lnTo>
                <a:lnTo>
                  <a:pt x="1405347" y="109538"/>
                </a:lnTo>
                <a:lnTo>
                  <a:pt x="1424340" y="109538"/>
                </a:lnTo>
                <a:lnTo>
                  <a:pt x="1443323" y="109538"/>
                </a:lnTo>
                <a:lnTo>
                  <a:pt x="1462316" y="109538"/>
                </a:lnTo>
                <a:lnTo>
                  <a:pt x="1481309" y="109538"/>
                </a:lnTo>
                <a:lnTo>
                  <a:pt x="1500302" y="109538"/>
                </a:lnTo>
                <a:lnTo>
                  <a:pt x="1519295" y="109538"/>
                </a:lnTo>
                <a:lnTo>
                  <a:pt x="1538278" y="109538"/>
                </a:lnTo>
                <a:lnTo>
                  <a:pt x="1557271" y="109538"/>
                </a:lnTo>
                <a:lnTo>
                  <a:pt x="1576264" y="109538"/>
                </a:lnTo>
                <a:lnTo>
                  <a:pt x="1595257" y="109538"/>
                </a:lnTo>
                <a:lnTo>
                  <a:pt x="1614249" y="109538"/>
                </a:lnTo>
                <a:lnTo>
                  <a:pt x="1633242" y="109538"/>
                </a:lnTo>
                <a:lnTo>
                  <a:pt x="1652226" y="109538"/>
                </a:lnTo>
                <a:lnTo>
                  <a:pt x="1671218" y="109538"/>
                </a:lnTo>
                <a:lnTo>
                  <a:pt x="1690211" y="109538"/>
                </a:lnTo>
                <a:lnTo>
                  <a:pt x="1709204" y="109538"/>
                </a:lnTo>
                <a:lnTo>
                  <a:pt x="1728197" y="109538"/>
                </a:lnTo>
                <a:lnTo>
                  <a:pt x="1747190" y="109538"/>
                </a:lnTo>
                <a:lnTo>
                  <a:pt x="1766173" y="109538"/>
                </a:lnTo>
                <a:lnTo>
                  <a:pt x="1785166" y="109538"/>
                </a:lnTo>
                <a:lnTo>
                  <a:pt x="1804159" y="109538"/>
                </a:lnTo>
                <a:lnTo>
                  <a:pt x="1823152" y="109538"/>
                </a:lnTo>
                <a:lnTo>
                  <a:pt x="1842145" y="109538"/>
                </a:lnTo>
                <a:lnTo>
                  <a:pt x="1861128" y="109538"/>
                </a:lnTo>
                <a:lnTo>
                  <a:pt x="1880121" y="109538"/>
                </a:lnTo>
                <a:lnTo>
                  <a:pt x="1896685" y="100784"/>
                </a:lnTo>
                <a:lnTo>
                  <a:pt x="1912953" y="90983"/>
                </a:lnTo>
                <a:lnTo>
                  <a:pt x="1929222" y="81191"/>
                </a:lnTo>
                <a:lnTo>
                  <a:pt x="1945491" y="71390"/>
                </a:lnTo>
                <a:lnTo>
                  <a:pt x="1961759" y="61598"/>
                </a:lnTo>
                <a:lnTo>
                  <a:pt x="1978028" y="51806"/>
                </a:lnTo>
                <a:lnTo>
                  <a:pt x="1994297" y="42005"/>
                </a:lnTo>
                <a:lnTo>
                  <a:pt x="2010566" y="32214"/>
                </a:lnTo>
                <a:lnTo>
                  <a:pt x="2026844" y="22412"/>
                </a:lnTo>
                <a:lnTo>
                  <a:pt x="2043113" y="12621"/>
                </a:lnTo>
                <a:lnTo>
                  <a:pt x="2059381" y="2819"/>
                </a:lnTo>
                <a:lnTo>
                  <a:pt x="2050552" y="0"/>
                </a:lnTo>
                <a:lnTo>
                  <a:pt x="2031559" y="0"/>
                </a:lnTo>
                <a:lnTo>
                  <a:pt x="2012566" y="0"/>
                </a:lnTo>
                <a:lnTo>
                  <a:pt x="1993573" y="0"/>
                </a:lnTo>
                <a:lnTo>
                  <a:pt x="1974580" y="0"/>
                </a:lnTo>
                <a:lnTo>
                  <a:pt x="1955597" y="0"/>
                </a:lnTo>
                <a:lnTo>
                  <a:pt x="1936604" y="0"/>
                </a:lnTo>
                <a:lnTo>
                  <a:pt x="1917611" y="0"/>
                </a:lnTo>
                <a:lnTo>
                  <a:pt x="1898618" y="0"/>
                </a:lnTo>
                <a:lnTo>
                  <a:pt x="1879625" y="0"/>
                </a:lnTo>
                <a:lnTo>
                  <a:pt x="1860633" y="0"/>
                </a:lnTo>
                <a:lnTo>
                  <a:pt x="1841649" y="0"/>
                </a:lnTo>
                <a:lnTo>
                  <a:pt x="1822656" y="0"/>
                </a:lnTo>
                <a:lnTo>
                  <a:pt x="1803664" y="0"/>
                </a:lnTo>
                <a:lnTo>
                  <a:pt x="1784671" y="0"/>
                </a:lnTo>
                <a:lnTo>
                  <a:pt x="1765678" y="0"/>
                </a:lnTo>
                <a:lnTo>
                  <a:pt x="1746695" y="0"/>
                </a:lnTo>
                <a:lnTo>
                  <a:pt x="1727702" y="0"/>
                </a:lnTo>
                <a:lnTo>
                  <a:pt x="1708709" y="0"/>
                </a:lnTo>
                <a:lnTo>
                  <a:pt x="1689716" y="0"/>
                </a:lnTo>
                <a:lnTo>
                  <a:pt x="1670723" y="0"/>
                </a:lnTo>
                <a:lnTo>
                  <a:pt x="1651730" y="0"/>
                </a:lnTo>
                <a:lnTo>
                  <a:pt x="1632747" y="0"/>
                </a:lnTo>
                <a:lnTo>
                  <a:pt x="1613754" y="0"/>
                </a:lnTo>
                <a:lnTo>
                  <a:pt x="1594761" y="0"/>
                </a:lnTo>
                <a:lnTo>
                  <a:pt x="1575768" y="0"/>
                </a:lnTo>
                <a:lnTo>
                  <a:pt x="1556776" y="0"/>
                </a:lnTo>
                <a:lnTo>
                  <a:pt x="1537792" y="0"/>
                </a:lnTo>
                <a:lnTo>
                  <a:pt x="1518799" y="0"/>
                </a:lnTo>
                <a:lnTo>
                  <a:pt x="1499807" y="0"/>
                </a:lnTo>
                <a:lnTo>
                  <a:pt x="1480814" y="0"/>
                </a:lnTo>
                <a:lnTo>
                  <a:pt x="1461821" y="0"/>
                </a:lnTo>
                <a:lnTo>
                  <a:pt x="1442828" y="0"/>
                </a:lnTo>
                <a:lnTo>
                  <a:pt x="1423845" y="0"/>
                </a:lnTo>
                <a:lnTo>
                  <a:pt x="1404852" y="0"/>
                </a:lnTo>
                <a:lnTo>
                  <a:pt x="1385859" y="0"/>
                </a:lnTo>
                <a:lnTo>
                  <a:pt x="1366866" y="0"/>
                </a:lnTo>
                <a:lnTo>
                  <a:pt x="1347873" y="0"/>
                </a:lnTo>
                <a:lnTo>
                  <a:pt x="1328890" y="0"/>
                </a:lnTo>
                <a:lnTo>
                  <a:pt x="1309897" y="0"/>
                </a:lnTo>
                <a:lnTo>
                  <a:pt x="1290904" y="0"/>
                </a:lnTo>
                <a:lnTo>
                  <a:pt x="1271911" y="0"/>
                </a:lnTo>
                <a:lnTo>
                  <a:pt x="1252919" y="0"/>
                </a:lnTo>
                <a:lnTo>
                  <a:pt x="1233926" y="0"/>
                </a:lnTo>
                <a:lnTo>
                  <a:pt x="1214942" y="0"/>
                </a:lnTo>
                <a:lnTo>
                  <a:pt x="1195949" y="0"/>
                </a:lnTo>
                <a:lnTo>
                  <a:pt x="1176957" y="0"/>
                </a:lnTo>
                <a:lnTo>
                  <a:pt x="1157964" y="0"/>
                </a:lnTo>
                <a:lnTo>
                  <a:pt x="1138971" y="0"/>
                </a:lnTo>
                <a:lnTo>
                  <a:pt x="1119978" y="0"/>
                </a:lnTo>
                <a:lnTo>
                  <a:pt x="1100995" y="0"/>
                </a:lnTo>
                <a:lnTo>
                  <a:pt x="1082002" y="0"/>
                </a:lnTo>
                <a:lnTo>
                  <a:pt x="1063009" y="0"/>
                </a:lnTo>
                <a:lnTo>
                  <a:pt x="1044016" y="0"/>
                </a:lnTo>
                <a:lnTo>
                  <a:pt x="1025023" y="0"/>
                </a:lnTo>
                <a:lnTo>
                  <a:pt x="1006040" y="0"/>
                </a:lnTo>
                <a:lnTo>
                  <a:pt x="987047" y="0"/>
                </a:lnTo>
                <a:lnTo>
                  <a:pt x="968054" y="0"/>
                </a:lnTo>
                <a:lnTo>
                  <a:pt x="949061" y="0"/>
                </a:lnTo>
                <a:lnTo>
                  <a:pt x="930069" y="0"/>
                </a:lnTo>
                <a:lnTo>
                  <a:pt x="911076" y="0"/>
                </a:lnTo>
                <a:lnTo>
                  <a:pt x="892092" y="0"/>
                </a:lnTo>
                <a:lnTo>
                  <a:pt x="873100" y="0"/>
                </a:lnTo>
                <a:lnTo>
                  <a:pt x="854107" y="0"/>
                </a:lnTo>
                <a:lnTo>
                  <a:pt x="835114" y="0"/>
                </a:lnTo>
                <a:lnTo>
                  <a:pt x="816121" y="0"/>
                </a:lnTo>
                <a:lnTo>
                  <a:pt x="797128" y="0"/>
                </a:lnTo>
                <a:lnTo>
                  <a:pt x="778145" y="0"/>
                </a:lnTo>
                <a:lnTo>
                  <a:pt x="759152" y="0"/>
                </a:lnTo>
                <a:lnTo>
                  <a:pt x="740159" y="0"/>
                </a:lnTo>
                <a:lnTo>
                  <a:pt x="721166" y="0"/>
                </a:lnTo>
                <a:lnTo>
                  <a:pt x="702173" y="0"/>
                </a:lnTo>
                <a:lnTo>
                  <a:pt x="683190" y="0"/>
                </a:lnTo>
                <a:lnTo>
                  <a:pt x="664197" y="0"/>
                </a:lnTo>
                <a:lnTo>
                  <a:pt x="645204" y="0"/>
                </a:lnTo>
                <a:lnTo>
                  <a:pt x="626212" y="0"/>
                </a:lnTo>
                <a:lnTo>
                  <a:pt x="607219" y="0"/>
                </a:lnTo>
                <a:lnTo>
                  <a:pt x="588226" y="0"/>
                </a:lnTo>
                <a:lnTo>
                  <a:pt x="569243" y="0"/>
                </a:lnTo>
                <a:lnTo>
                  <a:pt x="550250" y="0"/>
                </a:lnTo>
                <a:lnTo>
                  <a:pt x="531257" y="0"/>
                </a:lnTo>
                <a:lnTo>
                  <a:pt x="512264" y="0"/>
                </a:lnTo>
                <a:lnTo>
                  <a:pt x="493271" y="0"/>
                </a:lnTo>
                <a:lnTo>
                  <a:pt x="474288" y="0"/>
                </a:lnTo>
                <a:lnTo>
                  <a:pt x="455295" y="0"/>
                </a:lnTo>
                <a:lnTo>
                  <a:pt x="436302" y="0"/>
                </a:lnTo>
                <a:lnTo>
                  <a:pt x="417309" y="0"/>
                </a:lnTo>
                <a:lnTo>
                  <a:pt x="398316" y="0"/>
                </a:lnTo>
                <a:lnTo>
                  <a:pt x="379324" y="0"/>
                </a:lnTo>
                <a:lnTo>
                  <a:pt x="360340" y="0"/>
                </a:lnTo>
                <a:lnTo>
                  <a:pt x="341347" y="0"/>
                </a:lnTo>
                <a:lnTo>
                  <a:pt x="322355" y="0"/>
                </a:lnTo>
                <a:lnTo>
                  <a:pt x="303362" y="0"/>
                </a:lnTo>
                <a:lnTo>
                  <a:pt x="285217" y="4743"/>
                </a:lnTo>
                <a:lnTo>
                  <a:pt x="267395" y="11297"/>
                </a:lnTo>
                <a:lnTo>
                  <a:pt x="249565" y="17840"/>
                </a:lnTo>
                <a:lnTo>
                  <a:pt x="231734" y="24394"/>
                </a:lnTo>
                <a:lnTo>
                  <a:pt x="213912" y="30947"/>
                </a:lnTo>
                <a:lnTo>
                  <a:pt x="196082" y="37490"/>
                </a:lnTo>
                <a:lnTo>
                  <a:pt x="178260" y="44044"/>
                </a:lnTo>
                <a:lnTo>
                  <a:pt x="160439" y="50587"/>
                </a:lnTo>
                <a:lnTo>
                  <a:pt x="142608" y="57140"/>
                </a:lnTo>
                <a:lnTo>
                  <a:pt x="124787" y="63694"/>
                </a:lnTo>
                <a:lnTo>
                  <a:pt x="106956" y="70237"/>
                </a:lnTo>
                <a:lnTo>
                  <a:pt x="89125" y="76791"/>
                </a:lnTo>
                <a:lnTo>
                  <a:pt x="71304" y="83344"/>
                </a:lnTo>
                <a:lnTo>
                  <a:pt x="53483" y="89887"/>
                </a:lnTo>
                <a:lnTo>
                  <a:pt x="35652" y="96441"/>
                </a:lnTo>
                <a:lnTo>
                  <a:pt x="17831" y="102984"/>
                </a:lnTo>
                <a:lnTo>
                  <a:pt x="0" y="109538"/>
                </a:lnTo>
              </a:path>
            </a:pathLst>
          </a:custGeom>
          <a:solidFill xmlns:a="http://schemas.openxmlformats.org/drawingml/2006/main">
            <a:srgbClr val="557F9F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5">
            <a:extLst xmlns:a="http://schemas.openxmlformats.org/drawingml/2006/main">
              <a:ext uri="{FF2B5EF4-FFF2-40B4-BE49-F238E27FC236}">
                <a16:creationId xmlns:a16="http://schemas.microsoft.com/office/drawing/2014/main" id="{0FCFD4D9-C1A9-41DF-90D4-579B2575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0610" y="3509963"/>
            <a:ext cx="1824038" cy="109538"/>
          </a:xfrm>
          <a:custGeom xmlns:a="http://schemas.openxmlformats.org/drawingml/2006/main">
            <a:pathLst>
              <a:path w="1824038" h="109538">
                <a:moveTo>
                  <a:pt x="0" y="109538"/>
                </a:moveTo>
                <a:lnTo>
                  <a:pt x="18917" y="109538"/>
                </a:lnTo>
                <a:lnTo>
                  <a:pt x="37824" y="109538"/>
                </a:lnTo>
                <a:lnTo>
                  <a:pt x="56740" y="109538"/>
                </a:lnTo>
                <a:lnTo>
                  <a:pt x="75648" y="109538"/>
                </a:lnTo>
                <a:lnTo>
                  <a:pt x="94564" y="109538"/>
                </a:lnTo>
                <a:lnTo>
                  <a:pt x="113471" y="109538"/>
                </a:lnTo>
                <a:lnTo>
                  <a:pt x="132388" y="109538"/>
                </a:lnTo>
                <a:lnTo>
                  <a:pt x="151295" y="109538"/>
                </a:lnTo>
                <a:lnTo>
                  <a:pt x="170212" y="109538"/>
                </a:lnTo>
                <a:lnTo>
                  <a:pt x="189128" y="109538"/>
                </a:lnTo>
                <a:lnTo>
                  <a:pt x="208036" y="109538"/>
                </a:lnTo>
                <a:lnTo>
                  <a:pt x="226952" y="109538"/>
                </a:lnTo>
                <a:lnTo>
                  <a:pt x="245859" y="109538"/>
                </a:lnTo>
                <a:lnTo>
                  <a:pt x="264776" y="109538"/>
                </a:lnTo>
                <a:lnTo>
                  <a:pt x="283683" y="109538"/>
                </a:lnTo>
                <a:lnTo>
                  <a:pt x="302600" y="109538"/>
                </a:lnTo>
                <a:lnTo>
                  <a:pt x="321507" y="109538"/>
                </a:lnTo>
                <a:lnTo>
                  <a:pt x="340424" y="109538"/>
                </a:lnTo>
                <a:lnTo>
                  <a:pt x="359331" y="109538"/>
                </a:lnTo>
                <a:lnTo>
                  <a:pt x="378247" y="109538"/>
                </a:lnTo>
                <a:lnTo>
                  <a:pt x="397164" y="109538"/>
                </a:lnTo>
                <a:lnTo>
                  <a:pt x="416071" y="109538"/>
                </a:lnTo>
                <a:lnTo>
                  <a:pt x="434988" y="109538"/>
                </a:lnTo>
                <a:lnTo>
                  <a:pt x="453895" y="109538"/>
                </a:lnTo>
                <a:lnTo>
                  <a:pt x="472811" y="109538"/>
                </a:lnTo>
                <a:lnTo>
                  <a:pt x="491719" y="109538"/>
                </a:lnTo>
                <a:lnTo>
                  <a:pt x="510635" y="109538"/>
                </a:lnTo>
                <a:lnTo>
                  <a:pt x="529542" y="109538"/>
                </a:lnTo>
                <a:lnTo>
                  <a:pt x="548459" y="109538"/>
                </a:lnTo>
                <a:lnTo>
                  <a:pt x="567376" y="109538"/>
                </a:lnTo>
                <a:lnTo>
                  <a:pt x="586283" y="109538"/>
                </a:lnTo>
                <a:lnTo>
                  <a:pt x="605199" y="109538"/>
                </a:lnTo>
                <a:lnTo>
                  <a:pt x="624107" y="109538"/>
                </a:lnTo>
                <a:lnTo>
                  <a:pt x="643023" y="109538"/>
                </a:lnTo>
                <a:lnTo>
                  <a:pt x="661930" y="109538"/>
                </a:lnTo>
                <a:lnTo>
                  <a:pt x="680847" y="109538"/>
                </a:lnTo>
                <a:lnTo>
                  <a:pt x="699754" y="109538"/>
                </a:lnTo>
                <a:lnTo>
                  <a:pt x="718671" y="109538"/>
                </a:lnTo>
                <a:lnTo>
                  <a:pt x="737578" y="109538"/>
                </a:lnTo>
                <a:lnTo>
                  <a:pt x="756495" y="109538"/>
                </a:lnTo>
                <a:lnTo>
                  <a:pt x="775411" y="109538"/>
                </a:lnTo>
                <a:lnTo>
                  <a:pt x="794318" y="109538"/>
                </a:lnTo>
                <a:lnTo>
                  <a:pt x="813235" y="109538"/>
                </a:lnTo>
                <a:lnTo>
                  <a:pt x="832142" y="109538"/>
                </a:lnTo>
                <a:lnTo>
                  <a:pt x="851059" y="109538"/>
                </a:lnTo>
                <a:lnTo>
                  <a:pt x="869966" y="109538"/>
                </a:lnTo>
                <a:lnTo>
                  <a:pt x="888883" y="109538"/>
                </a:lnTo>
                <a:lnTo>
                  <a:pt x="907790" y="109538"/>
                </a:lnTo>
                <a:lnTo>
                  <a:pt x="926706" y="109538"/>
                </a:lnTo>
                <a:lnTo>
                  <a:pt x="945623" y="109538"/>
                </a:lnTo>
                <a:lnTo>
                  <a:pt x="964530" y="109538"/>
                </a:lnTo>
                <a:lnTo>
                  <a:pt x="983447" y="109538"/>
                </a:lnTo>
                <a:lnTo>
                  <a:pt x="1002354" y="109538"/>
                </a:lnTo>
                <a:lnTo>
                  <a:pt x="1021271" y="109538"/>
                </a:lnTo>
                <a:lnTo>
                  <a:pt x="1040178" y="109538"/>
                </a:lnTo>
                <a:lnTo>
                  <a:pt x="1059094" y="109538"/>
                </a:lnTo>
                <a:lnTo>
                  <a:pt x="1078001" y="109538"/>
                </a:lnTo>
                <a:lnTo>
                  <a:pt x="1096918" y="109538"/>
                </a:lnTo>
                <a:lnTo>
                  <a:pt x="1115825" y="109538"/>
                </a:lnTo>
                <a:lnTo>
                  <a:pt x="1134742" y="109538"/>
                </a:lnTo>
                <a:lnTo>
                  <a:pt x="1153658" y="109538"/>
                </a:lnTo>
                <a:lnTo>
                  <a:pt x="1172566" y="109538"/>
                </a:lnTo>
                <a:lnTo>
                  <a:pt x="1191482" y="109538"/>
                </a:lnTo>
                <a:lnTo>
                  <a:pt x="1210389" y="109538"/>
                </a:lnTo>
                <a:lnTo>
                  <a:pt x="1229306" y="109538"/>
                </a:lnTo>
                <a:lnTo>
                  <a:pt x="1248213" y="109538"/>
                </a:lnTo>
                <a:lnTo>
                  <a:pt x="1267130" y="109538"/>
                </a:lnTo>
                <a:lnTo>
                  <a:pt x="1286037" y="109538"/>
                </a:lnTo>
                <a:lnTo>
                  <a:pt x="1304954" y="109538"/>
                </a:lnTo>
                <a:lnTo>
                  <a:pt x="1323870" y="109538"/>
                </a:lnTo>
                <a:lnTo>
                  <a:pt x="1342777" y="109538"/>
                </a:lnTo>
                <a:lnTo>
                  <a:pt x="1361694" y="109538"/>
                </a:lnTo>
                <a:lnTo>
                  <a:pt x="1380601" y="109538"/>
                </a:lnTo>
                <a:lnTo>
                  <a:pt x="1399518" y="109538"/>
                </a:lnTo>
                <a:lnTo>
                  <a:pt x="1418425" y="109538"/>
                </a:lnTo>
                <a:lnTo>
                  <a:pt x="1437342" y="109538"/>
                </a:lnTo>
                <a:lnTo>
                  <a:pt x="1456249" y="109538"/>
                </a:lnTo>
                <a:lnTo>
                  <a:pt x="1475165" y="109538"/>
                </a:lnTo>
                <a:lnTo>
                  <a:pt x="1494072" y="109538"/>
                </a:lnTo>
                <a:lnTo>
                  <a:pt x="1512989" y="109538"/>
                </a:lnTo>
                <a:lnTo>
                  <a:pt x="1531906" y="109538"/>
                </a:lnTo>
                <a:lnTo>
                  <a:pt x="1550813" y="109538"/>
                </a:lnTo>
                <a:lnTo>
                  <a:pt x="1569730" y="109538"/>
                </a:lnTo>
                <a:lnTo>
                  <a:pt x="1588637" y="109538"/>
                </a:lnTo>
                <a:lnTo>
                  <a:pt x="1607553" y="109538"/>
                </a:lnTo>
                <a:lnTo>
                  <a:pt x="1626460" y="109538"/>
                </a:lnTo>
                <a:lnTo>
                  <a:pt x="1643910" y="104089"/>
                </a:lnTo>
                <a:lnTo>
                  <a:pt x="1660293" y="94631"/>
                </a:lnTo>
                <a:lnTo>
                  <a:pt x="1676667" y="85163"/>
                </a:lnTo>
                <a:lnTo>
                  <a:pt x="1693040" y="75705"/>
                </a:lnTo>
                <a:lnTo>
                  <a:pt x="1709414" y="66237"/>
                </a:lnTo>
                <a:lnTo>
                  <a:pt x="1725787" y="56779"/>
                </a:lnTo>
                <a:lnTo>
                  <a:pt x="1742161" y="47311"/>
                </a:lnTo>
                <a:lnTo>
                  <a:pt x="1758534" y="37852"/>
                </a:lnTo>
                <a:lnTo>
                  <a:pt x="1774917" y="28385"/>
                </a:lnTo>
                <a:lnTo>
                  <a:pt x="1791291" y="18926"/>
                </a:lnTo>
                <a:lnTo>
                  <a:pt x="1807664" y="9458"/>
                </a:lnTo>
                <a:lnTo>
                  <a:pt x="1824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5">
            <a:extLst xmlns:a="http://schemas.openxmlformats.org/drawingml/2006/main">
              <a:ext uri="{FF2B5EF4-FFF2-40B4-BE49-F238E27FC236}">
                <a16:creationId xmlns:a16="http://schemas.microsoft.com/office/drawing/2014/main" id="{E0DA8BFF-0B9E-4FB2-BAC3-5BA9F730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1123" y="3509963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BE59C051-9A65-4996-BC32-2ACDFE00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080" y="4567838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起步</a:t>
            </a:r>
          </a:p>
        </p:txBody>
      </p:sp>
      <p:sp>
        <p:nvSpPr>
          <p:cNvPr id="27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F1D6E879-1045-4BAD-8EDA-10C8EF36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080" y="4834833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形成可重复的基础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28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71A6ECE6-A07F-41E5-98C9-5AF76894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2705" y="535810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9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947C2643-76FF-4055-A4FB-4F87B17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7822" y="4069404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30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4C23489B-DD2E-4CDB-9D16-B7D935CC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7822" y="4336409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建立统一标准与职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责边界</a:t>
            </a:r>
          </a:p>
        </p:txBody>
      </p:sp>
      <p:sp>
        <p:nvSpPr>
          <p:cNvPr id="31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5B179E0E-D973-48C4-BCFD-4EF7504F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6447" y="485968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2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E116B4DD-EDB7-4E54-B2E3-26D0B309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1707" y="3570980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33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F11A2489-372D-4B3A-B4D1-7BBF313A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1707" y="3837984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把成熟方法沉淀为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共享能力</a:t>
            </a:r>
          </a:p>
        </p:txBody>
      </p:sp>
      <p:sp>
        <p:nvSpPr>
          <p:cNvPr id="34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4AC77E79-8D0E-48AD-BD2E-69741670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0332" y="4361259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E3F1F073-15BB-459F-A6D1-9B6A6C01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5449" y="3072555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36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63D5C014-A26A-482C-90C2-03FF3956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5449" y="3339551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跨角色形成稳定配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合机制</a:t>
            </a:r>
          </a:p>
        </p:txBody>
      </p:sp>
      <p:sp>
        <p:nvSpPr>
          <p:cNvPr id="37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D0D1DCA8-708D-4DE4-92FF-DA1E2C72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4074" y="386283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8" name="l5-text-heading">
            <a:extLst xmlns:a="http://schemas.openxmlformats.org/drawingml/2006/main">
              <a:ext uri="{FF2B5EF4-FFF2-40B4-BE49-F238E27FC236}">
                <a16:creationId xmlns:a16="http://schemas.microsoft.com/office/drawing/2014/main" id="{54B5E7E5-59E0-4A9B-9B0E-2489717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9191" y="2574131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优化</a:t>
            </a:r>
          </a:p>
        </p:txBody>
      </p:sp>
      <p:sp>
        <p:nvSpPr>
          <p:cNvPr id="39" name="l5-text-body">
            <a:extLst xmlns:a="http://schemas.openxmlformats.org/drawingml/2006/main">
              <a:ext uri="{FF2B5EF4-FFF2-40B4-BE49-F238E27FC236}">
                <a16:creationId xmlns:a16="http://schemas.microsoft.com/office/drawing/2014/main" id="{107F4F45-ACF6-418F-9B68-93AC1F1F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9191" y="2841127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依据反馈持续校准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效率</a:t>
            </a:r>
          </a:p>
        </p:txBody>
      </p:sp>
      <p:sp>
        <p:nvSpPr>
          <p:cNvPr id="40" name="maturity-level-index-5">
            <a:extLst xmlns:a="http://schemas.openxmlformats.org/drawingml/2006/main">
              <a:ext uri="{FF2B5EF4-FFF2-40B4-BE49-F238E27FC236}">
                <a16:creationId xmlns:a16="http://schemas.microsoft.com/office/drawing/2014/main" id="{C641281A-D369-4050-AE96-9D6FA3D8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7816" y="3364411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1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E998FA8E-A09F-47F0-A6DE-0EAC2340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4132" y="4818459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42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6460C4EC-7F2C-4F66-AB2D-EF5A9290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1616" y="3821611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88106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2026-08-27T00:25:10.3590000Z</dcterms:created>
  <dcterms:modified xsi:type="dcterms:W3CDTF">2026-08-27T00:25:10.3590000Z</dcterms:modified>
</coreProperties>
</file>