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12cc7bdbe4968" /><Relationship Type="http://schemas.openxmlformats.org/officeDocument/2006/relationships/extended-properties" Target="/docProps/app.xml" Id="Rd2fde92494ed40f8" /><Relationship Type="http://schemas.openxmlformats.org/officeDocument/2006/relationships/officeDocument" Target="/ppt/presentation.xml" Id="R3a9ad3dbf0e844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25f2f83fa54aec"/>
  </p:sldMasterIdLst>
  <p:notesMasterIdLst>
    <p:notesMasterId xmlns:r="http://schemas.openxmlformats.org/officeDocument/2006/relationships" r:id="R31a435c99f6c4870"/>
  </p:notesMasterIdLst>
  <p:sldIdLst>
    <p:sldId xmlns:r="http://schemas.openxmlformats.org/officeDocument/2006/relationships" id="256" r:id="R0a4ada9c8d074d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c4094eb56b4493" /><Relationship Type="http://schemas.openxmlformats.org/officeDocument/2006/relationships/slideMaster" Target="/ppt/slideMasters/slideMaster1.xml" Id="R8325f2f83fa54aec" /><Relationship Type="http://schemas.openxmlformats.org/officeDocument/2006/relationships/notesMaster" Target="/ppt/notesMasters/notesMaster1.xml" Id="R31a435c99f6c4870" /><Relationship Type="http://schemas.openxmlformats.org/officeDocument/2006/relationships/presProps" Target="/ppt/presProps.xml" Id="Ra24e614c9b97450d" /><Relationship Type="http://schemas.openxmlformats.org/officeDocument/2006/relationships/tableStyles" Target="/ppt/tableStyles.xml" Id="R4e57dbb422a04ae3" /><Relationship Type="http://schemas.openxmlformats.org/officeDocument/2006/relationships/slide" Target="/ppt/slides/slide1.xml" Id="R0a4ada9c8d074d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3bae1a51ab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6071cc6c3b4711" /><Relationship Type="http://schemas.openxmlformats.org/officeDocument/2006/relationships/notesMaster" Target="/ppt/notesMasters/notesMaster1.xml" Id="R705a634d057c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b3cc3358b49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a8752a31d4359" /><Relationship Type="http://schemas.openxmlformats.org/officeDocument/2006/relationships/slideLayout" Target="/ppt/slideLayouts/slideLayout1.xml" Id="R4b526d43c9b54c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26d43c9b54c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887784e7a46a1" /><Relationship Type="http://schemas.openxmlformats.org/officeDocument/2006/relationships/notesSlide" Target="/ppt/notesSlides/notesSlide1.xml" Id="R0178f071a613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flow-bank">
            <a:extLst xmlns:a="http://schemas.openxmlformats.org/drawingml/2006/main">
              <a:ext uri="{FF2B5EF4-FFF2-40B4-BE49-F238E27FC236}">
                <a16:creationId xmlns:a16="http://schemas.microsoft.com/office/drawing/2014/main" id="{839D2AD0-DA7B-4628-9020-457046C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6F1"/>
            </a:solidFill>
            <a:prstDash val="solid"/>
          </a:ln>
        </p:spPr>
      </p:sp>
      <p:sp>
        <p:nvSpPr>
          <p:cNvPr id="2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02AFDE2F-9092-478A-9117-6D5BC196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368127"/>
            <a:ext cx="2497893" cy="1551242"/>
          </a:xfrm>
          <a:custGeom xmlns:a="http://schemas.openxmlformats.org/drawingml/2006/main">
            <a:pathLst>
              <a:path w="2497893" h="1551242">
                <a:moveTo>
                  <a:pt x="0" y="1401166"/>
                </a:moveTo>
                <a:lnTo>
                  <a:pt x="26956" y="1408186"/>
                </a:lnTo>
                <a:lnTo>
                  <a:pt x="53912" y="1415205"/>
                </a:lnTo>
                <a:lnTo>
                  <a:pt x="80858" y="1422235"/>
                </a:lnTo>
                <a:lnTo>
                  <a:pt x="107813" y="1429255"/>
                </a:lnTo>
                <a:lnTo>
                  <a:pt x="134769" y="1436275"/>
                </a:lnTo>
                <a:lnTo>
                  <a:pt x="161725" y="1443304"/>
                </a:lnTo>
                <a:lnTo>
                  <a:pt x="188681" y="1450324"/>
                </a:lnTo>
                <a:lnTo>
                  <a:pt x="215627" y="1457354"/>
                </a:lnTo>
                <a:lnTo>
                  <a:pt x="242583" y="1464374"/>
                </a:lnTo>
                <a:lnTo>
                  <a:pt x="269538" y="1471393"/>
                </a:lnTo>
                <a:lnTo>
                  <a:pt x="296494" y="1478423"/>
                </a:lnTo>
                <a:lnTo>
                  <a:pt x="323450" y="1485443"/>
                </a:lnTo>
                <a:lnTo>
                  <a:pt x="350406" y="1492472"/>
                </a:lnTo>
                <a:lnTo>
                  <a:pt x="377352" y="1499492"/>
                </a:lnTo>
                <a:lnTo>
                  <a:pt x="404308" y="1506512"/>
                </a:lnTo>
                <a:lnTo>
                  <a:pt x="431368" y="1512951"/>
                </a:lnTo>
                <a:lnTo>
                  <a:pt x="459095" y="1515570"/>
                </a:lnTo>
                <a:lnTo>
                  <a:pt x="486832" y="1518190"/>
                </a:lnTo>
                <a:lnTo>
                  <a:pt x="514560" y="1520809"/>
                </a:lnTo>
                <a:lnTo>
                  <a:pt x="542287" y="1523429"/>
                </a:lnTo>
                <a:lnTo>
                  <a:pt x="570024" y="1526048"/>
                </a:lnTo>
                <a:lnTo>
                  <a:pt x="597751" y="1528667"/>
                </a:lnTo>
                <a:lnTo>
                  <a:pt x="625478" y="1531287"/>
                </a:lnTo>
                <a:lnTo>
                  <a:pt x="653215" y="1533906"/>
                </a:lnTo>
                <a:lnTo>
                  <a:pt x="680942" y="1536525"/>
                </a:lnTo>
                <a:lnTo>
                  <a:pt x="708670" y="1539154"/>
                </a:lnTo>
                <a:lnTo>
                  <a:pt x="736406" y="1541774"/>
                </a:lnTo>
                <a:lnTo>
                  <a:pt x="764134" y="1544393"/>
                </a:lnTo>
                <a:lnTo>
                  <a:pt x="791861" y="1547012"/>
                </a:lnTo>
                <a:lnTo>
                  <a:pt x="819598" y="1549632"/>
                </a:lnTo>
                <a:lnTo>
                  <a:pt x="847334" y="1551242"/>
                </a:lnTo>
                <a:lnTo>
                  <a:pt x="875128" y="1549413"/>
                </a:lnTo>
                <a:lnTo>
                  <a:pt x="902922" y="1547584"/>
                </a:lnTo>
                <a:lnTo>
                  <a:pt x="930716" y="1545755"/>
                </a:lnTo>
                <a:lnTo>
                  <a:pt x="958510" y="1543917"/>
                </a:lnTo>
                <a:lnTo>
                  <a:pt x="986304" y="1542088"/>
                </a:lnTo>
                <a:lnTo>
                  <a:pt x="1014098" y="1540259"/>
                </a:lnTo>
                <a:lnTo>
                  <a:pt x="1041892" y="1538430"/>
                </a:lnTo>
                <a:lnTo>
                  <a:pt x="1069686" y="1536602"/>
                </a:lnTo>
                <a:lnTo>
                  <a:pt x="1097480" y="1534773"/>
                </a:lnTo>
                <a:lnTo>
                  <a:pt x="1125274" y="1532944"/>
                </a:lnTo>
                <a:lnTo>
                  <a:pt x="1153068" y="1531106"/>
                </a:lnTo>
                <a:lnTo>
                  <a:pt x="1180862" y="1529277"/>
                </a:lnTo>
                <a:lnTo>
                  <a:pt x="1208656" y="1527448"/>
                </a:lnTo>
                <a:lnTo>
                  <a:pt x="1236355" y="1524905"/>
                </a:lnTo>
                <a:lnTo>
                  <a:pt x="1263577" y="1518999"/>
                </a:lnTo>
                <a:lnTo>
                  <a:pt x="1290790" y="1513094"/>
                </a:lnTo>
                <a:lnTo>
                  <a:pt x="1318012" y="1507188"/>
                </a:lnTo>
                <a:lnTo>
                  <a:pt x="1345235" y="1501283"/>
                </a:lnTo>
                <a:lnTo>
                  <a:pt x="1372457" y="1495377"/>
                </a:lnTo>
                <a:lnTo>
                  <a:pt x="1399680" y="1489472"/>
                </a:lnTo>
                <a:lnTo>
                  <a:pt x="1426902" y="1483566"/>
                </a:lnTo>
                <a:lnTo>
                  <a:pt x="1454115" y="1477661"/>
                </a:lnTo>
                <a:lnTo>
                  <a:pt x="1481338" y="1471755"/>
                </a:lnTo>
                <a:lnTo>
                  <a:pt x="1508560" y="1465850"/>
                </a:lnTo>
                <a:lnTo>
                  <a:pt x="1535782" y="1459944"/>
                </a:lnTo>
                <a:lnTo>
                  <a:pt x="1563005" y="1454039"/>
                </a:lnTo>
                <a:lnTo>
                  <a:pt x="1590227" y="1448143"/>
                </a:lnTo>
                <a:lnTo>
                  <a:pt x="1616554" y="1439094"/>
                </a:lnTo>
                <a:lnTo>
                  <a:pt x="1642843" y="1429874"/>
                </a:lnTo>
                <a:lnTo>
                  <a:pt x="1669123" y="1420654"/>
                </a:lnTo>
                <a:lnTo>
                  <a:pt x="1695412" y="1411434"/>
                </a:lnTo>
                <a:lnTo>
                  <a:pt x="1721691" y="1402213"/>
                </a:lnTo>
                <a:lnTo>
                  <a:pt x="1747980" y="1392993"/>
                </a:lnTo>
                <a:lnTo>
                  <a:pt x="1774260" y="1383782"/>
                </a:lnTo>
                <a:lnTo>
                  <a:pt x="1800549" y="1374562"/>
                </a:lnTo>
                <a:lnTo>
                  <a:pt x="1826828" y="1365342"/>
                </a:lnTo>
                <a:lnTo>
                  <a:pt x="1853117" y="1356122"/>
                </a:lnTo>
                <a:lnTo>
                  <a:pt x="1879397" y="1346902"/>
                </a:lnTo>
                <a:lnTo>
                  <a:pt x="1905686" y="1337691"/>
                </a:lnTo>
                <a:lnTo>
                  <a:pt x="1931537" y="1327394"/>
                </a:lnTo>
                <a:lnTo>
                  <a:pt x="1956854" y="1315783"/>
                </a:lnTo>
                <a:lnTo>
                  <a:pt x="1982172" y="1304163"/>
                </a:lnTo>
                <a:lnTo>
                  <a:pt x="2007479" y="1292552"/>
                </a:lnTo>
                <a:lnTo>
                  <a:pt x="2032797" y="1280932"/>
                </a:lnTo>
                <a:lnTo>
                  <a:pt x="2058114" y="1269311"/>
                </a:lnTo>
                <a:lnTo>
                  <a:pt x="2083432" y="1257700"/>
                </a:lnTo>
                <a:lnTo>
                  <a:pt x="2108749" y="1246080"/>
                </a:lnTo>
                <a:lnTo>
                  <a:pt x="2134067" y="1234469"/>
                </a:lnTo>
                <a:lnTo>
                  <a:pt x="2159384" y="1222848"/>
                </a:lnTo>
                <a:lnTo>
                  <a:pt x="2184692" y="1211237"/>
                </a:lnTo>
                <a:lnTo>
                  <a:pt x="2210010" y="1199617"/>
                </a:lnTo>
                <a:lnTo>
                  <a:pt x="2234898" y="1187139"/>
                </a:lnTo>
                <a:lnTo>
                  <a:pt x="2259454" y="1173985"/>
                </a:lnTo>
                <a:lnTo>
                  <a:pt x="2284009" y="1160831"/>
                </a:lnTo>
                <a:lnTo>
                  <a:pt x="2308555" y="1147677"/>
                </a:lnTo>
                <a:lnTo>
                  <a:pt x="2333111" y="1134523"/>
                </a:lnTo>
                <a:lnTo>
                  <a:pt x="2357657" y="1121369"/>
                </a:lnTo>
                <a:lnTo>
                  <a:pt x="2382212" y="1108205"/>
                </a:lnTo>
                <a:lnTo>
                  <a:pt x="2406767" y="1095051"/>
                </a:lnTo>
                <a:lnTo>
                  <a:pt x="2431313" y="1081897"/>
                </a:lnTo>
                <a:lnTo>
                  <a:pt x="2455869" y="1068743"/>
                </a:lnTo>
                <a:lnTo>
                  <a:pt x="2480415" y="1055589"/>
                </a:lnTo>
                <a:lnTo>
                  <a:pt x="2497893" y="1040225"/>
                </a:lnTo>
                <a:lnTo>
                  <a:pt x="2485149" y="1015460"/>
                </a:lnTo>
                <a:lnTo>
                  <a:pt x="2472404" y="990695"/>
                </a:lnTo>
                <a:lnTo>
                  <a:pt x="2459660" y="965930"/>
                </a:lnTo>
                <a:lnTo>
                  <a:pt x="2446915" y="941156"/>
                </a:lnTo>
                <a:lnTo>
                  <a:pt x="2434171" y="916391"/>
                </a:lnTo>
                <a:lnTo>
                  <a:pt x="2421426" y="891626"/>
                </a:lnTo>
                <a:lnTo>
                  <a:pt x="2408682" y="866861"/>
                </a:lnTo>
                <a:lnTo>
                  <a:pt x="2395938" y="842086"/>
                </a:lnTo>
                <a:lnTo>
                  <a:pt x="2383193" y="817321"/>
                </a:lnTo>
                <a:lnTo>
                  <a:pt x="2370449" y="792556"/>
                </a:lnTo>
                <a:lnTo>
                  <a:pt x="2357704" y="767791"/>
                </a:lnTo>
                <a:lnTo>
                  <a:pt x="2344960" y="743017"/>
                </a:lnTo>
                <a:lnTo>
                  <a:pt x="2332215" y="718252"/>
                </a:lnTo>
                <a:lnTo>
                  <a:pt x="2319471" y="693487"/>
                </a:lnTo>
                <a:lnTo>
                  <a:pt x="2306726" y="668722"/>
                </a:lnTo>
                <a:lnTo>
                  <a:pt x="2293982" y="643947"/>
                </a:lnTo>
                <a:lnTo>
                  <a:pt x="2281238" y="619182"/>
                </a:lnTo>
                <a:lnTo>
                  <a:pt x="2268493" y="594417"/>
                </a:lnTo>
                <a:lnTo>
                  <a:pt x="2255749" y="569652"/>
                </a:lnTo>
                <a:lnTo>
                  <a:pt x="2243004" y="544878"/>
                </a:lnTo>
                <a:lnTo>
                  <a:pt x="2230260" y="520113"/>
                </a:lnTo>
                <a:lnTo>
                  <a:pt x="2217515" y="495348"/>
                </a:lnTo>
                <a:lnTo>
                  <a:pt x="2204771" y="470583"/>
                </a:lnTo>
                <a:lnTo>
                  <a:pt x="2192026" y="445808"/>
                </a:lnTo>
                <a:lnTo>
                  <a:pt x="2179282" y="421043"/>
                </a:lnTo>
                <a:lnTo>
                  <a:pt x="2166537" y="396278"/>
                </a:lnTo>
                <a:lnTo>
                  <a:pt x="2153793" y="371513"/>
                </a:lnTo>
                <a:lnTo>
                  <a:pt x="2141049" y="346739"/>
                </a:lnTo>
                <a:lnTo>
                  <a:pt x="2128304" y="321974"/>
                </a:lnTo>
                <a:lnTo>
                  <a:pt x="2115560" y="297209"/>
                </a:lnTo>
                <a:lnTo>
                  <a:pt x="2102815" y="272444"/>
                </a:lnTo>
                <a:lnTo>
                  <a:pt x="2090071" y="247669"/>
                </a:lnTo>
                <a:lnTo>
                  <a:pt x="2077326" y="222904"/>
                </a:lnTo>
                <a:lnTo>
                  <a:pt x="2064582" y="198139"/>
                </a:lnTo>
                <a:lnTo>
                  <a:pt x="2051837" y="173374"/>
                </a:lnTo>
                <a:lnTo>
                  <a:pt x="2039093" y="148600"/>
                </a:lnTo>
                <a:lnTo>
                  <a:pt x="2026349" y="123835"/>
                </a:lnTo>
                <a:lnTo>
                  <a:pt x="2013604" y="99070"/>
                </a:lnTo>
                <a:lnTo>
                  <a:pt x="2000860" y="74305"/>
                </a:lnTo>
                <a:lnTo>
                  <a:pt x="1988115" y="49540"/>
                </a:lnTo>
                <a:lnTo>
                  <a:pt x="1975371" y="24765"/>
                </a:lnTo>
                <a:lnTo>
                  <a:pt x="1962626" y="0"/>
                </a:lnTo>
                <a:lnTo>
                  <a:pt x="1937595" y="9868"/>
                </a:lnTo>
                <a:lnTo>
                  <a:pt x="1912087" y="21069"/>
                </a:lnTo>
                <a:lnTo>
                  <a:pt x="1886588" y="32271"/>
                </a:lnTo>
                <a:lnTo>
                  <a:pt x="1861090" y="43472"/>
                </a:lnTo>
                <a:lnTo>
                  <a:pt x="1835582" y="54674"/>
                </a:lnTo>
                <a:lnTo>
                  <a:pt x="1810083" y="65875"/>
                </a:lnTo>
                <a:lnTo>
                  <a:pt x="1784575" y="77076"/>
                </a:lnTo>
                <a:lnTo>
                  <a:pt x="1759077" y="88278"/>
                </a:lnTo>
                <a:lnTo>
                  <a:pt x="1733569" y="99479"/>
                </a:lnTo>
                <a:lnTo>
                  <a:pt x="1707785" y="109976"/>
                </a:lnTo>
                <a:lnTo>
                  <a:pt x="1681639" y="119577"/>
                </a:lnTo>
                <a:lnTo>
                  <a:pt x="1655493" y="129169"/>
                </a:lnTo>
                <a:lnTo>
                  <a:pt x="1629347" y="138770"/>
                </a:lnTo>
                <a:lnTo>
                  <a:pt x="1603200" y="148371"/>
                </a:lnTo>
                <a:lnTo>
                  <a:pt x="1577045" y="157963"/>
                </a:lnTo>
                <a:lnTo>
                  <a:pt x="1550899" y="167564"/>
                </a:lnTo>
                <a:lnTo>
                  <a:pt x="1524752" y="177165"/>
                </a:lnTo>
                <a:lnTo>
                  <a:pt x="1498606" y="186766"/>
                </a:lnTo>
                <a:lnTo>
                  <a:pt x="1471803" y="194253"/>
                </a:lnTo>
                <a:lnTo>
                  <a:pt x="1444838" y="201244"/>
                </a:lnTo>
                <a:lnTo>
                  <a:pt x="1417872" y="208226"/>
                </a:lnTo>
                <a:lnTo>
                  <a:pt x="1390907" y="215217"/>
                </a:lnTo>
                <a:lnTo>
                  <a:pt x="1363942" y="222199"/>
                </a:lnTo>
                <a:lnTo>
                  <a:pt x="1336977" y="229191"/>
                </a:lnTo>
                <a:lnTo>
                  <a:pt x="1310021" y="236172"/>
                </a:lnTo>
                <a:lnTo>
                  <a:pt x="1283027" y="243040"/>
                </a:lnTo>
                <a:lnTo>
                  <a:pt x="1255414" y="246650"/>
                </a:lnTo>
                <a:lnTo>
                  <a:pt x="1227792" y="250250"/>
                </a:lnTo>
                <a:lnTo>
                  <a:pt x="1200169" y="253851"/>
                </a:lnTo>
                <a:lnTo>
                  <a:pt x="1172547" y="257451"/>
                </a:lnTo>
                <a:lnTo>
                  <a:pt x="1144934" y="261061"/>
                </a:lnTo>
                <a:lnTo>
                  <a:pt x="1117311" y="264662"/>
                </a:lnTo>
                <a:lnTo>
                  <a:pt x="1089689" y="268262"/>
                </a:lnTo>
                <a:lnTo>
                  <a:pt x="1061866" y="268148"/>
                </a:lnTo>
                <a:lnTo>
                  <a:pt x="1034015" y="267595"/>
                </a:lnTo>
                <a:lnTo>
                  <a:pt x="1006164" y="267043"/>
                </a:lnTo>
                <a:lnTo>
                  <a:pt x="978322" y="266490"/>
                </a:lnTo>
                <a:lnTo>
                  <a:pt x="950471" y="265938"/>
                </a:lnTo>
                <a:lnTo>
                  <a:pt x="922620" y="265386"/>
                </a:lnTo>
                <a:lnTo>
                  <a:pt x="894779" y="264833"/>
                </a:lnTo>
                <a:lnTo>
                  <a:pt x="867366" y="259880"/>
                </a:lnTo>
                <a:lnTo>
                  <a:pt x="839972" y="254860"/>
                </a:lnTo>
                <a:lnTo>
                  <a:pt x="812568" y="249850"/>
                </a:lnTo>
                <a:lnTo>
                  <a:pt x="785174" y="244831"/>
                </a:lnTo>
                <a:lnTo>
                  <a:pt x="757771" y="239811"/>
                </a:lnTo>
                <a:lnTo>
                  <a:pt x="730377" y="234801"/>
                </a:lnTo>
                <a:lnTo>
                  <a:pt x="702983" y="229781"/>
                </a:lnTo>
                <a:lnTo>
                  <a:pt x="676189" y="222447"/>
                </a:lnTo>
                <a:lnTo>
                  <a:pt x="649824" y="213436"/>
                </a:lnTo>
                <a:lnTo>
                  <a:pt x="623468" y="204435"/>
                </a:lnTo>
                <a:lnTo>
                  <a:pt x="597113" y="195424"/>
                </a:lnTo>
                <a:lnTo>
                  <a:pt x="570757" y="186423"/>
                </a:lnTo>
                <a:lnTo>
                  <a:pt x="544392" y="177413"/>
                </a:lnTo>
                <a:lnTo>
                  <a:pt x="518036" y="168412"/>
                </a:lnTo>
                <a:lnTo>
                  <a:pt x="491681" y="159401"/>
                </a:lnTo>
                <a:lnTo>
                  <a:pt x="465325" y="150400"/>
                </a:lnTo>
                <a:lnTo>
                  <a:pt x="454133" y="173317"/>
                </a:lnTo>
                <a:lnTo>
                  <a:pt x="444475" y="199444"/>
                </a:lnTo>
                <a:lnTo>
                  <a:pt x="434807" y="225562"/>
                </a:lnTo>
                <a:lnTo>
                  <a:pt x="425148" y="251689"/>
                </a:lnTo>
                <a:lnTo>
                  <a:pt x="415481" y="277816"/>
                </a:lnTo>
                <a:lnTo>
                  <a:pt x="405822" y="303933"/>
                </a:lnTo>
                <a:lnTo>
                  <a:pt x="396164" y="330060"/>
                </a:lnTo>
                <a:lnTo>
                  <a:pt x="386496" y="356187"/>
                </a:lnTo>
                <a:lnTo>
                  <a:pt x="376838" y="382314"/>
                </a:lnTo>
                <a:lnTo>
                  <a:pt x="367170" y="408432"/>
                </a:lnTo>
                <a:lnTo>
                  <a:pt x="357511" y="434559"/>
                </a:lnTo>
                <a:lnTo>
                  <a:pt x="347843" y="460686"/>
                </a:lnTo>
                <a:lnTo>
                  <a:pt x="338185" y="486804"/>
                </a:lnTo>
                <a:lnTo>
                  <a:pt x="328527" y="512931"/>
                </a:lnTo>
                <a:lnTo>
                  <a:pt x="318859" y="539058"/>
                </a:lnTo>
                <a:lnTo>
                  <a:pt x="309201" y="565185"/>
                </a:lnTo>
                <a:lnTo>
                  <a:pt x="299533" y="591302"/>
                </a:lnTo>
                <a:lnTo>
                  <a:pt x="289874" y="617430"/>
                </a:lnTo>
                <a:lnTo>
                  <a:pt x="280206" y="643557"/>
                </a:lnTo>
                <a:lnTo>
                  <a:pt x="270548" y="669674"/>
                </a:lnTo>
                <a:lnTo>
                  <a:pt x="260890" y="695801"/>
                </a:lnTo>
                <a:lnTo>
                  <a:pt x="251222" y="721928"/>
                </a:lnTo>
                <a:lnTo>
                  <a:pt x="241564" y="748055"/>
                </a:lnTo>
                <a:lnTo>
                  <a:pt x="231896" y="774173"/>
                </a:lnTo>
                <a:lnTo>
                  <a:pt x="222237" y="800300"/>
                </a:lnTo>
                <a:lnTo>
                  <a:pt x="212569" y="826427"/>
                </a:lnTo>
                <a:lnTo>
                  <a:pt x="202911" y="852554"/>
                </a:lnTo>
                <a:lnTo>
                  <a:pt x="193253" y="878672"/>
                </a:lnTo>
                <a:lnTo>
                  <a:pt x="183585" y="904799"/>
                </a:lnTo>
                <a:lnTo>
                  <a:pt x="173927" y="930926"/>
                </a:lnTo>
                <a:lnTo>
                  <a:pt x="164259" y="957043"/>
                </a:lnTo>
                <a:lnTo>
                  <a:pt x="154600" y="983171"/>
                </a:lnTo>
                <a:lnTo>
                  <a:pt x="144932" y="1009298"/>
                </a:lnTo>
                <a:lnTo>
                  <a:pt x="135274" y="1035415"/>
                </a:lnTo>
                <a:lnTo>
                  <a:pt x="125616" y="1061542"/>
                </a:lnTo>
                <a:lnTo>
                  <a:pt x="115948" y="1087669"/>
                </a:lnTo>
                <a:lnTo>
                  <a:pt x="106289" y="1113796"/>
                </a:lnTo>
                <a:lnTo>
                  <a:pt x="96622" y="1139914"/>
                </a:lnTo>
                <a:lnTo>
                  <a:pt x="86963" y="1166041"/>
                </a:lnTo>
                <a:lnTo>
                  <a:pt x="77295" y="1192168"/>
                </a:lnTo>
                <a:lnTo>
                  <a:pt x="67637" y="1218295"/>
                </a:lnTo>
                <a:lnTo>
                  <a:pt x="57979" y="1244413"/>
                </a:lnTo>
                <a:lnTo>
                  <a:pt x="48311" y="1270540"/>
                </a:lnTo>
                <a:lnTo>
                  <a:pt x="38652" y="1296667"/>
                </a:lnTo>
                <a:lnTo>
                  <a:pt x="28985" y="1322784"/>
                </a:lnTo>
                <a:lnTo>
                  <a:pt x="19326" y="1348911"/>
                </a:lnTo>
                <a:lnTo>
                  <a:pt x="9658" y="1375039"/>
                </a:lnTo>
                <a:lnTo>
                  <a:pt x="0" y="1401166"/>
                </a:lnTo>
                <a:close/>
              </a:path>
            </a:pathLst>
          </a:custGeom>
          <a:solidFill xmlns:a="http://schemas.openxmlformats.org/drawingml/2006/main">
            <a:srgbClr val="EEF4F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938E5F06-775C-4CC7-AB9C-DCB9C96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226" y="3643951"/>
            <a:ext cx="2341721" cy="1769107"/>
          </a:xfrm>
          <a:custGeom xmlns:a="http://schemas.openxmlformats.org/drawingml/2006/main">
            <a:pathLst>
              <a:path w="2341721" h="1769107">
                <a:moveTo>
                  <a:pt x="530304" y="1769107"/>
                </a:moveTo>
                <a:lnTo>
                  <a:pt x="554241" y="1755362"/>
                </a:lnTo>
                <a:lnTo>
                  <a:pt x="578177" y="1741627"/>
                </a:lnTo>
                <a:lnTo>
                  <a:pt x="602104" y="1727892"/>
                </a:lnTo>
                <a:lnTo>
                  <a:pt x="626040" y="1714148"/>
                </a:lnTo>
                <a:lnTo>
                  <a:pt x="649976" y="1700413"/>
                </a:lnTo>
                <a:lnTo>
                  <a:pt x="673903" y="1686677"/>
                </a:lnTo>
                <a:lnTo>
                  <a:pt x="697840" y="1672942"/>
                </a:lnTo>
                <a:lnTo>
                  <a:pt x="721776" y="1659198"/>
                </a:lnTo>
                <a:lnTo>
                  <a:pt x="745703" y="1645463"/>
                </a:lnTo>
                <a:lnTo>
                  <a:pt x="769639" y="1631728"/>
                </a:lnTo>
                <a:lnTo>
                  <a:pt x="793575" y="1617983"/>
                </a:lnTo>
                <a:lnTo>
                  <a:pt x="817474" y="1604200"/>
                </a:lnTo>
                <a:lnTo>
                  <a:pt x="841381" y="1590418"/>
                </a:lnTo>
                <a:lnTo>
                  <a:pt x="865289" y="1576626"/>
                </a:lnTo>
                <a:lnTo>
                  <a:pt x="889187" y="1562843"/>
                </a:lnTo>
                <a:lnTo>
                  <a:pt x="913095" y="1549051"/>
                </a:lnTo>
                <a:lnTo>
                  <a:pt x="937003" y="1535268"/>
                </a:lnTo>
                <a:lnTo>
                  <a:pt x="960901" y="1521476"/>
                </a:lnTo>
                <a:lnTo>
                  <a:pt x="984809" y="1507684"/>
                </a:lnTo>
                <a:lnTo>
                  <a:pt x="1008717" y="1493901"/>
                </a:lnTo>
                <a:lnTo>
                  <a:pt x="1032615" y="1480109"/>
                </a:lnTo>
                <a:lnTo>
                  <a:pt x="1056665" y="1466574"/>
                </a:lnTo>
                <a:lnTo>
                  <a:pt x="1080983" y="1453534"/>
                </a:lnTo>
                <a:lnTo>
                  <a:pt x="1105300" y="1440485"/>
                </a:lnTo>
                <a:lnTo>
                  <a:pt x="1129617" y="1427445"/>
                </a:lnTo>
                <a:lnTo>
                  <a:pt x="1153935" y="1414396"/>
                </a:lnTo>
                <a:lnTo>
                  <a:pt x="1178252" y="1401356"/>
                </a:lnTo>
                <a:lnTo>
                  <a:pt x="1202569" y="1388307"/>
                </a:lnTo>
                <a:lnTo>
                  <a:pt x="1226887" y="1375267"/>
                </a:lnTo>
                <a:lnTo>
                  <a:pt x="1251204" y="1362218"/>
                </a:lnTo>
                <a:lnTo>
                  <a:pt x="1275521" y="1349178"/>
                </a:lnTo>
                <a:lnTo>
                  <a:pt x="1299915" y="1336281"/>
                </a:lnTo>
                <a:lnTo>
                  <a:pt x="1324880" y="1324518"/>
                </a:lnTo>
                <a:lnTo>
                  <a:pt x="1349845" y="1312755"/>
                </a:lnTo>
                <a:lnTo>
                  <a:pt x="1374800" y="1300991"/>
                </a:lnTo>
                <a:lnTo>
                  <a:pt x="1399765" y="1289228"/>
                </a:lnTo>
                <a:lnTo>
                  <a:pt x="1424730" y="1277464"/>
                </a:lnTo>
                <a:lnTo>
                  <a:pt x="1449686" y="1265692"/>
                </a:lnTo>
                <a:lnTo>
                  <a:pt x="1474651" y="1253928"/>
                </a:lnTo>
                <a:lnTo>
                  <a:pt x="1499616" y="1242165"/>
                </a:lnTo>
                <a:lnTo>
                  <a:pt x="1524581" y="1230401"/>
                </a:lnTo>
                <a:lnTo>
                  <a:pt x="1549679" y="1218962"/>
                </a:lnTo>
                <a:lnTo>
                  <a:pt x="1575502" y="1209246"/>
                </a:lnTo>
                <a:lnTo>
                  <a:pt x="1601333" y="1199540"/>
                </a:lnTo>
                <a:lnTo>
                  <a:pt x="1627165" y="1189825"/>
                </a:lnTo>
                <a:lnTo>
                  <a:pt x="1652997" y="1180119"/>
                </a:lnTo>
                <a:lnTo>
                  <a:pt x="1678829" y="1170403"/>
                </a:lnTo>
                <a:lnTo>
                  <a:pt x="1704661" y="1160697"/>
                </a:lnTo>
                <a:lnTo>
                  <a:pt x="1730492" y="1150982"/>
                </a:lnTo>
                <a:lnTo>
                  <a:pt x="1756324" y="1141276"/>
                </a:lnTo>
                <a:lnTo>
                  <a:pt x="1782147" y="1131560"/>
                </a:lnTo>
                <a:lnTo>
                  <a:pt x="1808283" y="1122797"/>
                </a:lnTo>
                <a:lnTo>
                  <a:pt x="1834982" y="1115806"/>
                </a:lnTo>
                <a:lnTo>
                  <a:pt x="1861671" y="1108815"/>
                </a:lnTo>
                <a:lnTo>
                  <a:pt x="1888369" y="1101823"/>
                </a:lnTo>
                <a:lnTo>
                  <a:pt x="1915068" y="1094832"/>
                </a:lnTo>
                <a:lnTo>
                  <a:pt x="1941757" y="1087850"/>
                </a:lnTo>
                <a:lnTo>
                  <a:pt x="1968456" y="1080859"/>
                </a:lnTo>
                <a:lnTo>
                  <a:pt x="1995154" y="1073868"/>
                </a:lnTo>
                <a:lnTo>
                  <a:pt x="2021853" y="1066876"/>
                </a:lnTo>
                <a:lnTo>
                  <a:pt x="2048542" y="1059885"/>
                </a:lnTo>
                <a:lnTo>
                  <a:pt x="2075583" y="1054608"/>
                </a:lnTo>
                <a:lnTo>
                  <a:pt x="2102910" y="1050808"/>
                </a:lnTo>
                <a:lnTo>
                  <a:pt x="2130247" y="1047007"/>
                </a:lnTo>
                <a:lnTo>
                  <a:pt x="2157574" y="1043207"/>
                </a:lnTo>
                <a:lnTo>
                  <a:pt x="2184911" y="1039406"/>
                </a:lnTo>
                <a:lnTo>
                  <a:pt x="2212248" y="1035606"/>
                </a:lnTo>
                <a:lnTo>
                  <a:pt x="2239575" y="1031815"/>
                </a:lnTo>
                <a:lnTo>
                  <a:pt x="2266912" y="1028014"/>
                </a:lnTo>
                <a:lnTo>
                  <a:pt x="2294239" y="1024214"/>
                </a:lnTo>
                <a:lnTo>
                  <a:pt x="2321576" y="1020413"/>
                </a:lnTo>
                <a:lnTo>
                  <a:pt x="2341721" y="1010574"/>
                </a:lnTo>
                <a:lnTo>
                  <a:pt x="2340769" y="982990"/>
                </a:lnTo>
                <a:lnTo>
                  <a:pt x="2339807" y="955415"/>
                </a:lnTo>
                <a:lnTo>
                  <a:pt x="2338854" y="927830"/>
                </a:lnTo>
                <a:lnTo>
                  <a:pt x="2337902" y="900255"/>
                </a:lnTo>
                <a:lnTo>
                  <a:pt x="2336949" y="872681"/>
                </a:lnTo>
                <a:lnTo>
                  <a:pt x="2335997" y="845096"/>
                </a:lnTo>
                <a:lnTo>
                  <a:pt x="2335035" y="817521"/>
                </a:lnTo>
                <a:lnTo>
                  <a:pt x="2334082" y="789937"/>
                </a:lnTo>
                <a:lnTo>
                  <a:pt x="2333130" y="762362"/>
                </a:lnTo>
                <a:lnTo>
                  <a:pt x="2332177" y="734778"/>
                </a:lnTo>
                <a:lnTo>
                  <a:pt x="2331215" y="707203"/>
                </a:lnTo>
                <a:lnTo>
                  <a:pt x="2330263" y="679618"/>
                </a:lnTo>
                <a:lnTo>
                  <a:pt x="2329310" y="652043"/>
                </a:lnTo>
                <a:lnTo>
                  <a:pt x="2328358" y="624459"/>
                </a:lnTo>
                <a:lnTo>
                  <a:pt x="2327405" y="596884"/>
                </a:lnTo>
                <a:lnTo>
                  <a:pt x="2326443" y="569309"/>
                </a:lnTo>
                <a:lnTo>
                  <a:pt x="2325491" y="541725"/>
                </a:lnTo>
                <a:lnTo>
                  <a:pt x="2324538" y="514150"/>
                </a:lnTo>
                <a:lnTo>
                  <a:pt x="2323586" y="486566"/>
                </a:lnTo>
                <a:lnTo>
                  <a:pt x="2322633" y="458991"/>
                </a:lnTo>
                <a:lnTo>
                  <a:pt x="2321671" y="431406"/>
                </a:lnTo>
                <a:lnTo>
                  <a:pt x="2320719" y="403831"/>
                </a:lnTo>
                <a:lnTo>
                  <a:pt x="2319766" y="376247"/>
                </a:lnTo>
                <a:lnTo>
                  <a:pt x="2318814" y="348672"/>
                </a:lnTo>
                <a:lnTo>
                  <a:pt x="2317852" y="321097"/>
                </a:lnTo>
                <a:lnTo>
                  <a:pt x="2316899" y="293513"/>
                </a:lnTo>
                <a:lnTo>
                  <a:pt x="2315947" y="265938"/>
                </a:lnTo>
                <a:lnTo>
                  <a:pt x="2314994" y="238354"/>
                </a:lnTo>
                <a:lnTo>
                  <a:pt x="2314042" y="210779"/>
                </a:lnTo>
                <a:lnTo>
                  <a:pt x="2313080" y="183194"/>
                </a:lnTo>
                <a:lnTo>
                  <a:pt x="2312127" y="155619"/>
                </a:lnTo>
                <a:lnTo>
                  <a:pt x="2311175" y="128035"/>
                </a:lnTo>
                <a:lnTo>
                  <a:pt x="2310222" y="100460"/>
                </a:lnTo>
                <a:lnTo>
                  <a:pt x="2309270" y="72885"/>
                </a:lnTo>
                <a:lnTo>
                  <a:pt x="2308308" y="45301"/>
                </a:lnTo>
                <a:lnTo>
                  <a:pt x="2307355" y="17726"/>
                </a:lnTo>
                <a:lnTo>
                  <a:pt x="2297525" y="0"/>
                </a:lnTo>
                <a:lnTo>
                  <a:pt x="2269988" y="1924"/>
                </a:lnTo>
                <a:lnTo>
                  <a:pt x="2242461" y="3839"/>
                </a:lnTo>
                <a:lnTo>
                  <a:pt x="2214934" y="5763"/>
                </a:lnTo>
                <a:lnTo>
                  <a:pt x="2187407" y="7687"/>
                </a:lnTo>
                <a:lnTo>
                  <a:pt x="2159879" y="9601"/>
                </a:lnTo>
                <a:lnTo>
                  <a:pt x="2132352" y="11525"/>
                </a:lnTo>
                <a:lnTo>
                  <a:pt x="2104825" y="13440"/>
                </a:lnTo>
                <a:lnTo>
                  <a:pt x="2077288" y="15364"/>
                </a:lnTo>
                <a:lnTo>
                  <a:pt x="2049761" y="17288"/>
                </a:lnTo>
                <a:lnTo>
                  <a:pt x="2022234" y="19202"/>
                </a:lnTo>
                <a:lnTo>
                  <a:pt x="1994706" y="21126"/>
                </a:lnTo>
                <a:lnTo>
                  <a:pt x="1967179" y="23051"/>
                </a:lnTo>
                <a:lnTo>
                  <a:pt x="1939652" y="24965"/>
                </a:lnTo>
                <a:lnTo>
                  <a:pt x="1912115" y="26889"/>
                </a:lnTo>
                <a:lnTo>
                  <a:pt x="1884778" y="30280"/>
                </a:lnTo>
                <a:lnTo>
                  <a:pt x="1857670" y="35414"/>
                </a:lnTo>
                <a:lnTo>
                  <a:pt x="1830553" y="40557"/>
                </a:lnTo>
                <a:lnTo>
                  <a:pt x="1803444" y="45691"/>
                </a:lnTo>
                <a:lnTo>
                  <a:pt x="1776327" y="50835"/>
                </a:lnTo>
                <a:lnTo>
                  <a:pt x="1749219" y="55969"/>
                </a:lnTo>
                <a:lnTo>
                  <a:pt x="1722101" y="61112"/>
                </a:lnTo>
                <a:lnTo>
                  <a:pt x="1694993" y="66246"/>
                </a:lnTo>
                <a:lnTo>
                  <a:pt x="1667875" y="71390"/>
                </a:lnTo>
                <a:lnTo>
                  <a:pt x="1640767" y="76524"/>
                </a:lnTo>
                <a:lnTo>
                  <a:pt x="1613649" y="81667"/>
                </a:lnTo>
                <a:lnTo>
                  <a:pt x="1586541" y="86801"/>
                </a:lnTo>
                <a:lnTo>
                  <a:pt x="1559423" y="91945"/>
                </a:lnTo>
                <a:lnTo>
                  <a:pt x="1532315" y="97079"/>
                </a:lnTo>
                <a:lnTo>
                  <a:pt x="1505436" y="103194"/>
                </a:lnTo>
                <a:lnTo>
                  <a:pt x="1478956" y="110966"/>
                </a:lnTo>
                <a:lnTo>
                  <a:pt x="1452477" y="118748"/>
                </a:lnTo>
                <a:lnTo>
                  <a:pt x="1426007" y="126530"/>
                </a:lnTo>
                <a:lnTo>
                  <a:pt x="1399527" y="134303"/>
                </a:lnTo>
                <a:lnTo>
                  <a:pt x="1373048" y="142084"/>
                </a:lnTo>
                <a:lnTo>
                  <a:pt x="1346578" y="149866"/>
                </a:lnTo>
                <a:lnTo>
                  <a:pt x="1320098" y="157639"/>
                </a:lnTo>
                <a:lnTo>
                  <a:pt x="1293619" y="165421"/>
                </a:lnTo>
                <a:lnTo>
                  <a:pt x="1267139" y="173203"/>
                </a:lnTo>
                <a:lnTo>
                  <a:pt x="1240669" y="180975"/>
                </a:lnTo>
                <a:lnTo>
                  <a:pt x="1214190" y="188757"/>
                </a:lnTo>
                <a:lnTo>
                  <a:pt x="1187710" y="196539"/>
                </a:lnTo>
                <a:lnTo>
                  <a:pt x="1161250" y="204359"/>
                </a:lnTo>
                <a:lnTo>
                  <a:pt x="1135475" y="214208"/>
                </a:lnTo>
                <a:lnTo>
                  <a:pt x="1109691" y="224057"/>
                </a:lnTo>
                <a:lnTo>
                  <a:pt x="1083916" y="233896"/>
                </a:lnTo>
                <a:lnTo>
                  <a:pt x="1058132" y="243745"/>
                </a:lnTo>
                <a:lnTo>
                  <a:pt x="1032358" y="253594"/>
                </a:lnTo>
                <a:lnTo>
                  <a:pt x="1006573" y="263433"/>
                </a:lnTo>
                <a:lnTo>
                  <a:pt x="980799" y="273282"/>
                </a:lnTo>
                <a:lnTo>
                  <a:pt x="955015" y="283131"/>
                </a:lnTo>
                <a:lnTo>
                  <a:pt x="929240" y="292970"/>
                </a:lnTo>
                <a:lnTo>
                  <a:pt x="903456" y="302819"/>
                </a:lnTo>
                <a:lnTo>
                  <a:pt x="877681" y="312668"/>
                </a:lnTo>
                <a:lnTo>
                  <a:pt x="851897" y="322507"/>
                </a:lnTo>
                <a:lnTo>
                  <a:pt x="826332" y="332861"/>
                </a:lnTo>
                <a:lnTo>
                  <a:pt x="801138" y="344138"/>
                </a:lnTo>
                <a:lnTo>
                  <a:pt x="775954" y="355416"/>
                </a:lnTo>
                <a:lnTo>
                  <a:pt x="750770" y="366703"/>
                </a:lnTo>
                <a:lnTo>
                  <a:pt x="725586" y="377981"/>
                </a:lnTo>
                <a:lnTo>
                  <a:pt x="700402" y="389268"/>
                </a:lnTo>
                <a:lnTo>
                  <a:pt x="675218" y="400545"/>
                </a:lnTo>
                <a:lnTo>
                  <a:pt x="650034" y="411823"/>
                </a:lnTo>
                <a:lnTo>
                  <a:pt x="624850" y="423110"/>
                </a:lnTo>
                <a:lnTo>
                  <a:pt x="599665" y="434388"/>
                </a:lnTo>
                <a:lnTo>
                  <a:pt x="574481" y="445665"/>
                </a:lnTo>
                <a:lnTo>
                  <a:pt x="549297" y="456952"/>
                </a:lnTo>
                <a:lnTo>
                  <a:pt x="524218" y="468459"/>
                </a:lnTo>
                <a:lnTo>
                  <a:pt x="499320" y="480355"/>
                </a:lnTo>
                <a:lnTo>
                  <a:pt x="474421" y="492252"/>
                </a:lnTo>
                <a:lnTo>
                  <a:pt x="449523" y="504158"/>
                </a:lnTo>
                <a:lnTo>
                  <a:pt x="424625" y="516055"/>
                </a:lnTo>
                <a:lnTo>
                  <a:pt x="399726" y="527952"/>
                </a:lnTo>
                <a:lnTo>
                  <a:pt x="374828" y="539858"/>
                </a:lnTo>
                <a:lnTo>
                  <a:pt x="349929" y="551755"/>
                </a:lnTo>
                <a:lnTo>
                  <a:pt x="325031" y="563661"/>
                </a:lnTo>
                <a:lnTo>
                  <a:pt x="300133" y="575558"/>
                </a:lnTo>
                <a:lnTo>
                  <a:pt x="275244" y="587454"/>
                </a:lnTo>
                <a:lnTo>
                  <a:pt x="250346" y="599361"/>
                </a:lnTo>
                <a:lnTo>
                  <a:pt x="225466" y="611295"/>
                </a:lnTo>
                <a:lnTo>
                  <a:pt x="200587" y="623240"/>
                </a:lnTo>
                <a:lnTo>
                  <a:pt x="175708" y="635175"/>
                </a:lnTo>
                <a:lnTo>
                  <a:pt x="150828" y="647119"/>
                </a:lnTo>
                <a:lnTo>
                  <a:pt x="125949" y="659054"/>
                </a:lnTo>
                <a:lnTo>
                  <a:pt x="101070" y="670989"/>
                </a:lnTo>
                <a:lnTo>
                  <a:pt x="76190" y="682933"/>
                </a:lnTo>
                <a:lnTo>
                  <a:pt x="51302" y="694868"/>
                </a:lnTo>
                <a:lnTo>
                  <a:pt x="26422" y="706812"/>
                </a:lnTo>
                <a:lnTo>
                  <a:pt x="1543" y="718747"/>
                </a:lnTo>
                <a:lnTo>
                  <a:pt x="0" y="738521"/>
                </a:lnTo>
                <a:lnTo>
                  <a:pt x="12630" y="763057"/>
                </a:lnTo>
                <a:lnTo>
                  <a:pt x="25251" y="787594"/>
                </a:lnTo>
                <a:lnTo>
                  <a:pt x="37881" y="812140"/>
                </a:lnTo>
                <a:lnTo>
                  <a:pt x="50502" y="836676"/>
                </a:lnTo>
                <a:lnTo>
                  <a:pt x="63132" y="861212"/>
                </a:lnTo>
                <a:lnTo>
                  <a:pt x="75762" y="885749"/>
                </a:lnTo>
                <a:lnTo>
                  <a:pt x="88382" y="910285"/>
                </a:lnTo>
                <a:lnTo>
                  <a:pt x="101013" y="934822"/>
                </a:lnTo>
                <a:lnTo>
                  <a:pt x="113633" y="959358"/>
                </a:lnTo>
                <a:lnTo>
                  <a:pt x="126263" y="983894"/>
                </a:lnTo>
                <a:lnTo>
                  <a:pt x="138894" y="1008440"/>
                </a:lnTo>
                <a:lnTo>
                  <a:pt x="151514" y="1032977"/>
                </a:lnTo>
                <a:lnTo>
                  <a:pt x="164144" y="1057513"/>
                </a:lnTo>
                <a:lnTo>
                  <a:pt x="176765" y="1082050"/>
                </a:lnTo>
                <a:lnTo>
                  <a:pt x="189395" y="1106586"/>
                </a:lnTo>
                <a:lnTo>
                  <a:pt x="202025" y="1131122"/>
                </a:lnTo>
                <a:lnTo>
                  <a:pt x="214646" y="1155659"/>
                </a:lnTo>
                <a:lnTo>
                  <a:pt x="227276" y="1180205"/>
                </a:lnTo>
                <a:lnTo>
                  <a:pt x="239897" y="1204741"/>
                </a:lnTo>
                <a:lnTo>
                  <a:pt x="252527" y="1229277"/>
                </a:lnTo>
                <a:lnTo>
                  <a:pt x="265157" y="1253814"/>
                </a:lnTo>
                <a:lnTo>
                  <a:pt x="277778" y="1278350"/>
                </a:lnTo>
                <a:lnTo>
                  <a:pt x="290408" y="1302887"/>
                </a:lnTo>
                <a:lnTo>
                  <a:pt x="303028" y="1327423"/>
                </a:lnTo>
                <a:lnTo>
                  <a:pt x="315659" y="1351959"/>
                </a:lnTo>
                <a:lnTo>
                  <a:pt x="328289" y="1376505"/>
                </a:lnTo>
                <a:lnTo>
                  <a:pt x="340909" y="1401042"/>
                </a:lnTo>
                <a:lnTo>
                  <a:pt x="353539" y="1425578"/>
                </a:lnTo>
                <a:lnTo>
                  <a:pt x="366170" y="1450115"/>
                </a:lnTo>
                <a:lnTo>
                  <a:pt x="378790" y="1474651"/>
                </a:lnTo>
                <a:lnTo>
                  <a:pt x="391420" y="1499187"/>
                </a:lnTo>
                <a:lnTo>
                  <a:pt x="404041" y="1523724"/>
                </a:lnTo>
                <a:lnTo>
                  <a:pt x="416671" y="1548260"/>
                </a:lnTo>
                <a:lnTo>
                  <a:pt x="429301" y="1572806"/>
                </a:lnTo>
                <a:lnTo>
                  <a:pt x="441922" y="1597343"/>
                </a:lnTo>
                <a:lnTo>
                  <a:pt x="454552" y="1621879"/>
                </a:lnTo>
                <a:lnTo>
                  <a:pt x="467173" y="1646415"/>
                </a:lnTo>
                <a:lnTo>
                  <a:pt x="479803" y="1670952"/>
                </a:lnTo>
                <a:lnTo>
                  <a:pt x="492433" y="1695488"/>
                </a:lnTo>
                <a:lnTo>
                  <a:pt x="505054" y="1720025"/>
                </a:lnTo>
                <a:lnTo>
                  <a:pt x="517684" y="1744570"/>
                </a:lnTo>
                <a:lnTo>
                  <a:pt x="530304" y="1769107"/>
                </a:lnTo>
                <a:close/>
              </a:path>
            </a:pathLst>
          </a:custGeom>
          <a:solidFill xmlns:a="http://schemas.openxmlformats.org/drawingml/2006/main">
            <a:srgbClr val="E7F0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6D22D7AC-25E6-4C79-ABB5-85753039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5638" y="3140259"/>
            <a:ext cx="2570826" cy="1521276"/>
          </a:xfrm>
          <a:custGeom xmlns:a="http://schemas.openxmlformats.org/drawingml/2006/main">
            <a:pathLst>
              <a:path w="2570826" h="1521276">
                <a:moveTo>
                  <a:pt x="34547" y="1521276"/>
                </a:moveTo>
                <a:lnTo>
                  <a:pt x="63075" y="1520628"/>
                </a:lnTo>
                <a:lnTo>
                  <a:pt x="91602" y="1519971"/>
                </a:lnTo>
                <a:lnTo>
                  <a:pt x="120129" y="1519323"/>
                </a:lnTo>
                <a:lnTo>
                  <a:pt x="148657" y="1518676"/>
                </a:lnTo>
                <a:lnTo>
                  <a:pt x="177184" y="1518018"/>
                </a:lnTo>
                <a:lnTo>
                  <a:pt x="205711" y="1517371"/>
                </a:lnTo>
                <a:lnTo>
                  <a:pt x="234239" y="1516713"/>
                </a:lnTo>
                <a:lnTo>
                  <a:pt x="262766" y="1516066"/>
                </a:lnTo>
                <a:lnTo>
                  <a:pt x="291294" y="1515418"/>
                </a:lnTo>
                <a:lnTo>
                  <a:pt x="319821" y="1514761"/>
                </a:lnTo>
                <a:lnTo>
                  <a:pt x="348348" y="1514113"/>
                </a:lnTo>
                <a:lnTo>
                  <a:pt x="376876" y="1513456"/>
                </a:lnTo>
                <a:lnTo>
                  <a:pt x="405403" y="1512808"/>
                </a:lnTo>
                <a:lnTo>
                  <a:pt x="433816" y="1510274"/>
                </a:lnTo>
                <a:lnTo>
                  <a:pt x="462201" y="1507388"/>
                </a:lnTo>
                <a:lnTo>
                  <a:pt x="490595" y="1504512"/>
                </a:lnTo>
                <a:lnTo>
                  <a:pt x="518979" y="1501626"/>
                </a:lnTo>
                <a:lnTo>
                  <a:pt x="547373" y="1498749"/>
                </a:lnTo>
                <a:lnTo>
                  <a:pt x="575758" y="1495863"/>
                </a:lnTo>
                <a:lnTo>
                  <a:pt x="604142" y="1492977"/>
                </a:lnTo>
                <a:lnTo>
                  <a:pt x="632536" y="1490101"/>
                </a:lnTo>
                <a:lnTo>
                  <a:pt x="660921" y="1487214"/>
                </a:lnTo>
                <a:lnTo>
                  <a:pt x="689315" y="1484338"/>
                </a:lnTo>
                <a:lnTo>
                  <a:pt x="717699" y="1481452"/>
                </a:lnTo>
                <a:lnTo>
                  <a:pt x="746093" y="1478575"/>
                </a:lnTo>
                <a:lnTo>
                  <a:pt x="774478" y="1475689"/>
                </a:lnTo>
                <a:lnTo>
                  <a:pt x="802872" y="1472813"/>
                </a:lnTo>
                <a:lnTo>
                  <a:pt x="831256" y="1469927"/>
                </a:lnTo>
                <a:lnTo>
                  <a:pt x="859469" y="1465974"/>
                </a:lnTo>
                <a:lnTo>
                  <a:pt x="887292" y="1459649"/>
                </a:lnTo>
                <a:lnTo>
                  <a:pt x="915124" y="1453315"/>
                </a:lnTo>
                <a:lnTo>
                  <a:pt x="942946" y="1446990"/>
                </a:lnTo>
                <a:lnTo>
                  <a:pt x="970769" y="1440656"/>
                </a:lnTo>
                <a:lnTo>
                  <a:pt x="998591" y="1434332"/>
                </a:lnTo>
                <a:lnTo>
                  <a:pt x="1026414" y="1427998"/>
                </a:lnTo>
                <a:lnTo>
                  <a:pt x="1054237" y="1421663"/>
                </a:lnTo>
                <a:lnTo>
                  <a:pt x="1082059" y="1415339"/>
                </a:lnTo>
                <a:lnTo>
                  <a:pt x="1109891" y="1409005"/>
                </a:lnTo>
                <a:lnTo>
                  <a:pt x="1137714" y="1402680"/>
                </a:lnTo>
                <a:lnTo>
                  <a:pt x="1165536" y="1396346"/>
                </a:lnTo>
                <a:lnTo>
                  <a:pt x="1193359" y="1390021"/>
                </a:lnTo>
                <a:lnTo>
                  <a:pt x="1221181" y="1383687"/>
                </a:lnTo>
                <a:lnTo>
                  <a:pt x="1249004" y="1377363"/>
                </a:lnTo>
                <a:lnTo>
                  <a:pt x="1276083" y="1368428"/>
                </a:lnTo>
                <a:lnTo>
                  <a:pt x="1303049" y="1359094"/>
                </a:lnTo>
                <a:lnTo>
                  <a:pt x="1330014" y="1349750"/>
                </a:lnTo>
                <a:lnTo>
                  <a:pt x="1356979" y="1340415"/>
                </a:lnTo>
                <a:lnTo>
                  <a:pt x="1383944" y="1331081"/>
                </a:lnTo>
                <a:lnTo>
                  <a:pt x="1410900" y="1321737"/>
                </a:lnTo>
                <a:lnTo>
                  <a:pt x="1437865" y="1312402"/>
                </a:lnTo>
                <a:lnTo>
                  <a:pt x="1464831" y="1303058"/>
                </a:lnTo>
                <a:lnTo>
                  <a:pt x="1491796" y="1293724"/>
                </a:lnTo>
                <a:lnTo>
                  <a:pt x="1518761" y="1284380"/>
                </a:lnTo>
                <a:lnTo>
                  <a:pt x="1545717" y="1275045"/>
                </a:lnTo>
                <a:lnTo>
                  <a:pt x="1572682" y="1265701"/>
                </a:lnTo>
                <a:lnTo>
                  <a:pt x="1599648" y="1256367"/>
                </a:lnTo>
                <a:lnTo>
                  <a:pt x="1626327" y="1246308"/>
                </a:lnTo>
                <a:lnTo>
                  <a:pt x="1652330" y="1234554"/>
                </a:lnTo>
                <a:lnTo>
                  <a:pt x="1678324" y="1222800"/>
                </a:lnTo>
                <a:lnTo>
                  <a:pt x="1704327" y="1211047"/>
                </a:lnTo>
                <a:lnTo>
                  <a:pt x="1730331" y="1199293"/>
                </a:lnTo>
                <a:lnTo>
                  <a:pt x="1756334" y="1187539"/>
                </a:lnTo>
                <a:lnTo>
                  <a:pt x="1782337" y="1175795"/>
                </a:lnTo>
                <a:lnTo>
                  <a:pt x="1808340" y="1164041"/>
                </a:lnTo>
                <a:lnTo>
                  <a:pt x="1834344" y="1152287"/>
                </a:lnTo>
                <a:lnTo>
                  <a:pt x="1860347" y="1140533"/>
                </a:lnTo>
                <a:lnTo>
                  <a:pt x="1886350" y="1128779"/>
                </a:lnTo>
                <a:lnTo>
                  <a:pt x="1912344" y="1117025"/>
                </a:lnTo>
                <a:lnTo>
                  <a:pt x="1938347" y="1105271"/>
                </a:lnTo>
                <a:lnTo>
                  <a:pt x="1964112" y="1093032"/>
                </a:lnTo>
                <a:lnTo>
                  <a:pt x="1989382" y="1079783"/>
                </a:lnTo>
                <a:lnTo>
                  <a:pt x="2014661" y="1066533"/>
                </a:lnTo>
                <a:lnTo>
                  <a:pt x="2039931" y="1053294"/>
                </a:lnTo>
                <a:lnTo>
                  <a:pt x="2065211" y="1040044"/>
                </a:lnTo>
                <a:lnTo>
                  <a:pt x="2090480" y="1026795"/>
                </a:lnTo>
                <a:lnTo>
                  <a:pt x="2115760" y="1013555"/>
                </a:lnTo>
                <a:lnTo>
                  <a:pt x="2141030" y="1000306"/>
                </a:lnTo>
                <a:lnTo>
                  <a:pt x="2166299" y="987057"/>
                </a:lnTo>
                <a:lnTo>
                  <a:pt x="2191579" y="973817"/>
                </a:lnTo>
                <a:lnTo>
                  <a:pt x="2216849" y="960568"/>
                </a:lnTo>
                <a:lnTo>
                  <a:pt x="2242128" y="947318"/>
                </a:lnTo>
                <a:lnTo>
                  <a:pt x="2267398" y="934079"/>
                </a:lnTo>
                <a:lnTo>
                  <a:pt x="2292334" y="920201"/>
                </a:lnTo>
                <a:lnTo>
                  <a:pt x="2317185" y="906189"/>
                </a:lnTo>
                <a:lnTo>
                  <a:pt x="2342045" y="892169"/>
                </a:lnTo>
                <a:lnTo>
                  <a:pt x="2366896" y="878157"/>
                </a:lnTo>
                <a:lnTo>
                  <a:pt x="2391756" y="864137"/>
                </a:lnTo>
                <a:lnTo>
                  <a:pt x="2416607" y="850125"/>
                </a:lnTo>
                <a:lnTo>
                  <a:pt x="2441467" y="836105"/>
                </a:lnTo>
                <a:lnTo>
                  <a:pt x="2466318" y="822093"/>
                </a:lnTo>
                <a:lnTo>
                  <a:pt x="2491178" y="808082"/>
                </a:lnTo>
                <a:lnTo>
                  <a:pt x="2516029" y="794061"/>
                </a:lnTo>
                <a:lnTo>
                  <a:pt x="2540889" y="780050"/>
                </a:lnTo>
                <a:lnTo>
                  <a:pt x="2565749" y="766029"/>
                </a:lnTo>
                <a:lnTo>
                  <a:pt x="2570826" y="746198"/>
                </a:lnTo>
                <a:lnTo>
                  <a:pt x="2557529" y="720957"/>
                </a:lnTo>
                <a:lnTo>
                  <a:pt x="2544232" y="695706"/>
                </a:lnTo>
                <a:lnTo>
                  <a:pt x="2530926" y="670465"/>
                </a:lnTo>
                <a:lnTo>
                  <a:pt x="2517629" y="645214"/>
                </a:lnTo>
                <a:lnTo>
                  <a:pt x="2504332" y="619973"/>
                </a:lnTo>
                <a:lnTo>
                  <a:pt x="2491026" y="594722"/>
                </a:lnTo>
                <a:lnTo>
                  <a:pt x="2477729" y="569481"/>
                </a:lnTo>
                <a:lnTo>
                  <a:pt x="2464432" y="544230"/>
                </a:lnTo>
                <a:lnTo>
                  <a:pt x="2451125" y="518989"/>
                </a:lnTo>
                <a:lnTo>
                  <a:pt x="2437829" y="493747"/>
                </a:lnTo>
                <a:lnTo>
                  <a:pt x="2424522" y="468497"/>
                </a:lnTo>
                <a:lnTo>
                  <a:pt x="2411225" y="443255"/>
                </a:lnTo>
                <a:lnTo>
                  <a:pt x="2397928" y="418005"/>
                </a:lnTo>
                <a:lnTo>
                  <a:pt x="2384622" y="392763"/>
                </a:lnTo>
                <a:lnTo>
                  <a:pt x="2371325" y="367513"/>
                </a:lnTo>
                <a:lnTo>
                  <a:pt x="2358028" y="342271"/>
                </a:lnTo>
                <a:lnTo>
                  <a:pt x="2344722" y="317021"/>
                </a:lnTo>
                <a:lnTo>
                  <a:pt x="2331425" y="291779"/>
                </a:lnTo>
                <a:lnTo>
                  <a:pt x="2318128" y="266538"/>
                </a:lnTo>
                <a:lnTo>
                  <a:pt x="2304821" y="241287"/>
                </a:lnTo>
                <a:lnTo>
                  <a:pt x="2291525" y="216046"/>
                </a:lnTo>
                <a:lnTo>
                  <a:pt x="2278218" y="190795"/>
                </a:lnTo>
                <a:lnTo>
                  <a:pt x="2264921" y="165554"/>
                </a:lnTo>
                <a:lnTo>
                  <a:pt x="2251624" y="140303"/>
                </a:lnTo>
                <a:lnTo>
                  <a:pt x="2238318" y="115062"/>
                </a:lnTo>
                <a:lnTo>
                  <a:pt x="2225021" y="89811"/>
                </a:lnTo>
                <a:lnTo>
                  <a:pt x="2211724" y="64570"/>
                </a:lnTo>
                <a:lnTo>
                  <a:pt x="2198418" y="39329"/>
                </a:lnTo>
                <a:lnTo>
                  <a:pt x="2185121" y="14078"/>
                </a:lnTo>
                <a:lnTo>
                  <a:pt x="2168138" y="0"/>
                </a:lnTo>
                <a:lnTo>
                  <a:pt x="2142420" y="12373"/>
                </a:lnTo>
                <a:lnTo>
                  <a:pt x="2116712" y="24755"/>
                </a:lnTo>
                <a:lnTo>
                  <a:pt x="2091004" y="37128"/>
                </a:lnTo>
                <a:lnTo>
                  <a:pt x="2065287" y="49501"/>
                </a:lnTo>
                <a:lnTo>
                  <a:pt x="2039579" y="61884"/>
                </a:lnTo>
                <a:lnTo>
                  <a:pt x="2013871" y="74257"/>
                </a:lnTo>
                <a:lnTo>
                  <a:pt x="1988153" y="86639"/>
                </a:lnTo>
                <a:lnTo>
                  <a:pt x="1962445" y="99012"/>
                </a:lnTo>
                <a:lnTo>
                  <a:pt x="1936737" y="111385"/>
                </a:lnTo>
                <a:lnTo>
                  <a:pt x="1911029" y="123768"/>
                </a:lnTo>
                <a:lnTo>
                  <a:pt x="1885312" y="136141"/>
                </a:lnTo>
                <a:lnTo>
                  <a:pt x="1859461" y="148209"/>
                </a:lnTo>
                <a:lnTo>
                  <a:pt x="1833372" y="159763"/>
                </a:lnTo>
                <a:lnTo>
                  <a:pt x="1807274" y="171307"/>
                </a:lnTo>
                <a:lnTo>
                  <a:pt x="1781185" y="182861"/>
                </a:lnTo>
                <a:lnTo>
                  <a:pt x="1755086" y="194415"/>
                </a:lnTo>
                <a:lnTo>
                  <a:pt x="1728997" y="205959"/>
                </a:lnTo>
                <a:lnTo>
                  <a:pt x="1702908" y="217513"/>
                </a:lnTo>
                <a:lnTo>
                  <a:pt x="1676810" y="229057"/>
                </a:lnTo>
                <a:lnTo>
                  <a:pt x="1650721" y="240611"/>
                </a:lnTo>
                <a:lnTo>
                  <a:pt x="1624622" y="252155"/>
                </a:lnTo>
                <a:lnTo>
                  <a:pt x="1598533" y="263709"/>
                </a:lnTo>
                <a:lnTo>
                  <a:pt x="1572292" y="274901"/>
                </a:lnTo>
                <a:lnTo>
                  <a:pt x="1545574" y="284921"/>
                </a:lnTo>
                <a:lnTo>
                  <a:pt x="1518857" y="294932"/>
                </a:lnTo>
                <a:lnTo>
                  <a:pt x="1492139" y="304952"/>
                </a:lnTo>
                <a:lnTo>
                  <a:pt x="1465421" y="314973"/>
                </a:lnTo>
                <a:lnTo>
                  <a:pt x="1438704" y="324993"/>
                </a:lnTo>
                <a:lnTo>
                  <a:pt x="1411986" y="335013"/>
                </a:lnTo>
                <a:lnTo>
                  <a:pt x="1385268" y="345034"/>
                </a:lnTo>
                <a:lnTo>
                  <a:pt x="1358551" y="355054"/>
                </a:lnTo>
                <a:lnTo>
                  <a:pt x="1331833" y="365074"/>
                </a:lnTo>
                <a:lnTo>
                  <a:pt x="1305116" y="375095"/>
                </a:lnTo>
                <a:lnTo>
                  <a:pt x="1277845" y="383400"/>
                </a:lnTo>
                <a:lnTo>
                  <a:pt x="1250309" y="390906"/>
                </a:lnTo>
                <a:lnTo>
                  <a:pt x="1222781" y="398412"/>
                </a:lnTo>
                <a:lnTo>
                  <a:pt x="1195254" y="405917"/>
                </a:lnTo>
                <a:lnTo>
                  <a:pt x="1167727" y="413433"/>
                </a:lnTo>
                <a:lnTo>
                  <a:pt x="1140190" y="420938"/>
                </a:lnTo>
                <a:lnTo>
                  <a:pt x="1112663" y="428444"/>
                </a:lnTo>
                <a:lnTo>
                  <a:pt x="1085136" y="435950"/>
                </a:lnTo>
                <a:lnTo>
                  <a:pt x="1057608" y="443465"/>
                </a:lnTo>
                <a:lnTo>
                  <a:pt x="1030081" y="450971"/>
                </a:lnTo>
                <a:lnTo>
                  <a:pt x="1002287" y="457267"/>
                </a:lnTo>
                <a:lnTo>
                  <a:pt x="974112" y="461801"/>
                </a:lnTo>
                <a:lnTo>
                  <a:pt x="945937" y="466325"/>
                </a:lnTo>
                <a:lnTo>
                  <a:pt x="917772" y="470859"/>
                </a:lnTo>
                <a:lnTo>
                  <a:pt x="889597" y="475383"/>
                </a:lnTo>
                <a:lnTo>
                  <a:pt x="861422" y="479917"/>
                </a:lnTo>
                <a:lnTo>
                  <a:pt x="833247" y="484442"/>
                </a:lnTo>
                <a:lnTo>
                  <a:pt x="805072" y="488975"/>
                </a:lnTo>
                <a:lnTo>
                  <a:pt x="776907" y="493500"/>
                </a:lnTo>
                <a:lnTo>
                  <a:pt x="748732" y="498034"/>
                </a:lnTo>
                <a:lnTo>
                  <a:pt x="720557" y="502568"/>
                </a:lnTo>
                <a:lnTo>
                  <a:pt x="692087" y="504101"/>
                </a:lnTo>
                <a:lnTo>
                  <a:pt x="663569" y="505273"/>
                </a:lnTo>
                <a:lnTo>
                  <a:pt x="635060" y="506454"/>
                </a:lnTo>
                <a:lnTo>
                  <a:pt x="606552" y="507625"/>
                </a:lnTo>
                <a:lnTo>
                  <a:pt x="578044" y="508797"/>
                </a:lnTo>
                <a:lnTo>
                  <a:pt x="549526" y="509969"/>
                </a:lnTo>
                <a:lnTo>
                  <a:pt x="521018" y="511150"/>
                </a:lnTo>
                <a:lnTo>
                  <a:pt x="492509" y="512321"/>
                </a:lnTo>
                <a:lnTo>
                  <a:pt x="464001" y="513493"/>
                </a:lnTo>
                <a:lnTo>
                  <a:pt x="435483" y="514664"/>
                </a:lnTo>
                <a:lnTo>
                  <a:pt x="406975" y="515845"/>
                </a:lnTo>
                <a:lnTo>
                  <a:pt x="378457" y="515874"/>
                </a:lnTo>
                <a:lnTo>
                  <a:pt x="349939" y="514912"/>
                </a:lnTo>
                <a:lnTo>
                  <a:pt x="321421" y="513950"/>
                </a:lnTo>
                <a:lnTo>
                  <a:pt x="292903" y="512988"/>
                </a:lnTo>
                <a:lnTo>
                  <a:pt x="264385" y="512016"/>
                </a:lnTo>
                <a:lnTo>
                  <a:pt x="235868" y="511054"/>
                </a:lnTo>
                <a:lnTo>
                  <a:pt x="207350" y="510092"/>
                </a:lnTo>
                <a:lnTo>
                  <a:pt x="178832" y="509130"/>
                </a:lnTo>
                <a:lnTo>
                  <a:pt x="150314" y="508159"/>
                </a:lnTo>
                <a:lnTo>
                  <a:pt x="121796" y="507197"/>
                </a:lnTo>
                <a:lnTo>
                  <a:pt x="93278" y="506235"/>
                </a:lnTo>
                <a:lnTo>
                  <a:pt x="64760" y="505273"/>
                </a:lnTo>
                <a:lnTo>
                  <a:pt x="36243" y="504301"/>
                </a:lnTo>
                <a:lnTo>
                  <a:pt x="7725" y="503339"/>
                </a:lnTo>
                <a:lnTo>
                  <a:pt x="0" y="523161"/>
                </a:lnTo>
                <a:lnTo>
                  <a:pt x="991" y="551678"/>
                </a:lnTo>
                <a:lnTo>
                  <a:pt x="1972" y="580196"/>
                </a:lnTo>
                <a:lnTo>
                  <a:pt x="2962" y="608714"/>
                </a:lnTo>
                <a:lnTo>
                  <a:pt x="3953" y="637232"/>
                </a:lnTo>
                <a:lnTo>
                  <a:pt x="4934" y="665750"/>
                </a:lnTo>
                <a:lnTo>
                  <a:pt x="5925" y="694268"/>
                </a:lnTo>
                <a:lnTo>
                  <a:pt x="6906" y="722786"/>
                </a:lnTo>
                <a:lnTo>
                  <a:pt x="7896" y="751303"/>
                </a:lnTo>
                <a:lnTo>
                  <a:pt x="8887" y="779821"/>
                </a:lnTo>
                <a:lnTo>
                  <a:pt x="9868" y="808339"/>
                </a:lnTo>
                <a:lnTo>
                  <a:pt x="10858" y="836857"/>
                </a:lnTo>
                <a:lnTo>
                  <a:pt x="11849" y="865375"/>
                </a:lnTo>
                <a:lnTo>
                  <a:pt x="12830" y="893893"/>
                </a:lnTo>
                <a:lnTo>
                  <a:pt x="13821" y="922411"/>
                </a:lnTo>
                <a:lnTo>
                  <a:pt x="14802" y="950928"/>
                </a:lnTo>
                <a:lnTo>
                  <a:pt x="15792" y="979446"/>
                </a:lnTo>
                <a:lnTo>
                  <a:pt x="16783" y="1007964"/>
                </a:lnTo>
                <a:lnTo>
                  <a:pt x="17764" y="1036482"/>
                </a:lnTo>
                <a:lnTo>
                  <a:pt x="18755" y="1065000"/>
                </a:lnTo>
                <a:lnTo>
                  <a:pt x="19745" y="1093518"/>
                </a:lnTo>
                <a:lnTo>
                  <a:pt x="20726" y="1122026"/>
                </a:lnTo>
                <a:lnTo>
                  <a:pt x="21717" y="1150553"/>
                </a:lnTo>
                <a:lnTo>
                  <a:pt x="22698" y="1179062"/>
                </a:lnTo>
                <a:lnTo>
                  <a:pt x="23689" y="1207580"/>
                </a:lnTo>
                <a:lnTo>
                  <a:pt x="24679" y="1236097"/>
                </a:lnTo>
                <a:lnTo>
                  <a:pt x="25660" y="1264615"/>
                </a:lnTo>
                <a:lnTo>
                  <a:pt x="26651" y="1293133"/>
                </a:lnTo>
                <a:lnTo>
                  <a:pt x="27642" y="1321651"/>
                </a:lnTo>
                <a:lnTo>
                  <a:pt x="28623" y="1350169"/>
                </a:lnTo>
                <a:lnTo>
                  <a:pt x="29613" y="1378687"/>
                </a:lnTo>
                <a:lnTo>
                  <a:pt x="30594" y="1407204"/>
                </a:lnTo>
                <a:lnTo>
                  <a:pt x="31585" y="1435722"/>
                </a:lnTo>
                <a:lnTo>
                  <a:pt x="32576" y="1464240"/>
                </a:lnTo>
                <a:lnTo>
                  <a:pt x="33557" y="1492758"/>
                </a:lnTo>
                <a:lnTo>
                  <a:pt x="34547" y="1521276"/>
                </a:lnTo>
                <a:close/>
              </a:path>
            </a:pathLst>
          </a:custGeom>
          <a:solidFill xmlns:a="http://schemas.openxmlformats.org/drawingml/2006/main">
            <a:srgbClr val="DCE9F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flow-phase-4">
            <a:extLst xmlns:a="http://schemas.openxmlformats.org/drawingml/2006/main">
              <a:ext uri="{FF2B5EF4-FFF2-40B4-BE49-F238E27FC236}">
                <a16:creationId xmlns:a16="http://schemas.microsoft.com/office/drawing/2014/main" id="{9964ACE0-1B4C-4BC8-BDB2-47E69FA1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7072" y="2176882"/>
            <a:ext cx="3864540" cy="1722653"/>
          </a:xfrm>
          <a:custGeom xmlns:a="http://schemas.openxmlformats.org/drawingml/2006/main">
            <a:pathLst>
              <a:path w="3864540" h="1722653">
                <a:moveTo>
                  <a:pt x="396288" y="1722653"/>
                </a:moveTo>
                <a:lnTo>
                  <a:pt x="429254" y="1704223"/>
                </a:lnTo>
                <a:lnTo>
                  <a:pt x="462220" y="1685792"/>
                </a:lnTo>
                <a:lnTo>
                  <a:pt x="495186" y="1667361"/>
                </a:lnTo>
                <a:lnTo>
                  <a:pt x="528152" y="1648939"/>
                </a:lnTo>
                <a:lnTo>
                  <a:pt x="561118" y="1630509"/>
                </a:lnTo>
                <a:lnTo>
                  <a:pt x="594084" y="1612078"/>
                </a:lnTo>
                <a:lnTo>
                  <a:pt x="627050" y="1593656"/>
                </a:lnTo>
                <a:lnTo>
                  <a:pt x="660016" y="1575225"/>
                </a:lnTo>
                <a:lnTo>
                  <a:pt x="692982" y="1556795"/>
                </a:lnTo>
                <a:lnTo>
                  <a:pt x="726329" y="1539078"/>
                </a:lnTo>
                <a:lnTo>
                  <a:pt x="759847" y="1521666"/>
                </a:lnTo>
                <a:lnTo>
                  <a:pt x="793356" y="1504264"/>
                </a:lnTo>
                <a:lnTo>
                  <a:pt x="826875" y="1486853"/>
                </a:lnTo>
                <a:lnTo>
                  <a:pt x="860393" y="1469441"/>
                </a:lnTo>
                <a:lnTo>
                  <a:pt x="893912" y="1452039"/>
                </a:lnTo>
                <a:lnTo>
                  <a:pt x="927421" y="1434627"/>
                </a:lnTo>
                <a:lnTo>
                  <a:pt x="960939" y="1417215"/>
                </a:lnTo>
                <a:lnTo>
                  <a:pt x="994458" y="1399813"/>
                </a:lnTo>
                <a:lnTo>
                  <a:pt x="1028129" y="1382716"/>
                </a:lnTo>
                <a:lnTo>
                  <a:pt x="1062514" y="1367104"/>
                </a:lnTo>
                <a:lnTo>
                  <a:pt x="1096899" y="1351493"/>
                </a:lnTo>
                <a:lnTo>
                  <a:pt x="1131294" y="1335881"/>
                </a:lnTo>
                <a:lnTo>
                  <a:pt x="1165679" y="1320260"/>
                </a:lnTo>
                <a:lnTo>
                  <a:pt x="1200064" y="1304649"/>
                </a:lnTo>
                <a:lnTo>
                  <a:pt x="1234459" y="1289037"/>
                </a:lnTo>
                <a:lnTo>
                  <a:pt x="1268844" y="1273426"/>
                </a:lnTo>
                <a:lnTo>
                  <a:pt x="1303230" y="1257805"/>
                </a:lnTo>
                <a:lnTo>
                  <a:pt x="1337624" y="1242193"/>
                </a:lnTo>
                <a:lnTo>
                  <a:pt x="1372248" y="1227153"/>
                </a:lnTo>
                <a:lnTo>
                  <a:pt x="1407652" y="1214009"/>
                </a:lnTo>
                <a:lnTo>
                  <a:pt x="1443057" y="1200864"/>
                </a:lnTo>
                <a:lnTo>
                  <a:pt x="1478461" y="1187729"/>
                </a:lnTo>
                <a:lnTo>
                  <a:pt x="1513875" y="1174585"/>
                </a:lnTo>
                <a:lnTo>
                  <a:pt x="1549279" y="1161440"/>
                </a:lnTo>
                <a:lnTo>
                  <a:pt x="1584684" y="1148296"/>
                </a:lnTo>
                <a:lnTo>
                  <a:pt x="1620088" y="1135151"/>
                </a:lnTo>
                <a:lnTo>
                  <a:pt x="1655502" y="1122007"/>
                </a:lnTo>
                <a:lnTo>
                  <a:pt x="1690907" y="1108862"/>
                </a:lnTo>
                <a:lnTo>
                  <a:pt x="1726311" y="1095718"/>
                </a:lnTo>
                <a:lnTo>
                  <a:pt x="1762287" y="1084336"/>
                </a:lnTo>
                <a:lnTo>
                  <a:pt x="1798672" y="1074210"/>
                </a:lnTo>
                <a:lnTo>
                  <a:pt x="1835058" y="1064095"/>
                </a:lnTo>
                <a:lnTo>
                  <a:pt x="1871443" y="1053979"/>
                </a:lnTo>
                <a:lnTo>
                  <a:pt x="1907829" y="1043864"/>
                </a:lnTo>
                <a:lnTo>
                  <a:pt x="1944224" y="1033748"/>
                </a:lnTo>
                <a:lnTo>
                  <a:pt x="1980609" y="1023633"/>
                </a:lnTo>
                <a:lnTo>
                  <a:pt x="2016995" y="1013517"/>
                </a:lnTo>
                <a:lnTo>
                  <a:pt x="2053380" y="1003402"/>
                </a:lnTo>
                <a:lnTo>
                  <a:pt x="2089766" y="993286"/>
                </a:lnTo>
                <a:lnTo>
                  <a:pt x="2126151" y="983171"/>
                </a:lnTo>
                <a:lnTo>
                  <a:pt x="2162546" y="973045"/>
                </a:lnTo>
                <a:lnTo>
                  <a:pt x="2199580" y="965711"/>
                </a:lnTo>
                <a:lnTo>
                  <a:pt x="2236680" y="958672"/>
                </a:lnTo>
                <a:lnTo>
                  <a:pt x="2273789" y="951633"/>
                </a:lnTo>
                <a:lnTo>
                  <a:pt x="2310898" y="944594"/>
                </a:lnTo>
                <a:lnTo>
                  <a:pt x="2347998" y="937555"/>
                </a:lnTo>
                <a:lnTo>
                  <a:pt x="2385108" y="930516"/>
                </a:lnTo>
                <a:lnTo>
                  <a:pt x="2422208" y="923477"/>
                </a:lnTo>
                <a:lnTo>
                  <a:pt x="2459317" y="916438"/>
                </a:lnTo>
                <a:lnTo>
                  <a:pt x="2496417" y="909399"/>
                </a:lnTo>
                <a:lnTo>
                  <a:pt x="2533526" y="902360"/>
                </a:lnTo>
                <a:lnTo>
                  <a:pt x="2570636" y="895321"/>
                </a:lnTo>
                <a:lnTo>
                  <a:pt x="2607735" y="888273"/>
                </a:lnTo>
                <a:lnTo>
                  <a:pt x="2644845" y="881234"/>
                </a:lnTo>
                <a:lnTo>
                  <a:pt x="2682373" y="877081"/>
                </a:lnTo>
                <a:lnTo>
                  <a:pt x="2719930" y="873185"/>
                </a:lnTo>
                <a:lnTo>
                  <a:pt x="2757497" y="869290"/>
                </a:lnTo>
                <a:lnTo>
                  <a:pt x="2795064" y="865403"/>
                </a:lnTo>
                <a:lnTo>
                  <a:pt x="2832630" y="861508"/>
                </a:lnTo>
                <a:lnTo>
                  <a:pt x="2870197" y="857612"/>
                </a:lnTo>
                <a:lnTo>
                  <a:pt x="2907763" y="853716"/>
                </a:lnTo>
                <a:lnTo>
                  <a:pt x="2945330" y="849830"/>
                </a:lnTo>
                <a:lnTo>
                  <a:pt x="2982897" y="845934"/>
                </a:lnTo>
                <a:lnTo>
                  <a:pt x="3020463" y="842039"/>
                </a:lnTo>
                <a:lnTo>
                  <a:pt x="3058030" y="838152"/>
                </a:lnTo>
                <a:lnTo>
                  <a:pt x="3095596" y="834257"/>
                </a:lnTo>
                <a:lnTo>
                  <a:pt x="3133163" y="830361"/>
                </a:lnTo>
                <a:lnTo>
                  <a:pt x="3170730" y="826475"/>
                </a:lnTo>
                <a:lnTo>
                  <a:pt x="3199838" y="832333"/>
                </a:lnTo>
                <a:lnTo>
                  <a:pt x="3201295" y="870071"/>
                </a:lnTo>
                <a:lnTo>
                  <a:pt x="3202762" y="907809"/>
                </a:lnTo>
                <a:lnTo>
                  <a:pt x="3204220" y="945547"/>
                </a:lnTo>
                <a:lnTo>
                  <a:pt x="3233652" y="923963"/>
                </a:lnTo>
                <a:lnTo>
                  <a:pt x="3263694" y="901084"/>
                </a:lnTo>
                <a:lnTo>
                  <a:pt x="3293735" y="878195"/>
                </a:lnTo>
                <a:lnTo>
                  <a:pt x="3323777" y="855307"/>
                </a:lnTo>
                <a:lnTo>
                  <a:pt x="3353819" y="832418"/>
                </a:lnTo>
                <a:lnTo>
                  <a:pt x="3383861" y="809530"/>
                </a:lnTo>
                <a:lnTo>
                  <a:pt x="3413903" y="786641"/>
                </a:lnTo>
                <a:lnTo>
                  <a:pt x="3443945" y="763753"/>
                </a:lnTo>
                <a:lnTo>
                  <a:pt x="3473987" y="740874"/>
                </a:lnTo>
                <a:lnTo>
                  <a:pt x="3504028" y="717985"/>
                </a:lnTo>
                <a:lnTo>
                  <a:pt x="3534070" y="695096"/>
                </a:lnTo>
                <a:lnTo>
                  <a:pt x="3564112" y="672208"/>
                </a:lnTo>
                <a:lnTo>
                  <a:pt x="3594154" y="649319"/>
                </a:lnTo>
                <a:lnTo>
                  <a:pt x="3624196" y="626431"/>
                </a:lnTo>
                <a:lnTo>
                  <a:pt x="3654238" y="603542"/>
                </a:lnTo>
                <a:lnTo>
                  <a:pt x="3684280" y="580663"/>
                </a:lnTo>
                <a:lnTo>
                  <a:pt x="3714321" y="557774"/>
                </a:lnTo>
                <a:lnTo>
                  <a:pt x="3744363" y="534886"/>
                </a:lnTo>
                <a:lnTo>
                  <a:pt x="3774405" y="511997"/>
                </a:lnTo>
                <a:lnTo>
                  <a:pt x="3804447" y="489109"/>
                </a:lnTo>
                <a:lnTo>
                  <a:pt x="3834489" y="466220"/>
                </a:lnTo>
                <a:lnTo>
                  <a:pt x="3864540" y="443332"/>
                </a:lnTo>
                <a:lnTo>
                  <a:pt x="3840032" y="422872"/>
                </a:lnTo>
                <a:lnTo>
                  <a:pt x="3808085" y="402736"/>
                </a:lnTo>
                <a:lnTo>
                  <a:pt x="3776139" y="382591"/>
                </a:lnTo>
                <a:lnTo>
                  <a:pt x="3744182" y="362455"/>
                </a:lnTo>
                <a:lnTo>
                  <a:pt x="3712235" y="342319"/>
                </a:lnTo>
                <a:lnTo>
                  <a:pt x="3680279" y="322183"/>
                </a:lnTo>
                <a:lnTo>
                  <a:pt x="3648332" y="302047"/>
                </a:lnTo>
                <a:lnTo>
                  <a:pt x="3616376" y="281911"/>
                </a:lnTo>
                <a:lnTo>
                  <a:pt x="3584429" y="261776"/>
                </a:lnTo>
                <a:lnTo>
                  <a:pt x="3552473" y="241640"/>
                </a:lnTo>
                <a:lnTo>
                  <a:pt x="3520526" y="221504"/>
                </a:lnTo>
                <a:lnTo>
                  <a:pt x="3488569" y="201368"/>
                </a:lnTo>
                <a:lnTo>
                  <a:pt x="3456623" y="181232"/>
                </a:lnTo>
                <a:lnTo>
                  <a:pt x="3424666" y="161096"/>
                </a:lnTo>
                <a:lnTo>
                  <a:pt x="3392719" y="140960"/>
                </a:lnTo>
                <a:lnTo>
                  <a:pt x="3360772" y="120815"/>
                </a:lnTo>
                <a:lnTo>
                  <a:pt x="3328816" y="100679"/>
                </a:lnTo>
                <a:lnTo>
                  <a:pt x="3296869" y="80543"/>
                </a:lnTo>
                <a:lnTo>
                  <a:pt x="3264913" y="60408"/>
                </a:lnTo>
                <a:lnTo>
                  <a:pt x="3232966" y="40272"/>
                </a:lnTo>
                <a:lnTo>
                  <a:pt x="3201010" y="20136"/>
                </a:lnTo>
                <a:lnTo>
                  <a:pt x="3169063" y="0"/>
                </a:lnTo>
                <a:lnTo>
                  <a:pt x="3163500" y="25575"/>
                </a:lnTo>
                <a:lnTo>
                  <a:pt x="3164967" y="63313"/>
                </a:lnTo>
                <a:lnTo>
                  <a:pt x="3166424" y="101051"/>
                </a:lnTo>
                <a:lnTo>
                  <a:pt x="3146984" y="119958"/>
                </a:lnTo>
                <a:lnTo>
                  <a:pt x="3109303" y="122434"/>
                </a:lnTo>
                <a:lnTo>
                  <a:pt x="3071612" y="124911"/>
                </a:lnTo>
                <a:lnTo>
                  <a:pt x="3033932" y="127378"/>
                </a:lnTo>
                <a:lnTo>
                  <a:pt x="2996241" y="129854"/>
                </a:lnTo>
                <a:lnTo>
                  <a:pt x="2958551" y="132321"/>
                </a:lnTo>
                <a:lnTo>
                  <a:pt x="2920870" y="134798"/>
                </a:lnTo>
                <a:lnTo>
                  <a:pt x="2883179" y="137274"/>
                </a:lnTo>
                <a:lnTo>
                  <a:pt x="2845499" y="139741"/>
                </a:lnTo>
                <a:lnTo>
                  <a:pt x="2807808" y="142218"/>
                </a:lnTo>
                <a:lnTo>
                  <a:pt x="2770127" y="144694"/>
                </a:lnTo>
                <a:lnTo>
                  <a:pt x="2732437" y="147161"/>
                </a:lnTo>
                <a:lnTo>
                  <a:pt x="2694756" y="149638"/>
                </a:lnTo>
                <a:lnTo>
                  <a:pt x="2657065" y="152114"/>
                </a:lnTo>
                <a:lnTo>
                  <a:pt x="2619375" y="154581"/>
                </a:lnTo>
                <a:lnTo>
                  <a:pt x="2581694" y="157058"/>
                </a:lnTo>
                <a:lnTo>
                  <a:pt x="2544118" y="160582"/>
                </a:lnTo>
                <a:lnTo>
                  <a:pt x="2506742" y="166002"/>
                </a:lnTo>
                <a:lnTo>
                  <a:pt x="2469366" y="171412"/>
                </a:lnTo>
                <a:lnTo>
                  <a:pt x="2431990" y="176822"/>
                </a:lnTo>
                <a:lnTo>
                  <a:pt x="2394614" y="182242"/>
                </a:lnTo>
                <a:lnTo>
                  <a:pt x="2357237" y="187652"/>
                </a:lnTo>
                <a:lnTo>
                  <a:pt x="2319852" y="193072"/>
                </a:lnTo>
                <a:lnTo>
                  <a:pt x="2282476" y="198482"/>
                </a:lnTo>
                <a:lnTo>
                  <a:pt x="2245100" y="203902"/>
                </a:lnTo>
                <a:lnTo>
                  <a:pt x="2207724" y="209312"/>
                </a:lnTo>
                <a:lnTo>
                  <a:pt x="2170347" y="214722"/>
                </a:lnTo>
                <a:lnTo>
                  <a:pt x="2132971" y="220142"/>
                </a:lnTo>
                <a:lnTo>
                  <a:pt x="2095595" y="225552"/>
                </a:lnTo>
                <a:lnTo>
                  <a:pt x="2058219" y="230972"/>
                </a:lnTo>
                <a:lnTo>
                  <a:pt x="2020843" y="236382"/>
                </a:lnTo>
                <a:lnTo>
                  <a:pt x="1983896" y="244088"/>
                </a:lnTo>
                <a:lnTo>
                  <a:pt x="1947081" y="252546"/>
                </a:lnTo>
                <a:lnTo>
                  <a:pt x="1910267" y="260995"/>
                </a:lnTo>
                <a:lnTo>
                  <a:pt x="1873463" y="269443"/>
                </a:lnTo>
                <a:lnTo>
                  <a:pt x="1836649" y="277892"/>
                </a:lnTo>
                <a:lnTo>
                  <a:pt x="1799844" y="286341"/>
                </a:lnTo>
                <a:lnTo>
                  <a:pt x="1763030" y="294799"/>
                </a:lnTo>
                <a:lnTo>
                  <a:pt x="1726225" y="303247"/>
                </a:lnTo>
                <a:lnTo>
                  <a:pt x="1689411" y="311696"/>
                </a:lnTo>
                <a:lnTo>
                  <a:pt x="1652607" y="320145"/>
                </a:lnTo>
                <a:lnTo>
                  <a:pt x="1615792" y="328593"/>
                </a:lnTo>
                <a:lnTo>
                  <a:pt x="1578988" y="337052"/>
                </a:lnTo>
                <a:lnTo>
                  <a:pt x="1542174" y="345500"/>
                </a:lnTo>
                <a:lnTo>
                  <a:pt x="1505712" y="355216"/>
                </a:lnTo>
                <a:lnTo>
                  <a:pt x="1469650" y="366455"/>
                </a:lnTo>
                <a:lnTo>
                  <a:pt x="1433598" y="377695"/>
                </a:lnTo>
                <a:lnTo>
                  <a:pt x="1397537" y="388934"/>
                </a:lnTo>
                <a:lnTo>
                  <a:pt x="1361484" y="400174"/>
                </a:lnTo>
                <a:lnTo>
                  <a:pt x="1325423" y="411413"/>
                </a:lnTo>
                <a:lnTo>
                  <a:pt x="1289371" y="422653"/>
                </a:lnTo>
                <a:lnTo>
                  <a:pt x="1253319" y="433883"/>
                </a:lnTo>
                <a:lnTo>
                  <a:pt x="1217257" y="445122"/>
                </a:lnTo>
                <a:lnTo>
                  <a:pt x="1181205" y="456362"/>
                </a:lnTo>
                <a:lnTo>
                  <a:pt x="1145143" y="467601"/>
                </a:lnTo>
                <a:lnTo>
                  <a:pt x="1109091" y="478841"/>
                </a:lnTo>
                <a:lnTo>
                  <a:pt x="1073239" y="490671"/>
                </a:lnTo>
                <a:lnTo>
                  <a:pt x="1038006" y="504273"/>
                </a:lnTo>
                <a:lnTo>
                  <a:pt x="1002773" y="517874"/>
                </a:lnTo>
                <a:lnTo>
                  <a:pt x="967540" y="531485"/>
                </a:lnTo>
                <a:lnTo>
                  <a:pt x="932307" y="545087"/>
                </a:lnTo>
                <a:lnTo>
                  <a:pt x="897074" y="558689"/>
                </a:lnTo>
                <a:lnTo>
                  <a:pt x="861841" y="572291"/>
                </a:lnTo>
                <a:lnTo>
                  <a:pt x="826618" y="585892"/>
                </a:lnTo>
                <a:lnTo>
                  <a:pt x="791385" y="599494"/>
                </a:lnTo>
                <a:lnTo>
                  <a:pt x="756152" y="613096"/>
                </a:lnTo>
                <a:lnTo>
                  <a:pt x="720919" y="626697"/>
                </a:lnTo>
                <a:lnTo>
                  <a:pt x="685686" y="640309"/>
                </a:lnTo>
                <a:lnTo>
                  <a:pt x="651186" y="655682"/>
                </a:lnTo>
                <a:lnTo>
                  <a:pt x="616706" y="671093"/>
                </a:lnTo>
                <a:lnTo>
                  <a:pt x="582235" y="686505"/>
                </a:lnTo>
                <a:lnTo>
                  <a:pt x="547754" y="701926"/>
                </a:lnTo>
                <a:lnTo>
                  <a:pt x="513274" y="717337"/>
                </a:lnTo>
                <a:lnTo>
                  <a:pt x="478793" y="732749"/>
                </a:lnTo>
                <a:lnTo>
                  <a:pt x="444322" y="748170"/>
                </a:lnTo>
                <a:lnTo>
                  <a:pt x="409842" y="763581"/>
                </a:lnTo>
                <a:lnTo>
                  <a:pt x="375361" y="778993"/>
                </a:lnTo>
                <a:lnTo>
                  <a:pt x="340881" y="794414"/>
                </a:lnTo>
                <a:lnTo>
                  <a:pt x="306629" y="810301"/>
                </a:lnTo>
                <a:lnTo>
                  <a:pt x="272558" y="826599"/>
                </a:lnTo>
                <a:lnTo>
                  <a:pt x="238487" y="842896"/>
                </a:lnTo>
                <a:lnTo>
                  <a:pt x="204416" y="859193"/>
                </a:lnTo>
                <a:lnTo>
                  <a:pt x="170345" y="875490"/>
                </a:lnTo>
                <a:lnTo>
                  <a:pt x="136274" y="891788"/>
                </a:lnTo>
                <a:lnTo>
                  <a:pt x="102213" y="908085"/>
                </a:lnTo>
                <a:lnTo>
                  <a:pt x="68142" y="924392"/>
                </a:lnTo>
                <a:lnTo>
                  <a:pt x="34071" y="940689"/>
                </a:lnTo>
                <a:lnTo>
                  <a:pt x="0" y="956986"/>
                </a:lnTo>
                <a:lnTo>
                  <a:pt x="9001" y="987552"/>
                </a:lnTo>
                <a:lnTo>
                  <a:pt x="26603" y="1020966"/>
                </a:lnTo>
                <a:lnTo>
                  <a:pt x="44215" y="1054379"/>
                </a:lnTo>
                <a:lnTo>
                  <a:pt x="61817" y="1087793"/>
                </a:lnTo>
                <a:lnTo>
                  <a:pt x="79419" y="1121207"/>
                </a:lnTo>
                <a:lnTo>
                  <a:pt x="97022" y="1154621"/>
                </a:lnTo>
                <a:lnTo>
                  <a:pt x="114624" y="1188034"/>
                </a:lnTo>
                <a:lnTo>
                  <a:pt x="132226" y="1221448"/>
                </a:lnTo>
                <a:lnTo>
                  <a:pt x="149828" y="1254862"/>
                </a:lnTo>
                <a:lnTo>
                  <a:pt x="167440" y="1288275"/>
                </a:lnTo>
                <a:lnTo>
                  <a:pt x="185042" y="1321689"/>
                </a:lnTo>
                <a:lnTo>
                  <a:pt x="202644" y="1355103"/>
                </a:lnTo>
                <a:lnTo>
                  <a:pt x="220247" y="1388516"/>
                </a:lnTo>
                <a:lnTo>
                  <a:pt x="237849" y="1421930"/>
                </a:lnTo>
                <a:lnTo>
                  <a:pt x="255451" y="1455344"/>
                </a:lnTo>
                <a:lnTo>
                  <a:pt x="273063" y="1488758"/>
                </a:lnTo>
                <a:lnTo>
                  <a:pt x="290665" y="1522171"/>
                </a:lnTo>
                <a:lnTo>
                  <a:pt x="308267" y="1555585"/>
                </a:lnTo>
                <a:lnTo>
                  <a:pt x="325869" y="1588999"/>
                </a:lnTo>
                <a:lnTo>
                  <a:pt x="343472" y="1622412"/>
                </a:lnTo>
                <a:lnTo>
                  <a:pt x="361074" y="1655826"/>
                </a:lnTo>
                <a:lnTo>
                  <a:pt x="378685" y="1689240"/>
                </a:lnTo>
                <a:lnTo>
                  <a:pt x="396288" y="1722653"/>
                </a:lnTo>
                <a:close/>
              </a:path>
            </a:pathLst>
          </a:custGeom>
          <a:solidFill xmlns:a="http://schemas.openxmlformats.org/drawingml/2006/main">
            <a:srgbClr val="D1E1F0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0B18E1BF-19E9-441A-9B5A-8CE267A6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B81A8">
                <a:alpha val="34000"/>
              </a:srgbClr>
            </a:solidFill>
            <a:prstDash val="dash"/>
          </a:ln>
        </p:spPr>
      </p:sp>
      <p:sp>
        <p:nvSpPr>
          <p:cNvPr id="7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6096E89B-02EB-4748-9531-565FE9AE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41" y="460623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4D4338DB-5779-4428-94C2-1D274B99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4874419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rPr>
              <a:t>目标定义</a:t>
            </a:r>
          </a:p>
        </p:txBody>
      </p:sp>
      <p:sp>
        <p:nvSpPr>
          <p:cNvPr id="9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51E0BFE4-B1FE-40EB-82A6-48ACF2D8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5187553"/>
            <a:ext cx="17716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明确范围、对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象与预期成果</a:t>
            </a:r>
          </a:p>
        </p:txBody>
      </p:sp>
      <p:sp>
        <p:nvSpPr>
          <p:cNvPr id="10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90683F7F-0627-4F49-8843-9E770F6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599" y="377666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E0F31C14-8E4F-4B25-80FC-04A28E88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166892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B7BEE9AB-0D91-4E97-AC5A-3F65756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480027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形成路径并完成关键论证</a:t>
            </a:r>
          </a:p>
        </p:txBody>
      </p:sp>
      <p:sp>
        <p:nvSpPr>
          <p:cNvPr id="13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ADC7459E-7AC2-469E-866A-696C473F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3370812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FA3DB7D7-4CE2-4B2B-8AE9-F0D2E0E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761032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rPr>
              <a:t>试点验证</a:t>
            </a:r>
          </a:p>
        </p:txBody>
      </p:sp>
      <p:sp>
        <p:nvSpPr>
          <p:cNvPr id="15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6F84F7EB-B338-484F-BCA4-1F118625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4074166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在真实场景中检验可行性</a:t>
            </a:r>
          </a:p>
        </p:txBody>
      </p:sp>
      <p:sp>
        <p:nvSpPr>
          <p:cNvPr id="16" name="phase-4-index">
            <a:extLst xmlns:a="http://schemas.openxmlformats.org/drawingml/2006/main">
              <a:ext uri="{FF2B5EF4-FFF2-40B4-BE49-F238E27FC236}">
                <a16:creationId xmlns:a16="http://schemas.microsoft.com/office/drawing/2014/main" id="{2CA9AFEA-F433-4D38-BC25-11FD79F3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120" y="2325891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8B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20F18D7F-18DE-40ED-B520-A9D088A4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2716111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84F7D"/>
                </a:solidFill>
                <a:latin typeface="Microsoft YaHei"/>
                <a:ea typeface="Microsoft YaHei"/>
                <a:cs typeface="Microsoft YaHei"/>
              </a:rPr>
              <a:t>推广交付</a:t>
            </a:r>
          </a:p>
        </p:txBody>
      </p:sp>
      <p:sp>
        <p:nvSpPr>
          <p:cNvPr id="18" name="phase-body-4">
            <a:extLst xmlns:a="http://schemas.openxmlformats.org/drawingml/2006/main">
              <a:ext uri="{FF2B5EF4-FFF2-40B4-BE49-F238E27FC236}">
                <a16:creationId xmlns:a16="http://schemas.microsoft.com/office/drawing/2014/main" id="{C273BEB2-8D46-4560-8889-E42DC6E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3029245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738A"/>
                </a:solidFill>
                <a:latin typeface="Microsoft YaHei"/>
                <a:ea typeface="Microsoft YaHei"/>
                <a:cs typeface="Microsoft YaHei"/>
              </a:rPr>
              <a:t>按统一标准扩大应用范围</a:t>
            </a:r>
          </a:p>
        </p:txBody>
      </p:sp>
      <p:sp>
        <p:nvSpPr>
          <p:cNvPr id="19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51053242-F5F0-4593-9D90-941AF2E4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276" y="4284526"/>
            <a:ext cx="782917" cy="1210447"/>
          </a:xfrm>
          <a:custGeom xmlns:a="http://schemas.openxmlformats.org/drawingml/2006/main">
            <a:pathLst>
              <a:path w="782917" h="1210447">
                <a:moveTo>
                  <a:pt x="563099" y="1210447"/>
                </a:moveTo>
                <a:lnTo>
                  <a:pt x="554393" y="1193549"/>
                </a:lnTo>
                <a:lnTo>
                  <a:pt x="545697" y="1176661"/>
                </a:lnTo>
                <a:lnTo>
                  <a:pt x="536991" y="1159764"/>
                </a:lnTo>
                <a:lnTo>
                  <a:pt x="528285" y="1142876"/>
                </a:lnTo>
                <a:lnTo>
                  <a:pt x="519579" y="1125979"/>
                </a:lnTo>
                <a:lnTo>
                  <a:pt x="510883" y="1109081"/>
                </a:lnTo>
                <a:lnTo>
                  <a:pt x="502177" y="1092194"/>
                </a:lnTo>
                <a:lnTo>
                  <a:pt x="493471" y="1075296"/>
                </a:lnTo>
                <a:lnTo>
                  <a:pt x="484765" y="1058408"/>
                </a:lnTo>
                <a:lnTo>
                  <a:pt x="476069" y="1041511"/>
                </a:lnTo>
                <a:lnTo>
                  <a:pt x="467363" y="1024623"/>
                </a:lnTo>
                <a:lnTo>
                  <a:pt x="458657" y="1007726"/>
                </a:lnTo>
                <a:lnTo>
                  <a:pt x="449951" y="990829"/>
                </a:lnTo>
                <a:lnTo>
                  <a:pt x="441255" y="973941"/>
                </a:lnTo>
                <a:lnTo>
                  <a:pt x="432549" y="957043"/>
                </a:lnTo>
                <a:lnTo>
                  <a:pt x="423843" y="940156"/>
                </a:lnTo>
                <a:lnTo>
                  <a:pt x="415138" y="923258"/>
                </a:lnTo>
                <a:lnTo>
                  <a:pt x="406441" y="906370"/>
                </a:lnTo>
                <a:lnTo>
                  <a:pt x="397735" y="889473"/>
                </a:lnTo>
                <a:lnTo>
                  <a:pt x="389030" y="872576"/>
                </a:lnTo>
                <a:lnTo>
                  <a:pt x="380324" y="855688"/>
                </a:lnTo>
                <a:lnTo>
                  <a:pt x="371627" y="838791"/>
                </a:lnTo>
                <a:lnTo>
                  <a:pt x="362922" y="821903"/>
                </a:lnTo>
                <a:lnTo>
                  <a:pt x="354216" y="805005"/>
                </a:lnTo>
                <a:lnTo>
                  <a:pt x="345510" y="788118"/>
                </a:lnTo>
                <a:lnTo>
                  <a:pt x="336814" y="771220"/>
                </a:lnTo>
                <a:lnTo>
                  <a:pt x="328108" y="754323"/>
                </a:lnTo>
                <a:lnTo>
                  <a:pt x="319402" y="737435"/>
                </a:lnTo>
                <a:lnTo>
                  <a:pt x="310696" y="720538"/>
                </a:lnTo>
                <a:lnTo>
                  <a:pt x="302000" y="703650"/>
                </a:lnTo>
                <a:lnTo>
                  <a:pt x="293294" y="686753"/>
                </a:lnTo>
                <a:lnTo>
                  <a:pt x="284588" y="669865"/>
                </a:lnTo>
                <a:lnTo>
                  <a:pt x="275882" y="652967"/>
                </a:lnTo>
                <a:lnTo>
                  <a:pt x="267186" y="636070"/>
                </a:lnTo>
                <a:lnTo>
                  <a:pt x="258480" y="619182"/>
                </a:lnTo>
                <a:lnTo>
                  <a:pt x="249774" y="602285"/>
                </a:lnTo>
                <a:lnTo>
                  <a:pt x="241068" y="585397"/>
                </a:lnTo>
                <a:lnTo>
                  <a:pt x="232372" y="568500"/>
                </a:lnTo>
                <a:lnTo>
                  <a:pt x="223666" y="551612"/>
                </a:lnTo>
                <a:lnTo>
                  <a:pt x="214960" y="534714"/>
                </a:lnTo>
                <a:lnTo>
                  <a:pt x="206254" y="517817"/>
                </a:lnTo>
                <a:lnTo>
                  <a:pt x="197558" y="500929"/>
                </a:lnTo>
                <a:lnTo>
                  <a:pt x="188852" y="484032"/>
                </a:lnTo>
                <a:lnTo>
                  <a:pt x="180146" y="467144"/>
                </a:lnTo>
                <a:lnTo>
                  <a:pt x="171440" y="450247"/>
                </a:lnTo>
                <a:lnTo>
                  <a:pt x="162744" y="433359"/>
                </a:lnTo>
                <a:lnTo>
                  <a:pt x="154038" y="416462"/>
                </a:lnTo>
                <a:lnTo>
                  <a:pt x="145332" y="399564"/>
                </a:lnTo>
                <a:lnTo>
                  <a:pt x="136627" y="382676"/>
                </a:lnTo>
                <a:lnTo>
                  <a:pt x="127930" y="365779"/>
                </a:lnTo>
                <a:lnTo>
                  <a:pt x="119224" y="348891"/>
                </a:lnTo>
                <a:lnTo>
                  <a:pt x="110519" y="331994"/>
                </a:lnTo>
                <a:lnTo>
                  <a:pt x="101813" y="315106"/>
                </a:lnTo>
                <a:lnTo>
                  <a:pt x="93116" y="298209"/>
                </a:lnTo>
                <a:lnTo>
                  <a:pt x="84411" y="281311"/>
                </a:lnTo>
                <a:lnTo>
                  <a:pt x="75705" y="264424"/>
                </a:lnTo>
                <a:lnTo>
                  <a:pt x="66999" y="247526"/>
                </a:lnTo>
                <a:lnTo>
                  <a:pt x="58303" y="230638"/>
                </a:lnTo>
                <a:lnTo>
                  <a:pt x="49597" y="213741"/>
                </a:lnTo>
                <a:lnTo>
                  <a:pt x="40891" y="196853"/>
                </a:lnTo>
                <a:lnTo>
                  <a:pt x="32185" y="179956"/>
                </a:lnTo>
                <a:lnTo>
                  <a:pt x="23489" y="163068"/>
                </a:lnTo>
                <a:lnTo>
                  <a:pt x="14783" y="146171"/>
                </a:lnTo>
                <a:lnTo>
                  <a:pt x="6077" y="129273"/>
                </a:lnTo>
                <a:lnTo>
                  <a:pt x="0" y="113224"/>
                </a:lnTo>
                <a:lnTo>
                  <a:pt x="16878" y="104489"/>
                </a:lnTo>
                <a:lnTo>
                  <a:pt x="33757" y="95764"/>
                </a:lnTo>
                <a:lnTo>
                  <a:pt x="50635" y="87030"/>
                </a:lnTo>
                <a:lnTo>
                  <a:pt x="67513" y="78296"/>
                </a:lnTo>
                <a:lnTo>
                  <a:pt x="84392" y="69571"/>
                </a:lnTo>
                <a:lnTo>
                  <a:pt x="101279" y="60836"/>
                </a:lnTo>
                <a:lnTo>
                  <a:pt x="118158" y="52111"/>
                </a:lnTo>
                <a:lnTo>
                  <a:pt x="135036" y="43377"/>
                </a:lnTo>
                <a:lnTo>
                  <a:pt x="151914" y="34642"/>
                </a:lnTo>
                <a:lnTo>
                  <a:pt x="168793" y="25918"/>
                </a:lnTo>
                <a:lnTo>
                  <a:pt x="185671" y="17183"/>
                </a:lnTo>
                <a:lnTo>
                  <a:pt x="202549" y="8458"/>
                </a:lnTo>
                <a:lnTo>
                  <a:pt x="219342" y="0"/>
                </a:lnTo>
                <a:lnTo>
                  <a:pt x="228038" y="16897"/>
                </a:lnTo>
                <a:lnTo>
                  <a:pt x="236734" y="33795"/>
                </a:lnTo>
                <a:lnTo>
                  <a:pt x="245431" y="50692"/>
                </a:lnTo>
                <a:lnTo>
                  <a:pt x="254127" y="67589"/>
                </a:lnTo>
                <a:lnTo>
                  <a:pt x="262833" y="84477"/>
                </a:lnTo>
                <a:lnTo>
                  <a:pt x="271529" y="101375"/>
                </a:lnTo>
                <a:lnTo>
                  <a:pt x="280226" y="118272"/>
                </a:lnTo>
                <a:lnTo>
                  <a:pt x="288922" y="135169"/>
                </a:lnTo>
                <a:lnTo>
                  <a:pt x="297618" y="152067"/>
                </a:lnTo>
                <a:lnTo>
                  <a:pt x="306314" y="168964"/>
                </a:lnTo>
                <a:lnTo>
                  <a:pt x="315011" y="185861"/>
                </a:lnTo>
                <a:lnTo>
                  <a:pt x="323707" y="202759"/>
                </a:lnTo>
                <a:lnTo>
                  <a:pt x="332413" y="219656"/>
                </a:lnTo>
                <a:lnTo>
                  <a:pt x="341109" y="236553"/>
                </a:lnTo>
                <a:lnTo>
                  <a:pt x="349806" y="253441"/>
                </a:lnTo>
                <a:lnTo>
                  <a:pt x="358502" y="270339"/>
                </a:lnTo>
                <a:lnTo>
                  <a:pt x="367198" y="287236"/>
                </a:lnTo>
                <a:lnTo>
                  <a:pt x="375895" y="304133"/>
                </a:lnTo>
                <a:lnTo>
                  <a:pt x="384591" y="321031"/>
                </a:lnTo>
                <a:lnTo>
                  <a:pt x="393287" y="337928"/>
                </a:lnTo>
                <a:lnTo>
                  <a:pt x="401993" y="354825"/>
                </a:lnTo>
                <a:lnTo>
                  <a:pt x="410689" y="371723"/>
                </a:lnTo>
                <a:lnTo>
                  <a:pt x="419386" y="388620"/>
                </a:lnTo>
                <a:lnTo>
                  <a:pt x="428082" y="405508"/>
                </a:lnTo>
                <a:lnTo>
                  <a:pt x="436778" y="422405"/>
                </a:lnTo>
                <a:lnTo>
                  <a:pt x="445475" y="439303"/>
                </a:lnTo>
                <a:lnTo>
                  <a:pt x="454171" y="456200"/>
                </a:lnTo>
                <a:lnTo>
                  <a:pt x="462867" y="473097"/>
                </a:lnTo>
                <a:lnTo>
                  <a:pt x="471573" y="489995"/>
                </a:lnTo>
                <a:lnTo>
                  <a:pt x="480270" y="506892"/>
                </a:lnTo>
                <a:lnTo>
                  <a:pt x="488966" y="523789"/>
                </a:lnTo>
                <a:lnTo>
                  <a:pt x="497662" y="540687"/>
                </a:lnTo>
                <a:lnTo>
                  <a:pt x="506359" y="557574"/>
                </a:lnTo>
                <a:lnTo>
                  <a:pt x="515055" y="574472"/>
                </a:lnTo>
                <a:lnTo>
                  <a:pt x="523751" y="591369"/>
                </a:lnTo>
                <a:lnTo>
                  <a:pt x="532448" y="608267"/>
                </a:lnTo>
                <a:lnTo>
                  <a:pt x="541153" y="625164"/>
                </a:lnTo>
                <a:lnTo>
                  <a:pt x="549850" y="642061"/>
                </a:lnTo>
                <a:lnTo>
                  <a:pt x="558546" y="658959"/>
                </a:lnTo>
                <a:lnTo>
                  <a:pt x="567242" y="675856"/>
                </a:lnTo>
                <a:lnTo>
                  <a:pt x="575939" y="692753"/>
                </a:lnTo>
                <a:lnTo>
                  <a:pt x="584635" y="709651"/>
                </a:lnTo>
                <a:lnTo>
                  <a:pt x="593331" y="726538"/>
                </a:lnTo>
                <a:lnTo>
                  <a:pt x="602028" y="743436"/>
                </a:lnTo>
                <a:lnTo>
                  <a:pt x="610733" y="760333"/>
                </a:lnTo>
                <a:lnTo>
                  <a:pt x="619430" y="777230"/>
                </a:lnTo>
                <a:lnTo>
                  <a:pt x="628126" y="794128"/>
                </a:lnTo>
                <a:lnTo>
                  <a:pt x="636822" y="811025"/>
                </a:lnTo>
                <a:lnTo>
                  <a:pt x="645519" y="827923"/>
                </a:lnTo>
                <a:lnTo>
                  <a:pt x="654215" y="844820"/>
                </a:lnTo>
                <a:lnTo>
                  <a:pt x="662911" y="861717"/>
                </a:lnTo>
                <a:lnTo>
                  <a:pt x="671608" y="878605"/>
                </a:lnTo>
                <a:lnTo>
                  <a:pt x="680314" y="895502"/>
                </a:lnTo>
                <a:lnTo>
                  <a:pt x="689010" y="912400"/>
                </a:lnTo>
                <a:lnTo>
                  <a:pt x="697706" y="929297"/>
                </a:lnTo>
                <a:lnTo>
                  <a:pt x="706403" y="946194"/>
                </a:lnTo>
                <a:lnTo>
                  <a:pt x="715099" y="963092"/>
                </a:lnTo>
                <a:lnTo>
                  <a:pt x="723795" y="979989"/>
                </a:lnTo>
                <a:lnTo>
                  <a:pt x="732492" y="996887"/>
                </a:lnTo>
                <a:lnTo>
                  <a:pt x="741188" y="1013784"/>
                </a:lnTo>
                <a:lnTo>
                  <a:pt x="749894" y="1030672"/>
                </a:lnTo>
                <a:lnTo>
                  <a:pt x="758590" y="1047569"/>
                </a:lnTo>
                <a:lnTo>
                  <a:pt x="767286" y="1064466"/>
                </a:lnTo>
                <a:lnTo>
                  <a:pt x="775983" y="1081364"/>
                </a:lnTo>
                <a:lnTo>
                  <a:pt x="782917" y="1097699"/>
                </a:lnTo>
                <a:lnTo>
                  <a:pt x="766010" y="1106367"/>
                </a:lnTo>
                <a:lnTo>
                  <a:pt x="749094" y="1115044"/>
                </a:lnTo>
                <a:lnTo>
                  <a:pt x="732187" y="1123712"/>
                </a:lnTo>
                <a:lnTo>
                  <a:pt x="715280" y="1132389"/>
                </a:lnTo>
                <a:lnTo>
                  <a:pt x="698373" y="1141057"/>
                </a:lnTo>
                <a:lnTo>
                  <a:pt x="681466" y="1149734"/>
                </a:lnTo>
                <a:lnTo>
                  <a:pt x="664550" y="1158402"/>
                </a:lnTo>
                <a:lnTo>
                  <a:pt x="647643" y="1167079"/>
                </a:lnTo>
                <a:lnTo>
                  <a:pt x="630736" y="1175756"/>
                </a:lnTo>
                <a:lnTo>
                  <a:pt x="613829" y="1184424"/>
                </a:lnTo>
                <a:lnTo>
                  <a:pt x="596922" y="1193102"/>
                </a:lnTo>
                <a:lnTo>
                  <a:pt x="580006" y="1201769"/>
                </a:lnTo>
                <a:lnTo>
                  <a:pt x="563099" y="121044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27576B42-3726-47EA-8FB2-DAF24602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235" y="4272153"/>
            <a:ext cx="833685" cy="1236155"/>
          </a:xfrm>
          <a:custGeom xmlns:a="http://schemas.openxmlformats.org/drawingml/2006/main">
            <a:pathLst>
              <a:path w="833685" h="1236155">
                <a:moveTo>
                  <a:pt x="564375" y="1236155"/>
                </a:moveTo>
                <a:lnTo>
                  <a:pt x="581206" y="1227449"/>
                </a:lnTo>
                <a:lnTo>
                  <a:pt x="598037" y="1218733"/>
                </a:lnTo>
                <a:lnTo>
                  <a:pt x="614867" y="1210018"/>
                </a:lnTo>
                <a:lnTo>
                  <a:pt x="631708" y="1201312"/>
                </a:lnTo>
                <a:lnTo>
                  <a:pt x="648538" y="1192597"/>
                </a:lnTo>
                <a:lnTo>
                  <a:pt x="665369" y="1183881"/>
                </a:lnTo>
                <a:lnTo>
                  <a:pt x="682200" y="1175175"/>
                </a:lnTo>
                <a:lnTo>
                  <a:pt x="699030" y="1166460"/>
                </a:lnTo>
                <a:lnTo>
                  <a:pt x="715861" y="1157745"/>
                </a:lnTo>
                <a:lnTo>
                  <a:pt x="732692" y="1149039"/>
                </a:lnTo>
                <a:lnTo>
                  <a:pt x="749522" y="1140323"/>
                </a:lnTo>
                <a:lnTo>
                  <a:pt x="766353" y="1131608"/>
                </a:lnTo>
                <a:lnTo>
                  <a:pt x="783184" y="1122902"/>
                </a:lnTo>
                <a:lnTo>
                  <a:pt x="800014" y="1114187"/>
                </a:lnTo>
                <a:lnTo>
                  <a:pt x="816845" y="1105481"/>
                </a:lnTo>
                <a:lnTo>
                  <a:pt x="833685" y="1096766"/>
                </a:lnTo>
                <a:lnTo>
                  <a:pt x="826818" y="1080506"/>
                </a:lnTo>
                <a:lnTo>
                  <a:pt x="818121" y="1063666"/>
                </a:lnTo>
                <a:lnTo>
                  <a:pt x="809435" y="1046826"/>
                </a:lnTo>
                <a:lnTo>
                  <a:pt x="797281" y="1040711"/>
                </a:lnTo>
                <a:lnTo>
                  <a:pt x="780393" y="1049303"/>
                </a:lnTo>
                <a:lnTo>
                  <a:pt x="763495" y="1057894"/>
                </a:lnTo>
                <a:lnTo>
                  <a:pt x="746608" y="1066495"/>
                </a:lnTo>
                <a:lnTo>
                  <a:pt x="729710" y="1075087"/>
                </a:lnTo>
                <a:lnTo>
                  <a:pt x="712822" y="1083678"/>
                </a:lnTo>
                <a:lnTo>
                  <a:pt x="695935" y="1092279"/>
                </a:lnTo>
                <a:lnTo>
                  <a:pt x="687191" y="1075592"/>
                </a:lnTo>
                <a:lnTo>
                  <a:pt x="678504" y="1058751"/>
                </a:lnTo>
                <a:lnTo>
                  <a:pt x="669827" y="1041902"/>
                </a:lnTo>
                <a:lnTo>
                  <a:pt x="661140" y="1025052"/>
                </a:lnTo>
                <a:lnTo>
                  <a:pt x="652453" y="1008212"/>
                </a:lnTo>
                <a:lnTo>
                  <a:pt x="643766" y="991362"/>
                </a:lnTo>
                <a:lnTo>
                  <a:pt x="635079" y="974522"/>
                </a:lnTo>
                <a:lnTo>
                  <a:pt x="626393" y="957672"/>
                </a:lnTo>
                <a:lnTo>
                  <a:pt x="617706" y="940832"/>
                </a:lnTo>
                <a:lnTo>
                  <a:pt x="609029" y="923982"/>
                </a:lnTo>
                <a:lnTo>
                  <a:pt x="600342" y="907142"/>
                </a:lnTo>
                <a:lnTo>
                  <a:pt x="591655" y="890292"/>
                </a:lnTo>
                <a:lnTo>
                  <a:pt x="582968" y="873452"/>
                </a:lnTo>
                <a:lnTo>
                  <a:pt x="574281" y="856602"/>
                </a:lnTo>
                <a:lnTo>
                  <a:pt x="565595" y="839762"/>
                </a:lnTo>
                <a:lnTo>
                  <a:pt x="556917" y="822912"/>
                </a:lnTo>
                <a:lnTo>
                  <a:pt x="548230" y="806072"/>
                </a:lnTo>
                <a:lnTo>
                  <a:pt x="539544" y="789222"/>
                </a:lnTo>
                <a:lnTo>
                  <a:pt x="530857" y="772382"/>
                </a:lnTo>
                <a:lnTo>
                  <a:pt x="522170" y="755533"/>
                </a:lnTo>
                <a:lnTo>
                  <a:pt x="513483" y="738683"/>
                </a:lnTo>
                <a:lnTo>
                  <a:pt x="504796" y="721843"/>
                </a:lnTo>
                <a:lnTo>
                  <a:pt x="496119" y="704993"/>
                </a:lnTo>
                <a:lnTo>
                  <a:pt x="487432" y="688153"/>
                </a:lnTo>
                <a:lnTo>
                  <a:pt x="478746" y="671303"/>
                </a:lnTo>
                <a:lnTo>
                  <a:pt x="470059" y="654463"/>
                </a:lnTo>
                <a:lnTo>
                  <a:pt x="461372" y="637613"/>
                </a:lnTo>
                <a:lnTo>
                  <a:pt x="452685" y="620773"/>
                </a:lnTo>
                <a:lnTo>
                  <a:pt x="444008" y="603923"/>
                </a:lnTo>
                <a:lnTo>
                  <a:pt x="435321" y="587083"/>
                </a:lnTo>
                <a:lnTo>
                  <a:pt x="426634" y="570233"/>
                </a:lnTo>
                <a:lnTo>
                  <a:pt x="417947" y="553393"/>
                </a:lnTo>
                <a:lnTo>
                  <a:pt x="409261" y="536543"/>
                </a:lnTo>
                <a:lnTo>
                  <a:pt x="400574" y="519703"/>
                </a:lnTo>
                <a:lnTo>
                  <a:pt x="391897" y="502853"/>
                </a:lnTo>
                <a:lnTo>
                  <a:pt x="383210" y="486013"/>
                </a:lnTo>
                <a:lnTo>
                  <a:pt x="374523" y="469163"/>
                </a:lnTo>
                <a:lnTo>
                  <a:pt x="365836" y="452314"/>
                </a:lnTo>
                <a:lnTo>
                  <a:pt x="357149" y="435473"/>
                </a:lnTo>
                <a:lnTo>
                  <a:pt x="348463" y="418624"/>
                </a:lnTo>
                <a:lnTo>
                  <a:pt x="339776" y="401784"/>
                </a:lnTo>
                <a:lnTo>
                  <a:pt x="331099" y="384934"/>
                </a:lnTo>
                <a:lnTo>
                  <a:pt x="322412" y="368094"/>
                </a:lnTo>
                <a:lnTo>
                  <a:pt x="313725" y="351244"/>
                </a:lnTo>
                <a:lnTo>
                  <a:pt x="305038" y="334404"/>
                </a:lnTo>
                <a:lnTo>
                  <a:pt x="296351" y="317554"/>
                </a:lnTo>
                <a:lnTo>
                  <a:pt x="287665" y="300714"/>
                </a:lnTo>
                <a:lnTo>
                  <a:pt x="278987" y="283864"/>
                </a:lnTo>
                <a:lnTo>
                  <a:pt x="270300" y="267024"/>
                </a:lnTo>
                <a:lnTo>
                  <a:pt x="261614" y="250174"/>
                </a:lnTo>
                <a:lnTo>
                  <a:pt x="252927" y="233334"/>
                </a:lnTo>
                <a:lnTo>
                  <a:pt x="244240" y="216484"/>
                </a:lnTo>
                <a:lnTo>
                  <a:pt x="235553" y="199644"/>
                </a:lnTo>
                <a:lnTo>
                  <a:pt x="226866" y="182794"/>
                </a:lnTo>
                <a:lnTo>
                  <a:pt x="218189" y="165945"/>
                </a:lnTo>
                <a:lnTo>
                  <a:pt x="209502" y="149104"/>
                </a:lnTo>
                <a:lnTo>
                  <a:pt x="200816" y="132255"/>
                </a:lnTo>
                <a:lnTo>
                  <a:pt x="192129" y="115414"/>
                </a:lnTo>
                <a:lnTo>
                  <a:pt x="208436" y="106537"/>
                </a:lnTo>
                <a:lnTo>
                  <a:pt x="225266" y="97822"/>
                </a:lnTo>
                <a:lnTo>
                  <a:pt x="242097" y="89106"/>
                </a:lnTo>
                <a:lnTo>
                  <a:pt x="258928" y="80401"/>
                </a:lnTo>
                <a:lnTo>
                  <a:pt x="275758" y="71685"/>
                </a:lnTo>
                <a:lnTo>
                  <a:pt x="292589" y="62979"/>
                </a:lnTo>
                <a:lnTo>
                  <a:pt x="295942" y="49968"/>
                </a:lnTo>
                <a:lnTo>
                  <a:pt x="287255" y="33128"/>
                </a:lnTo>
                <a:lnTo>
                  <a:pt x="278559" y="16288"/>
                </a:lnTo>
                <a:lnTo>
                  <a:pt x="269691" y="0"/>
                </a:lnTo>
                <a:lnTo>
                  <a:pt x="252832" y="8668"/>
                </a:lnTo>
                <a:lnTo>
                  <a:pt x="235982" y="17326"/>
                </a:lnTo>
                <a:lnTo>
                  <a:pt x="219123" y="25994"/>
                </a:lnTo>
                <a:lnTo>
                  <a:pt x="202263" y="34661"/>
                </a:lnTo>
                <a:lnTo>
                  <a:pt x="185414" y="43329"/>
                </a:lnTo>
                <a:lnTo>
                  <a:pt x="168554" y="51987"/>
                </a:lnTo>
                <a:lnTo>
                  <a:pt x="151705" y="60655"/>
                </a:lnTo>
                <a:lnTo>
                  <a:pt x="134845" y="69323"/>
                </a:lnTo>
                <a:lnTo>
                  <a:pt x="117986" y="77991"/>
                </a:lnTo>
                <a:lnTo>
                  <a:pt x="101136" y="86649"/>
                </a:lnTo>
                <a:lnTo>
                  <a:pt x="84277" y="95317"/>
                </a:lnTo>
                <a:lnTo>
                  <a:pt x="67418" y="103984"/>
                </a:lnTo>
                <a:lnTo>
                  <a:pt x="50568" y="112652"/>
                </a:lnTo>
                <a:lnTo>
                  <a:pt x="33709" y="121310"/>
                </a:lnTo>
                <a:lnTo>
                  <a:pt x="16859" y="129978"/>
                </a:lnTo>
                <a:lnTo>
                  <a:pt x="0" y="138646"/>
                </a:lnTo>
                <a:lnTo>
                  <a:pt x="7896" y="155315"/>
                </a:lnTo>
                <a:lnTo>
                  <a:pt x="16478" y="172212"/>
                </a:lnTo>
                <a:lnTo>
                  <a:pt x="25060" y="189109"/>
                </a:lnTo>
                <a:lnTo>
                  <a:pt x="37128" y="195215"/>
                </a:lnTo>
                <a:lnTo>
                  <a:pt x="53959" y="186499"/>
                </a:lnTo>
                <a:lnTo>
                  <a:pt x="70790" y="177784"/>
                </a:lnTo>
                <a:lnTo>
                  <a:pt x="87620" y="169078"/>
                </a:lnTo>
                <a:lnTo>
                  <a:pt x="104451" y="160363"/>
                </a:lnTo>
                <a:lnTo>
                  <a:pt x="121282" y="151657"/>
                </a:lnTo>
                <a:lnTo>
                  <a:pt x="138113" y="142942"/>
                </a:lnTo>
                <a:lnTo>
                  <a:pt x="147018" y="159048"/>
                </a:lnTo>
                <a:lnTo>
                  <a:pt x="155686" y="175898"/>
                </a:lnTo>
                <a:lnTo>
                  <a:pt x="164354" y="192757"/>
                </a:lnTo>
                <a:lnTo>
                  <a:pt x="173022" y="209617"/>
                </a:lnTo>
                <a:lnTo>
                  <a:pt x="181680" y="226466"/>
                </a:lnTo>
                <a:lnTo>
                  <a:pt x="190348" y="243326"/>
                </a:lnTo>
                <a:lnTo>
                  <a:pt x="199015" y="260175"/>
                </a:lnTo>
                <a:lnTo>
                  <a:pt x="207683" y="277035"/>
                </a:lnTo>
                <a:lnTo>
                  <a:pt x="216351" y="293894"/>
                </a:lnTo>
                <a:lnTo>
                  <a:pt x="225009" y="310744"/>
                </a:lnTo>
                <a:lnTo>
                  <a:pt x="233677" y="327603"/>
                </a:lnTo>
                <a:lnTo>
                  <a:pt x="242345" y="344453"/>
                </a:lnTo>
                <a:lnTo>
                  <a:pt x="251012" y="361312"/>
                </a:lnTo>
                <a:lnTo>
                  <a:pt x="259671" y="378171"/>
                </a:lnTo>
                <a:lnTo>
                  <a:pt x="268338" y="395021"/>
                </a:lnTo>
                <a:lnTo>
                  <a:pt x="277006" y="411880"/>
                </a:lnTo>
                <a:lnTo>
                  <a:pt x="285674" y="428730"/>
                </a:lnTo>
                <a:lnTo>
                  <a:pt x="294342" y="445589"/>
                </a:lnTo>
                <a:lnTo>
                  <a:pt x="303000" y="462448"/>
                </a:lnTo>
                <a:lnTo>
                  <a:pt x="311668" y="479298"/>
                </a:lnTo>
                <a:lnTo>
                  <a:pt x="320335" y="496157"/>
                </a:lnTo>
                <a:lnTo>
                  <a:pt x="329003" y="513007"/>
                </a:lnTo>
                <a:lnTo>
                  <a:pt x="337661" y="529866"/>
                </a:lnTo>
                <a:lnTo>
                  <a:pt x="346329" y="546725"/>
                </a:lnTo>
                <a:lnTo>
                  <a:pt x="354997" y="563575"/>
                </a:lnTo>
                <a:lnTo>
                  <a:pt x="363665" y="580434"/>
                </a:lnTo>
                <a:lnTo>
                  <a:pt x="372332" y="597284"/>
                </a:lnTo>
                <a:lnTo>
                  <a:pt x="380990" y="614143"/>
                </a:lnTo>
                <a:lnTo>
                  <a:pt x="389658" y="631003"/>
                </a:lnTo>
                <a:lnTo>
                  <a:pt x="398326" y="647852"/>
                </a:lnTo>
                <a:lnTo>
                  <a:pt x="406994" y="664712"/>
                </a:lnTo>
                <a:lnTo>
                  <a:pt x="415652" y="681561"/>
                </a:lnTo>
                <a:lnTo>
                  <a:pt x="424320" y="698421"/>
                </a:lnTo>
                <a:lnTo>
                  <a:pt x="432987" y="715270"/>
                </a:lnTo>
                <a:lnTo>
                  <a:pt x="441655" y="732130"/>
                </a:lnTo>
                <a:lnTo>
                  <a:pt x="450323" y="748989"/>
                </a:lnTo>
                <a:lnTo>
                  <a:pt x="458981" y="765839"/>
                </a:lnTo>
                <a:lnTo>
                  <a:pt x="467649" y="782698"/>
                </a:lnTo>
                <a:lnTo>
                  <a:pt x="476317" y="799548"/>
                </a:lnTo>
                <a:lnTo>
                  <a:pt x="484984" y="816407"/>
                </a:lnTo>
                <a:lnTo>
                  <a:pt x="493652" y="833266"/>
                </a:lnTo>
                <a:lnTo>
                  <a:pt x="502310" y="850116"/>
                </a:lnTo>
                <a:lnTo>
                  <a:pt x="510978" y="866975"/>
                </a:lnTo>
                <a:lnTo>
                  <a:pt x="519646" y="883825"/>
                </a:lnTo>
                <a:lnTo>
                  <a:pt x="528314" y="900684"/>
                </a:lnTo>
                <a:lnTo>
                  <a:pt x="536972" y="917543"/>
                </a:lnTo>
                <a:lnTo>
                  <a:pt x="545640" y="934393"/>
                </a:lnTo>
                <a:lnTo>
                  <a:pt x="554307" y="951252"/>
                </a:lnTo>
                <a:lnTo>
                  <a:pt x="562975" y="968102"/>
                </a:lnTo>
                <a:lnTo>
                  <a:pt x="571643" y="984961"/>
                </a:lnTo>
                <a:lnTo>
                  <a:pt x="580301" y="1001820"/>
                </a:lnTo>
                <a:lnTo>
                  <a:pt x="588969" y="1018670"/>
                </a:lnTo>
                <a:lnTo>
                  <a:pt x="597637" y="1035529"/>
                </a:lnTo>
                <a:lnTo>
                  <a:pt x="606304" y="1052379"/>
                </a:lnTo>
                <a:lnTo>
                  <a:pt x="614963" y="1069238"/>
                </a:lnTo>
                <a:lnTo>
                  <a:pt x="623630" y="1086098"/>
                </a:lnTo>
                <a:lnTo>
                  <a:pt x="632298" y="1102947"/>
                </a:lnTo>
                <a:lnTo>
                  <a:pt x="640966" y="1119807"/>
                </a:lnTo>
                <a:lnTo>
                  <a:pt x="625773" y="1128998"/>
                </a:lnTo>
                <a:lnTo>
                  <a:pt x="608905" y="1137647"/>
                </a:lnTo>
                <a:lnTo>
                  <a:pt x="592045" y="1146305"/>
                </a:lnTo>
                <a:lnTo>
                  <a:pt x="575186" y="1154954"/>
                </a:lnTo>
                <a:lnTo>
                  <a:pt x="558327" y="1163612"/>
                </a:lnTo>
                <a:lnTo>
                  <a:pt x="541468" y="1172270"/>
                </a:lnTo>
                <a:lnTo>
                  <a:pt x="538629" y="1185462"/>
                </a:lnTo>
                <a:lnTo>
                  <a:pt x="547211" y="1202360"/>
                </a:lnTo>
                <a:lnTo>
                  <a:pt x="555793" y="1219257"/>
                </a:lnTo>
                <a:lnTo>
                  <a:pt x="564375" y="1236155"/>
                </a:lnTo>
                <a:close/>
              </a:path>
            </a:pathLst>
          </a:custGeom>
          <a:solidFill xmlns:a="http://schemas.openxmlformats.org/drawingml/2006/main">
            <a:srgbClr val="3F6D9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40028230-7D01-4F20-A936-BE6648BF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8413" y="3797618"/>
            <a:ext cx="658178" cy="1066800"/>
          </a:xfrm>
          <a:custGeom xmlns:a="http://schemas.openxmlformats.org/drawingml/2006/main">
            <a:pathLst>
              <a:path w="658178" h="1066800">
                <a:moveTo>
                  <a:pt x="658178" y="1066800"/>
                </a:moveTo>
                <a:lnTo>
                  <a:pt x="648205" y="1050636"/>
                </a:lnTo>
                <a:lnTo>
                  <a:pt x="638232" y="1034472"/>
                </a:lnTo>
                <a:lnTo>
                  <a:pt x="628259" y="1018308"/>
                </a:lnTo>
                <a:lnTo>
                  <a:pt x="618287" y="1002144"/>
                </a:lnTo>
                <a:lnTo>
                  <a:pt x="608314" y="985980"/>
                </a:lnTo>
                <a:lnTo>
                  <a:pt x="598341" y="969816"/>
                </a:lnTo>
                <a:lnTo>
                  <a:pt x="588369" y="953653"/>
                </a:lnTo>
                <a:lnTo>
                  <a:pt x="578396" y="937489"/>
                </a:lnTo>
                <a:lnTo>
                  <a:pt x="568423" y="921325"/>
                </a:lnTo>
                <a:lnTo>
                  <a:pt x="558451" y="905161"/>
                </a:lnTo>
                <a:lnTo>
                  <a:pt x="548478" y="888997"/>
                </a:lnTo>
                <a:lnTo>
                  <a:pt x="538505" y="872833"/>
                </a:lnTo>
                <a:lnTo>
                  <a:pt x="528533" y="856669"/>
                </a:lnTo>
                <a:lnTo>
                  <a:pt x="518560" y="840505"/>
                </a:lnTo>
                <a:lnTo>
                  <a:pt x="508587" y="824341"/>
                </a:lnTo>
                <a:lnTo>
                  <a:pt x="498615" y="808177"/>
                </a:lnTo>
                <a:lnTo>
                  <a:pt x="488652" y="792023"/>
                </a:lnTo>
                <a:lnTo>
                  <a:pt x="478679" y="775859"/>
                </a:lnTo>
                <a:lnTo>
                  <a:pt x="468706" y="759695"/>
                </a:lnTo>
                <a:lnTo>
                  <a:pt x="458734" y="743531"/>
                </a:lnTo>
                <a:lnTo>
                  <a:pt x="448761" y="727367"/>
                </a:lnTo>
                <a:lnTo>
                  <a:pt x="438788" y="711203"/>
                </a:lnTo>
                <a:lnTo>
                  <a:pt x="428816" y="695039"/>
                </a:lnTo>
                <a:lnTo>
                  <a:pt x="418843" y="678875"/>
                </a:lnTo>
                <a:lnTo>
                  <a:pt x="408870" y="662711"/>
                </a:lnTo>
                <a:lnTo>
                  <a:pt x="398897" y="646547"/>
                </a:lnTo>
                <a:lnTo>
                  <a:pt x="388925" y="630384"/>
                </a:lnTo>
                <a:lnTo>
                  <a:pt x="378952" y="614220"/>
                </a:lnTo>
                <a:lnTo>
                  <a:pt x="368979" y="598056"/>
                </a:lnTo>
                <a:lnTo>
                  <a:pt x="359007" y="581892"/>
                </a:lnTo>
                <a:lnTo>
                  <a:pt x="349034" y="565728"/>
                </a:lnTo>
                <a:lnTo>
                  <a:pt x="339061" y="549564"/>
                </a:lnTo>
                <a:lnTo>
                  <a:pt x="329089" y="533400"/>
                </a:lnTo>
                <a:lnTo>
                  <a:pt x="319116" y="517236"/>
                </a:lnTo>
                <a:lnTo>
                  <a:pt x="309143" y="501072"/>
                </a:lnTo>
                <a:lnTo>
                  <a:pt x="299171" y="484908"/>
                </a:lnTo>
                <a:lnTo>
                  <a:pt x="289198" y="468744"/>
                </a:lnTo>
                <a:lnTo>
                  <a:pt x="279225" y="452580"/>
                </a:lnTo>
                <a:lnTo>
                  <a:pt x="269253" y="436416"/>
                </a:lnTo>
                <a:lnTo>
                  <a:pt x="259280" y="420253"/>
                </a:lnTo>
                <a:lnTo>
                  <a:pt x="249307" y="404089"/>
                </a:lnTo>
                <a:lnTo>
                  <a:pt x="239335" y="387925"/>
                </a:lnTo>
                <a:lnTo>
                  <a:pt x="229362" y="371761"/>
                </a:lnTo>
                <a:lnTo>
                  <a:pt x="219389" y="355597"/>
                </a:lnTo>
                <a:lnTo>
                  <a:pt x="209417" y="339433"/>
                </a:lnTo>
                <a:lnTo>
                  <a:pt x="199444" y="323269"/>
                </a:lnTo>
                <a:lnTo>
                  <a:pt x="189471" y="307105"/>
                </a:lnTo>
                <a:lnTo>
                  <a:pt x="179499" y="290941"/>
                </a:lnTo>
                <a:lnTo>
                  <a:pt x="169526" y="274777"/>
                </a:lnTo>
                <a:lnTo>
                  <a:pt x="159563" y="258623"/>
                </a:lnTo>
                <a:lnTo>
                  <a:pt x="149590" y="242459"/>
                </a:lnTo>
                <a:lnTo>
                  <a:pt x="139617" y="226295"/>
                </a:lnTo>
                <a:lnTo>
                  <a:pt x="129645" y="210131"/>
                </a:lnTo>
                <a:lnTo>
                  <a:pt x="119672" y="193967"/>
                </a:lnTo>
                <a:lnTo>
                  <a:pt x="109699" y="177803"/>
                </a:lnTo>
                <a:lnTo>
                  <a:pt x="99727" y="161639"/>
                </a:lnTo>
                <a:lnTo>
                  <a:pt x="89754" y="145475"/>
                </a:lnTo>
                <a:lnTo>
                  <a:pt x="79781" y="129311"/>
                </a:lnTo>
                <a:lnTo>
                  <a:pt x="69809" y="113147"/>
                </a:lnTo>
                <a:lnTo>
                  <a:pt x="59836" y="96984"/>
                </a:lnTo>
                <a:lnTo>
                  <a:pt x="49863" y="80820"/>
                </a:lnTo>
                <a:lnTo>
                  <a:pt x="39891" y="64656"/>
                </a:lnTo>
                <a:lnTo>
                  <a:pt x="29918" y="48492"/>
                </a:lnTo>
                <a:lnTo>
                  <a:pt x="19945" y="32328"/>
                </a:lnTo>
                <a:lnTo>
                  <a:pt x="9973" y="161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EA8C1"/>
            </a:solidFill>
            <a:prstDash val="dash"/>
          </a:ln>
        </p:spPr>
      </p:sp>
      <p:sp>
        <p:nvSpPr>
          <p:cNvPr id="22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B70D17BB-42A8-499D-BEAB-A7C1CB8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042" y="3611242"/>
            <a:ext cx="265205" cy="1083631"/>
          </a:xfrm>
          <a:custGeom xmlns:a="http://schemas.openxmlformats.org/drawingml/2006/main">
            <a:pathLst>
              <a:path w="265205" h="1083631">
                <a:moveTo>
                  <a:pt x="36795" y="1083631"/>
                </a:moveTo>
                <a:lnTo>
                  <a:pt x="36138" y="1064590"/>
                </a:lnTo>
                <a:lnTo>
                  <a:pt x="35481" y="1045559"/>
                </a:lnTo>
                <a:lnTo>
                  <a:pt x="34823" y="1026519"/>
                </a:lnTo>
                <a:lnTo>
                  <a:pt x="34166" y="1007478"/>
                </a:lnTo>
                <a:lnTo>
                  <a:pt x="33509" y="988447"/>
                </a:lnTo>
                <a:lnTo>
                  <a:pt x="32852" y="969407"/>
                </a:lnTo>
                <a:lnTo>
                  <a:pt x="32195" y="950376"/>
                </a:lnTo>
                <a:lnTo>
                  <a:pt x="31537" y="931335"/>
                </a:lnTo>
                <a:lnTo>
                  <a:pt x="30880" y="912295"/>
                </a:lnTo>
                <a:lnTo>
                  <a:pt x="30223" y="893264"/>
                </a:lnTo>
                <a:lnTo>
                  <a:pt x="29566" y="874224"/>
                </a:lnTo>
                <a:lnTo>
                  <a:pt x="28908" y="855193"/>
                </a:lnTo>
                <a:lnTo>
                  <a:pt x="28251" y="836152"/>
                </a:lnTo>
                <a:lnTo>
                  <a:pt x="27594" y="817121"/>
                </a:lnTo>
                <a:lnTo>
                  <a:pt x="26937" y="798081"/>
                </a:lnTo>
                <a:lnTo>
                  <a:pt x="26279" y="779040"/>
                </a:lnTo>
                <a:lnTo>
                  <a:pt x="25622" y="760009"/>
                </a:lnTo>
                <a:lnTo>
                  <a:pt x="24965" y="740969"/>
                </a:lnTo>
                <a:lnTo>
                  <a:pt x="24308" y="721938"/>
                </a:lnTo>
                <a:lnTo>
                  <a:pt x="23651" y="702897"/>
                </a:lnTo>
                <a:lnTo>
                  <a:pt x="22993" y="683866"/>
                </a:lnTo>
                <a:lnTo>
                  <a:pt x="22336" y="664826"/>
                </a:lnTo>
                <a:lnTo>
                  <a:pt x="21679" y="645785"/>
                </a:lnTo>
                <a:lnTo>
                  <a:pt x="21022" y="626755"/>
                </a:lnTo>
                <a:lnTo>
                  <a:pt x="20364" y="607714"/>
                </a:lnTo>
                <a:lnTo>
                  <a:pt x="19707" y="588683"/>
                </a:lnTo>
                <a:lnTo>
                  <a:pt x="19050" y="569643"/>
                </a:lnTo>
                <a:lnTo>
                  <a:pt x="18393" y="550602"/>
                </a:lnTo>
                <a:lnTo>
                  <a:pt x="17736" y="531571"/>
                </a:lnTo>
                <a:lnTo>
                  <a:pt x="17078" y="512531"/>
                </a:lnTo>
                <a:lnTo>
                  <a:pt x="16421" y="493500"/>
                </a:lnTo>
                <a:lnTo>
                  <a:pt x="15764" y="474459"/>
                </a:lnTo>
                <a:lnTo>
                  <a:pt x="15107" y="455428"/>
                </a:lnTo>
                <a:lnTo>
                  <a:pt x="14459" y="436388"/>
                </a:lnTo>
                <a:lnTo>
                  <a:pt x="13802" y="417347"/>
                </a:lnTo>
                <a:lnTo>
                  <a:pt x="13144" y="398316"/>
                </a:lnTo>
                <a:lnTo>
                  <a:pt x="12487" y="379276"/>
                </a:lnTo>
                <a:lnTo>
                  <a:pt x="11830" y="360245"/>
                </a:lnTo>
                <a:lnTo>
                  <a:pt x="11173" y="341205"/>
                </a:lnTo>
                <a:lnTo>
                  <a:pt x="10516" y="322174"/>
                </a:lnTo>
                <a:lnTo>
                  <a:pt x="9858" y="303133"/>
                </a:lnTo>
                <a:lnTo>
                  <a:pt x="9201" y="284093"/>
                </a:lnTo>
                <a:lnTo>
                  <a:pt x="8544" y="265062"/>
                </a:lnTo>
                <a:lnTo>
                  <a:pt x="7887" y="246021"/>
                </a:lnTo>
                <a:lnTo>
                  <a:pt x="7229" y="226990"/>
                </a:lnTo>
                <a:lnTo>
                  <a:pt x="6572" y="207950"/>
                </a:lnTo>
                <a:lnTo>
                  <a:pt x="5915" y="188909"/>
                </a:lnTo>
                <a:lnTo>
                  <a:pt x="5258" y="169878"/>
                </a:lnTo>
                <a:lnTo>
                  <a:pt x="4601" y="150838"/>
                </a:lnTo>
                <a:lnTo>
                  <a:pt x="3943" y="131807"/>
                </a:lnTo>
                <a:lnTo>
                  <a:pt x="3286" y="112766"/>
                </a:lnTo>
                <a:lnTo>
                  <a:pt x="2629" y="93736"/>
                </a:lnTo>
                <a:lnTo>
                  <a:pt x="1972" y="74695"/>
                </a:lnTo>
                <a:lnTo>
                  <a:pt x="1314" y="55655"/>
                </a:lnTo>
                <a:lnTo>
                  <a:pt x="657" y="36624"/>
                </a:lnTo>
                <a:lnTo>
                  <a:pt x="0" y="17583"/>
                </a:lnTo>
                <a:lnTo>
                  <a:pt x="8401" y="7010"/>
                </a:lnTo>
                <a:lnTo>
                  <a:pt x="27432" y="6372"/>
                </a:lnTo>
                <a:lnTo>
                  <a:pt x="46472" y="5734"/>
                </a:lnTo>
                <a:lnTo>
                  <a:pt x="65513" y="5096"/>
                </a:lnTo>
                <a:lnTo>
                  <a:pt x="84544" y="4458"/>
                </a:lnTo>
                <a:lnTo>
                  <a:pt x="103584" y="3820"/>
                </a:lnTo>
                <a:lnTo>
                  <a:pt x="122625" y="3191"/>
                </a:lnTo>
                <a:lnTo>
                  <a:pt x="141656" y="2553"/>
                </a:lnTo>
                <a:lnTo>
                  <a:pt x="160696" y="1915"/>
                </a:lnTo>
                <a:lnTo>
                  <a:pt x="179737" y="1276"/>
                </a:lnTo>
                <a:lnTo>
                  <a:pt x="198768" y="638"/>
                </a:lnTo>
                <a:lnTo>
                  <a:pt x="217808" y="0"/>
                </a:lnTo>
                <a:lnTo>
                  <a:pt x="227628" y="9230"/>
                </a:lnTo>
                <a:lnTo>
                  <a:pt x="228305" y="28270"/>
                </a:lnTo>
                <a:lnTo>
                  <a:pt x="228981" y="47301"/>
                </a:lnTo>
                <a:lnTo>
                  <a:pt x="229657" y="66342"/>
                </a:lnTo>
                <a:lnTo>
                  <a:pt x="230324" y="85382"/>
                </a:lnTo>
                <a:lnTo>
                  <a:pt x="231000" y="104413"/>
                </a:lnTo>
                <a:lnTo>
                  <a:pt x="231677" y="123454"/>
                </a:lnTo>
                <a:lnTo>
                  <a:pt x="232353" y="142484"/>
                </a:lnTo>
                <a:lnTo>
                  <a:pt x="233029" y="161525"/>
                </a:lnTo>
                <a:lnTo>
                  <a:pt x="233705" y="180556"/>
                </a:lnTo>
                <a:lnTo>
                  <a:pt x="234372" y="199596"/>
                </a:lnTo>
                <a:lnTo>
                  <a:pt x="235048" y="218627"/>
                </a:lnTo>
                <a:lnTo>
                  <a:pt x="235725" y="237668"/>
                </a:lnTo>
                <a:lnTo>
                  <a:pt x="236401" y="256699"/>
                </a:lnTo>
                <a:lnTo>
                  <a:pt x="237077" y="275739"/>
                </a:lnTo>
                <a:lnTo>
                  <a:pt x="237744" y="294770"/>
                </a:lnTo>
                <a:lnTo>
                  <a:pt x="238420" y="313811"/>
                </a:lnTo>
                <a:lnTo>
                  <a:pt x="239097" y="332842"/>
                </a:lnTo>
                <a:lnTo>
                  <a:pt x="239773" y="351882"/>
                </a:lnTo>
                <a:lnTo>
                  <a:pt x="240449" y="370913"/>
                </a:lnTo>
                <a:lnTo>
                  <a:pt x="241116" y="389954"/>
                </a:lnTo>
                <a:lnTo>
                  <a:pt x="241792" y="408984"/>
                </a:lnTo>
                <a:lnTo>
                  <a:pt x="242468" y="428025"/>
                </a:lnTo>
                <a:lnTo>
                  <a:pt x="243145" y="447056"/>
                </a:lnTo>
                <a:lnTo>
                  <a:pt x="243821" y="466096"/>
                </a:lnTo>
                <a:lnTo>
                  <a:pt x="244488" y="485127"/>
                </a:lnTo>
                <a:lnTo>
                  <a:pt x="245164" y="504168"/>
                </a:lnTo>
                <a:lnTo>
                  <a:pt x="245840" y="523199"/>
                </a:lnTo>
                <a:lnTo>
                  <a:pt x="246517" y="542239"/>
                </a:lnTo>
                <a:lnTo>
                  <a:pt x="247193" y="561270"/>
                </a:lnTo>
                <a:lnTo>
                  <a:pt x="247860" y="580311"/>
                </a:lnTo>
                <a:lnTo>
                  <a:pt x="248536" y="599342"/>
                </a:lnTo>
                <a:lnTo>
                  <a:pt x="249212" y="618382"/>
                </a:lnTo>
                <a:lnTo>
                  <a:pt x="249888" y="637413"/>
                </a:lnTo>
                <a:lnTo>
                  <a:pt x="250565" y="656453"/>
                </a:lnTo>
                <a:lnTo>
                  <a:pt x="251231" y="675484"/>
                </a:lnTo>
                <a:lnTo>
                  <a:pt x="251908" y="694525"/>
                </a:lnTo>
                <a:lnTo>
                  <a:pt x="252584" y="713565"/>
                </a:lnTo>
                <a:lnTo>
                  <a:pt x="253260" y="732596"/>
                </a:lnTo>
                <a:lnTo>
                  <a:pt x="253937" y="751637"/>
                </a:lnTo>
                <a:lnTo>
                  <a:pt x="254613" y="770668"/>
                </a:lnTo>
                <a:lnTo>
                  <a:pt x="255280" y="789708"/>
                </a:lnTo>
                <a:lnTo>
                  <a:pt x="255956" y="808739"/>
                </a:lnTo>
                <a:lnTo>
                  <a:pt x="256632" y="827780"/>
                </a:lnTo>
                <a:lnTo>
                  <a:pt x="257308" y="846811"/>
                </a:lnTo>
                <a:lnTo>
                  <a:pt x="257985" y="865851"/>
                </a:lnTo>
                <a:lnTo>
                  <a:pt x="258651" y="884882"/>
                </a:lnTo>
                <a:lnTo>
                  <a:pt x="259328" y="903923"/>
                </a:lnTo>
                <a:lnTo>
                  <a:pt x="260004" y="922953"/>
                </a:lnTo>
                <a:lnTo>
                  <a:pt x="260680" y="941994"/>
                </a:lnTo>
                <a:lnTo>
                  <a:pt x="261356" y="961025"/>
                </a:lnTo>
                <a:lnTo>
                  <a:pt x="262023" y="980065"/>
                </a:lnTo>
                <a:lnTo>
                  <a:pt x="262700" y="999096"/>
                </a:lnTo>
                <a:lnTo>
                  <a:pt x="263376" y="1018137"/>
                </a:lnTo>
                <a:lnTo>
                  <a:pt x="264052" y="1037168"/>
                </a:lnTo>
                <a:lnTo>
                  <a:pt x="264728" y="1056208"/>
                </a:lnTo>
                <a:lnTo>
                  <a:pt x="265205" y="1075058"/>
                </a:lnTo>
                <a:lnTo>
                  <a:pt x="246174" y="1075773"/>
                </a:lnTo>
                <a:lnTo>
                  <a:pt x="227133" y="1076487"/>
                </a:lnTo>
                <a:lnTo>
                  <a:pt x="208102" y="1077201"/>
                </a:lnTo>
                <a:lnTo>
                  <a:pt x="189071" y="1077916"/>
                </a:lnTo>
                <a:lnTo>
                  <a:pt x="170031" y="1078630"/>
                </a:lnTo>
                <a:lnTo>
                  <a:pt x="151000" y="1079344"/>
                </a:lnTo>
                <a:lnTo>
                  <a:pt x="131969" y="1080059"/>
                </a:lnTo>
                <a:lnTo>
                  <a:pt x="112928" y="1080773"/>
                </a:lnTo>
                <a:lnTo>
                  <a:pt x="93897" y="1081488"/>
                </a:lnTo>
                <a:lnTo>
                  <a:pt x="74857" y="1082202"/>
                </a:lnTo>
                <a:lnTo>
                  <a:pt x="55826" y="1082916"/>
                </a:lnTo>
                <a:lnTo>
                  <a:pt x="36795" y="108363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5B37E114-5843-4962-825A-0173F5B1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1391" y="3610289"/>
            <a:ext cx="322107" cy="1085536"/>
          </a:xfrm>
          <a:custGeom xmlns:a="http://schemas.openxmlformats.org/drawingml/2006/main">
            <a:pathLst>
              <a:path w="322107" h="1085536">
                <a:moveTo>
                  <a:pt x="36871" y="1085536"/>
                </a:moveTo>
                <a:lnTo>
                  <a:pt x="55864" y="1084840"/>
                </a:lnTo>
                <a:lnTo>
                  <a:pt x="74857" y="1084145"/>
                </a:lnTo>
                <a:lnTo>
                  <a:pt x="93850" y="1083440"/>
                </a:lnTo>
                <a:lnTo>
                  <a:pt x="112843" y="1082745"/>
                </a:lnTo>
                <a:lnTo>
                  <a:pt x="131836" y="1082050"/>
                </a:lnTo>
                <a:lnTo>
                  <a:pt x="150828" y="1081354"/>
                </a:lnTo>
                <a:lnTo>
                  <a:pt x="169812" y="1080659"/>
                </a:lnTo>
                <a:lnTo>
                  <a:pt x="188805" y="1079964"/>
                </a:lnTo>
                <a:lnTo>
                  <a:pt x="207797" y="1079268"/>
                </a:lnTo>
                <a:lnTo>
                  <a:pt x="226790" y="1078573"/>
                </a:lnTo>
                <a:lnTo>
                  <a:pt x="245783" y="1077878"/>
                </a:lnTo>
                <a:lnTo>
                  <a:pt x="264776" y="1077173"/>
                </a:lnTo>
                <a:lnTo>
                  <a:pt x="283769" y="1076477"/>
                </a:lnTo>
                <a:lnTo>
                  <a:pt x="302762" y="1075782"/>
                </a:lnTo>
                <a:lnTo>
                  <a:pt x="321755" y="1075087"/>
                </a:lnTo>
                <a:lnTo>
                  <a:pt x="322107" y="1056932"/>
                </a:lnTo>
                <a:lnTo>
                  <a:pt x="321564" y="1037939"/>
                </a:lnTo>
                <a:lnTo>
                  <a:pt x="321021" y="1018937"/>
                </a:lnTo>
                <a:lnTo>
                  <a:pt x="312287" y="1008669"/>
                </a:lnTo>
                <a:lnTo>
                  <a:pt x="293284" y="1009307"/>
                </a:lnTo>
                <a:lnTo>
                  <a:pt x="274291" y="1009955"/>
                </a:lnTo>
                <a:lnTo>
                  <a:pt x="255299" y="1010603"/>
                </a:lnTo>
                <a:lnTo>
                  <a:pt x="236306" y="1011241"/>
                </a:lnTo>
                <a:lnTo>
                  <a:pt x="217313" y="1011888"/>
                </a:lnTo>
                <a:lnTo>
                  <a:pt x="207969" y="1002192"/>
                </a:lnTo>
                <a:lnTo>
                  <a:pt x="207302" y="983199"/>
                </a:lnTo>
                <a:lnTo>
                  <a:pt x="206626" y="964206"/>
                </a:lnTo>
                <a:lnTo>
                  <a:pt x="205950" y="945213"/>
                </a:lnTo>
                <a:lnTo>
                  <a:pt x="205283" y="926221"/>
                </a:lnTo>
                <a:lnTo>
                  <a:pt x="204607" y="907228"/>
                </a:lnTo>
                <a:lnTo>
                  <a:pt x="203940" y="888235"/>
                </a:lnTo>
                <a:lnTo>
                  <a:pt x="203264" y="869242"/>
                </a:lnTo>
                <a:lnTo>
                  <a:pt x="202597" y="850249"/>
                </a:lnTo>
                <a:lnTo>
                  <a:pt x="201920" y="831256"/>
                </a:lnTo>
                <a:lnTo>
                  <a:pt x="201244" y="812263"/>
                </a:lnTo>
                <a:lnTo>
                  <a:pt x="200577" y="793271"/>
                </a:lnTo>
                <a:lnTo>
                  <a:pt x="199901" y="774278"/>
                </a:lnTo>
                <a:lnTo>
                  <a:pt x="199234" y="755285"/>
                </a:lnTo>
                <a:lnTo>
                  <a:pt x="198558" y="736292"/>
                </a:lnTo>
                <a:lnTo>
                  <a:pt x="197891" y="717299"/>
                </a:lnTo>
                <a:lnTo>
                  <a:pt x="197215" y="698306"/>
                </a:lnTo>
                <a:lnTo>
                  <a:pt x="196539" y="679313"/>
                </a:lnTo>
                <a:lnTo>
                  <a:pt x="195872" y="660321"/>
                </a:lnTo>
                <a:lnTo>
                  <a:pt x="195196" y="641328"/>
                </a:lnTo>
                <a:lnTo>
                  <a:pt x="194529" y="622335"/>
                </a:lnTo>
                <a:lnTo>
                  <a:pt x="193853" y="603342"/>
                </a:lnTo>
                <a:lnTo>
                  <a:pt x="193186" y="584349"/>
                </a:lnTo>
                <a:lnTo>
                  <a:pt x="192510" y="565356"/>
                </a:lnTo>
                <a:lnTo>
                  <a:pt x="191843" y="546364"/>
                </a:lnTo>
                <a:lnTo>
                  <a:pt x="191167" y="527371"/>
                </a:lnTo>
                <a:lnTo>
                  <a:pt x="190490" y="508378"/>
                </a:lnTo>
                <a:lnTo>
                  <a:pt x="189824" y="489385"/>
                </a:lnTo>
                <a:lnTo>
                  <a:pt x="189147" y="470392"/>
                </a:lnTo>
                <a:lnTo>
                  <a:pt x="188481" y="451399"/>
                </a:lnTo>
                <a:lnTo>
                  <a:pt x="187804" y="432406"/>
                </a:lnTo>
                <a:lnTo>
                  <a:pt x="187138" y="413414"/>
                </a:lnTo>
                <a:lnTo>
                  <a:pt x="186461" y="394421"/>
                </a:lnTo>
                <a:lnTo>
                  <a:pt x="185785" y="375428"/>
                </a:lnTo>
                <a:lnTo>
                  <a:pt x="185118" y="356435"/>
                </a:lnTo>
                <a:lnTo>
                  <a:pt x="184442" y="337442"/>
                </a:lnTo>
                <a:lnTo>
                  <a:pt x="183775" y="318449"/>
                </a:lnTo>
                <a:lnTo>
                  <a:pt x="183099" y="299456"/>
                </a:lnTo>
                <a:lnTo>
                  <a:pt x="182432" y="280464"/>
                </a:lnTo>
                <a:lnTo>
                  <a:pt x="181756" y="261471"/>
                </a:lnTo>
                <a:lnTo>
                  <a:pt x="181089" y="242478"/>
                </a:lnTo>
                <a:lnTo>
                  <a:pt x="180413" y="223485"/>
                </a:lnTo>
                <a:lnTo>
                  <a:pt x="179737" y="204492"/>
                </a:lnTo>
                <a:lnTo>
                  <a:pt x="179070" y="185499"/>
                </a:lnTo>
                <a:lnTo>
                  <a:pt x="178394" y="166516"/>
                </a:lnTo>
                <a:lnTo>
                  <a:pt x="177727" y="147523"/>
                </a:lnTo>
                <a:lnTo>
                  <a:pt x="177051" y="128530"/>
                </a:lnTo>
                <a:lnTo>
                  <a:pt x="176384" y="109538"/>
                </a:lnTo>
                <a:lnTo>
                  <a:pt x="175708" y="90545"/>
                </a:lnTo>
                <a:lnTo>
                  <a:pt x="175031" y="71552"/>
                </a:lnTo>
                <a:lnTo>
                  <a:pt x="192596" y="69571"/>
                </a:lnTo>
                <a:lnTo>
                  <a:pt x="211598" y="68923"/>
                </a:lnTo>
                <a:lnTo>
                  <a:pt x="230591" y="68285"/>
                </a:lnTo>
                <a:lnTo>
                  <a:pt x="249584" y="67637"/>
                </a:lnTo>
                <a:lnTo>
                  <a:pt x="268576" y="66999"/>
                </a:lnTo>
                <a:lnTo>
                  <a:pt x="287369" y="66170"/>
                </a:lnTo>
                <a:lnTo>
                  <a:pt x="286560" y="47187"/>
                </a:lnTo>
                <a:lnTo>
                  <a:pt x="285750" y="28194"/>
                </a:lnTo>
                <a:lnTo>
                  <a:pt x="284931" y="9211"/>
                </a:lnTo>
                <a:lnTo>
                  <a:pt x="275063" y="0"/>
                </a:lnTo>
                <a:lnTo>
                  <a:pt x="256070" y="638"/>
                </a:lnTo>
                <a:lnTo>
                  <a:pt x="237068" y="1267"/>
                </a:lnTo>
                <a:lnTo>
                  <a:pt x="218075" y="1905"/>
                </a:lnTo>
                <a:lnTo>
                  <a:pt x="199082" y="2543"/>
                </a:lnTo>
                <a:lnTo>
                  <a:pt x="180089" y="3172"/>
                </a:lnTo>
                <a:lnTo>
                  <a:pt x="161096" y="3810"/>
                </a:lnTo>
                <a:lnTo>
                  <a:pt x="142103" y="4448"/>
                </a:lnTo>
                <a:lnTo>
                  <a:pt x="123111" y="5086"/>
                </a:lnTo>
                <a:lnTo>
                  <a:pt x="104118" y="5715"/>
                </a:lnTo>
                <a:lnTo>
                  <a:pt x="85125" y="6353"/>
                </a:lnTo>
                <a:lnTo>
                  <a:pt x="66132" y="6991"/>
                </a:lnTo>
                <a:lnTo>
                  <a:pt x="47130" y="7620"/>
                </a:lnTo>
                <a:lnTo>
                  <a:pt x="28137" y="8258"/>
                </a:lnTo>
                <a:lnTo>
                  <a:pt x="9144" y="8896"/>
                </a:lnTo>
                <a:lnTo>
                  <a:pt x="0" y="18783"/>
                </a:lnTo>
                <a:lnTo>
                  <a:pt x="543" y="37786"/>
                </a:lnTo>
                <a:lnTo>
                  <a:pt x="1086" y="56779"/>
                </a:lnTo>
                <a:lnTo>
                  <a:pt x="1629" y="75771"/>
                </a:lnTo>
                <a:lnTo>
                  <a:pt x="20517" y="75248"/>
                </a:lnTo>
                <a:lnTo>
                  <a:pt x="39510" y="74600"/>
                </a:lnTo>
                <a:lnTo>
                  <a:pt x="58503" y="73952"/>
                </a:lnTo>
                <a:lnTo>
                  <a:pt x="77495" y="73314"/>
                </a:lnTo>
                <a:lnTo>
                  <a:pt x="96488" y="72666"/>
                </a:lnTo>
                <a:lnTo>
                  <a:pt x="114081" y="73533"/>
                </a:lnTo>
                <a:lnTo>
                  <a:pt x="114748" y="92526"/>
                </a:lnTo>
                <a:lnTo>
                  <a:pt x="115424" y="111519"/>
                </a:lnTo>
                <a:lnTo>
                  <a:pt x="116091" y="130512"/>
                </a:lnTo>
                <a:lnTo>
                  <a:pt x="116767" y="149504"/>
                </a:lnTo>
                <a:lnTo>
                  <a:pt x="117434" y="168497"/>
                </a:lnTo>
                <a:lnTo>
                  <a:pt x="118110" y="187490"/>
                </a:lnTo>
                <a:lnTo>
                  <a:pt x="118777" y="206483"/>
                </a:lnTo>
                <a:lnTo>
                  <a:pt x="119453" y="225476"/>
                </a:lnTo>
                <a:lnTo>
                  <a:pt x="120120" y="244469"/>
                </a:lnTo>
                <a:lnTo>
                  <a:pt x="120796" y="263462"/>
                </a:lnTo>
                <a:lnTo>
                  <a:pt x="121463" y="282454"/>
                </a:lnTo>
                <a:lnTo>
                  <a:pt x="122139" y="301447"/>
                </a:lnTo>
                <a:lnTo>
                  <a:pt x="122806" y="320440"/>
                </a:lnTo>
                <a:lnTo>
                  <a:pt x="123482" y="339433"/>
                </a:lnTo>
                <a:lnTo>
                  <a:pt x="124149" y="358426"/>
                </a:lnTo>
                <a:lnTo>
                  <a:pt x="124825" y="377419"/>
                </a:lnTo>
                <a:lnTo>
                  <a:pt x="125492" y="396411"/>
                </a:lnTo>
                <a:lnTo>
                  <a:pt x="126168" y="415395"/>
                </a:lnTo>
                <a:lnTo>
                  <a:pt x="126835" y="434388"/>
                </a:lnTo>
                <a:lnTo>
                  <a:pt x="127511" y="453380"/>
                </a:lnTo>
                <a:lnTo>
                  <a:pt x="128178" y="472373"/>
                </a:lnTo>
                <a:lnTo>
                  <a:pt x="128854" y="491366"/>
                </a:lnTo>
                <a:lnTo>
                  <a:pt x="129521" y="510359"/>
                </a:lnTo>
                <a:lnTo>
                  <a:pt x="130197" y="529352"/>
                </a:lnTo>
                <a:lnTo>
                  <a:pt x="130864" y="548345"/>
                </a:lnTo>
                <a:lnTo>
                  <a:pt x="131540" y="567338"/>
                </a:lnTo>
                <a:lnTo>
                  <a:pt x="132207" y="586330"/>
                </a:lnTo>
                <a:lnTo>
                  <a:pt x="132883" y="605323"/>
                </a:lnTo>
                <a:lnTo>
                  <a:pt x="133550" y="624316"/>
                </a:lnTo>
                <a:lnTo>
                  <a:pt x="134226" y="643309"/>
                </a:lnTo>
                <a:lnTo>
                  <a:pt x="134893" y="662302"/>
                </a:lnTo>
                <a:lnTo>
                  <a:pt x="135569" y="681295"/>
                </a:lnTo>
                <a:lnTo>
                  <a:pt x="136236" y="700288"/>
                </a:lnTo>
                <a:lnTo>
                  <a:pt x="136912" y="719280"/>
                </a:lnTo>
                <a:lnTo>
                  <a:pt x="137579" y="738273"/>
                </a:lnTo>
                <a:lnTo>
                  <a:pt x="138246" y="757266"/>
                </a:lnTo>
                <a:lnTo>
                  <a:pt x="138922" y="776259"/>
                </a:lnTo>
                <a:lnTo>
                  <a:pt x="139589" y="795252"/>
                </a:lnTo>
                <a:lnTo>
                  <a:pt x="140265" y="814245"/>
                </a:lnTo>
                <a:lnTo>
                  <a:pt x="140932" y="833237"/>
                </a:lnTo>
                <a:lnTo>
                  <a:pt x="141608" y="852230"/>
                </a:lnTo>
                <a:lnTo>
                  <a:pt x="142275" y="871223"/>
                </a:lnTo>
                <a:lnTo>
                  <a:pt x="142951" y="890216"/>
                </a:lnTo>
                <a:lnTo>
                  <a:pt x="143618" y="909209"/>
                </a:lnTo>
                <a:lnTo>
                  <a:pt x="144294" y="928202"/>
                </a:lnTo>
                <a:lnTo>
                  <a:pt x="144961" y="947195"/>
                </a:lnTo>
                <a:lnTo>
                  <a:pt x="145637" y="966187"/>
                </a:lnTo>
                <a:lnTo>
                  <a:pt x="146304" y="985180"/>
                </a:lnTo>
                <a:lnTo>
                  <a:pt x="146980" y="1004173"/>
                </a:lnTo>
                <a:lnTo>
                  <a:pt x="139246" y="1015327"/>
                </a:lnTo>
                <a:lnTo>
                  <a:pt x="120253" y="1015965"/>
                </a:lnTo>
                <a:lnTo>
                  <a:pt x="101260" y="1016613"/>
                </a:lnTo>
                <a:lnTo>
                  <a:pt x="82267" y="1017251"/>
                </a:lnTo>
                <a:lnTo>
                  <a:pt x="63275" y="1017899"/>
                </a:lnTo>
                <a:lnTo>
                  <a:pt x="44282" y="1018546"/>
                </a:lnTo>
                <a:lnTo>
                  <a:pt x="35243" y="1028548"/>
                </a:lnTo>
                <a:lnTo>
                  <a:pt x="35785" y="1047540"/>
                </a:lnTo>
                <a:lnTo>
                  <a:pt x="36328" y="1066533"/>
                </a:lnTo>
                <a:lnTo>
                  <a:pt x="36871" y="1085536"/>
                </a:lnTo>
                <a:close/>
              </a:path>
            </a:pathLst>
          </a:custGeom>
          <a:solidFill xmlns:a="http://schemas.openxmlformats.org/drawingml/2006/main">
            <a:srgbClr val="3F6D9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6DCBF9F6-30CC-4B8F-B09F-F590F270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3040" y="4181475"/>
            <a:ext cx="47625" cy="1032510"/>
          </a:xfrm>
          <a:custGeom xmlns:a="http://schemas.openxmlformats.org/drawingml/2006/main">
            <a:pathLst>
              <a:path w="47625" h="1032510">
                <a:moveTo>
                  <a:pt x="0" y="0"/>
                </a:moveTo>
                <a:lnTo>
                  <a:pt x="867" y="18774"/>
                </a:lnTo>
                <a:lnTo>
                  <a:pt x="1734" y="37548"/>
                </a:lnTo>
                <a:lnTo>
                  <a:pt x="2600" y="56321"/>
                </a:lnTo>
                <a:lnTo>
                  <a:pt x="3467" y="75095"/>
                </a:lnTo>
                <a:lnTo>
                  <a:pt x="4334" y="93869"/>
                </a:lnTo>
                <a:lnTo>
                  <a:pt x="5191" y="112633"/>
                </a:lnTo>
                <a:lnTo>
                  <a:pt x="6058" y="131407"/>
                </a:lnTo>
                <a:lnTo>
                  <a:pt x="6925" y="150181"/>
                </a:lnTo>
                <a:lnTo>
                  <a:pt x="7791" y="168954"/>
                </a:lnTo>
                <a:lnTo>
                  <a:pt x="8658" y="187728"/>
                </a:lnTo>
                <a:lnTo>
                  <a:pt x="9525" y="206502"/>
                </a:lnTo>
                <a:lnTo>
                  <a:pt x="10392" y="225276"/>
                </a:lnTo>
                <a:lnTo>
                  <a:pt x="11259" y="244050"/>
                </a:lnTo>
                <a:lnTo>
                  <a:pt x="12125" y="262823"/>
                </a:lnTo>
                <a:lnTo>
                  <a:pt x="12992" y="281597"/>
                </a:lnTo>
                <a:lnTo>
                  <a:pt x="13859" y="300371"/>
                </a:lnTo>
                <a:lnTo>
                  <a:pt x="14716" y="319135"/>
                </a:lnTo>
                <a:lnTo>
                  <a:pt x="15583" y="337909"/>
                </a:lnTo>
                <a:lnTo>
                  <a:pt x="16450" y="356683"/>
                </a:lnTo>
                <a:lnTo>
                  <a:pt x="17316" y="375456"/>
                </a:lnTo>
                <a:lnTo>
                  <a:pt x="18183" y="394230"/>
                </a:lnTo>
                <a:lnTo>
                  <a:pt x="19050" y="413004"/>
                </a:lnTo>
                <a:lnTo>
                  <a:pt x="19917" y="431778"/>
                </a:lnTo>
                <a:lnTo>
                  <a:pt x="20784" y="450552"/>
                </a:lnTo>
                <a:lnTo>
                  <a:pt x="21650" y="469325"/>
                </a:lnTo>
                <a:lnTo>
                  <a:pt x="22517" y="488099"/>
                </a:lnTo>
                <a:lnTo>
                  <a:pt x="23384" y="506873"/>
                </a:lnTo>
                <a:lnTo>
                  <a:pt x="24241" y="525637"/>
                </a:lnTo>
                <a:lnTo>
                  <a:pt x="25108" y="544411"/>
                </a:lnTo>
                <a:lnTo>
                  <a:pt x="25975" y="563185"/>
                </a:lnTo>
                <a:lnTo>
                  <a:pt x="26841" y="581958"/>
                </a:lnTo>
                <a:lnTo>
                  <a:pt x="27708" y="600732"/>
                </a:lnTo>
                <a:lnTo>
                  <a:pt x="28575" y="619506"/>
                </a:lnTo>
                <a:lnTo>
                  <a:pt x="29442" y="638280"/>
                </a:lnTo>
                <a:lnTo>
                  <a:pt x="30309" y="657054"/>
                </a:lnTo>
                <a:lnTo>
                  <a:pt x="31175" y="675827"/>
                </a:lnTo>
                <a:lnTo>
                  <a:pt x="32042" y="694601"/>
                </a:lnTo>
                <a:lnTo>
                  <a:pt x="32909" y="713375"/>
                </a:lnTo>
                <a:lnTo>
                  <a:pt x="33766" y="732139"/>
                </a:lnTo>
                <a:lnTo>
                  <a:pt x="34633" y="750913"/>
                </a:lnTo>
                <a:lnTo>
                  <a:pt x="35500" y="769687"/>
                </a:lnTo>
                <a:lnTo>
                  <a:pt x="36366" y="788460"/>
                </a:lnTo>
                <a:lnTo>
                  <a:pt x="37233" y="807234"/>
                </a:lnTo>
                <a:lnTo>
                  <a:pt x="38100" y="826008"/>
                </a:lnTo>
                <a:lnTo>
                  <a:pt x="38967" y="844782"/>
                </a:lnTo>
                <a:lnTo>
                  <a:pt x="39834" y="863556"/>
                </a:lnTo>
                <a:lnTo>
                  <a:pt x="40700" y="882329"/>
                </a:lnTo>
                <a:lnTo>
                  <a:pt x="41567" y="901103"/>
                </a:lnTo>
                <a:lnTo>
                  <a:pt x="42434" y="919877"/>
                </a:lnTo>
                <a:lnTo>
                  <a:pt x="43291" y="938641"/>
                </a:lnTo>
                <a:lnTo>
                  <a:pt x="44158" y="957415"/>
                </a:lnTo>
                <a:lnTo>
                  <a:pt x="45025" y="976189"/>
                </a:lnTo>
                <a:lnTo>
                  <a:pt x="45891" y="994962"/>
                </a:lnTo>
                <a:lnTo>
                  <a:pt x="46758" y="1013736"/>
                </a:lnTo>
                <a:lnTo>
                  <a:pt x="47625" y="103251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EA8C1"/>
            </a:solidFill>
            <a:prstDash val="dash"/>
          </a:ln>
        </p:spPr>
      </p:sp>
      <p:sp>
        <p:nvSpPr>
          <p:cNvPr id="25" name="gate-3-plane">
            <a:extLst xmlns:a="http://schemas.openxmlformats.org/drawingml/2006/main">
              <a:ext uri="{FF2B5EF4-FFF2-40B4-BE49-F238E27FC236}">
                <a16:creationId xmlns:a16="http://schemas.microsoft.com/office/drawing/2014/main" id="{7102AEE8-4D4C-4867-B37D-D0B369E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335" y="3066621"/>
            <a:ext cx="608876" cy="906256"/>
          </a:xfrm>
          <a:custGeom xmlns:a="http://schemas.openxmlformats.org/drawingml/2006/main">
            <a:pathLst>
              <a:path w="608876" h="906256">
                <a:moveTo>
                  <a:pt x="424015" y="906256"/>
                </a:moveTo>
                <a:lnTo>
                  <a:pt x="415185" y="889473"/>
                </a:lnTo>
                <a:lnTo>
                  <a:pt x="406356" y="872690"/>
                </a:lnTo>
                <a:lnTo>
                  <a:pt x="397516" y="855907"/>
                </a:lnTo>
                <a:lnTo>
                  <a:pt x="388687" y="839124"/>
                </a:lnTo>
                <a:lnTo>
                  <a:pt x="379847" y="822341"/>
                </a:lnTo>
                <a:lnTo>
                  <a:pt x="371018" y="805558"/>
                </a:lnTo>
                <a:lnTo>
                  <a:pt x="362179" y="788784"/>
                </a:lnTo>
                <a:lnTo>
                  <a:pt x="353349" y="772001"/>
                </a:lnTo>
                <a:lnTo>
                  <a:pt x="344519" y="755218"/>
                </a:lnTo>
                <a:lnTo>
                  <a:pt x="335680" y="738435"/>
                </a:lnTo>
                <a:lnTo>
                  <a:pt x="326850" y="721652"/>
                </a:lnTo>
                <a:lnTo>
                  <a:pt x="318011" y="704869"/>
                </a:lnTo>
                <a:lnTo>
                  <a:pt x="309182" y="688086"/>
                </a:lnTo>
                <a:lnTo>
                  <a:pt x="300352" y="671303"/>
                </a:lnTo>
                <a:lnTo>
                  <a:pt x="291513" y="654520"/>
                </a:lnTo>
                <a:lnTo>
                  <a:pt x="282683" y="637737"/>
                </a:lnTo>
                <a:lnTo>
                  <a:pt x="273844" y="620954"/>
                </a:lnTo>
                <a:lnTo>
                  <a:pt x="265014" y="604180"/>
                </a:lnTo>
                <a:lnTo>
                  <a:pt x="256175" y="587397"/>
                </a:lnTo>
                <a:lnTo>
                  <a:pt x="247345" y="570614"/>
                </a:lnTo>
                <a:lnTo>
                  <a:pt x="238516" y="553831"/>
                </a:lnTo>
                <a:lnTo>
                  <a:pt x="229676" y="537048"/>
                </a:lnTo>
                <a:lnTo>
                  <a:pt x="220847" y="520265"/>
                </a:lnTo>
                <a:lnTo>
                  <a:pt x="212007" y="503482"/>
                </a:lnTo>
                <a:lnTo>
                  <a:pt x="203178" y="486699"/>
                </a:lnTo>
                <a:lnTo>
                  <a:pt x="194339" y="469916"/>
                </a:lnTo>
                <a:lnTo>
                  <a:pt x="185509" y="453133"/>
                </a:lnTo>
                <a:lnTo>
                  <a:pt x="176679" y="436359"/>
                </a:lnTo>
                <a:lnTo>
                  <a:pt x="167840" y="419576"/>
                </a:lnTo>
                <a:lnTo>
                  <a:pt x="159010" y="402793"/>
                </a:lnTo>
                <a:lnTo>
                  <a:pt x="150171" y="386010"/>
                </a:lnTo>
                <a:lnTo>
                  <a:pt x="141341" y="369227"/>
                </a:lnTo>
                <a:lnTo>
                  <a:pt x="132502" y="352444"/>
                </a:lnTo>
                <a:lnTo>
                  <a:pt x="123673" y="335661"/>
                </a:lnTo>
                <a:lnTo>
                  <a:pt x="114843" y="318878"/>
                </a:lnTo>
                <a:lnTo>
                  <a:pt x="106004" y="302095"/>
                </a:lnTo>
                <a:lnTo>
                  <a:pt x="97174" y="285312"/>
                </a:lnTo>
                <a:lnTo>
                  <a:pt x="88335" y="268529"/>
                </a:lnTo>
                <a:lnTo>
                  <a:pt x="79505" y="251755"/>
                </a:lnTo>
                <a:lnTo>
                  <a:pt x="70666" y="234972"/>
                </a:lnTo>
                <a:lnTo>
                  <a:pt x="61836" y="218189"/>
                </a:lnTo>
                <a:lnTo>
                  <a:pt x="53007" y="201406"/>
                </a:lnTo>
                <a:lnTo>
                  <a:pt x="44167" y="184623"/>
                </a:lnTo>
                <a:lnTo>
                  <a:pt x="35338" y="167840"/>
                </a:lnTo>
                <a:lnTo>
                  <a:pt x="26499" y="151057"/>
                </a:lnTo>
                <a:lnTo>
                  <a:pt x="17669" y="134274"/>
                </a:lnTo>
                <a:lnTo>
                  <a:pt x="8830" y="117491"/>
                </a:lnTo>
                <a:lnTo>
                  <a:pt x="0" y="100708"/>
                </a:lnTo>
                <a:lnTo>
                  <a:pt x="6182" y="88573"/>
                </a:lnTo>
                <a:lnTo>
                  <a:pt x="22955" y="79724"/>
                </a:lnTo>
                <a:lnTo>
                  <a:pt x="39719" y="70866"/>
                </a:lnTo>
                <a:lnTo>
                  <a:pt x="56493" y="62008"/>
                </a:lnTo>
                <a:lnTo>
                  <a:pt x="73257" y="53150"/>
                </a:lnTo>
                <a:lnTo>
                  <a:pt x="90030" y="44291"/>
                </a:lnTo>
                <a:lnTo>
                  <a:pt x="106794" y="35433"/>
                </a:lnTo>
                <a:lnTo>
                  <a:pt x="123568" y="26575"/>
                </a:lnTo>
                <a:lnTo>
                  <a:pt x="140341" y="17717"/>
                </a:lnTo>
                <a:lnTo>
                  <a:pt x="157105" y="8858"/>
                </a:lnTo>
                <a:lnTo>
                  <a:pt x="173879" y="0"/>
                </a:lnTo>
                <a:lnTo>
                  <a:pt x="186585" y="4239"/>
                </a:lnTo>
                <a:lnTo>
                  <a:pt x="195415" y="21022"/>
                </a:lnTo>
                <a:lnTo>
                  <a:pt x="204245" y="37805"/>
                </a:lnTo>
                <a:lnTo>
                  <a:pt x="213065" y="54597"/>
                </a:lnTo>
                <a:lnTo>
                  <a:pt x="221894" y="71380"/>
                </a:lnTo>
                <a:lnTo>
                  <a:pt x="230715" y="88163"/>
                </a:lnTo>
                <a:lnTo>
                  <a:pt x="239544" y="104956"/>
                </a:lnTo>
                <a:lnTo>
                  <a:pt x="248374" y="121739"/>
                </a:lnTo>
                <a:lnTo>
                  <a:pt x="257194" y="138522"/>
                </a:lnTo>
                <a:lnTo>
                  <a:pt x="266024" y="155315"/>
                </a:lnTo>
                <a:lnTo>
                  <a:pt x="274844" y="172098"/>
                </a:lnTo>
                <a:lnTo>
                  <a:pt x="283674" y="188881"/>
                </a:lnTo>
                <a:lnTo>
                  <a:pt x="292494" y="205673"/>
                </a:lnTo>
                <a:lnTo>
                  <a:pt x="301323" y="222456"/>
                </a:lnTo>
                <a:lnTo>
                  <a:pt x="310153" y="239249"/>
                </a:lnTo>
                <a:lnTo>
                  <a:pt x="318973" y="256032"/>
                </a:lnTo>
                <a:lnTo>
                  <a:pt x="327803" y="272815"/>
                </a:lnTo>
                <a:lnTo>
                  <a:pt x="336623" y="289608"/>
                </a:lnTo>
                <a:lnTo>
                  <a:pt x="345453" y="306391"/>
                </a:lnTo>
                <a:lnTo>
                  <a:pt x="354273" y="323174"/>
                </a:lnTo>
                <a:lnTo>
                  <a:pt x="363103" y="339966"/>
                </a:lnTo>
                <a:lnTo>
                  <a:pt x="371932" y="356749"/>
                </a:lnTo>
                <a:lnTo>
                  <a:pt x="380752" y="373532"/>
                </a:lnTo>
                <a:lnTo>
                  <a:pt x="389582" y="390325"/>
                </a:lnTo>
                <a:lnTo>
                  <a:pt x="398402" y="407108"/>
                </a:lnTo>
                <a:lnTo>
                  <a:pt x="407232" y="423891"/>
                </a:lnTo>
                <a:lnTo>
                  <a:pt x="416052" y="440684"/>
                </a:lnTo>
                <a:lnTo>
                  <a:pt x="424882" y="457467"/>
                </a:lnTo>
                <a:lnTo>
                  <a:pt x="433711" y="474250"/>
                </a:lnTo>
                <a:lnTo>
                  <a:pt x="442532" y="491042"/>
                </a:lnTo>
                <a:lnTo>
                  <a:pt x="451361" y="507825"/>
                </a:lnTo>
                <a:lnTo>
                  <a:pt x="460181" y="524608"/>
                </a:lnTo>
                <a:lnTo>
                  <a:pt x="469011" y="541401"/>
                </a:lnTo>
                <a:lnTo>
                  <a:pt x="477841" y="558184"/>
                </a:lnTo>
                <a:lnTo>
                  <a:pt x="486661" y="574977"/>
                </a:lnTo>
                <a:lnTo>
                  <a:pt x="495491" y="591760"/>
                </a:lnTo>
                <a:lnTo>
                  <a:pt x="504311" y="608543"/>
                </a:lnTo>
                <a:lnTo>
                  <a:pt x="513140" y="625335"/>
                </a:lnTo>
                <a:lnTo>
                  <a:pt x="521960" y="642118"/>
                </a:lnTo>
                <a:lnTo>
                  <a:pt x="530790" y="658901"/>
                </a:lnTo>
                <a:lnTo>
                  <a:pt x="539620" y="675694"/>
                </a:lnTo>
                <a:lnTo>
                  <a:pt x="548440" y="692477"/>
                </a:lnTo>
                <a:lnTo>
                  <a:pt x="557270" y="709260"/>
                </a:lnTo>
                <a:lnTo>
                  <a:pt x="566090" y="726053"/>
                </a:lnTo>
                <a:lnTo>
                  <a:pt x="574919" y="742836"/>
                </a:lnTo>
                <a:lnTo>
                  <a:pt x="583740" y="759619"/>
                </a:lnTo>
                <a:lnTo>
                  <a:pt x="592569" y="776411"/>
                </a:lnTo>
                <a:lnTo>
                  <a:pt x="601399" y="793194"/>
                </a:lnTo>
                <a:lnTo>
                  <a:pt x="608876" y="809558"/>
                </a:lnTo>
                <a:lnTo>
                  <a:pt x="592064" y="818350"/>
                </a:lnTo>
                <a:lnTo>
                  <a:pt x="575262" y="827141"/>
                </a:lnTo>
                <a:lnTo>
                  <a:pt x="558460" y="835933"/>
                </a:lnTo>
                <a:lnTo>
                  <a:pt x="541658" y="844725"/>
                </a:lnTo>
                <a:lnTo>
                  <a:pt x="524847" y="853516"/>
                </a:lnTo>
                <a:lnTo>
                  <a:pt x="508044" y="862308"/>
                </a:lnTo>
                <a:lnTo>
                  <a:pt x="491242" y="871090"/>
                </a:lnTo>
                <a:lnTo>
                  <a:pt x="474431" y="879881"/>
                </a:lnTo>
                <a:lnTo>
                  <a:pt x="457629" y="888673"/>
                </a:lnTo>
                <a:lnTo>
                  <a:pt x="440827" y="897465"/>
                </a:lnTo>
                <a:lnTo>
                  <a:pt x="424015" y="90625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gate-3-i-beam">
            <a:extLst xmlns:a="http://schemas.openxmlformats.org/drawingml/2006/main">
              <a:ext uri="{FF2B5EF4-FFF2-40B4-BE49-F238E27FC236}">
                <a16:creationId xmlns:a16="http://schemas.microsoft.com/office/drawing/2014/main" id="{E9E3FAC9-6774-4B6E-ACED-16638849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599" y="3053258"/>
            <a:ext cx="659854" cy="932955"/>
          </a:xfrm>
          <a:custGeom xmlns:a="http://schemas.openxmlformats.org/drawingml/2006/main">
            <a:pathLst>
              <a:path w="659854" h="932955">
                <a:moveTo>
                  <a:pt x="424986" y="932955"/>
                </a:moveTo>
                <a:lnTo>
                  <a:pt x="441760" y="924163"/>
                </a:lnTo>
                <a:lnTo>
                  <a:pt x="458543" y="915372"/>
                </a:lnTo>
                <a:lnTo>
                  <a:pt x="475317" y="906570"/>
                </a:lnTo>
                <a:lnTo>
                  <a:pt x="492090" y="897779"/>
                </a:lnTo>
                <a:lnTo>
                  <a:pt x="508864" y="888987"/>
                </a:lnTo>
                <a:lnTo>
                  <a:pt x="525647" y="880196"/>
                </a:lnTo>
                <a:lnTo>
                  <a:pt x="542420" y="871395"/>
                </a:lnTo>
                <a:lnTo>
                  <a:pt x="559194" y="862603"/>
                </a:lnTo>
                <a:lnTo>
                  <a:pt x="575967" y="853811"/>
                </a:lnTo>
                <a:lnTo>
                  <a:pt x="592750" y="845020"/>
                </a:lnTo>
                <a:lnTo>
                  <a:pt x="609524" y="836219"/>
                </a:lnTo>
                <a:lnTo>
                  <a:pt x="626297" y="827427"/>
                </a:lnTo>
                <a:lnTo>
                  <a:pt x="643071" y="818636"/>
                </a:lnTo>
                <a:lnTo>
                  <a:pt x="659854" y="809844"/>
                </a:lnTo>
                <a:lnTo>
                  <a:pt x="653034" y="793766"/>
                </a:lnTo>
                <a:lnTo>
                  <a:pt x="644128" y="777040"/>
                </a:lnTo>
                <a:lnTo>
                  <a:pt x="635232" y="760324"/>
                </a:lnTo>
                <a:lnTo>
                  <a:pt x="623268" y="753466"/>
                </a:lnTo>
                <a:lnTo>
                  <a:pt x="606476" y="762210"/>
                </a:lnTo>
                <a:lnTo>
                  <a:pt x="589674" y="770963"/>
                </a:lnTo>
                <a:lnTo>
                  <a:pt x="572872" y="779707"/>
                </a:lnTo>
                <a:lnTo>
                  <a:pt x="556079" y="788460"/>
                </a:lnTo>
                <a:lnTo>
                  <a:pt x="539277" y="797204"/>
                </a:lnTo>
                <a:lnTo>
                  <a:pt x="530009" y="781879"/>
                </a:lnTo>
                <a:lnTo>
                  <a:pt x="521198" y="765115"/>
                </a:lnTo>
                <a:lnTo>
                  <a:pt x="512378" y="748351"/>
                </a:lnTo>
                <a:lnTo>
                  <a:pt x="503558" y="731587"/>
                </a:lnTo>
                <a:lnTo>
                  <a:pt x="494738" y="714823"/>
                </a:lnTo>
                <a:lnTo>
                  <a:pt x="485927" y="698059"/>
                </a:lnTo>
                <a:lnTo>
                  <a:pt x="477107" y="681295"/>
                </a:lnTo>
                <a:lnTo>
                  <a:pt x="468287" y="664531"/>
                </a:lnTo>
                <a:lnTo>
                  <a:pt x="459467" y="647767"/>
                </a:lnTo>
                <a:lnTo>
                  <a:pt x="450656" y="631012"/>
                </a:lnTo>
                <a:lnTo>
                  <a:pt x="441836" y="614248"/>
                </a:lnTo>
                <a:lnTo>
                  <a:pt x="433016" y="597484"/>
                </a:lnTo>
                <a:lnTo>
                  <a:pt x="424196" y="580720"/>
                </a:lnTo>
                <a:lnTo>
                  <a:pt x="415376" y="563956"/>
                </a:lnTo>
                <a:lnTo>
                  <a:pt x="406565" y="547192"/>
                </a:lnTo>
                <a:lnTo>
                  <a:pt x="397745" y="530428"/>
                </a:lnTo>
                <a:lnTo>
                  <a:pt x="388925" y="513664"/>
                </a:lnTo>
                <a:lnTo>
                  <a:pt x="380105" y="496900"/>
                </a:lnTo>
                <a:lnTo>
                  <a:pt x="371294" y="480136"/>
                </a:lnTo>
                <a:lnTo>
                  <a:pt x="362474" y="463372"/>
                </a:lnTo>
                <a:lnTo>
                  <a:pt x="353654" y="446608"/>
                </a:lnTo>
                <a:lnTo>
                  <a:pt x="344834" y="429854"/>
                </a:lnTo>
                <a:lnTo>
                  <a:pt x="336023" y="413090"/>
                </a:lnTo>
                <a:lnTo>
                  <a:pt x="327203" y="396326"/>
                </a:lnTo>
                <a:lnTo>
                  <a:pt x="318383" y="379562"/>
                </a:lnTo>
                <a:lnTo>
                  <a:pt x="309563" y="362798"/>
                </a:lnTo>
                <a:lnTo>
                  <a:pt x="300742" y="346034"/>
                </a:lnTo>
                <a:lnTo>
                  <a:pt x="291932" y="329270"/>
                </a:lnTo>
                <a:lnTo>
                  <a:pt x="283112" y="312506"/>
                </a:lnTo>
                <a:lnTo>
                  <a:pt x="274291" y="295742"/>
                </a:lnTo>
                <a:lnTo>
                  <a:pt x="265471" y="278978"/>
                </a:lnTo>
                <a:lnTo>
                  <a:pt x="256661" y="262214"/>
                </a:lnTo>
                <a:lnTo>
                  <a:pt x="247841" y="245450"/>
                </a:lnTo>
                <a:lnTo>
                  <a:pt x="239020" y="228695"/>
                </a:lnTo>
                <a:lnTo>
                  <a:pt x="230200" y="211931"/>
                </a:lnTo>
                <a:lnTo>
                  <a:pt x="221390" y="195167"/>
                </a:lnTo>
                <a:lnTo>
                  <a:pt x="212569" y="178403"/>
                </a:lnTo>
                <a:lnTo>
                  <a:pt x="203749" y="161639"/>
                </a:lnTo>
                <a:lnTo>
                  <a:pt x="194929" y="144875"/>
                </a:lnTo>
                <a:lnTo>
                  <a:pt x="186119" y="128111"/>
                </a:lnTo>
                <a:lnTo>
                  <a:pt x="177298" y="111347"/>
                </a:lnTo>
                <a:lnTo>
                  <a:pt x="180384" y="98308"/>
                </a:lnTo>
                <a:lnTo>
                  <a:pt x="197177" y="89564"/>
                </a:lnTo>
                <a:lnTo>
                  <a:pt x="213979" y="80810"/>
                </a:lnTo>
                <a:lnTo>
                  <a:pt x="230781" y="72057"/>
                </a:lnTo>
                <a:lnTo>
                  <a:pt x="247574" y="63313"/>
                </a:lnTo>
                <a:lnTo>
                  <a:pt x="263823" y="54388"/>
                </a:lnTo>
                <a:lnTo>
                  <a:pt x="254927" y="37671"/>
                </a:lnTo>
                <a:lnTo>
                  <a:pt x="246021" y="20945"/>
                </a:lnTo>
                <a:lnTo>
                  <a:pt x="237125" y="4229"/>
                </a:lnTo>
                <a:lnTo>
                  <a:pt x="224371" y="0"/>
                </a:lnTo>
                <a:lnTo>
                  <a:pt x="207597" y="8792"/>
                </a:lnTo>
                <a:lnTo>
                  <a:pt x="190814" y="17583"/>
                </a:lnTo>
                <a:lnTo>
                  <a:pt x="174041" y="26384"/>
                </a:lnTo>
                <a:lnTo>
                  <a:pt x="157267" y="35176"/>
                </a:lnTo>
                <a:lnTo>
                  <a:pt x="140494" y="43967"/>
                </a:lnTo>
                <a:lnTo>
                  <a:pt x="123711" y="52759"/>
                </a:lnTo>
                <a:lnTo>
                  <a:pt x="106937" y="61560"/>
                </a:lnTo>
                <a:lnTo>
                  <a:pt x="90164" y="70352"/>
                </a:lnTo>
                <a:lnTo>
                  <a:pt x="73390" y="79143"/>
                </a:lnTo>
                <a:lnTo>
                  <a:pt x="56607" y="87935"/>
                </a:lnTo>
                <a:lnTo>
                  <a:pt x="39834" y="96736"/>
                </a:lnTo>
                <a:lnTo>
                  <a:pt x="23060" y="105527"/>
                </a:lnTo>
                <a:lnTo>
                  <a:pt x="6287" y="114319"/>
                </a:lnTo>
                <a:lnTo>
                  <a:pt x="0" y="126349"/>
                </a:lnTo>
                <a:lnTo>
                  <a:pt x="8896" y="143075"/>
                </a:lnTo>
                <a:lnTo>
                  <a:pt x="17802" y="159791"/>
                </a:lnTo>
                <a:lnTo>
                  <a:pt x="26699" y="176517"/>
                </a:lnTo>
                <a:lnTo>
                  <a:pt x="42520" y="170907"/>
                </a:lnTo>
                <a:lnTo>
                  <a:pt x="59322" y="162154"/>
                </a:lnTo>
                <a:lnTo>
                  <a:pt x="76124" y="153410"/>
                </a:lnTo>
                <a:lnTo>
                  <a:pt x="92916" y="144656"/>
                </a:lnTo>
                <a:lnTo>
                  <a:pt x="109718" y="135903"/>
                </a:lnTo>
                <a:lnTo>
                  <a:pt x="123053" y="138217"/>
                </a:lnTo>
                <a:lnTo>
                  <a:pt x="131874" y="154981"/>
                </a:lnTo>
                <a:lnTo>
                  <a:pt x="140694" y="171745"/>
                </a:lnTo>
                <a:lnTo>
                  <a:pt x="149514" y="188509"/>
                </a:lnTo>
                <a:lnTo>
                  <a:pt x="158334" y="205273"/>
                </a:lnTo>
                <a:lnTo>
                  <a:pt x="167145" y="222037"/>
                </a:lnTo>
                <a:lnTo>
                  <a:pt x="175965" y="238792"/>
                </a:lnTo>
                <a:lnTo>
                  <a:pt x="184785" y="255556"/>
                </a:lnTo>
                <a:lnTo>
                  <a:pt x="193605" y="272320"/>
                </a:lnTo>
                <a:lnTo>
                  <a:pt x="202416" y="289084"/>
                </a:lnTo>
                <a:lnTo>
                  <a:pt x="211236" y="305848"/>
                </a:lnTo>
                <a:lnTo>
                  <a:pt x="220056" y="322612"/>
                </a:lnTo>
                <a:lnTo>
                  <a:pt x="228876" y="339376"/>
                </a:lnTo>
                <a:lnTo>
                  <a:pt x="237687" y="356140"/>
                </a:lnTo>
                <a:lnTo>
                  <a:pt x="246507" y="372904"/>
                </a:lnTo>
                <a:lnTo>
                  <a:pt x="255327" y="389668"/>
                </a:lnTo>
                <a:lnTo>
                  <a:pt x="264147" y="406432"/>
                </a:lnTo>
                <a:lnTo>
                  <a:pt x="272967" y="423196"/>
                </a:lnTo>
                <a:lnTo>
                  <a:pt x="281778" y="439950"/>
                </a:lnTo>
                <a:lnTo>
                  <a:pt x="290598" y="456714"/>
                </a:lnTo>
                <a:lnTo>
                  <a:pt x="299418" y="473478"/>
                </a:lnTo>
                <a:lnTo>
                  <a:pt x="308239" y="490242"/>
                </a:lnTo>
                <a:lnTo>
                  <a:pt x="317049" y="507006"/>
                </a:lnTo>
                <a:lnTo>
                  <a:pt x="325869" y="523770"/>
                </a:lnTo>
                <a:lnTo>
                  <a:pt x="334689" y="540534"/>
                </a:lnTo>
                <a:lnTo>
                  <a:pt x="343510" y="557298"/>
                </a:lnTo>
                <a:lnTo>
                  <a:pt x="352320" y="574062"/>
                </a:lnTo>
                <a:lnTo>
                  <a:pt x="361140" y="590826"/>
                </a:lnTo>
                <a:lnTo>
                  <a:pt x="369961" y="607590"/>
                </a:lnTo>
                <a:lnTo>
                  <a:pt x="378781" y="624354"/>
                </a:lnTo>
                <a:lnTo>
                  <a:pt x="387591" y="641109"/>
                </a:lnTo>
                <a:lnTo>
                  <a:pt x="396411" y="657873"/>
                </a:lnTo>
                <a:lnTo>
                  <a:pt x="405232" y="674637"/>
                </a:lnTo>
                <a:lnTo>
                  <a:pt x="414052" y="691401"/>
                </a:lnTo>
                <a:lnTo>
                  <a:pt x="422872" y="708165"/>
                </a:lnTo>
                <a:lnTo>
                  <a:pt x="431683" y="724929"/>
                </a:lnTo>
                <a:lnTo>
                  <a:pt x="440503" y="741693"/>
                </a:lnTo>
                <a:lnTo>
                  <a:pt x="449323" y="758457"/>
                </a:lnTo>
                <a:lnTo>
                  <a:pt x="458143" y="775221"/>
                </a:lnTo>
                <a:lnTo>
                  <a:pt x="466954" y="791985"/>
                </a:lnTo>
                <a:lnTo>
                  <a:pt x="475774" y="808749"/>
                </a:lnTo>
                <a:lnTo>
                  <a:pt x="484594" y="825513"/>
                </a:lnTo>
                <a:lnTo>
                  <a:pt x="469030" y="834752"/>
                </a:lnTo>
                <a:lnTo>
                  <a:pt x="452304" y="843639"/>
                </a:lnTo>
                <a:lnTo>
                  <a:pt x="435578" y="852526"/>
                </a:lnTo>
                <a:lnTo>
                  <a:pt x="418852" y="861412"/>
                </a:lnTo>
                <a:lnTo>
                  <a:pt x="402126" y="870299"/>
                </a:lnTo>
                <a:lnTo>
                  <a:pt x="397955" y="882977"/>
                </a:lnTo>
                <a:lnTo>
                  <a:pt x="406965" y="899636"/>
                </a:lnTo>
                <a:lnTo>
                  <a:pt x="415976" y="916295"/>
                </a:lnTo>
                <a:lnTo>
                  <a:pt x="424986" y="932955"/>
                </a:lnTo>
                <a:close/>
              </a:path>
            </a:pathLst>
          </a:custGeom>
          <a:solidFill xmlns:a="http://schemas.openxmlformats.org/drawingml/2006/main">
            <a:srgbClr val="3F6D9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gate-3-label-link">
            <a:extLst xmlns:a="http://schemas.openxmlformats.org/drawingml/2006/main">
              <a:ext uri="{FF2B5EF4-FFF2-40B4-BE49-F238E27FC236}">
                <a16:creationId xmlns:a16="http://schemas.microsoft.com/office/drawing/2014/main" id="{56420EB4-797A-4F12-8385-BEDBDD73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735" y="2570798"/>
            <a:ext cx="595313" cy="922020"/>
          </a:xfrm>
          <a:custGeom xmlns:a="http://schemas.openxmlformats.org/drawingml/2006/main">
            <a:pathLst>
              <a:path w="595313" h="922020">
                <a:moveTo>
                  <a:pt x="595313" y="922020"/>
                </a:moveTo>
                <a:lnTo>
                  <a:pt x="585045" y="906123"/>
                </a:lnTo>
                <a:lnTo>
                  <a:pt x="574786" y="890226"/>
                </a:lnTo>
                <a:lnTo>
                  <a:pt x="564518" y="874328"/>
                </a:lnTo>
                <a:lnTo>
                  <a:pt x="554260" y="858431"/>
                </a:lnTo>
                <a:lnTo>
                  <a:pt x="543992" y="842534"/>
                </a:lnTo>
                <a:lnTo>
                  <a:pt x="533724" y="826637"/>
                </a:lnTo>
                <a:lnTo>
                  <a:pt x="523465" y="810739"/>
                </a:lnTo>
                <a:lnTo>
                  <a:pt x="513197" y="794842"/>
                </a:lnTo>
                <a:lnTo>
                  <a:pt x="502939" y="778945"/>
                </a:lnTo>
                <a:lnTo>
                  <a:pt x="492671" y="763048"/>
                </a:lnTo>
                <a:lnTo>
                  <a:pt x="482413" y="747151"/>
                </a:lnTo>
                <a:lnTo>
                  <a:pt x="472145" y="731253"/>
                </a:lnTo>
                <a:lnTo>
                  <a:pt x="461877" y="715356"/>
                </a:lnTo>
                <a:lnTo>
                  <a:pt x="451618" y="699459"/>
                </a:lnTo>
                <a:lnTo>
                  <a:pt x="441350" y="683571"/>
                </a:lnTo>
                <a:lnTo>
                  <a:pt x="431092" y="667674"/>
                </a:lnTo>
                <a:lnTo>
                  <a:pt x="420824" y="651777"/>
                </a:lnTo>
                <a:lnTo>
                  <a:pt x="410556" y="635879"/>
                </a:lnTo>
                <a:lnTo>
                  <a:pt x="400298" y="619982"/>
                </a:lnTo>
                <a:lnTo>
                  <a:pt x="390030" y="604085"/>
                </a:lnTo>
                <a:lnTo>
                  <a:pt x="379771" y="588188"/>
                </a:lnTo>
                <a:lnTo>
                  <a:pt x="369503" y="572291"/>
                </a:lnTo>
                <a:lnTo>
                  <a:pt x="359245" y="556393"/>
                </a:lnTo>
                <a:lnTo>
                  <a:pt x="348977" y="540496"/>
                </a:lnTo>
                <a:lnTo>
                  <a:pt x="338709" y="524599"/>
                </a:lnTo>
                <a:lnTo>
                  <a:pt x="328451" y="508702"/>
                </a:lnTo>
                <a:lnTo>
                  <a:pt x="318183" y="492804"/>
                </a:lnTo>
                <a:lnTo>
                  <a:pt x="307924" y="476907"/>
                </a:lnTo>
                <a:lnTo>
                  <a:pt x="297656" y="461010"/>
                </a:lnTo>
                <a:lnTo>
                  <a:pt x="287388" y="445113"/>
                </a:lnTo>
                <a:lnTo>
                  <a:pt x="277130" y="429216"/>
                </a:lnTo>
                <a:lnTo>
                  <a:pt x="266862" y="413318"/>
                </a:lnTo>
                <a:lnTo>
                  <a:pt x="256604" y="397421"/>
                </a:lnTo>
                <a:lnTo>
                  <a:pt x="246336" y="381524"/>
                </a:lnTo>
                <a:lnTo>
                  <a:pt x="236068" y="365627"/>
                </a:lnTo>
                <a:lnTo>
                  <a:pt x="225809" y="349729"/>
                </a:lnTo>
                <a:lnTo>
                  <a:pt x="215541" y="333832"/>
                </a:lnTo>
                <a:lnTo>
                  <a:pt x="205283" y="317935"/>
                </a:lnTo>
                <a:lnTo>
                  <a:pt x="195015" y="302038"/>
                </a:lnTo>
                <a:lnTo>
                  <a:pt x="184756" y="286141"/>
                </a:lnTo>
                <a:lnTo>
                  <a:pt x="174488" y="270243"/>
                </a:lnTo>
                <a:lnTo>
                  <a:pt x="164221" y="254346"/>
                </a:lnTo>
                <a:lnTo>
                  <a:pt x="153962" y="238449"/>
                </a:lnTo>
                <a:lnTo>
                  <a:pt x="143694" y="222561"/>
                </a:lnTo>
                <a:lnTo>
                  <a:pt x="133436" y="206664"/>
                </a:lnTo>
                <a:lnTo>
                  <a:pt x="123168" y="190767"/>
                </a:lnTo>
                <a:lnTo>
                  <a:pt x="112900" y="174869"/>
                </a:lnTo>
                <a:lnTo>
                  <a:pt x="102641" y="158972"/>
                </a:lnTo>
                <a:lnTo>
                  <a:pt x="92373" y="143075"/>
                </a:lnTo>
                <a:lnTo>
                  <a:pt x="82115" y="127178"/>
                </a:lnTo>
                <a:lnTo>
                  <a:pt x="71847" y="111281"/>
                </a:lnTo>
                <a:lnTo>
                  <a:pt x="61589" y="95383"/>
                </a:lnTo>
                <a:lnTo>
                  <a:pt x="51321" y="79486"/>
                </a:lnTo>
                <a:lnTo>
                  <a:pt x="41053" y="63589"/>
                </a:lnTo>
                <a:lnTo>
                  <a:pt x="30794" y="47692"/>
                </a:lnTo>
                <a:lnTo>
                  <a:pt x="20526" y="31794"/>
                </a:lnTo>
                <a:lnTo>
                  <a:pt x="10268" y="1589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EA8C1"/>
            </a:solidFill>
            <a:prstDash val="dash"/>
          </a:ln>
        </p:spPr>
      </p:sp>
      <p:sp>
        <p:nvSpPr>
          <p:cNvPr id="28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FBCB7DED-60DA-44C9-80CC-631AF341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3092653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A6777FF7-1FE7-41B9-9CF9-E2A5FCEF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213899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ate-3-content-surface">
            <a:extLst xmlns:a="http://schemas.openxmlformats.org/drawingml/2006/main">
              <a:ext uri="{FF2B5EF4-FFF2-40B4-BE49-F238E27FC236}">
                <a16:creationId xmlns:a16="http://schemas.microsoft.com/office/drawing/2014/main" id="{CD92F437-D6FE-4247-9039-E750722B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865862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174C739A-A96D-4F06-80FA-410ED721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4099" y="4730953"/>
            <a:ext cx="383829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gate-1-tag">
            <a:extLst xmlns:a="http://schemas.openxmlformats.org/drawingml/2006/main">
              <a:ext uri="{FF2B5EF4-FFF2-40B4-BE49-F238E27FC236}">
                <a16:creationId xmlns:a16="http://schemas.microsoft.com/office/drawing/2014/main" id="{139240A9-36D4-4D7B-956F-2788899C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2911678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rPr>
              <a:t>门禁 01</a:t>
            </a:r>
          </a:p>
        </p:txBody>
      </p:sp>
      <p:sp>
        <p:nvSpPr>
          <p:cNvPr id="33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D36F2DD5-EC33-4872-8449-CA7C54D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231804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rPr>
              <a:t>范围评审</a:t>
            </a:r>
          </a:p>
        </p:txBody>
      </p:sp>
      <p:sp>
        <p:nvSpPr>
          <p:cNvPr id="34" name="gate-body-1">
            <a:extLst xmlns:a="http://schemas.openxmlformats.org/drawingml/2006/main">
              <a:ext uri="{FF2B5EF4-FFF2-40B4-BE49-F238E27FC236}">
                <a16:creationId xmlns:a16="http://schemas.microsoft.com/office/drawing/2014/main" id="{3E1360CC-182A-498C-96A6-C6C3ACC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484512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rPr>
              <a:t>目标与边界已确认</a:t>
            </a:r>
          </a:p>
        </p:txBody>
      </p:sp>
      <p:sp>
        <p:nvSpPr>
          <p:cNvPr id="35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FBAC5744-3C6C-4A1F-9682-812D1AA7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074" y="4052888"/>
            <a:ext cx="366713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gate-2-tag">
            <a:extLst xmlns:a="http://schemas.openxmlformats.org/drawingml/2006/main">
              <a:ext uri="{FF2B5EF4-FFF2-40B4-BE49-F238E27FC236}">
                <a16:creationId xmlns:a16="http://schemas.microsoft.com/office/drawing/2014/main" id="{7CA10D1C-8813-4CF3-B131-62B36EB1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032924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rPr>
              <a:t>门禁 02</a:t>
            </a:r>
          </a:p>
        </p:txBody>
      </p:sp>
      <p:sp>
        <p:nvSpPr>
          <p:cNvPr id="37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B0BFBF6B-B321-4872-8A56-40C5C07B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353050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rPr>
              <a:t>方案评审</a:t>
            </a:r>
          </a:p>
        </p:txBody>
      </p:sp>
      <p:sp>
        <p:nvSpPr>
          <p:cNvPr id="38" name="gate-body-2">
            <a:extLst xmlns:a="http://schemas.openxmlformats.org/drawingml/2006/main">
              <a:ext uri="{FF2B5EF4-FFF2-40B4-BE49-F238E27FC236}">
                <a16:creationId xmlns:a16="http://schemas.microsoft.com/office/drawing/2014/main" id="{D44E6400-A92C-4FE6-9DE7-70A9151F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605758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rPr>
              <a:t>资源与路径可执行</a:t>
            </a:r>
          </a:p>
        </p:txBody>
      </p:sp>
      <p:sp>
        <p:nvSpPr>
          <p:cNvPr id="39" name="gate-3-check">
            <a:extLst xmlns:a="http://schemas.openxmlformats.org/drawingml/2006/main">
              <a:ext uri="{FF2B5EF4-FFF2-40B4-BE49-F238E27FC236}">
                <a16:creationId xmlns:a16="http://schemas.microsoft.com/office/drawing/2014/main" id="{7E6914CA-65FC-4665-957F-22447486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3788" y="3368878"/>
            <a:ext cx="350491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0" name="gate-3-tag">
            <a:extLst xmlns:a="http://schemas.openxmlformats.org/drawingml/2006/main">
              <a:ext uri="{FF2B5EF4-FFF2-40B4-BE49-F238E27FC236}">
                <a16:creationId xmlns:a16="http://schemas.microsoft.com/office/drawing/2014/main" id="{973C4B5A-F283-4CAE-8541-4051FA9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684887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708AA4"/>
                </a:solidFill>
                <a:latin typeface="Microsoft YaHei"/>
                <a:ea typeface="Microsoft YaHei"/>
                <a:cs typeface="Microsoft YaHei"/>
              </a:rPr>
              <a:t>门禁 03</a:t>
            </a:r>
          </a:p>
        </p:txBody>
      </p:sp>
      <p:sp>
        <p:nvSpPr>
          <p:cNvPr id="41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7FF3311E-B126-4D83-A6E0-78DF964E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005013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B89"/>
                </a:solidFill>
                <a:latin typeface="Microsoft YaHei"/>
                <a:ea typeface="Microsoft YaHei"/>
                <a:cs typeface="Microsoft YaHei"/>
              </a:rPr>
              <a:t>试点评审</a:t>
            </a:r>
          </a:p>
        </p:txBody>
      </p:sp>
      <p:sp>
        <p:nvSpPr>
          <p:cNvPr id="42" name="gate-body-3">
            <a:extLst xmlns:a="http://schemas.openxmlformats.org/drawingml/2006/main">
              <a:ext uri="{FF2B5EF4-FFF2-40B4-BE49-F238E27FC236}">
                <a16:creationId xmlns:a16="http://schemas.microsoft.com/office/drawing/2014/main" id="{9491C1CE-1734-4445-B4DC-54062C50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257720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87D93"/>
                </a:solidFill>
                <a:latin typeface="Microsoft YaHei"/>
                <a:ea typeface="Microsoft YaHei"/>
                <a:cs typeface="Microsoft YaHei"/>
              </a:rPr>
              <a:t>结果达到推广门槛</a:t>
            </a:r>
          </a:p>
        </p:txBody>
      </p:sp>
    </p:spTree>
    <p:extLst>
      <p:ext uri="{BB962C8B-B14F-4D97-AF65-F5344CB8AC3E}">
        <p14:creationId xmlns:p14="http://schemas.microsoft.com/office/powerpoint/2010/main" val="749888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2026-08-26T11:23:22.8210000Z</dcterms:created>
  <dcterms:modified xsi:type="dcterms:W3CDTF">2026-08-26T11:23:22.8220000Z</dcterms:modified>
</coreProperties>
</file>