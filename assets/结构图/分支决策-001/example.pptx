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f7541752a04ee4" /><Relationship Type="http://schemas.openxmlformats.org/officeDocument/2006/relationships/extended-properties" Target="/docProps/app.xml" Id="R7149c5a9e3684d88" /><Relationship Type="http://schemas.openxmlformats.org/officeDocument/2006/relationships/officeDocument" Target="/ppt/presentation.xml" Id="Rf053a6a872ec4f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923c2cb0ce4590"/>
  </p:sldMasterIdLst>
  <p:notesMasterIdLst>
    <p:notesMasterId xmlns:r="http://schemas.openxmlformats.org/officeDocument/2006/relationships" r:id="R743c5a0f470b4aa1"/>
  </p:notesMasterIdLst>
  <p:sldIdLst>
    <p:sldId xmlns:r="http://schemas.openxmlformats.org/officeDocument/2006/relationships" id="256" r:id="R501ef2305e8244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ea3095ea944e05" /><Relationship Type="http://schemas.openxmlformats.org/officeDocument/2006/relationships/slideMaster" Target="/ppt/slideMasters/slideMaster1.xml" Id="R52923c2cb0ce4590" /><Relationship Type="http://schemas.openxmlformats.org/officeDocument/2006/relationships/notesMaster" Target="/ppt/notesMasters/notesMaster1.xml" Id="R743c5a0f470b4aa1" /><Relationship Type="http://schemas.openxmlformats.org/officeDocument/2006/relationships/presProps" Target="/ppt/presProps.xml" Id="R9590e9b3dc634094" /><Relationship Type="http://schemas.openxmlformats.org/officeDocument/2006/relationships/tableStyles" Target="/ppt/tableStyles.xml" Id="R193b717190954b00" /><Relationship Type="http://schemas.openxmlformats.org/officeDocument/2006/relationships/slide" Target="/ppt/slides/slide1.xml" Id="R501ef2305e8244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6d5f31c3234f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294081ba6f46ac" /><Relationship Type="http://schemas.openxmlformats.org/officeDocument/2006/relationships/notesMaster" Target="/ppt/notesMasters/notesMaster1.xml" Id="Ra989ca37082745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529764bed34a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a43ef344ab457b" /><Relationship Type="http://schemas.openxmlformats.org/officeDocument/2006/relationships/slideLayout" Target="/ppt/slideLayouts/slideLayout1.xml" Id="Rf2bebbb90cb849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bebbb90cb849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1fc7b43934a71" /><Relationship Type="http://schemas.openxmlformats.org/officeDocument/2006/relationships/notesSlide" Target="/ppt/notesSlides/notesSlide1.xml" Id="R52309593662c4a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context-decision-link">
            <a:extLst xmlns:a="http://schemas.openxmlformats.org/drawingml/2006/main">
              <a:ext uri="{FF2B5EF4-FFF2-40B4-BE49-F238E27FC236}">
                <a16:creationId xmlns:a16="http://schemas.microsoft.com/office/drawing/2014/main" id="{C76BDB87-707B-49E4-9149-200BE657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2362200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FB3DF"/>
            </a:solidFill>
            <a:prstDash val="dash"/>
          </a:ln>
        </p:spPr>
      </p:sp>
      <p:sp>
        <p:nvSpPr>
          <p:cNvPr id="2" name="decision-bus-link">
            <a:extLst xmlns:a="http://schemas.openxmlformats.org/drawingml/2006/main">
              <a:ext uri="{FF2B5EF4-FFF2-40B4-BE49-F238E27FC236}">
                <a16:creationId xmlns:a16="http://schemas.microsoft.com/office/drawing/2014/main" id="{2F1A8183-7DBB-442D-8E73-B8D82AFE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61950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FB3DF"/>
            </a:solidFill>
            <a:prstDash val="dash"/>
          </a:ln>
        </p:spPr>
      </p:sp>
      <p:sp>
        <p:nvSpPr>
          <p:cNvPr id="3" name="decision-branch-bus">
            <a:extLst xmlns:a="http://schemas.openxmlformats.org/drawingml/2006/main">
              <a:ext uri="{FF2B5EF4-FFF2-40B4-BE49-F238E27FC236}">
                <a16:creationId xmlns:a16="http://schemas.microsoft.com/office/drawing/2014/main" id="{8F530373-3602-4A72-8164-1A7BCA3F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848100"/>
            <a:ext cx="628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AEEF"/>
            </a:solidFill>
            <a:prstDash val="solid"/>
          </a:ln>
        </p:spPr>
      </p:sp>
      <p:sp>
        <p:nvSpPr>
          <p:cNvPr id="4" name="decision-branch-link-0">
            <a:extLst xmlns:a="http://schemas.openxmlformats.org/drawingml/2006/main">
              <a:ext uri="{FF2B5EF4-FFF2-40B4-BE49-F238E27FC236}">
                <a16:creationId xmlns:a16="http://schemas.microsoft.com/office/drawing/2014/main" id="{FE4DD532-699F-4937-8F6C-65968092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84810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5" name="decision-branch-anchor-0">
            <a:extLst xmlns:a="http://schemas.openxmlformats.org/drawingml/2006/main">
              <a:ext uri="{FF2B5EF4-FFF2-40B4-BE49-F238E27FC236}">
                <a16:creationId xmlns:a16="http://schemas.microsoft.com/office/drawing/2014/main" id="{C8CF0F56-0C3C-4D44-A7E8-3E59BE6B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146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6" name="branch-outcome-link-0">
            <a:extLst xmlns:a="http://schemas.openxmlformats.org/drawingml/2006/main">
              <a:ext uri="{FF2B5EF4-FFF2-40B4-BE49-F238E27FC236}">
                <a16:creationId xmlns:a16="http://schemas.microsoft.com/office/drawing/2014/main" id="{7559BA47-6A0A-4A68-B513-55F38F33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55054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5BDDB"/>
            </a:solidFill>
            <a:prstDash val="dash"/>
          </a:ln>
        </p:spPr>
      </p:sp>
      <p:sp>
        <p:nvSpPr>
          <p:cNvPr id="7" name="decision-branch-link-1">
            <a:extLst xmlns:a="http://schemas.openxmlformats.org/drawingml/2006/main">
              <a:ext uri="{FF2B5EF4-FFF2-40B4-BE49-F238E27FC236}">
                <a16:creationId xmlns:a16="http://schemas.microsoft.com/office/drawing/2014/main" id="{7F72A9A9-4342-467F-97CE-4BEF489A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84810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8" name="decision-branch-anchor-1">
            <a:extLst xmlns:a="http://schemas.openxmlformats.org/drawingml/2006/main">
              <a:ext uri="{FF2B5EF4-FFF2-40B4-BE49-F238E27FC236}">
                <a16:creationId xmlns:a16="http://schemas.microsoft.com/office/drawing/2014/main" id="{066CD674-48CB-44F0-9BE3-1D64ACA0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9" name="branch-outcome-link-1">
            <a:extLst xmlns:a="http://schemas.openxmlformats.org/drawingml/2006/main">
              <a:ext uri="{FF2B5EF4-FFF2-40B4-BE49-F238E27FC236}">
                <a16:creationId xmlns:a16="http://schemas.microsoft.com/office/drawing/2014/main" id="{59494C6C-DB6E-4891-B1B7-BA721DF5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55054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5BDDB"/>
            </a:solidFill>
            <a:prstDash val="dash"/>
          </a:ln>
        </p:spPr>
      </p:sp>
      <p:sp>
        <p:nvSpPr>
          <p:cNvPr id="10" name="decision-branch-link-2">
            <a:extLst xmlns:a="http://schemas.openxmlformats.org/drawingml/2006/main">
              <a:ext uri="{FF2B5EF4-FFF2-40B4-BE49-F238E27FC236}">
                <a16:creationId xmlns:a16="http://schemas.microsoft.com/office/drawing/2014/main" id="{44D2E7B0-6E72-420E-8156-08CD70AC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384810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11" name="decision-branch-anchor-2">
            <a:extLst xmlns:a="http://schemas.openxmlformats.org/drawingml/2006/main">
              <a:ext uri="{FF2B5EF4-FFF2-40B4-BE49-F238E27FC236}">
                <a16:creationId xmlns:a16="http://schemas.microsoft.com/office/drawing/2014/main" id="{1E21A6AF-ADE6-4750-889D-E9F65212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1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2" name="branch-outcome-link-2">
            <a:extLst xmlns:a="http://schemas.openxmlformats.org/drawingml/2006/main">
              <a:ext uri="{FF2B5EF4-FFF2-40B4-BE49-F238E27FC236}">
                <a16:creationId xmlns:a16="http://schemas.microsoft.com/office/drawing/2014/main" id="{A1A85424-9F31-4339-8CE4-089F3B49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55054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5BDDB"/>
            </a:solidFill>
            <a:prstDash val="dash"/>
          </a:ln>
        </p:spPr>
      </p:sp>
      <p:sp>
        <p:nvSpPr>
          <p:cNvPr id="13" name="decision-context-underlay">
            <a:extLst xmlns:a="http://schemas.openxmlformats.org/drawingml/2006/main">
              <a:ext uri="{FF2B5EF4-FFF2-40B4-BE49-F238E27FC236}">
                <a16:creationId xmlns:a16="http://schemas.microsoft.com/office/drawing/2014/main" id="{5132F83B-5B3B-4AAC-8867-BA269556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1647825"/>
            <a:ext cx="6953250" cy="714375"/>
          </a:xfrm>
          <a:prstGeom xmlns:a="http://schemas.openxmlformats.org/drawingml/2006/main" prst="roundRect">
            <a:avLst>
              <a:gd name="adj" fmla="val 29333"/>
            </a:avLst>
          </a:prstGeom>
          <a:solidFill xmlns:a="http://schemas.openxmlformats.org/drawingml/2006/main">
            <a:srgbClr val="D7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ecision-context-card">
            <a:extLst xmlns:a="http://schemas.openxmlformats.org/drawingml/2006/main">
              <a:ext uri="{FF2B5EF4-FFF2-40B4-BE49-F238E27FC236}">
                <a16:creationId xmlns:a16="http://schemas.microsoft.com/office/drawing/2014/main" id="{31F90439-4B6B-459A-9EEB-FF65BC5F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1581150"/>
            <a:ext cx="6953250" cy="781050"/>
          </a:xfrm>
          <a:prstGeom xmlns:a="http://schemas.openxmlformats.org/drawingml/2006/main" prst="roundRect">
            <a:avLst>
              <a:gd name="adj" fmla="val 26829"/>
            </a:avLst>
          </a:prstGeom>
          <a:gradFill xmlns:a="http://schemas.openxmlformats.org/drawingml/2006/main">
            <a:gsLst>
              <a:gs pos="0">
                <a:srgbClr val="2D5CA3"/>
              </a:gs>
              <a:gs pos="72000">
                <a:srgbClr val="3D79C5"/>
              </a:gs>
              <a:gs pos="100000">
                <a:srgbClr val="70A7EB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decision-context-title">
            <a:extLst xmlns:a="http://schemas.openxmlformats.org/drawingml/2006/main">
              <a:ext uri="{FF2B5EF4-FFF2-40B4-BE49-F238E27FC236}">
                <a16:creationId xmlns:a16="http://schemas.microsoft.com/office/drawing/2014/main" id="{F45C8B56-8031-4B01-BDFF-0BFA50AA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05125" y="1695450"/>
            <a:ext cx="6381750" cy="277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新需求进入处理队列</a:t>
            </a:r>
          </a:p>
        </p:txBody>
      </p:sp>
      <p:sp>
        <p:nvSpPr>
          <p:cNvPr id="16" name="decision-context-body">
            <a:extLst xmlns:a="http://schemas.openxmlformats.org/drawingml/2006/main">
              <a:ext uri="{FF2B5EF4-FFF2-40B4-BE49-F238E27FC236}">
                <a16:creationId xmlns:a16="http://schemas.microsoft.com/office/drawing/2014/main" id="{DC095558-64C6-44DA-AE42-94CAE134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05125" y="2020938"/>
            <a:ext cx="6381750" cy="2269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700" b="0" i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系统先核对资料完整性、规则匹配度与风险状态</a:t>
            </a:r>
          </a:p>
        </p:txBody>
      </p:sp>
      <p:sp>
        <p:nvSpPr>
          <p:cNvPr id="17" name="branch-route-card-0">
            <a:extLst xmlns:a="http://schemas.openxmlformats.org/drawingml/2006/main">
              <a:ext uri="{FF2B5EF4-FFF2-40B4-BE49-F238E27FC236}">
                <a16:creationId xmlns:a16="http://schemas.microsoft.com/office/drawing/2014/main" id="{7403624C-E363-44AC-937F-698A7E7E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71625" y="4171950"/>
            <a:ext cx="2762250" cy="1333500"/>
          </a:xfrm>
          <a:prstGeom xmlns:a="http://schemas.openxmlformats.org/drawingml/2006/main" prst="roundRect">
            <a:avLst>
              <a:gd name="adj" fmla="val 12857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1F7FD"/>
              </a:gs>
            </a:gsLst>
            <a:lin ang="10800000"/>
          </a:gradFill>
          <a:ln xmlns:a="http://schemas.openxmlformats.org/drawingml/2006/main" w="9525">
            <a:solidFill>
              <a:srgbClr val="C7D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8" name="branch-route-accent-0">
            <a:extLst xmlns:a="http://schemas.openxmlformats.org/drawingml/2006/main">
              <a:ext uri="{FF2B5EF4-FFF2-40B4-BE49-F238E27FC236}">
                <a16:creationId xmlns:a16="http://schemas.microsoft.com/office/drawing/2014/main" id="{DBD874AB-FE39-40DE-A979-AC89CE20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71625" y="4171950"/>
            <a:ext cx="2762250" cy="85725"/>
          </a:xfrm>
          <a:prstGeom xmlns:a="http://schemas.openxmlformats.org/drawingml/2006/main" prst="roundRect">
            <a:avLst>
              <a:gd name="adj" fmla="val 44444"/>
            </a:avLst>
          </a:prstGeom>
          <a:gradFill xmlns:a="http://schemas.openxmlformats.org/drawingml/2006/main">
            <a:gsLst>
              <a:gs pos="0">
                <a:srgbClr val="3370BA"/>
              </a:gs>
              <a:gs pos="100000">
                <a:srgbClr val="75AFEA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9" name="branch-title-0">
            <a:extLst xmlns:a="http://schemas.openxmlformats.org/drawingml/2006/main">
              <a:ext uri="{FF2B5EF4-FFF2-40B4-BE49-F238E27FC236}">
                <a16:creationId xmlns:a16="http://schemas.microsoft.com/office/drawing/2014/main" id="{1265F755-C246-4A89-A687-215BDE34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3075" y="4467225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自动执行</a:t>
            </a:r>
          </a:p>
        </p:txBody>
      </p:sp>
      <p:sp>
        <p:nvSpPr>
          <p:cNvPr id="20" name="branch-body-0">
            <a:extLst xmlns:a="http://schemas.openxmlformats.org/drawingml/2006/main">
              <a:ext uri="{FF2B5EF4-FFF2-40B4-BE49-F238E27FC236}">
                <a16:creationId xmlns:a16="http://schemas.microsoft.com/office/drawing/2014/main" id="{9A923C4A-E734-40DE-8644-7901D381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3075" y="4876800"/>
            <a:ext cx="241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700" b="0" i="0">
                <a:solidFill>
                  <a:srgbClr val="536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536981"/>
                </a:solidFill>
                <a:latin typeface="Microsoft YaHei"/>
                <a:ea typeface="Microsoft YaHei"/>
                <a:cs typeface="Microsoft YaHei"/>
              </a:rPr>
              <a:t>按既定规则直接进入处理</a:t>
            </a:r>
          </a:p>
        </p:txBody>
      </p:sp>
      <p:sp>
        <p:nvSpPr>
          <p:cNvPr id="21" name="branch-route-card-1">
            <a:extLst xmlns:a="http://schemas.openxmlformats.org/drawingml/2006/main">
              <a:ext uri="{FF2B5EF4-FFF2-40B4-BE49-F238E27FC236}">
                <a16:creationId xmlns:a16="http://schemas.microsoft.com/office/drawing/2014/main" id="{78940DD1-AA30-4CD1-A289-A8614388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4875" y="4171950"/>
            <a:ext cx="2762250" cy="1333500"/>
          </a:xfrm>
          <a:prstGeom xmlns:a="http://schemas.openxmlformats.org/drawingml/2006/main" prst="roundRect">
            <a:avLst>
              <a:gd name="adj" fmla="val 12857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1F7FD"/>
              </a:gs>
            </a:gsLst>
            <a:lin ang="10800000"/>
          </a:gradFill>
          <a:ln xmlns:a="http://schemas.openxmlformats.org/drawingml/2006/main" w="9525">
            <a:solidFill>
              <a:srgbClr val="C7D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2" name="branch-route-accent-1">
            <a:extLst xmlns:a="http://schemas.openxmlformats.org/drawingml/2006/main">
              <a:ext uri="{FF2B5EF4-FFF2-40B4-BE49-F238E27FC236}">
                <a16:creationId xmlns:a16="http://schemas.microsoft.com/office/drawing/2014/main" id="{6FED66F5-941D-405A-A917-0DE673F3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4875" y="4171950"/>
            <a:ext cx="2762250" cy="85725"/>
          </a:xfrm>
          <a:prstGeom xmlns:a="http://schemas.openxmlformats.org/drawingml/2006/main" prst="roundRect">
            <a:avLst>
              <a:gd name="adj" fmla="val 44444"/>
            </a:avLst>
          </a:prstGeom>
          <a:gradFill xmlns:a="http://schemas.openxmlformats.org/drawingml/2006/main">
            <a:gsLst>
              <a:gs pos="0">
                <a:srgbClr val="3370BA"/>
              </a:gs>
              <a:gs pos="100000">
                <a:srgbClr val="75AFEA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3" name="branch-title-1">
            <a:extLst xmlns:a="http://schemas.openxmlformats.org/drawingml/2006/main">
              <a:ext uri="{FF2B5EF4-FFF2-40B4-BE49-F238E27FC236}">
                <a16:creationId xmlns:a16="http://schemas.microsoft.com/office/drawing/2014/main" id="{489B58A2-CDA8-4271-8494-C34B8C5F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86325" y="4413352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返回补充</a:t>
            </a:r>
          </a:p>
        </p:txBody>
      </p:sp>
      <p:sp>
        <p:nvSpPr>
          <p:cNvPr id="24" name="branch-body-1">
            <a:extLst xmlns:a="http://schemas.openxmlformats.org/drawingml/2006/main">
              <a:ext uri="{FF2B5EF4-FFF2-40B4-BE49-F238E27FC236}">
                <a16:creationId xmlns:a16="http://schemas.microsoft.com/office/drawing/2014/main" id="{B5029A2B-0639-46BA-BF44-9B5238E2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86325" y="4822927"/>
            <a:ext cx="2419350" cy="526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700" b="0" i="0">
                <a:solidFill>
                  <a:srgbClr val="536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536981"/>
                </a:solidFill>
                <a:latin typeface="Microsoft YaHei"/>
                <a:ea typeface="Microsoft YaHei"/>
                <a:cs typeface="Microsoft YaHei"/>
              </a:rPr>
              <a:t>明确缺失项并保留当前进度</a:t>
            </a:r>
          </a:p>
        </p:txBody>
      </p:sp>
      <p:sp>
        <p:nvSpPr>
          <p:cNvPr id="25" name="branch-route-card-2">
            <a:extLst xmlns:a="http://schemas.openxmlformats.org/drawingml/2006/main">
              <a:ext uri="{FF2B5EF4-FFF2-40B4-BE49-F238E27FC236}">
                <a16:creationId xmlns:a16="http://schemas.microsoft.com/office/drawing/2014/main" id="{4E4E0B3E-E547-4AFB-8662-854B81B2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8125" y="4171950"/>
            <a:ext cx="2762250" cy="1333500"/>
          </a:xfrm>
          <a:prstGeom xmlns:a="http://schemas.openxmlformats.org/drawingml/2006/main" prst="roundRect">
            <a:avLst>
              <a:gd name="adj" fmla="val 12857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1F7FD"/>
              </a:gs>
            </a:gsLst>
            <a:lin ang="10800000"/>
          </a:gradFill>
          <a:ln xmlns:a="http://schemas.openxmlformats.org/drawingml/2006/main" w="9525">
            <a:solidFill>
              <a:srgbClr val="C7D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6" name="branch-route-accent-2">
            <a:extLst xmlns:a="http://schemas.openxmlformats.org/drawingml/2006/main">
              <a:ext uri="{FF2B5EF4-FFF2-40B4-BE49-F238E27FC236}">
                <a16:creationId xmlns:a16="http://schemas.microsoft.com/office/drawing/2014/main" id="{E0974245-8DF0-46B4-B265-6209E686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8125" y="4171950"/>
            <a:ext cx="2762250" cy="85725"/>
          </a:xfrm>
          <a:prstGeom xmlns:a="http://schemas.openxmlformats.org/drawingml/2006/main" prst="roundRect">
            <a:avLst>
              <a:gd name="adj" fmla="val 44444"/>
            </a:avLst>
          </a:prstGeom>
          <a:gradFill xmlns:a="http://schemas.openxmlformats.org/drawingml/2006/main">
            <a:gsLst>
              <a:gs pos="0">
                <a:srgbClr val="3370BA"/>
              </a:gs>
              <a:gs pos="100000">
                <a:srgbClr val="75AFEA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7" name="branch-title-2">
            <a:extLst xmlns:a="http://schemas.openxmlformats.org/drawingml/2006/main">
              <a:ext uri="{FF2B5EF4-FFF2-40B4-BE49-F238E27FC236}">
                <a16:creationId xmlns:a16="http://schemas.microsoft.com/office/drawing/2014/main" id="{A4AEE700-464A-4129-A23D-D17BA83A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4413352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44B7F"/>
                </a:solidFill>
                <a:latin typeface="Microsoft YaHei"/>
                <a:ea typeface="Microsoft YaHei"/>
                <a:cs typeface="Microsoft YaHei"/>
              </a:rPr>
              <a:t>人工复核</a:t>
            </a:r>
          </a:p>
        </p:txBody>
      </p:sp>
      <p:sp>
        <p:nvSpPr>
          <p:cNvPr id="28" name="branch-body-2">
            <a:extLst xmlns:a="http://schemas.openxmlformats.org/drawingml/2006/main">
              <a:ext uri="{FF2B5EF4-FFF2-40B4-BE49-F238E27FC236}">
                <a16:creationId xmlns:a16="http://schemas.microsoft.com/office/drawing/2014/main" id="{C5CB20B2-05FC-48DF-B061-FCD27ED6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4822927"/>
            <a:ext cx="2419350" cy="526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700" b="0" i="0">
                <a:solidFill>
                  <a:srgbClr val="5369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536981"/>
                </a:solidFill>
                <a:latin typeface="Microsoft YaHei"/>
                <a:ea typeface="Microsoft YaHei"/>
                <a:cs typeface="Microsoft YaHei"/>
              </a:rPr>
              <a:t>由责任人判断是否继续处理</a:t>
            </a:r>
          </a:p>
        </p:txBody>
      </p:sp>
      <p:sp>
        <p:nvSpPr>
          <p:cNvPr id="29" name="branch-outcome-0">
            <a:extLst xmlns:a="http://schemas.openxmlformats.org/drawingml/2006/main">
              <a:ext uri="{FF2B5EF4-FFF2-40B4-BE49-F238E27FC236}">
                <a16:creationId xmlns:a16="http://schemas.microsoft.com/office/drawing/2014/main" id="{97B4320B-5AA2-4015-812B-0FF6A58C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14550" y="5791200"/>
            <a:ext cx="16764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2FC"/>
          </a:solidFill>
          <a:ln xmlns:a="http://schemas.openxmlformats.org/drawingml/2006/main" w="9525">
            <a:solidFill>
              <a:srgbClr val="C5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00" b="1" i="0">
                <a:solidFill>
                  <a:srgbClr val="2C5D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C5D99"/>
                </a:solidFill>
                <a:latin typeface="Microsoft YaHei"/>
                <a:ea typeface="Microsoft YaHei"/>
                <a:cs typeface="Microsoft YaHei"/>
              </a:rPr>
              <a:t>进入生产</a:t>
            </a:r>
          </a:p>
        </p:txBody>
      </p:sp>
      <p:sp>
        <p:nvSpPr>
          <p:cNvPr id="30" name="branch-outcome-1">
            <a:extLst xmlns:a="http://schemas.openxmlformats.org/drawingml/2006/main">
              <a:ext uri="{FF2B5EF4-FFF2-40B4-BE49-F238E27FC236}">
                <a16:creationId xmlns:a16="http://schemas.microsoft.com/office/drawing/2014/main" id="{E28898F3-D102-46B5-83C0-BF3190B8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5791200"/>
            <a:ext cx="16764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2FC"/>
          </a:solidFill>
          <a:ln xmlns:a="http://schemas.openxmlformats.org/drawingml/2006/main" w="9525">
            <a:solidFill>
              <a:srgbClr val="C5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00" b="1" i="0">
                <a:solidFill>
                  <a:srgbClr val="2C5D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C5D99"/>
                </a:solidFill>
                <a:latin typeface="Microsoft YaHei"/>
                <a:ea typeface="Microsoft YaHei"/>
                <a:cs typeface="Microsoft YaHei"/>
              </a:rPr>
              <a:t>等待补充</a:t>
            </a:r>
          </a:p>
        </p:txBody>
      </p:sp>
      <p:sp>
        <p:nvSpPr>
          <p:cNvPr id="31" name="branch-outcome-2">
            <a:extLst xmlns:a="http://schemas.openxmlformats.org/drawingml/2006/main">
              <a:ext uri="{FF2B5EF4-FFF2-40B4-BE49-F238E27FC236}">
                <a16:creationId xmlns:a16="http://schemas.microsoft.com/office/drawing/2014/main" id="{18362A69-61AA-4D09-88BE-A8610FC1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5791200"/>
            <a:ext cx="16764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2FC"/>
          </a:solidFill>
          <a:ln xmlns:a="http://schemas.openxmlformats.org/drawingml/2006/main" w="9525">
            <a:solidFill>
              <a:srgbClr val="C5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00" b="1" i="0">
                <a:solidFill>
                  <a:srgbClr val="2C5D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C5D99"/>
                </a:solidFill>
                <a:latin typeface="Microsoft YaHei"/>
                <a:ea typeface="Microsoft YaHei"/>
                <a:cs typeface="Microsoft YaHei"/>
              </a:rPr>
              <a:t>进入审核</a:t>
            </a:r>
          </a:p>
        </p:txBody>
      </p:sp>
      <p:sp>
        <p:nvSpPr>
          <p:cNvPr id="32" name="branch-condition-0">
            <a:extLst xmlns:a="http://schemas.openxmlformats.org/drawingml/2006/main">
              <a:ext uri="{FF2B5EF4-FFF2-40B4-BE49-F238E27FC236}">
                <a16:creationId xmlns:a16="http://schemas.microsoft.com/office/drawing/2014/main" id="{24F01A93-658A-4022-85E1-FBEBB005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52675" y="3695700"/>
            <a:ext cx="1200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EB7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3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315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315F9E"/>
                </a:solidFill>
                <a:latin typeface="Microsoft YaHei"/>
                <a:ea typeface="Microsoft YaHei"/>
                <a:cs typeface="Microsoft YaHei"/>
              </a:rPr>
              <a:t>完全满足</a:t>
            </a:r>
          </a:p>
        </p:txBody>
      </p:sp>
      <p:sp>
        <p:nvSpPr>
          <p:cNvPr id="33" name="branch-condition-1">
            <a:extLst xmlns:a="http://schemas.openxmlformats.org/drawingml/2006/main">
              <a:ext uri="{FF2B5EF4-FFF2-40B4-BE49-F238E27FC236}">
                <a16:creationId xmlns:a16="http://schemas.microsoft.com/office/drawing/2014/main" id="{1205C75D-58E2-4137-B2D1-445CB732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5925" y="3695700"/>
            <a:ext cx="1200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EB7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3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315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315F9E"/>
                </a:solidFill>
                <a:latin typeface="Microsoft YaHei"/>
                <a:ea typeface="Microsoft YaHei"/>
                <a:cs typeface="Microsoft YaHei"/>
              </a:rPr>
              <a:t>信息不足</a:t>
            </a:r>
          </a:p>
        </p:txBody>
      </p:sp>
      <p:sp>
        <p:nvSpPr>
          <p:cNvPr id="34" name="branch-condition-2">
            <a:extLst xmlns:a="http://schemas.openxmlformats.org/drawingml/2006/main">
              <a:ext uri="{FF2B5EF4-FFF2-40B4-BE49-F238E27FC236}">
                <a16:creationId xmlns:a16="http://schemas.microsoft.com/office/drawing/2014/main" id="{24ABD3CD-8949-4F13-B9C8-F3BFC072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39175" y="3695700"/>
            <a:ext cx="1200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EB7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3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00" b="1" i="0">
                <a:solidFill>
                  <a:srgbClr val="315F9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315F9E"/>
                </a:solidFill>
                <a:latin typeface="Microsoft YaHei"/>
                <a:ea typeface="Microsoft YaHei"/>
                <a:cs typeface="Microsoft YaHei"/>
              </a:rPr>
              <a:t>触发风险</a:t>
            </a:r>
          </a:p>
        </p:txBody>
      </p:sp>
      <p:sp>
        <p:nvSpPr>
          <p:cNvPr id="35" name="decision-node">
            <a:extLst xmlns:a="http://schemas.openxmlformats.org/drawingml/2006/main">
              <a:ext uri="{FF2B5EF4-FFF2-40B4-BE49-F238E27FC236}">
                <a16:creationId xmlns:a16="http://schemas.microsoft.com/office/drawing/2014/main" id="{1F2C1521-A09C-483C-ADD4-9499A235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7325" y="2571750"/>
            <a:ext cx="1657350" cy="1047750"/>
          </a:xfrm>
          <a:prstGeom xmlns:a="http://schemas.openxmlformats.org/drawingml/2006/main" prst="diamond">
            <a:avLst/>
          </a:prstGeom>
          <a:gradFill xmlns:a="http://schemas.openxmlformats.org/drawingml/2006/main">
            <a:gsLst>
              <a:gs pos="0">
                <a:srgbClr val="2D5CA3"/>
              </a:gs>
              <a:gs pos="72000">
                <a:srgbClr val="4B86CF"/>
              </a:gs>
              <a:gs pos="100000">
                <a:srgbClr val="79AFEA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当前条件评估结果</a:t>
            </a:r>
          </a:p>
        </p:txBody>
      </p:sp>
    </p:spTree>
    <p:extLst>
      <p:ext uri="{BB962C8B-B14F-4D97-AF65-F5344CB8AC3E}">
        <p14:creationId xmlns:p14="http://schemas.microsoft.com/office/powerpoint/2010/main" val="15137537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2026-08-23T01:36:53.5080000Z</dcterms:created>
  <dcterms:modified xsi:type="dcterms:W3CDTF">2026-08-23T01:36:53.5080000Z</dcterms:modified>
</coreProperties>
</file>