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e08390e59e4181" /><Relationship Type="http://schemas.openxmlformats.org/officeDocument/2006/relationships/extended-properties" Target="/docProps/app.xml" Id="Rbc189bbfecfb4b66" /><Relationship Type="http://schemas.openxmlformats.org/officeDocument/2006/relationships/officeDocument" Target="/ppt/presentation.xml" Id="Rca8b2c91e70d43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669b7c1aa047ed"/>
  </p:sldMasterIdLst>
  <p:notesMasterIdLst>
    <p:notesMasterId xmlns:r="http://schemas.openxmlformats.org/officeDocument/2006/relationships" r:id="R9130c2cccb234e1f"/>
  </p:notesMasterIdLst>
  <p:sldIdLst>
    <p:sldId xmlns:r="http://schemas.openxmlformats.org/officeDocument/2006/relationships" id="256" r:id="R22e85525ff9348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f9699f7a164d6f" /><Relationship Type="http://schemas.openxmlformats.org/officeDocument/2006/relationships/slideMaster" Target="/ppt/slideMasters/slideMaster1.xml" Id="Rad669b7c1aa047ed" /><Relationship Type="http://schemas.openxmlformats.org/officeDocument/2006/relationships/notesMaster" Target="/ppt/notesMasters/notesMaster1.xml" Id="R9130c2cccb234e1f" /><Relationship Type="http://schemas.openxmlformats.org/officeDocument/2006/relationships/presProps" Target="/ppt/presProps.xml" Id="Rd2c36ae0719a4013" /><Relationship Type="http://schemas.openxmlformats.org/officeDocument/2006/relationships/tableStyles" Target="/ppt/tableStyles.xml" Id="R8091b197faea4e09" /><Relationship Type="http://schemas.openxmlformats.org/officeDocument/2006/relationships/slide" Target="/ppt/slides/slide1.xml" Id="R22e85525ff9348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95d07b778643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2386531662462d" /><Relationship Type="http://schemas.openxmlformats.org/officeDocument/2006/relationships/notesMaster" Target="/ppt/notesMasters/notesMaster1.xml" Id="Rcdc589e0816c45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8537b188446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bc662ad10d4c35" /><Relationship Type="http://schemas.openxmlformats.org/officeDocument/2006/relationships/slideLayout" Target="/ppt/slideLayouts/slideLayout1.xml" Id="Rdf67fe123bfa4a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67fe123bfa4a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d7c4b8df148df" /><Relationship Type="http://schemas.openxmlformats.org/officeDocument/2006/relationships/notesSlide" Target="/ppt/notesSlides/notesSlide1.xml" Id="R6c77e210f2ce4e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context-decision-link">
            <a:extLst xmlns:a="http://schemas.openxmlformats.org/drawingml/2006/main">
              <a:ext uri="{FF2B5EF4-FFF2-40B4-BE49-F238E27FC236}">
                <a16:creationId xmlns:a16="http://schemas.microsoft.com/office/drawing/2014/main" id="{2E168509-E92C-4D15-A164-4841AB67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3622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3DF"/>
            </a:solidFill>
            <a:prstDash val="dash"/>
          </a:ln>
        </p:spPr>
      </p:sp>
      <p:sp>
        <p:nvSpPr>
          <p:cNvPr id="2" name="decision-bus-link">
            <a:extLst xmlns:a="http://schemas.openxmlformats.org/drawingml/2006/main">
              <a:ext uri="{FF2B5EF4-FFF2-40B4-BE49-F238E27FC236}">
                <a16:creationId xmlns:a16="http://schemas.microsoft.com/office/drawing/2014/main" id="{3356E171-87F4-4391-B4FB-45CF1B5C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61950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3DF"/>
            </a:solidFill>
            <a:prstDash val="dash"/>
          </a:ln>
        </p:spPr>
      </p:sp>
      <p:sp>
        <p:nvSpPr>
          <p:cNvPr id="3" name="decision-branch-bus">
            <a:extLst xmlns:a="http://schemas.openxmlformats.org/drawingml/2006/main">
              <a:ext uri="{FF2B5EF4-FFF2-40B4-BE49-F238E27FC236}">
                <a16:creationId xmlns:a16="http://schemas.microsoft.com/office/drawing/2014/main" id="{8AEF667C-96A3-42C6-881B-2BAC594A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38481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78AEEF"/>
            </a:solidFill>
            <a:prstDash val="solid"/>
          </a:ln>
        </p:spPr>
      </p:sp>
      <p:sp>
        <p:nvSpPr>
          <p:cNvPr id="4" name="decision-branch-link-0">
            <a:extLst xmlns:a="http://schemas.openxmlformats.org/drawingml/2006/main">
              <a:ext uri="{FF2B5EF4-FFF2-40B4-BE49-F238E27FC236}">
                <a16:creationId xmlns:a16="http://schemas.microsoft.com/office/drawing/2014/main" id="{9B91460D-31F1-4969-8484-A154A28B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38481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5" name="decision-branch-anchor-0">
            <a:extLst xmlns:a="http://schemas.openxmlformats.org/drawingml/2006/main">
              <a:ext uri="{FF2B5EF4-FFF2-40B4-BE49-F238E27FC236}">
                <a16:creationId xmlns:a16="http://schemas.microsoft.com/office/drawing/2014/main" id="{61F7E6EF-28F2-4000-A958-609D3BB1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6" name="branch-outcome-link-0">
            <a:extLst xmlns:a="http://schemas.openxmlformats.org/drawingml/2006/main">
              <a:ext uri="{FF2B5EF4-FFF2-40B4-BE49-F238E27FC236}">
                <a16:creationId xmlns:a16="http://schemas.microsoft.com/office/drawing/2014/main" id="{77ADF6DC-9CB4-40B8-816A-925DBEAD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55054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BDDB"/>
            </a:solidFill>
            <a:prstDash val="dash"/>
          </a:ln>
        </p:spPr>
      </p:sp>
      <p:sp>
        <p:nvSpPr>
          <p:cNvPr id="7" name="decision-branch-link-1">
            <a:extLst xmlns:a="http://schemas.openxmlformats.org/drawingml/2006/main">
              <a:ext uri="{FF2B5EF4-FFF2-40B4-BE49-F238E27FC236}">
                <a16:creationId xmlns:a16="http://schemas.microsoft.com/office/drawing/2014/main" id="{BA0AAC94-93F8-4028-9B02-1A979E57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8481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8" name="decision-branch-anchor-1">
            <a:extLst xmlns:a="http://schemas.openxmlformats.org/drawingml/2006/main">
              <a:ext uri="{FF2B5EF4-FFF2-40B4-BE49-F238E27FC236}">
                <a16:creationId xmlns:a16="http://schemas.microsoft.com/office/drawing/2014/main" id="{655A6443-CC2A-4656-8C18-12D65AF8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9" name="branch-outcome-link-1">
            <a:extLst xmlns:a="http://schemas.openxmlformats.org/drawingml/2006/main">
              <a:ext uri="{FF2B5EF4-FFF2-40B4-BE49-F238E27FC236}">
                <a16:creationId xmlns:a16="http://schemas.microsoft.com/office/drawing/2014/main" id="{DF0382DD-1A76-4FA2-9E70-CF1A26DC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55054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BDDB"/>
            </a:solidFill>
            <a:prstDash val="dash"/>
          </a:ln>
        </p:spPr>
      </p:sp>
      <p:sp>
        <p:nvSpPr>
          <p:cNvPr id="10" name="decision-branch-link-2">
            <a:extLst xmlns:a="http://schemas.openxmlformats.org/drawingml/2006/main">
              <a:ext uri="{FF2B5EF4-FFF2-40B4-BE49-F238E27FC236}">
                <a16:creationId xmlns:a16="http://schemas.microsoft.com/office/drawing/2014/main" id="{BD20F80E-A18C-4045-934C-67913FAC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38481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11" name="decision-branch-anchor-2">
            <a:extLst xmlns:a="http://schemas.openxmlformats.org/drawingml/2006/main">
              <a:ext uri="{FF2B5EF4-FFF2-40B4-BE49-F238E27FC236}">
                <a16:creationId xmlns:a16="http://schemas.microsoft.com/office/drawing/2014/main" id="{2AEC6C74-78B2-4EFB-8933-65D88A6E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2" name="branch-outcome-link-2">
            <a:extLst xmlns:a="http://schemas.openxmlformats.org/drawingml/2006/main">
              <a:ext uri="{FF2B5EF4-FFF2-40B4-BE49-F238E27FC236}">
                <a16:creationId xmlns:a16="http://schemas.microsoft.com/office/drawing/2014/main" id="{E04DD82F-9AB1-40EE-B86E-AE1DD1CE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55054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BDDB"/>
            </a:solidFill>
            <a:prstDash val="dash"/>
          </a:ln>
        </p:spPr>
      </p:sp>
      <p:sp>
        <p:nvSpPr>
          <p:cNvPr id="13" name="decision-context-underlay">
            <a:extLst xmlns:a="http://schemas.openxmlformats.org/drawingml/2006/main">
              <a:ext uri="{FF2B5EF4-FFF2-40B4-BE49-F238E27FC236}">
                <a16:creationId xmlns:a16="http://schemas.microsoft.com/office/drawing/2014/main" id="{0FE04029-AA3E-48C8-8A67-268F90B0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1647825"/>
            <a:ext cx="6953250" cy="714375"/>
          </a:xfrm>
          <a:prstGeom xmlns:a="http://schemas.openxmlformats.org/drawingml/2006/main" prst="roundRect">
            <a:avLst>
              <a:gd name="adj" fmla="val 29333"/>
            </a:avLst>
          </a:prstGeom>
          <a:solidFill xmlns:a="http://schemas.openxmlformats.org/drawingml/2006/main">
            <a:srgbClr val="D7E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cision-context-card">
            <a:extLst xmlns:a="http://schemas.openxmlformats.org/drawingml/2006/main">
              <a:ext uri="{FF2B5EF4-FFF2-40B4-BE49-F238E27FC236}">
                <a16:creationId xmlns:a16="http://schemas.microsoft.com/office/drawing/2014/main" id="{A40E7CBF-CD0A-4011-A1FF-FDC21EE9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1581150"/>
            <a:ext cx="6953250" cy="781050"/>
          </a:xfrm>
          <a:prstGeom xmlns:a="http://schemas.openxmlformats.org/drawingml/2006/main" prst="roundRect">
            <a:avLst>
              <a:gd name="adj" fmla="val 26829"/>
            </a:avLst>
          </a:prstGeom>
          <a:gradFill xmlns:a="http://schemas.openxmlformats.org/drawingml/2006/main">
            <a:gsLst>
              <a:gs pos="0">
                <a:srgbClr val="2D5CA3"/>
              </a:gs>
              <a:gs pos="72000">
                <a:srgbClr val="3D79C5"/>
              </a:gs>
              <a:gs pos="100000">
                <a:srgbClr val="70A7EB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15" name="decision-context-title">
            <a:extLst xmlns:a="http://schemas.openxmlformats.org/drawingml/2006/main">
              <a:ext uri="{FF2B5EF4-FFF2-40B4-BE49-F238E27FC236}">
                <a16:creationId xmlns:a16="http://schemas.microsoft.com/office/drawing/2014/main" id="{F4FB1585-E67B-4B2A-9A36-6441DAE4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1700813"/>
            <a:ext cx="6381750" cy="274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新需求进入处理队列</a:t>
            </a:r>
          </a:p>
        </p:txBody>
      </p:sp>
      <p:sp>
        <p:nvSpPr>
          <p:cNvPr id="16" name="decision-context-body">
            <a:extLst xmlns:a="http://schemas.openxmlformats.org/drawingml/2006/main">
              <a:ext uri="{FF2B5EF4-FFF2-40B4-BE49-F238E27FC236}">
                <a16:creationId xmlns:a16="http://schemas.microsoft.com/office/drawing/2014/main" id="{980E308C-49AA-4CCD-B07B-F81981F4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2023320"/>
            <a:ext cx="638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 i="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  <a:cs typeface="Microsoft YaHei"/>
              </a:rPr>
              <a:t>系统先核对资料完整性、规则匹配度与风险状态</a:t>
            </a:r>
          </a:p>
        </p:txBody>
      </p:sp>
      <p:sp>
        <p:nvSpPr>
          <p:cNvPr id="17" name="branch-route-card-0">
            <a:extLst xmlns:a="http://schemas.openxmlformats.org/drawingml/2006/main">
              <a:ext uri="{FF2B5EF4-FFF2-40B4-BE49-F238E27FC236}">
                <a16:creationId xmlns:a16="http://schemas.microsoft.com/office/drawing/2014/main" id="{C9376CEE-FF4D-47C2-A51E-15948ACD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4171950"/>
            <a:ext cx="2762250" cy="133350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1F7FD"/>
              </a:gs>
            </a:gsLst>
            <a:lin ang="10800000"/>
          </a:gradFill>
          <a:ln xmlns:a="http://schemas.openxmlformats.org/drawingml/2006/main" w="9525">
            <a:solidFill>
              <a:srgbClr val="C7D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8" name="branch-route-accent-0">
            <a:extLst xmlns:a="http://schemas.openxmlformats.org/drawingml/2006/main">
              <a:ext uri="{FF2B5EF4-FFF2-40B4-BE49-F238E27FC236}">
                <a16:creationId xmlns:a16="http://schemas.microsoft.com/office/drawing/2014/main" id="{0A8F1BE6-3258-4D89-B500-BFACD1E1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4171950"/>
            <a:ext cx="2762250" cy="85725"/>
          </a:xfrm>
          <a:prstGeom xmlns:a="http://schemas.openxmlformats.org/drawingml/2006/main" prst="roundRect">
            <a:avLst>
              <a:gd name="adj" fmla="val 44444"/>
            </a:avLst>
          </a:prstGeom>
          <a:gradFill xmlns:a="http://schemas.openxmlformats.org/drawingml/2006/main">
            <a:gsLst>
              <a:gs pos="0">
                <a:srgbClr val="3370BA"/>
              </a:gs>
              <a:gs pos="100000">
                <a:srgbClr val="75AFEA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branch-title-0">
            <a:extLst xmlns:a="http://schemas.openxmlformats.org/drawingml/2006/main">
              <a:ext uri="{FF2B5EF4-FFF2-40B4-BE49-F238E27FC236}">
                <a16:creationId xmlns:a16="http://schemas.microsoft.com/office/drawing/2014/main" id="{5ABA0046-432C-4416-9267-8EC5B8CA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75" y="4564561"/>
            <a:ext cx="2419350" cy="303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rPr>
              <a:t>自动执行</a:t>
            </a:r>
          </a:p>
        </p:txBody>
      </p:sp>
      <p:sp>
        <p:nvSpPr>
          <p:cNvPr id="20" name="branch-body-0">
            <a:extLst xmlns:a="http://schemas.openxmlformats.org/drawingml/2006/main">
              <a:ext uri="{FF2B5EF4-FFF2-40B4-BE49-F238E27FC236}">
                <a16:creationId xmlns:a16="http://schemas.microsoft.com/office/drawing/2014/main" id="{D607EBCD-98FF-4B95-AA1D-83DDA317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75" y="4935141"/>
            <a:ext cx="2419350" cy="26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700" b="0" i="0">
                <a:solidFill>
                  <a:srgbClr val="536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36981"/>
                </a:solidFill>
                <a:latin typeface="Microsoft YaHei"/>
                <a:ea typeface="Microsoft YaHei"/>
                <a:cs typeface="Microsoft YaHei"/>
              </a:rPr>
              <a:t>按既定规则直接进入处理</a:t>
            </a:r>
          </a:p>
        </p:txBody>
      </p:sp>
      <p:sp>
        <p:nvSpPr>
          <p:cNvPr id="21" name="branch-route-card-1">
            <a:extLst xmlns:a="http://schemas.openxmlformats.org/drawingml/2006/main">
              <a:ext uri="{FF2B5EF4-FFF2-40B4-BE49-F238E27FC236}">
                <a16:creationId xmlns:a16="http://schemas.microsoft.com/office/drawing/2014/main" id="{78616363-DF60-4A96-813D-5F50CA76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4171950"/>
            <a:ext cx="2762250" cy="133350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1F7FD"/>
              </a:gs>
            </a:gsLst>
            <a:lin ang="10800000"/>
          </a:gradFill>
          <a:ln xmlns:a="http://schemas.openxmlformats.org/drawingml/2006/main" w="9525">
            <a:solidFill>
              <a:srgbClr val="C7D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2" name="branch-route-accent-1">
            <a:extLst xmlns:a="http://schemas.openxmlformats.org/drawingml/2006/main">
              <a:ext uri="{FF2B5EF4-FFF2-40B4-BE49-F238E27FC236}">
                <a16:creationId xmlns:a16="http://schemas.microsoft.com/office/drawing/2014/main" id="{CE2AD520-C794-4712-BCF4-9D8BB0B0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4171950"/>
            <a:ext cx="2762250" cy="85725"/>
          </a:xfrm>
          <a:prstGeom xmlns:a="http://schemas.openxmlformats.org/drawingml/2006/main" prst="roundRect">
            <a:avLst>
              <a:gd name="adj" fmla="val 44444"/>
            </a:avLst>
          </a:prstGeom>
          <a:gradFill xmlns:a="http://schemas.openxmlformats.org/drawingml/2006/main">
            <a:gsLst>
              <a:gs pos="0">
                <a:srgbClr val="3370BA"/>
              </a:gs>
              <a:gs pos="100000">
                <a:srgbClr val="75AFEA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3" name="branch-title-1">
            <a:extLst xmlns:a="http://schemas.openxmlformats.org/drawingml/2006/main">
              <a:ext uri="{FF2B5EF4-FFF2-40B4-BE49-F238E27FC236}">
                <a16:creationId xmlns:a16="http://schemas.microsoft.com/office/drawing/2014/main" id="{C4EEA05A-CB88-49BB-BBFF-258C756E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4432849"/>
            <a:ext cx="2419350" cy="303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rPr>
              <a:t>返回补充</a:t>
            </a:r>
          </a:p>
        </p:txBody>
      </p:sp>
      <p:sp>
        <p:nvSpPr>
          <p:cNvPr id="24" name="branch-body-1">
            <a:extLst xmlns:a="http://schemas.openxmlformats.org/drawingml/2006/main">
              <a:ext uri="{FF2B5EF4-FFF2-40B4-BE49-F238E27FC236}">
                <a16:creationId xmlns:a16="http://schemas.microsoft.com/office/drawing/2014/main" id="{BB57798E-A821-452D-84BE-EE7CD3D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4803429"/>
            <a:ext cx="2419350" cy="526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700" b="0" i="0">
                <a:solidFill>
                  <a:srgbClr val="536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36981"/>
                </a:solidFill>
                <a:latin typeface="Microsoft YaHei"/>
                <a:ea typeface="Microsoft YaHei"/>
                <a:cs typeface="Microsoft YaHei"/>
              </a:rPr>
              <a:t>明确缺失项并保留当前进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700" b="0" i="0">
                <a:solidFill>
                  <a:srgbClr val="536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36981"/>
                </a:solidFill>
                <a:latin typeface="Microsoft YaHei"/>
                <a:ea typeface="Microsoft YaHei"/>
                <a:cs typeface="Microsoft YaHei"/>
              </a:rPr>
              <a:t>度</a:t>
            </a:r>
          </a:p>
        </p:txBody>
      </p:sp>
      <p:sp>
        <p:nvSpPr>
          <p:cNvPr id="25" name="branch-route-card-2">
            <a:extLst xmlns:a="http://schemas.openxmlformats.org/drawingml/2006/main">
              <a:ext uri="{FF2B5EF4-FFF2-40B4-BE49-F238E27FC236}">
                <a16:creationId xmlns:a16="http://schemas.microsoft.com/office/drawing/2014/main" id="{9ECA443C-8C69-4887-A615-3C0BE3A5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4171950"/>
            <a:ext cx="2762250" cy="133350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1F7FD"/>
              </a:gs>
            </a:gsLst>
            <a:lin ang="10800000"/>
          </a:gradFill>
          <a:ln xmlns:a="http://schemas.openxmlformats.org/drawingml/2006/main" w="9525">
            <a:solidFill>
              <a:srgbClr val="C7D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6" name="branch-route-accent-2">
            <a:extLst xmlns:a="http://schemas.openxmlformats.org/drawingml/2006/main">
              <a:ext uri="{FF2B5EF4-FFF2-40B4-BE49-F238E27FC236}">
                <a16:creationId xmlns:a16="http://schemas.microsoft.com/office/drawing/2014/main" id="{5A107632-8321-47BA-916A-028B0975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4171950"/>
            <a:ext cx="2762250" cy="85725"/>
          </a:xfrm>
          <a:prstGeom xmlns:a="http://schemas.openxmlformats.org/drawingml/2006/main" prst="roundRect">
            <a:avLst>
              <a:gd name="adj" fmla="val 44444"/>
            </a:avLst>
          </a:prstGeom>
          <a:gradFill xmlns:a="http://schemas.openxmlformats.org/drawingml/2006/main">
            <a:gsLst>
              <a:gs pos="0">
                <a:srgbClr val="3370BA"/>
              </a:gs>
              <a:gs pos="100000">
                <a:srgbClr val="75AFEA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branch-title-2">
            <a:extLst xmlns:a="http://schemas.openxmlformats.org/drawingml/2006/main">
              <a:ext uri="{FF2B5EF4-FFF2-40B4-BE49-F238E27FC236}">
                <a16:creationId xmlns:a16="http://schemas.microsoft.com/office/drawing/2014/main" id="{612087C6-32D3-4675-BD07-6A1DFE3A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4432849"/>
            <a:ext cx="2419350" cy="303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28" name="branch-body-2">
            <a:extLst xmlns:a="http://schemas.openxmlformats.org/drawingml/2006/main">
              <a:ext uri="{FF2B5EF4-FFF2-40B4-BE49-F238E27FC236}">
                <a16:creationId xmlns:a16="http://schemas.microsoft.com/office/drawing/2014/main" id="{9EEB810B-4EAC-465C-A437-D6F249F9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4803429"/>
            <a:ext cx="2419350" cy="526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700" b="0" i="0">
                <a:solidFill>
                  <a:srgbClr val="536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36981"/>
                </a:solidFill>
                <a:latin typeface="Microsoft YaHei"/>
                <a:ea typeface="Microsoft YaHei"/>
                <a:cs typeface="Microsoft YaHei"/>
              </a:rPr>
              <a:t>由责任人判断是否继续处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700" b="0" i="0">
                <a:solidFill>
                  <a:srgbClr val="536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36981"/>
                </a:solidFill>
                <a:latin typeface="Microsoft YaHei"/>
                <a:ea typeface="Microsoft YaHei"/>
                <a:cs typeface="Microsoft YaHei"/>
              </a:rPr>
              <a:t>理</a:t>
            </a:r>
          </a:p>
        </p:txBody>
      </p:sp>
      <p:sp>
        <p:nvSpPr>
          <p:cNvPr id="29" name="branch-outcome-0">
            <a:extLst xmlns:a="http://schemas.openxmlformats.org/drawingml/2006/main">
              <a:ext uri="{FF2B5EF4-FFF2-40B4-BE49-F238E27FC236}">
                <a16:creationId xmlns:a16="http://schemas.microsoft.com/office/drawing/2014/main" id="{F193FD6A-00CE-4ACF-A630-2EE306D6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5791200"/>
            <a:ext cx="1676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 i="0">
                <a:solidFill>
                  <a:srgbClr val="2C5D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C5D99"/>
                </a:solidFill>
                <a:latin typeface="Microsoft YaHei"/>
                <a:ea typeface="Microsoft YaHei"/>
                <a:cs typeface="Microsoft YaHei"/>
              </a:rPr>
              <a:t>进入生产</a:t>
            </a:r>
          </a:p>
        </p:txBody>
      </p:sp>
      <p:sp>
        <p:nvSpPr>
          <p:cNvPr id="30" name="branch-outcome-1">
            <a:extLst xmlns:a="http://schemas.openxmlformats.org/drawingml/2006/main">
              <a:ext uri="{FF2B5EF4-FFF2-40B4-BE49-F238E27FC236}">
                <a16:creationId xmlns:a16="http://schemas.microsoft.com/office/drawing/2014/main" id="{A47F3792-D7A5-4E91-AA14-77C5226B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5791200"/>
            <a:ext cx="1676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 i="0">
                <a:solidFill>
                  <a:srgbClr val="2C5D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C5D99"/>
                </a:solidFill>
                <a:latin typeface="Microsoft YaHei"/>
                <a:ea typeface="Microsoft YaHei"/>
                <a:cs typeface="Microsoft YaHei"/>
              </a:rPr>
              <a:t>等待补充</a:t>
            </a:r>
          </a:p>
        </p:txBody>
      </p:sp>
      <p:sp>
        <p:nvSpPr>
          <p:cNvPr id="31" name="branch-outcome-2">
            <a:extLst xmlns:a="http://schemas.openxmlformats.org/drawingml/2006/main">
              <a:ext uri="{FF2B5EF4-FFF2-40B4-BE49-F238E27FC236}">
                <a16:creationId xmlns:a16="http://schemas.microsoft.com/office/drawing/2014/main" id="{B8B01EB0-A07E-48A3-8F2C-B21BDC11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5791200"/>
            <a:ext cx="1676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 i="0">
                <a:solidFill>
                  <a:srgbClr val="2C5D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C5D99"/>
                </a:solidFill>
                <a:latin typeface="Microsoft YaHei"/>
                <a:ea typeface="Microsoft YaHei"/>
                <a:cs typeface="Microsoft YaHei"/>
              </a:rPr>
              <a:t>进入审核</a:t>
            </a:r>
          </a:p>
        </p:txBody>
      </p:sp>
      <p:sp>
        <p:nvSpPr>
          <p:cNvPr id="32" name="branch-condition-0">
            <a:extLst xmlns:a="http://schemas.openxmlformats.org/drawingml/2006/main">
              <a:ext uri="{FF2B5EF4-FFF2-40B4-BE49-F238E27FC236}">
                <a16:creationId xmlns:a16="http://schemas.microsoft.com/office/drawing/2014/main" id="{1DBA0613-8783-48B9-99B2-D3C180CD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675" y="3695700"/>
            <a:ext cx="1200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B7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315F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315F9E"/>
                </a:solidFill>
                <a:latin typeface="Microsoft YaHei"/>
                <a:ea typeface="Microsoft YaHei"/>
                <a:cs typeface="Microsoft YaHei"/>
              </a:rPr>
              <a:t>完全满足</a:t>
            </a:r>
          </a:p>
        </p:txBody>
      </p:sp>
      <p:sp>
        <p:nvSpPr>
          <p:cNvPr id="33" name="branch-condition-1">
            <a:extLst xmlns:a="http://schemas.openxmlformats.org/drawingml/2006/main">
              <a:ext uri="{FF2B5EF4-FFF2-40B4-BE49-F238E27FC236}">
                <a16:creationId xmlns:a16="http://schemas.microsoft.com/office/drawing/2014/main" id="{B2A376AF-9F3C-47F5-B55D-C05ED1E9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5925" y="3695700"/>
            <a:ext cx="1200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B7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315F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315F9E"/>
                </a:solidFill>
                <a:latin typeface="Microsoft YaHei"/>
                <a:ea typeface="Microsoft YaHei"/>
                <a:cs typeface="Microsoft YaHei"/>
              </a:rPr>
              <a:t>信息不足</a:t>
            </a:r>
          </a:p>
        </p:txBody>
      </p:sp>
      <p:sp>
        <p:nvSpPr>
          <p:cNvPr id="34" name="branch-condition-2">
            <a:extLst xmlns:a="http://schemas.openxmlformats.org/drawingml/2006/main">
              <a:ext uri="{FF2B5EF4-FFF2-40B4-BE49-F238E27FC236}">
                <a16:creationId xmlns:a16="http://schemas.microsoft.com/office/drawing/2014/main" id="{2CECF07F-4A63-484E-859B-C43E2C83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9175" y="3695700"/>
            <a:ext cx="1200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B7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315F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315F9E"/>
                </a:solidFill>
                <a:latin typeface="Microsoft YaHei"/>
                <a:ea typeface="Microsoft YaHei"/>
                <a:cs typeface="Microsoft YaHei"/>
              </a:rPr>
              <a:t>触发风险</a:t>
            </a:r>
          </a:p>
        </p:txBody>
      </p:sp>
      <p:sp>
        <p:nvSpPr>
          <p:cNvPr id="35" name="decision-node">
            <a:extLst xmlns:a="http://schemas.openxmlformats.org/drawingml/2006/main">
              <a:ext uri="{FF2B5EF4-FFF2-40B4-BE49-F238E27FC236}">
                <a16:creationId xmlns:a16="http://schemas.microsoft.com/office/drawing/2014/main" id="{2F2DDAC3-6934-4AAB-B208-3B2220AC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571750"/>
            <a:ext cx="2095500" cy="1047750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0">
                <a:srgbClr val="2D5CA3"/>
              </a:gs>
              <a:gs pos="72000">
                <a:srgbClr val="4B86CF"/>
              </a:gs>
              <a:gs pos="100000">
                <a:srgbClr val="79AFEA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当前条件评估结果</a:t>
            </a:r>
          </a:p>
        </p:txBody>
      </p:sp>
    </p:spTree>
    <p:extLst>
      <p:ext uri="{BB962C8B-B14F-4D97-AF65-F5344CB8AC3E}">
        <p14:creationId xmlns:p14="http://schemas.microsoft.com/office/powerpoint/2010/main" val="927580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2026-08-24T02:18:09.5240000Z</dcterms:created>
  <dcterms:modified xsi:type="dcterms:W3CDTF">2026-08-24T02:18:09.5240000Z</dcterms:modified>
</coreProperties>
</file>