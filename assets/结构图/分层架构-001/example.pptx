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f99579e04a4855" /><Relationship Type="http://schemas.openxmlformats.org/officeDocument/2006/relationships/extended-properties" Target="/docProps/app.xml" Id="R9814a16eeeb4447d" /><Relationship Type="http://schemas.openxmlformats.org/officeDocument/2006/relationships/officeDocument" Target="/ppt/presentation.xml" Id="R4f74374e88954d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b8e4fb89c54943"/>
  </p:sldMasterIdLst>
  <p:notesMasterIdLst>
    <p:notesMasterId xmlns:r="http://schemas.openxmlformats.org/officeDocument/2006/relationships" r:id="Rffe8ceb2efac474f"/>
  </p:notesMasterIdLst>
  <p:sldIdLst>
    <p:sldId xmlns:r="http://schemas.openxmlformats.org/officeDocument/2006/relationships" id="256" r:id="Re74801a335cd47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3f466c3b1441c1" /><Relationship Type="http://schemas.openxmlformats.org/officeDocument/2006/relationships/slideMaster" Target="/ppt/slideMasters/slideMaster1.xml" Id="R6eb8e4fb89c54943" /><Relationship Type="http://schemas.openxmlformats.org/officeDocument/2006/relationships/notesMaster" Target="/ppt/notesMasters/notesMaster1.xml" Id="Rffe8ceb2efac474f" /><Relationship Type="http://schemas.openxmlformats.org/officeDocument/2006/relationships/presProps" Target="/ppt/presProps.xml" Id="Rf1fb9134195d436f" /><Relationship Type="http://schemas.openxmlformats.org/officeDocument/2006/relationships/tableStyles" Target="/ppt/tableStyles.xml" Id="R5a5ab952491f4528" /><Relationship Type="http://schemas.openxmlformats.org/officeDocument/2006/relationships/slide" Target="/ppt/slides/slide1.xml" Id="Re74801a335cd47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b4edd0a53044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0a7027e4d14462" /><Relationship Type="http://schemas.openxmlformats.org/officeDocument/2006/relationships/notesMaster" Target="/ppt/notesMasters/notesMaster1.xml" Id="Rfd19d42e34e94b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b6acfa2ed44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05a187b31d4b38" /><Relationship Type="http://schemas.openxmlformats.org/officeDocument/2006/relationships/slideLayout" Target="/ppt/slideLayouts/slideLayout1.xml" Id="R44db361fa74643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db361fa74643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3c471cbd2484d" /><Relationship Type="http://schemas.openxmlformats.org/officeDocument/2006/relationships/notesSlide" Target="/ppt/notesSlides/notesSlide1.xml" Id="Re146f7007d1148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layer-0-shadow">
            <a:extLst xmlns:a="http://schemas.openxmlformats.org/drawingml/2006/main">
              <a:ext uri="{FF2B5EF4-FFF2-40B4-BE49-F238E27FC236}">
                <a16:creationId xmlns:a16="http://schemas.microsoft.com/office/drawing/2014/main" id="{1F6F6D5D-BC34-4B1A-9B0D-A6D2FDE0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6960" y="2508123"/>
            <a:ext cx="749808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layer-0-body">
            <a:extLst xmlns:a="http://schemas.openxmlformats.org/drawingml/2006/main">
              <a:ext uri="{FF2B5EF4-FFF2-40B4-BE49-F238E27FC236}">
                <a16:creationId xmlns:a16="http://schemas.microsoft.com/office/drawing/2014/main" id="{372F1218-311F-464A-8255-DD1F7F12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8990" y="1821475"/>
            <a:ext cx="7792060" cy="776640"/>
          </a:xfrm>
          <a:custGeom xmlns:a="http://schemas.openxmlformats.org/drawingml/2006/main">
            <a:pathLst>
              <a:path w="7792060" h="776640">
                <a:moveTo>
                  <a:pt x="309801" y="100289"/>
                </a:moveTo>
                <a:lnTo>
                  <a:pt x="373161" y="79305"/>
                </a:lnTo>
                <a:lnTo>
                  <a:pt x="439569" y="70799"/>
                </a:lnTo>
                <a:lnTo>
                  <a:pt x="506120" y="64522"/>
                </a:lnTo>
                <a:lnTo>
                  <a:pt x="572729" y="59398"/>
                </a:lnTo>
                <a:lnTo>
                  <a:pt x="639375" y="55016"/>
                </a:lnTo>
                <a:lnTo>
                  <a:pt x="706031" y="51178"/>
                </a:lnTo>
                <a:lnTo>
                  <a:pt x="772697" y="47720"/>
                </a:lnTo>
                <a:lnTo>
                  <a:pt x="839381" y="44596"/>
                </a:lnTo>
                <a:lnTo>
                  <a:pt x="906066" y="41720"/>
                </a:lnTo>
                <a:lnTo>
                  <a:pt x="972760" y="39062"/>
                </a:lnTo>
                <a:lnTo>
                  <a:pt x="1039454" y="36614"/>
                </a:lnTo>
                <a:lnTo>
                  <a:pt x="1106157" y="34319"/>
                </a:lnTo>
                <a:lnTo>
                  <a:pt x="1172861" y="32175"/>
                </a:lnTo>
                <a:lnTo>
                  <a:pt x="1239564" y="30147"/>
                </a:lnTo>
                <a:lnTo>
                  <a:pt x="1306268" y="28251"/>
                </a:lnTo>
                <a:lnTo>
                  <a:pt x="1372981" y="26460"/>
                </a:lnTo>
                <a:lnTo>
                  <a:pt x="1439694" y="24775"/>
                </a:lnTo>
                <a:lnTo>
                  <a:pt x="1506407" y="23165"/>
                </a:lnTo>
                <a:lnTo>
                  <a:pt x="1573120" y="21650"/>
                </a:lnTo>
                <a:lnTo>
                  <a:pt x="1639834" y="20212"/>
                </a:lnTo>
                <a:lnTo>
                  <a:pt x="1706547" y="18840"/>
                </a:lnTo>
                <a:lnTo>
                  <a:pt x="1773260" y="17545"/>
                </a:lnTo>
                <a:lnTo>
                  <a:pt x="1839973" y="16316"/>
                </a:lnTo>
                <a:lnTo>
                  <a:pt x="1906695" y="15135"/>
                </a:lnTo>
                <a:lnTo>
                  <a:pt x="1973409" y="14021"/>
                </a:lnTo>
                <a:lnTo>
                  <a:pt x="2040131" y="12964"/>
                </a:lnTo>
                <a:lnTo>
                  <a:pt x="2106844" y="11963"/>
                </a:lnTo>
                <a:lnTo>
                  <a:pt x="2173567" y="11039"/>
                </a:lnTo>
                <a:lnTo>
                  <a:pt x="2240290" y="10116"/>
                </a:lnTo>
                <a:lnTo>
                  <a:pt x="2307003" y="9268"/>
                </a:lnTo>
                <a:lnTo>
                  <a:pt x="2373725" y="8458"/>
                </a:lnTo>
                <a:lnTo>
                  <a:pt x="2440448" y="7677"/>
                </a:lnTo>
                <a:lnTo>
                  <a:pt x="2507161" y="6963"/>
                </a:lnTo>
                <a:lnTo>
                  <a:pt x="2573884" y="6248"/>
                </a:lnTo>
                <a:lnTo>
                  <a:pt x="2640606" y="5629"/>
                </a:lnTo>
                <a:lnTo>
                  <a:pt x="2707329" y="5020"/>
                </a:lnTo>
                <a:lnTo>
                  <a:pt x="2774051" y="4458"/>
                </a:lnTo>
                <a:lnTo>
                  <a:pt x="2840774" y="3924"/>
                </a:lnTo>
                <a:lnTo>
                  <a:pt x="2907497" y="3419"/>
                </a:lnTo>
                <a:lnTo>
                  <a:pt x="2974219" y="2972"/>
                </a:lnTo>
                <a:lnTo>
                  <a:pt x="3040932" y="2534"/>
                </a:lnTo>
                <a:lnTo>
                  <a:pt x="3107655" y="2153"/>
                </a:lnTo>
                <a:lnTo>
                  <a:pt x="3174378" y="1800"/>
                </a:lnTo>
                <a:lnTo>
                  <a:pt x="3241100" y="1467"/>
                </a:lnTo>
                <a:lnTo>
                  <a:pt x="3307823" y="1191"/>
                </a:lnTo>
                <a:lnTo>
                  <a:pt x="3374546" y="914"/>
                </a:lnTo>
                <a:lnTo>
                  <a:pt x="3441268" y="705"/>
                </a:lnTo>
                <a:lnTo>
                  <a:pt x="3507991" y="505"/>
                </a:lnTo>
                <a:lnTo>
                  <a:pt x="3574713" y="343"/>
                </a:lnTo>
                <a:lnTo>
                  <a:pt x="3641436" y="219"/>
                </a:lnTo>
                <a:lnTo>
                  <a:pt x="3708159" y="105"/>
                </a:lnTo>
                <a:lnTo>
                  <a:pt x="3774881" y="57"/>
                </a:lnTo>
                <a:lnTo>
                  <a:pt x="3841604" y="10"/>
                </a:lnTo>
                <a:lnTo>
                  <a:pt x="3908327" y="0"/>
                </a:lnTo>
                <a:lnTo>
                  <a:pt x="3975049" y="38"/>
                </a:lnTo>
                <a:lnTo>
                  <a:pt x="4041772" y="76"/>
                </a:lnTo>
                <a:lnTo>
                  <a:pt x="4108494" y="181"/>
                </a:lnTo>
                <a:lnTo>
                  <a:pt x="4175217" y="295"/>
                </a:lnTo>
                <a:lnTo>
                  <a:pt x="4241940" y="438"/>
                </a:lnTo>
                <a:lnTo>
                  <a:pt x="4308662" y="638"/>
                </a:lnTo>
                <a:lnTo>
                  <a:pt x="4375385" y="829"/>
                </a:lnTo>
                <a:lnTo>
                  <a:pt x="4442108" y="1095"/>
                </a:lnTo>
                <a:lnTo>
                  <a:pt x="4508830" y="1362"/>
                </a:lnTo>
                <a:lnTo>
                  <a:pt x="4575553" y="1667"/>
                </a:lnTo>
                <a:lnTo>
                  <a:pt x="4642275" y="2029"/>
                </a:lnTo>
                <a:lnTo>
                  <a:pt x="4708998" y="2381"/>
                </a:lnTo>
                <a:lnTo>
                  <a:pt x="4775721" y="2810"/>
                </a:lnTo>
                <a:lnTo>
                  <a:pt x="4842443" y="3258"/>
                </a:lnTo>
                <a:lnTo>
                  <a:pt x="4909166" y="3734"/>
                </a:lnTo>
                <a:lnTo>
                  <a:pt x="4975889" y="4267"/>
                </a:lnTo>
                <a:lnTo>
                  <a:pt x="5042611" y="4791"/>
                </a:lnTo>
                <a:lnTo>
                  <a:pt x="5109334" y="5410"/>
                </a:lnTo>
                <a:lnTo>
                  <a:pt x="5176047" y="6029"/>
                </a:lnTo>
                <a:lnTo>
                  <a:pt x="5242770" y="6706"/>
                </a:lnTo>
                <a:lnTo>
                  <a:pt x="5309492" y="7420"/>
                </a:lnTo>
                <a:lnTo>
                  <a:pt x="5376215" y="8153"/>
                </a:lnTo>
                <a:lnTo>
                  <a:pt x="5442937" y="8954"/>
                </a:lnTo>
                <a:lnTo>
                  <a:pt x="5509651" y="9792"/>
                </a:lnTo>
                <a:lnTo>
                  <a:pt x="5576373" y="10706"/>
                </a:lnTo>
                <a:lnTo>
                  <a:pt x="5643096" y="11621"/>
                </a:lnTo>
                <a:lnTo>
                  <a:pt x="5709809" y="12602"/>
                </a:lnTo>
                <a:lnTo>
                  <a:pt x="5776532" y="13640"/>
                </a:lnTo>
                <a:lnTo>
                  <a:pt x="5843245" y="14735"/>
                </a:lnTo>
                <a:lnTo>
                  <a:pt x="5909967" y="15888"/>
                </a:lnTo>
                <a:lnTo>
                  <a:pt x="5976680" y="17097"/>
                </a:lnTo>
                <a:lnTo>
                  <a:pt x="6043393" y="18374"/>
                </a:lnTo>
                <a:lnTo>
                  <a:pt x="6110107" y="19707"/>
                </a:lnTo>
                <a:lnTo>
                  <a:pt x="6176829" y="21126"/>
                </a:lnTo>
                <a:lnTo>
                  <a:pt x="6243542" y="22612"/>
                </a:lnTo>
                <a:lnTo>
                  <a:pt x="6310246" y="24184"/>
                </a:lnTo>
                <a:lnTo>
                  <a:pt x="6376959" y="25841"/>
                </a:lnTo>
                <a:lnTo>
                  <a:pt x="6443672" y="27603"/>
                </a:lnTo>
                <a:lnTo>
                  <a:pt x="6510376" y="29461"/>
                </a:lnTo>
                <a:lnTo>
                  <a:pt x="6577079" y="31423"/>
                </a:lnTo>
                <a:lnTo>
                  <a:pt x="6643792" y="33518"/>
                </a:lnTo>
                <a:lnTo>
                  <a:pt x="6710486" y="35766"/>
                </a:lnTo>
                <a:lnTo>
                  <a:pt x="6777190" y="38167"/>
                </a:lnTo>
                <a:lnTo>
                  <a:pt x="6843884" y="40738"/>
                </a:lnTo>
                <a:lnTo>
                  <a:pt x="6910568" y="43529"/>
                </a:lnTo>
                <a:lnTo>
                  <a:pt x="6977253" y="46568"/>
                </a:lnTo>
                <a:lnTo>
                  <a:pt x="7043928" y="49882"/>
                </a:lnTo>
                <a:lnTo>
                  <a:pt x="7110593" y="53578"/>
                </a:lnTo>
                <a:lnTo>
                  <a:pt x="7177240" y="57750"/>
                </a:lnTo>
                <a:lnTo>
                  <a:pt x="7243858" y="62560"/>
                </a:lnTo>
                <a:lnTo>
                  <a:pt x="7310438" y="68351"/>
                </a:lnTo>
                <a:lnTo>
                  <a:pt x="7376912" y="75829"/>
                </a:lnTo>
                <a:lnTo>
                  <a:pt x="7442978" y="87935"/>
                </a:lnTo>
                <a:lnTo>
                  <a:pt x="7491651" y="143294"/>
                </a:lnTo>
                <a:lnTo>
                  <a:pt x="7534561" y="210588"/>
                </a:lnTo>
                <a:lnTo>
                  <a:pt x="7577480" y="277873"/>
                </a:lnTo>
                <a:lnTo>
                  <a:pt x="7620391" y="345167"/>
                </a:lnTo>
                <a:lnTo>
                  <a:pt x="7663310" y="412452"/>
                </a:lnTo>
                <a:lnTo>
                  <a:pt x="7706220" y="479746"/>
                </a:lnTo>
                <a:lnTo>
                  <a:pt x="7749140" y="547030"/>
                </a:lnTo>
                <a:lnTo>
                  <a:pt x="7792060" y="614324"/>
                </a:lnTo>
                <a:lnTo>
                  <a:pt x="7732709" y="646166"/>
                </a:lnTo>
                <a:lnTo>
                  <a:pt x="7666787" y="659635"/>
                </a:lnTo>
                <a:lnTo>
                  <a:pt x="7600483" y="669522"/>
                </a:lnTo>
                <a:lnTo>
                  <a:pt x="7534046" y="677580"/>
                </a:lnTo>
                <a:lnTo>
                  <a:pt x="7467533" y="684467"/>
                </a:lnTo>
                <a:lnTo>
                  <a:pt x="7400963" y="690543"/>
                </a:lnTo>
                <a:lnTo>
                  <a:pt x="7334374" y="695982"/>
                </a:lnTo>
                <a:lnTo>
                  <a:pt x="7267756" y="700926"/>
                </a:lnTo>
                <a:lnTo>
                  <a:pt x="7201119" y="705469"/>
                </a:lnTo>
                <a:lnTo>
                  <a:pt x="7134473" y="709670"/>
                </a:lnTo>
                <a:lnTo>
                  <a:pt x="7067817" y="713565"/>
                </a:lnTo>
                <a:lnTo>
                  <a:pt x="7001151" y="717204"/>
                </a:lnTo>
                <a:lnTo>
                  <a:pt x="6934476" y="720623"/>
                </a:lnTo>
                <a:lnTo>
                  <a:pt x="6867801" y="723833"/>
                </a:lnTo>
                <a:lnTo>
                  <a:pt x="6801117" y="726872"/>
                </a:lnTo>
                <a:lnTo>
                  <a:pt x="6734432" y="729748"/>
                </a:lnTo>
                <a:lnTo>
                  <a:pt x="6667738" y="732463"/>
                </a:lnTo>
                <a:lnTo>
                  <a:pt x="6601044" y="735044"/>
                </a:lnTo>
                <a:lnTo>
                  <a:pt x="6534350" y="737502"/>
                </a:lnTo>
                <a:lnTo>
                  <a:pt x="6467646" y="739835"/>
                </a:lnTo>
                <a:lnTo>
                  <a:pt x="6400952" y="742055"/>
                </a:lnTo>
                <a:lnTo>
                  <a:pt x="6334249" y="744169"/>
                </a:lnTo>
                <a:lnTo>
                  <a:pt x="6267536" y="746189"/>
                </a:lnTo>
                <a:lnTo>
                  <a:pt x="6200832" y="748122"/>
                </a:lnTo>
                <a:lnTo>
                  <a:pt x="6134129" y="749960"/>
                </a:lnTo>
                <a:lnTo>
                  <a:pt x="6067415" y="751713"/>
                </a:lnTo>
                <a:lnTo>
                  <a:pt x="6000702" y="753380"/>
                </a:lnTo>
                <a:lnTo>
                  <a:pt x="5933989" y="754971"/>
                </a:lnTo>
                <a:lnTo>
                  <a:pt x="5867276" y="756495"/>
                </a:lnTo>
                <a:lnTo>
                  <a:pt x="5800573" y="757942"/>
                </a:lnTo>
                <a:lnTo>
                  <a:pt x="5733850" y="759333"/>
                </a:lnTo>
                <a:lnTo>
                  <a:pt x="5667137" y="760657"/>
                </a:lnTo>
                <a:lnTo>
                  <a:pt x="5600424" y="761905"/>
                </a:lnTo>
                <a:lnTo>
                  <a:pt x="5533701" y="763095"/>
                </a:lnTo>
                <a:lnTo>
                  <a:pt x="5466988" y="764238"/>
                </a:lnTo>
                <a:lnTo>
                  <a:pt x="5400275" y="765315"/>
                </a:lnTo>
                <a:lnTo>
                  <a:pt x="5333552" y="766334"/>
                </a:lnTo>
                <a:lnTo>
                  <a:pt x="5266830" y="767296"/>
                </a:lnTo>
                <a:lnTo>
                  <a:pt x="5200117" y="768210"/>
                </a:lnTo>
                <a:lnTo>
                  <a:pt x="5133394" y="769077"/>
                </a:lnTo>
                <a:lnTo>
                  <a:pt x="5066671" y="769896"/>
                </a:lnTo>
                <a:lnTo>
                  <a:pt x="4999958" y="770649"/>
                </a:lnTo>
                <a:lnTo>
                  <a:pt x="4933236" y="771363"/>
                </a:lnTo>
                <a:lnTo>
                  <a:pt x="4866513" y="772030"/>
                </a:lnTo>
                <a:lnTo>
                  <a:pt x="4799790" y="772658"/>
                </a:lnTo>
                <a:lnTo>
                  <a:pt x="4733068" y="773192"/>
                </a:lnTo>
                <a:lnTo>
                  <a:pt x="4666345" y="773716"/>
                </a:lnTo>
                <a:lnTo>
                  <a:pt x="4599623" y="774230"/>
                </a:lnTo>
                <a:lnTo>
                  <a:pt x="4532909" y="774668"/>
                </a:lnTo>
                <a:lnTo>
                  <a:pt x="4466187" y="775049"/>
                </a:lnTo>
                <a:lnTo>
                  <a:pt x="4399464" y="775383"/>
                </a:lnTo>
                <a:lnTo>
                  <a:pt x="4332742" y="775678"/>
                </a:lnTo>
                <a:lnTo>
                  <a:pt x="4266019" y="775964"/>
                </a:lnTo>
                <a:lnTo>
                  <a:pt x="4199296" y="776183"/>
                </a:lnTo>
                <a:lnTo>
                  <a:pt x="4132574" y="776364"/>
                </a:lnTo>
                <a:lnTo>
                  <a:pt x="4065851" y="776497"/>
                </a:lnTo>
                <a:lnTo>
                  <a:pt x="3999128" y="776564"/>
                </a:lnTo>
                <a:lnTo>
                  <a:pt x="3932406" y="776621"/>
                </a:lnTo>
                <a:lnTo>
                  <a:pt x="3865683" y="776640"/>
                </a:lnTo>
                <a:lnTo>
                  <a:pt x="3798961" y="776583"/>
                </a:lnTo>
                <a:lnTo>
                  <a:pt x="3732238" y="776526"/>
                </a:lnTo>
                <a:lnTo>
                  <a:pt x="3665515" y="776411"/>
                </a:lnTo>
                <a:lnTo>
                  <a:pt x="3598793" y="776259"/>
                </a:lnTo>
                <a:lnTo>
                  <a:pt x="3532070" y="776059"/>
                </a:lnTo>
                <a:lnTo>
                  <a:pt x="3465347" y="775783"/>
                </a:lnTo>
                <a:lnTo>
                  <a:pt x="3398625" y="775487"/>
                </a:lnTo>
                <a:lnTo>
                  <a:pt x="3331902" y="775192"/>
                </a:lnTo>
                <a:lnTo>
                  <a:pt x="3265180" y="774811"/>
                </a:lnTo>
                <a:lnTo>
                  <a:pt x="3198457" y="774383"/>
                </a:lnTo>
                <a:lnTo>
                  <a:pt x="3131734" y="773916"/>
                </a:lnTo>
                <a:lnTo>
                  <a:pt x="3065012" y="773382"/>
                </a:lnTo>
                <a:lnTo>
                  <a:pt x="2998289" y="772849"/>
                </a:lnTo>
                <a:lnTo>
                  <a:pt x="2931566" y="772258"/>
                </a:lnTo>
                <a:lnTo>
                  <a:pt x="2864853" y="771611"/>
                </a:lnTo>
                <a:lnTo>
                  <a:pt x="2798131" y="770925"/>
                </a:lnTo>
                <a:lnTo>
                  <a:pt x="2731408" y="770172"/>
                </a:lnTo>
                <a:lnTo>
                  <a:pt x="2664685" y="769372"/>
                </a:lnTo>
                <a:lnTo>
                  <a:pt x="2597963" y="768534"/>
                </a:lnTo>
                <a:lnTo>
                  <a:pt x="2531250" y="767639"/>
                </a:lnTo>
                <a:lnTo>
                  <a:pt x="2464527" y="766696"/>
                </a:lnTo>
                <a:lnTo>
                  <a:pt x="2397814" y="765686"/>
                </a:lnTo>
                <a:lnTo>
                  <a:pt x="2331091" y="764629"/>
                </a:lnTo>
                <a:lnTo>
                  <a:pt x="2264378" y="763514"/>
                </a:lnTo>
                <a:lnTo>
                  <a:pt x="2197656" y="762352"/>
                </a:lnTo>
                <a:lnTo>
                  <a:pt x="2130943" y="761114"/>
                </a:lnTo>
                <a:lnTo>
                  <a:pt x="2064229" y="759809"/>
                </a:lnTo>
                <a:lnTo>
                  <a:pt x="1997516" y="758447"/>
                </a:lnTo>
                <a:lnTo>
                  <a:pt x="1930803" y="757028"/>
                </a:lnTo>
                <a:lnTo>
                  <a:pt x="1864081" y="755533"/>
                </a:lnTo>
                <a:lnTo>
                  <a:pt x="1797377" y="753970"/>
                </a:lnTo>
                <a:lnTo>
                  <a:pt x="1730664" y="752323"/>
                </a:lnTo>
                <a:lnTo>
                  <a:pt x="1663951" y="750589"/>
                </a:lnTo>
                <a:lnTo>
                  <a:pt x="1597247" y="748789"/>
                </a:lnTo>
                <a:lnTo>
                  <a:pt x="1530534" y="746893"/>
                </a:lnTo>
                <a:lnTo>
                  <a:pt x="1463831" y="744912"/>
                </a:lnTo>
                <a:lnTo>
                  <a:pt x="1397127" y="742836"/>
                </a:lnTo>
                <a:lnTo>
                  <a:pt x="1330423" y="740654"/>
                </a:lnTo>
                <a:lnTo>
                  <a:pt x="1263720" y="738359"/>
                </a:lnTo>
                <a:lnTo>
                  <a:pt x="1197026" y="735959"/>
                </a:lnTo>
                <a:lnTo>
                  <a:pt x="1130332" y="733425"/>
                </a:lnTo>
                <a:lnTo>
                  <a:pt x="1063638" y="730758"/>
                </a:lnTo>
                <a:lnTo>
                  <a:pt x="996953" y="727939"/>
                </a:lnTo>
                <a:lnTo>
                  <a:pt x="930269" y="724957"/>
                </a:lnTo>
                <a:lnTo>
                  <a:pt x="863584" y="721805"/>
                </a:lnTo>
                <a:lnTo>
                  <a:pt x="796909" y="718461"/>
                </a:lnTo>
                <a:lnTo>
                  <a:pt x="730244" y="714918"/>
                </a:lnTo>
                <a:lnTo>
                  <a:pt x="663588" y="711089"/>
                </a:lnTo>
                <a:lnTo>
                  <a:pt x="596932" y="707022"/>
                </a:lnTo>
                <a:lnTo>
                  <a:pt x="530295" y="702612"/>
                </a:lnTo>
                <a:lnTo>
                  <a:pt x="463667" y="697821"/>
                </a:lnTo>
                <a:lnTo>
                  <a:pt x="397069" y="692572"/>
                </a:lnTo>
                <a:lnTo>
                  <a:pt x="330489" y="686743"/>
                </a:lnTo>
                <a:lnTo>
                  <a:pt x="263957" y="680171"/>
                </a:lnTo>
                <a:lnTo>
                  <a:pt x="197482" y="672589"/>
                </a:lnTo>
                <a:lnTo>
                  <a:pt x="131121" y="663483"/>
                </a:lnTo>
                <a:lnTo>
                  <a:pt x="65008" y="651672"/>
                </a:lnTo>
                <a:lnTo>
                  <a:pt x="0" y="632374"/>
                </a:lnTo>
                <a:lnTo>
                  <a:pt x="9392" y="571310"/>
                </a:lnTo>
                <a:lnTo>
                  <a:pt x="52302" y="504025"/>
                </a:lnTo>
                <a:lnTo>
                  <a:pt x="95221" y="436731"/>
                </a:lnTo>
                <a:lnTo>
                  <a:pt x="138132" y="369446"/>
                </a:lnTo>
                <a:lnTo>
                  <a:pt x="181051" y="302152"/>
                </a:lnTo>
                <a:lnTo>
                  <a:pt x="223961" y="234867"/>
                </a:lnTo>
                <a:lnTo>
                  <a:pt x="266881" y="167573"/>
                </a:lnTo>
                <a:lnTo>
                  <a:pt x="309801" y="100289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</p:sp>
      <p:sp>
        <p:nvSpPr>
          <p:cNvPr id="3" name="layer-0-front">
            <a:extLst xmlns:a="http://schemas.openxmlformats.org/drawingml/2006/main">
              <a:ext uri="{FF2B5EF4-FFF2-40B4-BE49-F238E27FC236}">
                <a16:creationId xmlns:a16="http://schemas.microsoft.com/office/drawing/2014/main" id="{C893A6B7-57D7-40FF-ACC4-C5BC3E2F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436114"/>
            <a:ext cx="7808138" cy="239173"/>
          </a:xfrm>
          <a:custGeom xmlns:a="http://schemas.openxmlformats.org/drawingml/2006/main">
            <a:pathLst>
              <a:path w="7808138" h="239173">
                <a:moveTo>
                  <a:pt x="0" y="0"/>
                </a:moveTo>
                <a:lnTo>
                  <a:pt x="57922" y="32604"/>
                </a:lnTo>
                <a:lnTo>
                  <a:pt x="122330" y="46587"/>
                </a:lnTo>
                <a:lnTo>
                  <a:pt x="187157" y="56855"/>
                </a:lnTo>
                <a:lnTo>
                  <a:pt x="252136" y="65218"/>
                </a:lnTo>
                <a:lnTo>
                  <a:pt x="317202" y="72400"/>
                </a:lnTo>
                <a:lnTo>
                  <a:pt x="382324" y="78705"/>
                </a:lnTo>
                <a:lnTo>
                  <a:pt x="447475" y="84372"/>
                </a:lnTo>
                <a:lnTo>
                  <a:pt x="512645" y="89525"/>
                </a:lnTo>
                <a:lnTo>
                  <a:pt x="577844" y="94240"/>
                </a:lnTo>
                <a:lnTo>
                  <a:pt x="643052" y="98612"/>
                </a:lnTo>
                <a:lnTo>
                  <a:pt x="708269" y="102680"/>
                </a:lnTo>
                <a:lnTo>
                  <a:pt x="773497" y="106480"/>
                </a:lnTo>
                <a:lnTo>
                  <a:pt x="838733" y="110042"/>
                </a:lnTo>
                <a:lnTo>
                  <a:pt x="903980" y="113395"/>
                </a:lnTo>
                <a:lnTo>
                  <a:pt x="969226" y="116567"/>
                </a:lnTo>
                <a:lnTo>
                  <a:pt x="1034482" y="119558"/>
                </a:lnTo>
                <a:lnTo>
                  <a:pt x="1099737" y="122406"/>
                </a:lnTo>
                <a:lnTo>
                  <a:pt x="1164993" y="125101"/>
                </a:lnTo>
                <a:lnTo>
                  <a:pt x="1230259" y="127673"/>
                </a:lnTo>
                <a:lnTo>
                  <a:pt x="1295524" y="130121"/>
                </a:lnTo>
                <a:lnTo>
                  <a:pt x="1360799" y="132455"/>
                </a:lnTo>
                <a:lnTo>
                  <a:pt x="1426064" y="134664"/>
                </a:lnTo>
                <a:lnTo>
                  <a:pt x="1491339" y="136779"/>
                </a:lnTo>
                <a:lnTo>
                  <a:pt x="1556614" y="138798"/>
                </a:lnTo>
                <a:lnTo>
                  <a:pt x="1621888" y="140722"/>
                </a:lnTo>
                <a:lnTo>
                  <a:pt x="1687173" y="142570"/>
                </a:lnTo>
                <a:lnTo>
                  <a:pt x="1752448" y="144332"/>
                </a:lnTo>
                <a:lnTo>
                  <a:pt x="1817732" y="146018"/>
                </a:lnTo>
                <a:lnTo>
                  <a:pt x="1883016" y="147628"/>
                </a:lnTo>
                <a:lnTo>
                  <a:pt x="1948291" y="149152"/>
                </a:lnTo>
                <a:lnTo>
                  <a:pt x="2013575" y="150619"/>
                </a:lnTo>
                <a:lnTo>
                  <a:pt x="2078860" y="152009"/>
                </a:lnTo>
                <a:lnTo>
                  <a:pt x="2144144" y="153353"/>
                </a:lnTo>
                <a:lnTo>
                  <a:pt x="2209429" y="154619"/>
                </a:lnTo>
                <a:lnTo>
                  <a:pt x="2274722" y="155829"/>
                </a:lnTo>
                <a:lnTo>
                  <a:pt x="2340007" y="156972"/>
                </a:lnTo>
                <a:lnTo>
                  <a:pt x="2405291" y="158067"/>
                </a:lnTo>
                <a:lnTo>
                  <a:pt x="2470585" y="159115"/>
                </a:lnTo>
                <a:lnTo>
                  <a:pt x="2535869" y="160087"/>
                </a:lnTo>
                <a:lnTo>
                  <a:pt x="2601163" y="161020"/>
                </a:lnTo>
                <a:lnTo>
                  <a:pt x="2666448" y="161896"/>
                </a:lnTo>
                <a:lnTo>
                  <a:pt x="2731741" y="162735"/>
                </a:lnTo>
                <a:lnTo>
                  <a:pt x="2797026" y="163497"/>
                </a:lnTo>
                <a:lnTo>
                  <a:pt x="2862320" y="164230"/>
                </a:lnTo>
                <a:lnTo>
                  <a:pt x="2927614" y="164906"/>
                </a:lnTo>
                <a:lnTo>
                  <a:pt x="2992907" y="165545"/>
                </a:lnTo>
                <a:lnTo>
                  <a:pt x="3058192" y="166126"/>
                </a:lnTo>
                <a:lnTo>
                  <a:pt x="3123486" y="166668"/>
                </a:lnTo>
                <a:lnTo>
                  <a:pt x="3188779" y="167164"/>
                </a:lnTo>
                <a:lnTo>
                  <a:pt x="3254073" y="167611"/>
                </a:lnTo>
                <a:lnTo>
                  <a:pt x="3319358" y="168011"/>
                </a:lnTo>
                <a:lnTo>
                  <a:pt x="3384652" y="168383"/>
                </a:lnTo>
                <a:lnTo>
                  <a:pt x="3449945" y="168707"/>
                </a:lnTo>
                <a:lnTo>
                  <a:pt x="3515239" y="168973"/>
                </a:lnTo>
                <a:lnTo>
                  <a:pt x="3580533" y="169202"/>
                </a:lnTo>
                <a:lnTo>
                  <a:pt x="3645827" y="169393"/>
                </a:lnTo>
                <a:lnTo>
                  <a:pt x="3711121" y="169545"/>
                </a:lnTo>
                <a:lnTo>
                  <a:pt x="3776415" y="169640"/>
                </a:lnTo>
                <a:lnTo>
                  <a:pt x="3841699" y="169707"/>
                </a:lnTo>
                <a:lnTo>
                  <a:pt x="3906993" y="169736"/>
                </a:lnTo>
                <a:lnTo>
                  <a:pt x="3972287" y="169707"/>
                </a:lnTo>
                <a:lnTo>
                  <a:pt x="4037581" y="169640"/>
                </a:lnTo>
                <a:lnTo>
                  <a:pt x="4102875" y="169535"/>
                </a:lnTo>
                <a:lnTo>
                  <a:pt x="4168169" y="169393"/>
                </a:lnTo>
                <a:lnTo>
                  <a:pt x="4233462" y="169193"/>
                </a:lnTo>
                <a:lnTo>
                  <a:pt x="4298756" y="168954"/>
                </a:lnTo>
                <a:lnTo>
                  <a:pt x="4364050" y="168688"/>
                </a:lnTo>
                <a:lnTo>
                  <a:pt x="4429335" y="168364"/>
                </a:lnTo>
                <a:lnTo>
                  <a:pt x="4494628" y="167992"/>
                </a:lnTo>
                <a:lnTo>
                  <a:pt x="4559922" y="167592"/>
                </a:lnTo>
                <a:lnTo>
                  <a:pt x="4625216" y="167145"/>
                </a:lnTo>
                <a:lnTo>
                  <a:pt x="4690510" y="166640"/>
                </a:lnTo>
                <a:lnTo>
                  <a:pt x="4755794" y="166097"/>
                </a:lnTo>
                <a:lnTo>
                  <a:pt x="4821088" y="165516"/>
                </a:lnTo>
                <a:lnTo>
                  <a:pt x="4886382" y="164878"/>
                </a:lnTo>
                <a:lnTo>
                  <a:pt x="4951676" y="164192"/>
                </a:lnTo>
                <a:lnTo>
                  <a:pt x="5016960" y="163459"/>
                </a:lnTo>
                <a:lnTo>
                  <a:pt x="5082254" y="162687"/>
                </a:lnTo>
                <a:lnTo>
                  <a:pt x="5147539" y="161849"/>
                </a:lnTo>
                <a:lnTo>
                  <a:pt x="5212832" y="160973"/>
                </a:lnTo>
                <a:lnTo>
                  <a:pt x="5278117" y="160039"/>
                </a:lnTo>
                <a:lnTo>
                  <a:pt x="5343411" y="159058"/>
                </a:lnTo>
                <a:lnTo>
                  <a:pt x="5408695" y="158010"/>
                </a:lnTo>
                <a:lnTo>
                  <a:pt x="5473989" y="156915"/>
                </a:lnTo>
                <a:lnTo>
                  <a:pt x="5539273" y="155762"/>
                </a:lnTo>
                <a:lnTo>
                  <a:pt x="5604558" y="154553"/>
                </a:lnTo>
                <a:lnTo>
                  <a:pt x="5669842" y="153286"/>
                </a:lnTo>
                <a:lnTo>
                  <a:pt x="5735126" y="151943"/>
                </a:lnTo>
                <a:lnTo>
                  <a:pt x="5800411" y="150543"/>
                </a:lnTo>
                <a:lnTo>
                  <a:pt x="5865695" y="149076"/>
                </a:lnTo>
                <a:lnTo>
                  <a:pt x="5930979" y="147542"/>
                </a:lnTo>
                <a:lnTo>
                  <a:pt x="5996264" y="145933"/>
                </a:lnTo>
                <a:lnTo>
                  <a:pt x="6061539" y="144237"/>
                </a:lnTo>
                <a:lnTo>
                  <a:pt x="6126823" y="142475"/>
                </a:lnTo>
                <a:lnTo>
                  <a:pt x="6192098" y="140618"/>
                </a:lnTo>
                <a:lnTo>
                  <a:pt x="6257373" y="138684"/>
                </a:lnTo>
                <a:lnTo>
                  <a:pt x="6322647" y="136665"/>
                </a:lnTo>
                <a:lnTo>
                  <a:pt x="6387922" y="134550"/>
                </a:lnTo>
                <a:lnTo>
                  <a:pt x="6453197" y="132331"/>
                </a:lnTo>
                <a:lnTo>
                  <a:pt x="6518462" y="129997"/>
                </a:lnTo>
                <a:lnTo>
                  <a:pt x="6583728" y="127540"/>
                </a:lnTo>
                <a:lnTo>
                  <a:pt x="6648993" y="124968"/>
                </a:lnTo>
                <a:lnTo>
                  <a:pt x="6714258" y="122263"/>
                </a:lnTo>
                <a:lnTo>
                  <a:pt x="6779514" y="119405"/>
                </a:lnTo>
                <a:lnTo>
                  <a:pt x="6844760" y="116405"/>
                </a:lnTo>
                <a:lnTo>
                  <a:pt x="6910016" y="113224"/>
                </a:lnTo>
                <a:lnTo>
                  <a:pt x="6975253" y="109861"/>
                </a:lnTo>
                <a:lnTo>
                  <a:pt x="7040489" y="106280"/>
                </a:lnTo>
                <a:lnTo>
                  <a:pt x="7105717" y="102470"/>
                </a:lnTo>
                <a:lnTo>
                  <a:pt x="7170944" y="98393"/>
                </a:lnTo>
                <a:lnTo>
                  <a:pt x="7236152" y="94002"/>
                </a:lnTo>
                <a:lnTo>
                  <a:pt x="7301341" y="89259"/>
                </a:lnTo>
                <a:lnTo>
                  <a:pt x="7366521" y="84087"/>
                </a:lnTo>
                <a:lnTo>
                  <a:pt x="7431662" y="78391"/>
                </a:lnTo>
                <a:lnTo>
                  <a:pt x="7496785" y="72038"/>
                </a:lnTo>
                <a:lnTo>
                  <a:pt x="7561840" y="64808"/>
                </a:lnTo>
                <a:lnTo>
                  <a:pt x="7626820" y="56359"/>
                </a:lnTo>
                <a:lnTo>
                  <a:pt x="7691628" y="45958"/>
                </a:lnTo>
                <a:lnTo>
                  <a:pt x="7755998" y="31661"/>
                </a:lnTo>
                <a:lnTo>
                  <a:pt x="7808138" y="3391"/>
                </a:lnTo>
                <a:lnTo>
                  <a:pt x="7749064" y="38367"/>
                </a:lnTo>
                <a:lnTo>
                  <a:pt x="7685503" y="57960"/>
                </a:lnTo>
                <a:lnTo>
                  <a:pt x="7621191" y="72733"/>
                </a:lnTo>
                <a:lnTo>
                  <a:pt x="7556554" y="84906"/>
                </a:lnTo>
                <a:lnTo>
                  <a:pt x="7491746" y="95383"/>
                </a:lnTo>
                <a:lnTo>
                  <a:pt x="7426833" y="104642"/>
                </a:lnTo>
                <a:lnTo>
                  <a:pt x="7361853" y="112957"/>
                </a:lnTo>
                <a:lnTo>
                  <a:pt x="7296807" y="120529"/>
                </a:lnTo>
                <a:lnTo>
                  <a:pt x="7231732" y="127483"/>
                </a:lnTo>
                <a:lnTo>
                  <a:pt x="7166620" y="133931"/>
                </a:lnTo>
                <a:lnTo>
                  <a:pt x="7101488" y="139932"/>
                </a:lnTo>
                <a:lnTo>
                  <a:pt x="7036337" y="145542"/>
                </a:lnTo>
                <a:lnTo>
                  <a:pt x="6971167" y="150809"/>
                </a:lnTo>
                <a:lnTo>
                  <a:pt x="6905977" y="155762"/>
                </a:lnTo>
                <a:lnTo>
                  <a:pt x="6840788" y="160449"/>
                </a:lnTo>
                <a:lnTo>
                  <a:pt x="6775580" y="164887"/>
                </a:lnTo>
                <a:lnTo>
                  <a:pt x="6710363" y="169088"/>
                </a:lnTo>
                <a:lnTo>
                  <a:pt x="6645135" y="173079"/>
                </a:lnTo>
                <a:lnTo>
                  <a:pt x="6579908" y="176879"/>
                </a:lnTo>
                <a:lnTo>
                  <a:pt x="6514671" y="180480"/>
                </a:lnTo>
                <a:lnTo>
                  <a:pt x="6449435" y="183928"/>
                </a:lnTo>
                <a:lnTo>
                  <a:pt x="6384188" y="187214"/>
                </a:lnTo>
                <a:lnTo>
                  <a:pt x="6318942" y="190357"/>
                </a:lnTo>
                <a:lnTo>
                  <a:pt x="6253686" y="193348"/>
                </a:lnTo>
                <a:lnTo>
                  <a:pt x="6188431" y="196196"/>
                </a:lnTo>
                <a:lnTo>
                  <a:pt x="6123175" y="198920"/>
                </a:lnTo>
                <a:lnTo>
                  <a:pt x="6057910" y="201530"/>
                </a:lnTo>
                <a:lnTo>
                  <a:pt x="5992644" y="204016"/>
                </a:lnTo>
                <a:lnTo>
                  <a:pt x="5927369" y="206397"/>
                </a:lnTo>
                <a:lnTo>
                  <a:pt x="5862104" y="208683"/>
                </a:lnTo>
                <a:lnTo>
                  <a:pt x="5796829" y="210855"/>
                </a:lnTo>
                <a:lnTo>
                  <a:pt x="5731554" y="212912"/>
                </a:lnTo>
                <a:lnTo>
                  <a:pt x="5666280" y="214884"/>
                </a:lnTo>
                <a:lnTo>
                  <a:pt x="5601005" y="216770"/>
                </a:lnTo>
                <a:lnTo>
                  <a:pt x="5535730" y="218561"/>
                </a:lnTo>
                <a:lnTo>
                  <a:pt x="5470446" y="220275"/>
                </a:lnTo>
                <a:lnTo>
                  <a:pt x="5405161" y="221885"/>
                </a:lnTo>
                <a:lnTo>
                  <a:pt x="5339886" y="223418"/>
                </a:lnTo>
                <a:lnTo>
                  <a:pt x="5274602" y="224876"/>
                </a:lnTo>
                <a:lnTo>
                  <a:pt x="5209318" y="226257"/>
                </a:lnTo>
                <a:lnTo>
                  <a:pt x="5144024" y="227562"/>
                </a:lnTo>
                <a:lnTo>
                  <a:pt x="5078740" y="228781"/>
                </a:lnTo>
                <a:lnTo>
                  <a:pt x="5013455" y="229934"/>
                </a:lnTo>
                <a:lnTo>
                  <a:pt x="4948171" y="231010"/>
                </a:lnTo>
                <a:lnTo>
                  <a:pt x="4882877" y="232029"/>
                </a:lnTo>
                <a:lnTo>
                  <a:pt x="4817593" y="232953"/>
                </a:lnTo>
                <a:lnTo>
                  <a:pt x="4752299" y="233820"/>
                </a:lnTo>
                <a:lnTo>
                  <a:pt x="4687005" y="234629"/>
                </a:lnTo>
                <a:lnTo>
                  <a:pt x="4621721" y="235363"/>
                </a:lnTo>
                <a:lnTo>
                  <a:pt x="4556427" y="236020"/>
                </a:lnTo>
                <a:lnTo>
                  <a:pt x="4491142" y="236620"/>
                </a:lnTo>
                <a:lnTo>
                  <a:pt x="4425848" y="237163"/>
                </a:lnTo>
                <a:lnTo>
                  <a:pt x="4360555" y="237639"/>
                </a:lnTo>
                <a:lnTo>
                  <a:pt x="4295261" y="238039"/>
                </a:lnTo>
                <a:lnTo>
                  <a:pt x="4229967" y="238382"/>
                </a:lnTo>
                <a:lnTo>
                  <a:pt x="4164673" y="238677"/>
                </a:lnTo>
                <a:lnTo>
                  <a:pt x="4099379" y="238887"/>
                </a:lnTo>
                <a:lnTo>
                  <a:pt x="4034095" y="239039"/>
                </a:lnTo>
                <a:lnTo>
                  <a:pt x="3968801" y="239135"/>
                </a:lnTo>
                <a:lnTo>
                  <a:pt x="3903507" y="239173"/>
                </a:lnTo>
                <a:lnTo>
                  <a:pt x="3838213" y="239125"/>
                </a:lnTo>
                <a:lnTo>
                  <a:pt x="3772919" y="239030"/>
                </a:lnTo>
                <a:lnTo>
                  <a:pt x="3707625" y="238877"/>
                </a:lnTo>
                <a:lnTo>
                  <a:pt x="3642331" y="238658"/>
                </a:lnTo>
                <a:lnTo>
                  <a:pt x="3577038" y="238373"/>
                </a:lnTo>
                <a:lnTo>
                  <a:pt x="3511753" y="238020"/>
                </a:lnTo>
                <a:lnTo>
                  <a:pt x="3446459" y="237620"/>
                </a:lnTo>
                <a:lnTo>
                  <a:pt x="3381165" y="237144"/>
                </a:lnTo>
                <a:lnTo>
                  <a:pt x="3315872" y="236591"/>
                </a:lnTo>
                <a:lnTo>
                  <a:pt x="3250578" y="235991"/>
                </a:lnTo>
                <a:lnTo>
                  <a:pt x="3185293" y="235325"/>
                </a:lnTo>
                <a:lnTo>
                  <a:pt x="3119999" y="234591"/>
                </a:lnTo>
                <a:lnTo>
                  <a:pt x="3054706" y="233782"/>
                </a:lnTo>
                <a:lnTo>
                  <a:pt x="2989421" y="232905"/>
                </a:lnTo>
                <a:lnTo>
                  <a:pt x="2924127" y="231972"/>
                </a:lnTo>
                <a:lnTo>
                  <a:pt x="2858843" y="230962"/>
                </a:lnTo>
                <a:lnTo>
                  <a:pt x="2793559" y="229867"/>
                </a:lnTo>
                <a:lnTo>
                  <a:pt x="2728265" y="228714"/>
                </a:lnTo>
                <a:lnTo>
                  <a:pt x="2662980" y="227495"/>
                </a:lnTo>
                <a:lnTo>
                  <a:pt x="2597696" y="226190"/>
                </a:lnTo>
                <a:lnTo>
                  <a:pt x="2532412" y="224800"/>
                </a:lnTo>
                <a:lnTo>
                  <a:pt x="2467127" y="223342"/>
                </a:lnTo>
                <a:lnTo>
                  <a:pt x="2401843" y="221799"/>
                </a:lnTo>
                <a:lnTo>
                  <a:pt x="2336568" y="220189"/>
                </a:lnTo>
                <a:lnTo>
                  <a:pt x="2271284" y="218475"/>
                </a:lnTo>
                <a:lnTo>
                  <a:pt x="2206009" y="216665"/>
                </a:lnTo>
                <a:lnTo>
                  <a:pt x="2140725" y="214779"/>
                </a:lnTo>
                <a:lnTo>
                  <a:pt x="2075450" y="212808"/>
                </a:lnTo>
                <a:lnTo>
                  <a:pt x="2010175" y="210741"/>
                </a:lnTo>
                <a:lnTo>
                  <a:pt x="1944910" y="208559"/>
                </a:lnTo>
                <a:lnTo>
                  <a:pt x="1879635" y="206273"/>
                </a:lnTo>
                <a:lnTo>
                  <a:pt x="1814370" y="203892"/>
                </a:lnTo>
                <a:lnTo>
                  <a:pt x="1749104" y="201387"/>
                </a:lnTo>
                <a:lnTo>
                  <a:pt x="1683839" y="198777"/>
                </a:lnTo>
                <a:lnTo>
                  <a:pt x="1618583" y="196044"/>
                </a:lnTo>
                <a:lnTo>
                  <a:pt x="1553327" y="193186"/>
                </a:lnTo>
                <a:lnTo>
                  <a:pt x="1488072" y="190195"/>
                </a:lnTo>
                <a:lnTo>
                  <a:pt x="1422825" y="187042"/>
                </a:lnTo>
                <a:lnTo>
                  <a:pt x="1357579" y="183747"/>
                </a:lnTo>
                <a:lnTo>
                  <a:pt x="1292333" y="180289"/>
                </a:lnTo>
                <a:lnTo>
                  <a:pt x="1227106" y="176679"/>
                </a:lnTo>
                <a:lnTo>
                  <a:pt x="1161869" y="172869"/>
                </a:lnTo>
                <a:lnTo>
                  <a:pt x="1096651" y="168869"/>
                </a:lnTo>
                <a:lnTo>
                  <a:pt x="1031434" y="164649"/>
                </a:lnTo>
                <a:lnTo>
                  <a:pt x="966235" y="160211"/>
                </a:lnTo>
                <a:lnTo>
                  <a:pt x="901036" y="155505"/>
                </a:lnTo>
                <a:lnTo>
                  <a:pt x="835847" y="150533"/>
                </a:lnTo>
                <a:lnTo>
                  <a:pt x="770687" y="145247"/>
                </a:lnTo>
                <a:lnTo>
                  <a:pt x="705526" y="139617"/>
                </a:lnTo>
                <a:lnTo>
                  <a:pt x="640394" y="133607"/>
                </a:lnTo>
                <a:lnTo>
                  <a:pt x="575291" y="127130"/>
                </a:lnTo>
                <a:lnTo>
                  <a:pt x="510216" y="120139"/>
                </a:lnTo>
                <a:lnTo>
                  <a:pt x="445179" y="112528"/>
                </a:lnTo>
                <a:lnTo>
                  <a:pt x="380190" y="104165"/>
                </a:lnTo>
                <a:lnTo>
                  <a:pt x="315287" y="94859"/>
                </a:lnTo>
                <a:lnTo>
                  <a:pt x="250488" y="84306"/>
                </a:lnTo>
                <a:lnTo>
                  <a:pt x="185861" y="72028"/>
                </a:lnTo>
                <a:lnTo>
                  <a:pt x="121568" y="57064"/>
                </a:lnTo>
                <a:lnTo>
                  <a:pt x="58083" y="370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layer-0-cap">
            <a:extLst xmlns:a="http://schemas.openxmlformats.org/drawingml/2006/main">
              <a:ext uri="{FF2B5EF4-FFF2-40B4-BE49-F238E27FC236}">
                <a16:creationId xmlns:a16="http://schemas.microsoft.com/office/drawing/2014/main" id="{7A97F1E6-0C96-4D32-AB0D-34979667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8791" y="1736598"/>
            <a:ext cx="7154418" cy="370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E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layer-0-cap-highlight">
            <a:extLst xmlns:a="http://schemas.openxmlformats.org/drawingml/2006/main">
              <a:ext uri="{FF2B5EF4-FFF2-40B4-BE49-F238E27FC236}">
                <a16:creationId xmlns:a16="http://schemas.microsoft.com/office/drawing/2014/main" id="{CA5A86ED-B96E-4688-9F95-5D8B607F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8727" y="1772603"/>
            <a:ext cx="6653270" cy="108014"/>
          </a:xfrm>
          <a:custGeom xmlns:a="http://schemas.openxmlformats.org/drawingml/2006/main">
            <a:pathLst>
              <a:path w="6653270" h="108014">
                <a:moveTo>
                  <a:pt x="0" y="108014"/>
                </a:moveTo>
                <a:lnTo>
                  <a:pt x="55283" y="101975"/>
                </a:lnTo>
                <a:lnTo>
                  <a:pt x="110595" y="96422"/>
                </a:lnTo>
                <a:lnTo>
                  <a:pt x="165926" y="91288"/>
                </a:lnTo>
                <a:lnTo>
                  <a:pt x="221285" y="86516"/>
                </a:lnTo>
                <a:lnTo>
                  <a:pt x="276654" y="82039"/>
                </a:lnTo>
                <a:lnTo>
                  <a:pt x="332032" y="77838"/>
                </a:lnTo>
                <a:lnTo>
                  <a:pt x="387420" y="73866"/>
                </a:lnTo>
                <a:lnTo>
                  <a:pt x="442817" y="70133"/>
                </a:lnTo>
                <a:lnTo>
                  <a:pt x="498224" y="66570"/>
                </a:lnTo>
                <a:lnTo>
                  <a:pt x="553641" y="63189"/>
                </a:lnTo>
                <a:lnTo>
                  <a:pt x="609057" y="59988"/>
                </a:lnTo>
                <a:lnTo>
                  <a:pt x="664483" y="56931"/>
                </a:lnTo>
                <a:lnTo>
                  <a:pt x="719909" y="54007"/>
                </a:lnTo>
                <a:lnTo>
                  <a:pt x="775345" y="51216"/>
                </a:lnTo>
                <a:lnTo>
                  <a:pt x="830780" y="48549"/>
                </a:lnTo>
                <a:lnTo>
                  <a:pt x="886216" y="45996"/>
                </a:lnTo>
                <a:lnTo>
                  <a:pt x="941651" y="43548"/>
                </a:lnTo>
                <a:lnTo>
                  <a:pt x="997096" y="41205"/>
                </a:lnTo>
                <a:lnTo>
                  <a:pt x="1052541" y="38957"/>
                </a:lnTo>
                <a:lnTo>
                  <a:pt x="1107996" y="36805"/>
                </a:lnTo>
                <a:lnTo>
                  <a:pt x="1163441" y="34738"/>
                </a:lnTo>
                <a:lnTo>
                  <a:pt x="1218895" y="32747"/>
                </a:lnTo>
                <a:lnTo>
                  <a:pt x="1274350" y="30842"/>
                </a:lnTo>
                <a:lnTo>
                  <a:pt x="1329804" y="29013"/>
                </a:lnTo>
                <a:lnTo>
                  <a:pt x="1385259" y="27261"/>
                </a:lnTo>
                <a:lnTo>
                  <a:pt x="1440713" y="25603"/>
                </a:lnTo>
                <a:lnTo>
                  <a:pt x="1496177" y="23965"/>
                </a:lnTo>
                <a:lnTo>
                  <a:pt x="1551632" y="22441"/>
                </a:lnTo>
                <a:lnTo>
                  <a:pt x="1607096" y="20936"/>
                </a:lnTo>
                <a:lnTo>
                  <a:pt x="1662560" y="19536"/>
                </a:lnTo>
                <a:lnTo>
                  <a:pt x="1718015" y="18155"/>
                </a:lnTo>
                <a:lnTo>
                  <a:pt x="1773479" y="16840"/>
                </a:lnTo>
                <a:lnTo>
                  <a:pt x="1828943" y="15592"/>
                </a:lnTo>
                <a:lnTo>
                  <a:pt x="1884407" y="14421"/>
                </a:lnTo>
                <a:lnTo>
                  <a:pt x="1939881" y="13287"/>
                </a:lnTo>
                <a:lnTo>
                  <a:pt x="1995345" y="12202"/>
                </a:lnTo>
                <a:lnTo>
                  <a:pt x="2050809" y="11173"/>
                </a:lnTo>
                <a:lnTo>
                  <a:pt x="2106273" y="10182"/>
                </a:lnTo>
                <a:lnTo>
                  <a:pt x="2161746" y="9258"/>
                </a:lnTo>
                <a:lnTo>
                  <a:pt x="2217210" y="8363"/>
                </a:lnTo>
                <a:lnTo>
                  <a:pt x="2272684" y="7544"/>
                </a:lnTo>
                <a:lnTo>
                  <a:pt x="2328148" y="6734"/>
                </a:lnTo>
                <a:lnTo>
                  <a:pt x="2383622" y="6020"/>
                </a:lnTo>
                <a:lnTo>
                  <a:pt x="2439086" y="5296"/>
                </a:lnTo>
                <a:lnTo>
                  <a:pt x="2494559" y="4667"/>
                </a:lnTo>
                <a:lnTo>
                  <a:pt x="2550033" y="4048"/>
                </a:lnTo>
                <a:lnTo>
                  <a:pt x="2605497" y="3496"/>
                </a:lnTo>
                <a:lnTo>
                  <a:pt x="2660971" y="2981"/>
                </a:lnTo>
                <a:lnTo>
                  <a:pt x="2716444" y="2496"/>
                </a:lnTo>
                <a:lnTo>
                  <a:pt x="2771908" y="2076"/>
                </a:lnTo>
                <a:lnTo>
                  <a:pt x="2827382" y="1657"/>
                </a:lnTo>
                <a:lnTo>
                  <a:pt x="2882856" y="1334"/>
                </a:lnTo>
                <a:lnTo>
                  <a:pt x="2938329" y="1010"/>
                </a:lnTo>
                <a:lnTo>
                  <a:pt x="2993803" y="762"/>
                </a:lnTo>
                <a:lnTo>
                  <a:pt x="3049267" y="524"/>
                </a:lnTo>
                <a:lnTo>
                  <a:pt x="3104740" y="343"/>
                </a:lnTo>
                <a:lnTo>
                  <a:pt x="3160214" y="210"/>
                </a:lnTo>
                <a:lnTo>
                  <a:pt x="3215688" y="95"/>
                </a:lnTo>
                <a:lnTo>
                  <a:pt x="3271161" y="48"/>
                </a:lnTo>
                <a:lnTo>
                  <a:pt x="3326635" y="0"/>
                </a:lnTo>
                <a:lnTo>
                  <a:pt x="3382099" y="48"/>
                </a:lnTo>
                <a:lnTo>
                  <a:pt x="3437573" y="95"/>
                </a:lnTo>
                <a:lnTo>
                  <a:pt x="3493046" y="200"/>
                </a:lnTo>
                <a:lnTo>
                  <a:pt x="3548520" y="343"/>
                </a:lnTo>
                <a:lnTo>
                  <a:pt x="3603993" y="524"/>
                </a:lnTo>
                <a:lnTo>
                  <a:pt x="3659467" y="752"/>
                </a:lnTo>
                <a:lnTo>
                  <a:pt x="3714931" y="1000"/>
                </a:lnTo>
                <a:lnTo>
                  <a:pt x="3770405" y="1324"/>
                </a:lnTo>
                <a:lnTo>
                  <a:pt x="3825878" y="1648"/>
                </a:lnTo>
                <a:lnTo>
                  <a:pt x="3881352" y="2067"/>
                </a:lnTo>
                <a:lnTo>
                  <a:pt x="3936816" y="2486"/>
                </a:lnTo>
                <a:lnTo>
                  <a:pt x="3992289" y="2962"/>
                </a:lnTo>
                <a:lnTo>
                  <a:pt x="4047763" y="3486"/>
                </a:lnTo>
                <a:lnTo>
                  <a:pt x="4103237" y="4039"/>
                </a:lnTo>
                <a:lnTo>
                  <a:pt x="4158701" y="4648"/>
                </a:lnTo>
                <a:lnTo>
                  <a:pt x="4214174" y="5286"/>
                </a:lnTo>
                <a:lnTo>
                  <a:pt x="4269638" y="6001"/>
                </a:lnTo>
                <a:lnTo>
                  <a:pt x="4325112" y="6715"/>
                </a:lnTo>
                <a:lnTo>
                  <a:pt x="4380576" y="7525"/>
                </a:lnTo>
                <a:lnTo>
                  <a:pt x="4436050" y="8344"/>
                </a:lnTo>
                <a:lnTo>
                  <a:pt x="4491514" y="9220"/>
                </a:lnTo>
                <a:lnTo>
                  <a:pt x="4546987" y="10154"/>
                </a:lnTo>
                <a:lnTo>
                  <a:pt x="4602451" y="11144"/>
                </a:lnTo>
                <a:lnTo>
                  <a:pt x="4657916" y="12173"/>
                </a:lnTo>
                <a:lnTo>
                  <a:pt x="4713389" y="13259"/>
                </a:lnTo>
                <a:lnTo>
                  <a:pt x="4768853" y="14402"/>
                </a:lnTo>
                <a:lnTo>
                  <a:pt x="4824317" y="15573"/>
                </a:lnTo>
                <a:lnTo>
                  <a:pt x="4879781" y="16840"/>
                </a:lnTo>
                <a:lnTo>
                  <a:pt x="4935245" y="18117"/>
                </a:lnTo>
                <a:lnTo>
                  <a:pt x="4990700" y="19479"/>
                </a:lnTo>
                <a:lnTo>
                  <a:pt x="5046164" y="20898"/>
                </a:lnTo>
                <a:lnTo>
                  <a:pt x="5101628" y="22403"/>
                </a:lnTo>
                <a:lnTo>
                  <a:pt x="5157083" y="23927"/>
                </a:lnTo>
                <a:lnTo>
                  <a:pt x="5212547" y="25565"/>
                </a:lnTo>
                <a:lnTo>
                  <a:pt x="5268001" y="27222"/>
                </a:lnTo>
                <a:lnTo>
                  <a:pt x="5323456" y="28975"/>
                </a:lnTo>
                <a:lnTo>
                  <a:pt x="5378910" y="30804"/>
                </a:lnTo>
                <a:lnTo>
                  <a:pt x="5434365" y="32699"/>
                </a:lnTo>
                <a:lnTo>
                  <a:pt x="5489819" y="34690"/>
                </a:lnTo>
                <a:lnTo>
                  <a:pt x="5545274" y="36757"/>
                </a:lnTo>
                <a:lnTo>
                  <a:pt x="5600719" y="38910"/>
                </a:lnTo>
                <a:lnTo>
                  <a:pt x="5656164" y="41158"/>
                </a:lnTo>
                <a:lnTo>
                  <a:pt x="5711609" y="43501"/>
                </a:lnTo>
                <a:lnTo>
                  <a:pt x="5767045" y="45939"/>
                </a:lnTo>
                <a:lnTo>
                  <a:pt x="5822490" y="48482"/>
                </a:lnTo>
                <a:lnTo>
                  <a:pt x="5877925" y="51149"/>
                </a:lnTo>
                <a:lnTo>
                  <a:pt x="5933351" y="53940"/>
                </a:lnTo>
                <a:lnTo>
                  <a:pt x="5988777" y="56864"/>
                </a:lnTo>
                <a:lnTo>
                  <a:pt x="6044203" y="59922"/>
                </a:lnTo>
                <a:lnTo>
                  <a:pt x="6099620" y="63122"/>
                </a:lnTo>
                <a:lnTo>
                  <a:pt x="6155036" y="66494"/>
                </a:lnTo>
                <a:lnTo>
                  <a:pt x="6210443" y="70047"/>
                </a:lnTo>
                <a:lnTo>
                  <a:pt x="6265840" y="73781"/>
                </a:lnTo>
                <a:lnTo>
                  <a:pt x="6321238" y="77743"/>
                </a:lnTo>
                <a:lnTo>
                  <a:pt x="6376616" y="81944"/>
                </a:lnTo>
                <a:lnTo>
                  <a:pt x="6431985" y="86411"/>
                </a:lnTo>
                <a:lnTo>
                  <a:pt x="6487335" y="91173"/>
                </a:lnTo>
                <a:lnTo>
                  <a:pt x="6542675" y="96298"/>
                </a:lnTo>
                <a:lnTo>
                  <a:pt x="6597987" y="101841"/>
                </a:lnTo>
                <a:lnTo>
                  <a:pt x="6653270" y="107871"/>
                </a:lnTo>
                <a:lnTo>
                  <a:pt x="6600396" y="105232"/>
                </a:lnTo>
                <a:lnTo>
                  <a:pt x="6544961" y="102565"/>
                </a:lnTo>
                <a:lnTo>
                  <a:pt x="6489525" y="100089"/>
                </a:lnTo>
                <a:lnTo>
                  <a:pt x="6434080" y="97765"/>
                </a:lnTo>
                <a:lnTo>
                  <a:pt x="6378635" y="95564"/>
                </a:lnTo>
                <a:lnTo>
                  <a:pt x="6323181" y="93497"/>
                </a:lnTo>
                <a:lnTo>
                  <a:pt x="6267726" y="91554"/>
                </a:lnTo>
                <a:lnTo>
                  <a:pt x="6212281" y="89678"/>
                </a:lnTo>
                <a:lnTo>
                  <a:pt x="6156817" y="87925"/>
                </a:lnTo>
                <a:lnTo>
                  <a:pt x="6101363" y="86239"/>
                </a:lnTo>
                <a:lnTo>
                  <a:pt x="6045908" y="84620"/>
                </a:lnTo>
                <a:lnTo>
                  <a:pt x="5990444" y="83096"/>
                </a:lnTo>
                <a:lnTo>
                  <a:pt x="5934980" y="81610"/>
                </a:lnTo>
                <a:lnTo>
                  <a:pt x="5879525" y="80210"/>
                </a:lnTo>
                <a:lnTo>
                  <a:pt x="5824061" y="78867"/>
                </a:lnTo>
                <a:lnTo>
                  <a:pt x="5768597" y="77562"/>
                </a:lnTo>
                <a:lnTo>
                  <a:pt x="5713133" y="76333"/>
                </a:lnTo>
                <a:lnTo>
                  <a:pt x="5657669" y="75124"/>
                </a:lnTo>
                <a:lnTo>
                  <a:pt x="5602205" y="74000"/>
                </a:lnTo>
                <a:lnTo>
                  <a:pt x="5546741" y="72885"/>
                </a:lnTo>
                <a:lnTo>
                  <a:pt x="5491267" y="71847"/>
                </a:lnTo>
                <a:lnTo>
                  <a:pt x="5435803" y="70828"/>
                </a:lnTo>
                <a:lnTo>
                  <a:pt x="5380339" y="69866"/>
                </a:lnTo>
                <a:lnTo>
                  <a:pt x="5324866" y="68923"/>
                </a:lnTo>
                <a:lnTo>
                  <a:pt x="5269401" y="68028"/>
                </a:lnTo>
                <a:lnTo>
                  <a:pt x="5213928" y="67170"/>
                </a:lnTo>
                <a:lnTo>
                  <a:pt x="5158464" y="66342"/>
                </a:lnTo>
                <a:lnTo>
                  <a:pt x="5102990" y="65542"/>
                </a:lnTo>
                <a:lnTo>
                  <a:pt x="5047526" y="64789"/>
                </a:lnTo>
                <a:lnTo>
                  <a:pt x="4992053" y="64056"/>
                </a:lnTo>
                <a:lnTo>
                  <a:pt x="4936588" y="63360"/>
                </a:lnTo>
                <a:lnTo>
                  <a:pt x="4881115" y="62684"/>
                </a:lnTo>
                <a:lnTo>
                  <a:pt x="4825651" y="62046"/>
                </a:lnTo>
                <a:lnTo>
                  <a:pt x="4770177" y="61436"/>
                </a:lnTo>
                <a:lnTo>
                  <a:pt x="4714704" y="60855"/>
                </a:lnTo>
                <a:lnTo>
                  <a:pt x="4659239" y="60284"/>
                </a:lnTo>
                <a:lnTo>
                  <a:pt x="4603766" y="59769"/>
                </a:lnTo>
                <a:lnTo>
                  <a:pt x="4548292" y="59246"/>
                </a:lnTo>
                <a:lnTo>
                  <a:pt x="4492819" y="58779"/>
                </a:lnTo>
                <a:lnTo>
                  <a:pt x="4437355" y="58312"/>
                </a:lnTo>
                <a:lnTo>
                  <a:pt x="4381881" y="57893"/>
                </a:lnTo>
                <a:lnTo>
                  <a:pt x="4326407" y="57483"/>
                </a:lnTo>
                <a:lnTo>
                  <a:pt x="4270934" y="57112"/>
                </a:lnTo>
                <a:lnTo>
                  <a:pt x="4215470" y="56750"/>
                </a:lnTo>
                <a:lnTo>
                  <a:pt x="4159996" y="56417"/>
                </a:lnTo>
                <a:lnTo>
                  <a:pt x="4104523" y="56102"/>
                </a:lnTo>
                <a:lnTo>
                  <a:pt x="4049049" y="55807"/>
                </a:lnTo>
                <a:lnTo>
                  <a:pt x="3993575" y="55540"/>
                </a:lnTo>
                <a:lnTo>
                  <a:pt x="3938111" y="55293"/>
                </a:lnTo>
                <a:lnTo>
                  <a:pt x="3882638" y="55074"/>
                </a:lnTo>
                <a:lnTo>
                  <a:pt x="3827164" y="54864"/>
                </a:lnTo>
                <a:lnTo>
                  <a:pt x="3771690" y="54693"/>
                </a:lnTo>
                <a:lnTo>
                  <a:pt x="3716217" y="54531"/>
                </a:lnTo>
                <a:lnTo>
                  <a:pt x="3660743" y="54397"/>
                </a:lnTo>
                <a:lnTo>
                  <a:pt x="3605279" y="54283"/>
                </a:lnTo>
                <a:lnTo>
                  <a:pt x="3549806" y="54188"/>
                </a:lnTo>
                <a:lnTo>
                  <a:pt x="3494332" y="54112"/>
                </a:lnTo>
                <a:lnTo>
                  <a:pt x="3438858" y="54054"/>
                </a:lnTo>
                <a:lnTo>
                  <a:pt x="3383385" y="54026"/>
                </a:lnTo>
                <a:lnTo>
                  <a:pt x="3327911" y="54007"/>
                </a:lnTo>
                <a:lnTo>
                  <a:pt x="3272447" y="54026"/>
                </a:lnTo>
                <a:lnTo>
                  <a:pt x="3216974" y="54054"/>
                </a:lnTo>
                <a:lnTo>
                  <a:pt x="3161500" y="54112"/>
                </a:lnTo>
                <a:lnTo>
                  <a:pt x="3106026" y="54178"/>
                </a:lnTo>
                <a:lnTo>
                  <a:pt x="3050553" y="54273"/>
                </a:lnTo>
                <a:lnTo>
                  <a:pt x="2995079" y="54397"/>
                </a:lnTo>
                <a:lnTo>
                  <a:pt x="2939615" y="54521"/>
                </a:lnTo>
                <a:lnTo>
                  <a:pt x="2884141" y="54693"/>
                </a:lnTo>
                <a:lnTo>
                  <a:pt x="2828668" y="54854"/>
                </a:lnTo>
                <a:lnTo>
                  <a:pt x="2773194" y="55074"/>
                </a:lnTo>
                <a:lnTo>
                  <a:pt x="2717721" y="55283"/>
                </a:lnTo>
                <a:lnTo>
                  <a:pt x="2662247" y="55540"/>
                </a:lnTo>
                <a:lnTo>
                  <a:pt x="2606783" y="55797"/>
                </a:lnTo>
                <a:lnTo>
                  <a:pt x="2551309" y="56093"/>
                </a:lnTo>
                <a:lnTo>
                  <a:pt x="2495836" y="56407"/>
                </a:lnTo>
                <a:lnTo>
                  <a:pt x="2440362" y="56740"/>
                </a:lnTo>
                <a:lnTo>
                  <a:pt x="2384889" y="57102"/>
                </a:lnTo>
                <a:lnTo>
                  <a:pt x="2329424" y="57474"/>
                </a:lnTo>
                <a:lnTo>
                  <a:pt x="2273951" y="57883"/>
                </a:lnTo>
                <a:lnTo>
                  <a:pt x="2218477" y="58303"/>
                </a:lnTo>
                <a:lnTo>
                  <a:pt x="2163004" y="58769"/>
                </a:lnTo>
                <a:lnTo>
                  <a:pt x="2107540" y="59236"/>
                </a:lnTo>
                <a:lnTo>
                  <a:pt x="2052066" y="59750"/>
                </a:lnTo>
                <a:lnTo>
                  <a:pt x="1996592" y="60274"/>
                </a:lnTo>
                <a:lnTo>
                  <a:pt x="1941128" y="60836"/>
                </a:lnTo>
                <a:lnTo>
                  <a:pt x="1885655" y="61417"/>
                </a:lnTo>
                <a:lnTo>
                  <a:pt x="1830181" y="62036"/>
                </a:lnTo>
                <a:lnTo>
                  <a:pt x="1774717" y="62675"/>
                </a:lnTo>
                <a:lnTo>
                  <a:pt x="1719243" y="63341"/>
                </a:lnTo>
                <a:lnTo>
                  <a:pt x="1663770" y="64037"/>
                </a:lnTo>
                <a:lnTo>
                  <a:pt x="1608306" y="64770"/>
                </a:lnTo>
                <a:lnTo>
                  <a:pt x="1552832" y="65532"/>
                </a:lnTo>
                <a:lnTo>
                  <a:pt x="1497368" y="66323"/>
                </a:lnTo>
                <a:lnTo>
                  <a:pt x="1441895" y="67151"/>
                </a:lnTo>
                <a:lnTo>
                  <a:pt x="1386430" y="68009"/>
                </a:lnTo>
                <a:lnTo>
                  <a:pt x="1330966" y="68904"/>
                </a:lnTo>
                <a:lnTo>
                  <a:pt x="1275493" y="69837"/>
                </a:lnTo>
                <a:lnTo>
                  <a:pt x="1220029" y="70809"/>
                </a:lnTo>
                <a:lnTo>
                  <a:pt x="1164565" y="71828"/>
                </a:lnTo>
                <a:lnTo>
                  <a:pt x="1109091" y="72866"/>
                </a:lnTo>
                <a:lnTo>
                  <a:pt x="1053627" y="73971"/>
                </a:lnTo>
                <a:lnTo>
                  <a:pt x="998163" y="75095"/>
                </a:lnTo>
                <a:lnTo>
                  <a:pt x="942699" y="76305"/>
                </a:lnTo>
                <a:lnTo>
                  <a:pt x="887235" y="77534"/>
                </a:lnTo>
                <a:lnTo>
                  <a:pt x="831771" y="78829"/>
                </a:lnTo>
                <a:lnTo>
                  <a:pt x="776307" y="80181"/>
                </a:lnTo>
                <a:lnTo>
                  <a:pt x="720842" y="81582"/>
                </a:lnTo>
                <a:lnTo>
                  <a:pt x="665388" y="83058"/>
                </a:lnTo>
                <a:lnTo>
                  <a:pt x="609924" y="84582"/>
                </a:lnTo>
                <a:lnTo>
                  <a:pt x="554469" y="86201"/>
                </a:lnTo>
                <a:lnTo>
                  <a:pt x="499005" y="87887"/>
                </a:lnTo>
                <a:lnTo>
                  <a:pt x="443551" y="89630"/>
                </a:lnTo>
                <a:lnTo>
                  <a:pt x="388096" y="91516"/>
                </a:lnTo>
                <a:lnTo>
                  <a:pt x="332651" y="93450"/>
                </a:lnTo>
                <a:lnTo>
                  <a:pt x="277197" y="95517"/>
                </a:lnTo>
                <a:lnTo>
                  <a:pt x="221752" y="97707"/>
                </a:lnTo>
                <a:lnTo>
                  <a:pt x="166307" y="100032"/>
                </a:lnTo>
                <a:lnTo>
                  <a:pt x="110861" y="102508"/>
                </a:lnTo>
                <a:lnTo>
                  <a:pt x="55426" y="105166"/>
                </a:lnTo>
                <a:lnTo>
                  <a:pt x="0" y="1080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layer-0-title">
            <a:extLst xmlns:a="http://schemas.openxmlformats.org/drawingml/2006/main">
              <a:ext uri="{FF2B5EF4-FFF2-40B4-BE49-F238E27FC236}">
                <a16:creationId xmlns:a16="http://schemas.microsoft.com/office/drawing/2014/main" id="{3EA71896-134A-4422-90F3-07182F8D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6058" y="1726254"/>
            <a:ext cx="5779894" cy="360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体验层</a:t>
            </a:r>
          </a:p>
        </p:txBody>
      </p:sp>
      <p:sp>
        <p:nvSpPr>
          <p:cNvPr id="7" name="layer-0-item-0-title">
            <a:extLst xmlns:a="http://schemas.openxmlformats.org/drawingml/2006/main">
              <a:ext uri="{FF2B5EF4-FFF2-40B4-BE49-F238E27FC236}">
                <a16:creationId xmlns:a16="http://schemas.microsoft.com/office/drawing/2014/main" id="{51C5F28A-6A5B-4220-AD7C-9C28318E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0973" y="2250434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用户门户</a:t>
            </a:r>
          </a:p>
        </p:txBody>
      </p:sp>
      <p:sp>
        <p:nvSpPr>
          <p:cNvPr id="8" name="layer-0-item-1-title">
            <a:extLst xmlns:a="http://schemas.openxmlformats.org/drawingml/2006/main">
              <a:ext uri="{FF2B5EF4-FFF2-40B4-BE49-F238E27FC236}">
                <a16:creationId xmlns:a16="http://schemas.microsoft.com/office/drawing/2014/main" id="{35418915-45C2-4075-920A-FC4AD34A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3410" y="2250434"/>
            <a:ext cx="904875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运营工作台</a:t>
            </a:r>
          </a:p>
        </p:txBody>
      </p:sp>
      <p:sp>
        <p:nvSpPr>
          <p:cNvPr id="9" name="layer-0-item-2-title">
            <a:extLst xmlns:a="http://schemas.openxmlformats.org/drawingml/2006/main">
              <a:ext uri="{FF2B5EF4-FFF2-40B4-BE49-F238E27FC236}">
                <a16:creationId xmlns:a16="http://schemas.microsoft.com/office/drawing/2014/main" id="{CBA84CF3-6266-4315-AD84-E52358F3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6831" y="2250434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决策看板</a:t>
            </a:r>
          </a:p>
        </p:txBody>
      </p:sp>
      <p:sp>
        <p:nvSpPr>
          <p:cNvPr id="10" name="layer-1-shadow">
            <a:extLst xmlns:a="http://schemas.openxmlformats.org/drawingml/2006/main">
              <a:ext uri="{FF2B5EF4-FFF2-40B4-BE49-F238E27FC236}">
                <a16:creationId xmlns:a16="http://schemas.microsoft.com/office/drawing/2014/main" id="{561C3C06-65C8-447E-A497-DBFD8F29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5480" y="3651123"/>
            <a:ext cx="83210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layer-1-body">
            <a:extLst xmlns:a="http://schemas.openxmlformats.org/drawingml/2006/main">
              <a:ext uri="{FF2B5EF4-FFF2-40B4-BE49-F238E27FC236}">
                <a16:creationId xmlns:a16="http://schemas.microsoft.com/office/drawing/2014/main" id="{E4E4566A-D42A-4F0F-BF0F-AEE61F9B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2375" y="2964475"/>
            <a:ext cx="8647281" cy="776640"/>
          </a:xfrm>
          <a:custGeom xmlns:a="http://schemas.openxmlformats.org/drawingml/2006/main">
            <a:pathLst>
              <a:path w="8647281" h="776640">
                <a:moveTo>
                  <a:pt x="343795" y="100289"/>
                </a:moveTo>
                <a:lnTo>
                  <a:pt x="414118" y="79305"/>
                </a:lnTo>
                <a:lnTo>
                  <a:pt x="487813" y="70799"/>
                </a:lnTo>
                <a:lnTo>
                  <a:pt x="561670" y="64522"/>
                </a:lnTo>
                <a:lnTo>
                  <a:pt x="635594" y="59398"/>
                </a:lnTo>
                <a:lnTo>
                  <a:pt x="709546" y="55016"/>
                </a:lnTo>
                <a:lnTo>
                  <a:pt x="783517" y="51178"/>
                </a:lnTo>
                <a:lnTo>
                  <a:pt x="857507" y="47720"/>
                </a:lnTo>
                <a:lnTo>
                  <a:pt x="931507" y="44596"/>
                </a:lnTo>
                <a:lnTo>
                  <a:pt x="1005516" y="41720"/>
                </a:lnTo>
                <a:lnTo>
                  <a:pt x="1079525" y="39062"/>
                </a:lnTo>
                <a:lnTo>
                  <a:pt x="1153544" y="36614"/>
                </a:lnTo>
                <a:lnTo>
                  <a:pt x="1227563" y="34319"/>
                </a:lnTo>
                <a:lnTo>
                  <a:pt x="1301591" y="32175"/>
                </a:lnTo>
                <a:lnTo>
                  <a:pt x="1375620" y="30147"/>
                </a:lnTo>
                <a:lnTo>
                  <a:pt x="1449648" y="28251"/>
                </a:lnTo>
                <a:lnTo>
                  <a:pt x="1523676" y="26460"/>
                </a:lnTo>
                <a:lnTo>
                  <a:pt x="1597704" y="24775"/>
                </a:lnTo>
                <a:lnTo>
                  <a:pt x="1671742" y="23165"/>
                </a:lnTo>
                <a:lnTo>
                  <a:pt x="1745780" y="21650"/>
                </a:lnTo>
                <a:lnTo>
                  <a:pt x="1819808" y="20212"/>
                </a:lnTo>
                <a:lnTo>
                  <a:pt x="1893846" y="18840"/>
                </a:lnTo>
                <a:lnTo>
                  <a:pt x="1967884" y="17545"/>
                </a:lnTo>
                <a:lnTo>
                  <a:pt x="2041922" y="16316"/>
                </a:lnTo>
                <a:lnTo>
                  <a:pt x="2115960" y="15135"/>
                </a:lnTo>
                <a:lnTo>
                  <a:pt x="2190007" y="14021"/>
                </a:lnTo>
                <a:lnTo>
                  <a:pt x="2264045" y="12964"/>
                </a:lnTo>
                <a:lnTo>
                  <a:pt x="2338083" y="11963"/>
                </a:lnTo>
                <a:lnTo>
                  <a:pt x="2412130" y="11039"/>
                </a:lnTo>
                <a:lnTo>
                  <a:pt x="2486168" y="10116"/>
                </a:lnTo>
                <a:lnTo>
                  <a:pt x="2560215" y="9268"/>
                </a:lnTo>
                <a:lnTo>
                  <a:pt x="2634253" y="8458"/>
                </a:lnTo>
                <a:lnTo>
                  <a:pt x="2708300" y="7677"/>
                </a:lnTo>
                <a:lnTo>
                  <a:pt x="2782338" y="6963"/>
                </a:lnTo>
                <a:lnTo>
                  <a:pt x="2856386" y="6248"/>
                </a:lnTo>
                <a:lnTo>
                  <a:pt x="2930433" y="5629"/>
                </a:lnTo>
                <a:lnTo>
                  <a:pt x="3004471" y="5020"/>
                </a:lnTo>
                <a:lnTo>
                  <a:pt x="3078518" y="4458"/>
                </a:lnTo>
                <a:lnTo>
                  <a:pt x="3152565" y="3924"/>
                </a:lnTo>
                <a:lnTo>
                  <a:pt x="3226603" y="3419"/>
                </a:lnTo>
                <a:lnTo>
                  <a:pt x="3300651" y="2972"/>
                </a:lnTo>
                <a:lnTo>
                  <a:pt x="3374698" y="2534"/>
                </a:lnTo>
                <a:lnTo>
                  <a:pt x="3448745" y="2153"/>
                </a:lnTo>
                <a:lnTo>
                  <a:pt x="3522793" y="1800"/>
                </a:lnTo>
                <a:lnTo>
                  <a:pt x="3596831" y="1467"/>
                </a:lnTo>
                <a:lnTo>
                  <a:pt x="3670878" y="1191"/>
                </a:lnTo>
                <a:lnTo>
                  <a:pt x="3744925" y="914"/>
                </a:lnTo>
                <a:lnTo>
                  <a:pt x="3818973" y="705"/>
                </a:lnTo>
                <a:lnTo>
                  <a:pt x="3893020" y="505"/>
                </a:lnTo>
                <a:lnTo>
                  <a:pt x="3967067" y="343"/>
                </a:lnTo>
                <a:lnTo>
                  <a:pt x="4041105" y="219"/>
                </a:lnTo>
                <a:lnTo>
                  <a:pt x="4115152" y="105"/>
                </a:lnTo>
                <a:lnTo>
                  <a:pt x="4189200" y="57"/>
                </a:lnTo>
                <a:lnTo>
                  <a:pt x="4263247" y="10"/>
                </a:lnTo>
                <a:lnTo>
                  <a:pt x="4337294" y="0"/>
                </a:lnTo>
                <a:lnTo>
                  <a:pt x="4411342" y="38"/>
                </a:lnTo>
                <a:lnTo>
                  <a:pt x="4485389" y="76"/>
                </a:lnTo>
                <a:lnTo>
                  <a:pt x="4559427" y="181"/>
                </a:lnTo>
                <a:lnTo>
                  <a:pt x="4633474" y="295"/>
                </a:lnTo>
                <a:lnTo>
                  <a:pt x="4707522" y="438"/>
                </a:lnTo>
                <a:lnTo>
                  <a:pt x="4781569" y="638"/>
                </a:lnTo>
                <a:lnTo>
                  <a:pt x="4855616" y="829"/>
                </a:lnTo>
                <a:lnTo>
                  <a:pt x="4929664" y="1095"/>
                </a:lnTo>
                <a:lnTo>
                  <a:pt x="5003702" y="1362"/>
                </a:lnTo>
                <a:lnTo>
                  <a:pt x="5077749" y="1667"/>
                </a:lnTo>
                <a:lnTo>
                  <a:pt x="5151796" y="2029"/>
                </a:lnTo>
                <a:lnTo>
                  <a:pt x="5225844" y="2381"/>
                </a:lnTo>
                <a:lnTo>
                  <a:pt x="5299891" y="2810"/>
                </a:lnTo>
                <a:lnTo>
                  <a:pt x="5373929" y="3258"/>
                </a:lnTo>
                <a:lnTo>
                  <a:pt x="5447976" y="3734"/>
                </a:lnTo>
                <a:lnTo>
                  <a:pt x="5522024" y="4267"/>
                </a:lnTo>
                <a:lnTo>
                  <a:pt x="5596071" y="4791"/>
                </a:lnTo>
                <a:lnTo>
                  <a:pt x="5670109" y="5410"/>
                </a:lnTo>
                <a:lnTo>
                  <a:pt x="5744156" y="6029"/>
                </a:lnTo>
                <a:lnTo>
                  <a:pt x="5818203" y="6706"/>
                </a:lnTo>
                <a:lnTo>
                  <a:pt x="5892241" y="7420"/>
                </a:lnTo>
                <a:lnTo>
                  <a:pt x="5966289" y="8153"/>
                </a:lnTo>
                <a:lnTo>
                  <a:pt x="6040326" y="8954"/>
                </a:lnTo>
                <a:lnTo>
                  <a:pt x="6114374" y="9792"/>
                </a:lnTo>
                <a:lnTo>
                  <a:pt x="6188412" y="10706"/>
                </a:lnTo>
                <a:lnTo>
                  <a:pt x="6262459" y="11621"/>
                </a:lnTo>
                <a:lnTo>
                  <a:pt x="6336497" y="12602"/>
                </a:lnTo>
                <a:lnTo>
                  <a:pt x="6410535" y="13640"/>
                </a:lnTo>
                <a:lnTo>
                  <a:pt x="6484582" y="14735"/>
                </a:lnTo>
                <a:lnTo>
                  <a:pt x="6558620" y="15888"/>
                </a:lnTo>
                <a:lnTo>
                  <a:pt x="6632658" y="17097"/>
                </a:lnTo>
                <a:lnTo>
                  <a:pt x="6706695" y="18374"/>
                </a:lnTo>
                <a:lnTo>
                  <a:pt x="6780733" y="19707"/>
                </a:lnTo>
                <a:lnTo>
                  <a:pt x="6854771" y="21126"/>
                </a:lnTo>
                <a:lnTo>
                  <a:pt x="6928799" y="22612"/>
                </a:lnTo>
                <a:lnTo>
                  <a:pt x="7002837" y="24184"/>
                </a:lnTo>
                <a:lnTo>
                  <a:pt x="7076875" y="25841"/>
                </a:lnTo>
                <a:lnTo>
                  <a:pt x="7150903" y="27603"/>
                </a:lnTo>
                <a:lnTo>
                  <a:pt x="7224932" y="29461"/>
                </a:lnTo>
                <a:lnTo>
                  <a:pt x="7298960" y="31423"/>
                </a:lnTo>
                <a:lnTo>
                  <a:pt x="7372988" y="33518"/>
                </a:lnTo>
                <a:lnTo>
                  <a:pt x="7447007" y="35766"/>
                </a:lnTo>
                <a:lnTo>
                  <a:pt x="7521026" y="38167"/>
                </a:lnTo>
                <a:lnTo>
                  <a:pt x="7595035" y="40738"/>
                </a:lnTo>
                <a:lnTo>
                  <a:pt x="7669044" y="43529"/>
                </a:lnTo>
                <a:lnTo>
                  <a:pt x="7743053" y="46568"/>
                </a:lnTo>
                <a:lnTo>
                  <a:pt x="7817044" y="49882"/>
                </a:lnTo>
                <a:lnTo>
                  <a:pt x="7891024" y="53578"/>
                </a:lnTo>
                <a:lnTo>
                  <a:pt x="7964986" y="57750"/>
                </a:lnTo>
                <a:lnTo>
                  <a:pt x="8038919" y="62560"/>
                </a:lnTo>
                <a:lnTo>
                  <a:pt x="8112804" y="68351"/>
                </a:lnTo>
                <a:lnTo>
                  <a:pt x="8186576" y="75829"/>
                </a:lnTo>
                <a:lnTo>
                  <a:pt x="8259889" y="87935"/>
                </a:lnTo>
                <a:lnTo>
                  <a:pt x="8313896" y="143294"/>
                </a:lnTo>
                <a:lnTo>
                  <a:pt x="8361531" y="210588"/>
                </a:lnTo>
                <a:lnTo>
                  <a:pt x="8409156" y="277873"/>
                </a:lnTo>
                <a:lnTo>
                  <a:pt x="8456781" y="345167"/>
                </a:lnTo>
                <a:lnTo>
                  <a:pt x="8504406" y="412452"/>
                </a:lnTo>
                <a:lnTo>
                  <a:pt x="8552031" y="479746"/>
                </a:lnTo>
                <a:lnTo>
                  <a:pt x="8599656" y="547030"/>
                </a:lnTo>
                <a:lnTo>
                  <a:pt x="8647281" y="614324"/>
                </a:lnTo>
                <a:lnTo>
                  <a:pt x="8581415" y="646166"/>
                </a:lnTo>
                <a:lnTo>
                  <a:pt x="8508263" y="659635"/>
                </a:lnTo>
                <a:lnTo>
                  <a:pt x="8434683" y="669522"/>
                </a:lnTo>
                <a:lnTo>
                  <a:pt x="8360950" y="677580"/>
                </a:lnTo>
                <a:lnTo>
                  <a:pt x="8287141" y="684467"/>
                </a:lnTo>
                <a:lnTo>
                  <a:pt x="8213265" y="690543"/>
                </a:lnTo>
                <a:lnTo>
                  <a:pt x="8139360" y="695982"/>
                </a:lnTo>
                <a:lnTo>
                  <a:pt x="8065437" y="700926"/>
                </a:lnTo>
                <a:lnTo>
                  <a:pt x="7991485" y="705469"/>
                </a:lnTo>
                <a:lnTo>
                  <a:pt x="7917523" y="709670"/>
                </a:lnTo>
                <a:lnTo>
                  <a:pt x="7843552" y="713565"/>
                </a:lnTo>
                <a:lnTo>
                  <a:pt x="7769571" y="717204"/>
                </a:lnTo>
                <a:lnTo>
                  <a:pt x="7695581" y="720623"/>
                </a:lnTo>
                <a:lnTo>
                  <a:pt x="7621581" y="723833"/>
                </a:lnTo>
                <a:lnTo>
                  <a:pt x="7547581" y="726872"/>
                </a:lnTo>
                <a:lnTo>
                  <a:pt x="7473572" y="729748"/>
                </a:lnTo>
                <a:lnTo>
                  <a:pt x="7399563" y="732463"/>
                </a:lnTo>
                <a:lnTo>
                  <a:pt x="7325554" y="735044"/>
                </a:lnTo>
                <a:lnTo>
                  <a:pt x="7251535" y="737502"/>
                </a:lnTo>
                <a:lnTo>
                  <a:pt x="7177516" y="739835"/>
                </a:lnTo>
                <a:lnTo>
                  <a:pt x="7103488" y="742055"/>
                </a:lnTo>
                <a:lnTo>
                  <a:pt x="7029469" y="744169"/>
                </a:lnTo>
                <a:lnTo>
                  <a:pt x="6955441" y="746189"/>
                </a:lnTo>
                <a:lnTo>
                  <a:pt x="6881412" y="748122"/>
                </a:lnTo>
                <a:lnTo>
                  <a:pt x="6807384" y="749960"/>
                </a:lnTo>
                <a:lnTo>
                  <a:pt x="6733356" y="751713"/>
                </a:lnTo>
                <a:lnTo>
                  <a:pt x="6659318" y="753380"/>
                </a:lnTo>
                <a:lnTo>
                  <a:pt x="6585290" y="754971"/>
                </a:lnTo>
                <a:lnTo>
                  <a:pt x="6511252" y="756495"/>
                </a:lnTo>
                <a:lnTo>
                  <a:pt x="6437214" y="757942"/>
                </a:lnTo>
                <a:lnTo>
                  <a:pt x="6363176" y="759333"/>
                </a:lnTo>
                <a:lnTo>
                  <a:pt x="6289138" y="760657"/>
                </a:lnTo>
                <a:lnTo>
                  <a:pt x="6215101" y="761905"/>
                </a:lnTo>
                <a:lnTo>
                  <a:pt x="6141063" y="763095"/>
                </a:lnTo>
                <a:lnTo>
                  <a:pt x="6067025" y="764238"/>
                </a:lnTo>
                <a:lnTo>
                  <a:pt x="5992987" y="765315"/>
                </a:lnTo>
                <a:lnTo>
                  <a:pt x="5918940" y="766334"/>
                </a:lnTo>
                <a:lnTo>
                  <a:pt x="5844902" y="767296"/>
                </a:lnTo>
                <a:lnTo>
                  <a:pt x="5770855" y="768210"/>
                </a:lnTo>
                <a:lnTo>
                  <a:pt x="5696817" y="769077"/>
                </a:lnTo>
                <a:lnTo>
                  <a:pt x="5622769" y="769896"/>
                </a:lnTo>
                <a:lnTo>
                  <a:pt x="5548732" y="770649"/>
                </a:lnTo>
                <a:lnTo>
                  <a:pt x="5474684" y="771363"/>
                </a:lnTo>
                <a:lnTo>
                  <a:pt x="5400646" y="772030"/>
                </a:lnTo>
                <a:lnTo>
                  <a:pt x="5326599" y="772658"/>
                </a:lnTo>
                <a:lnTo>
                  <a:pt x="5252552" y="773192"/>
                </a:lnTo>
                <a:lnTo>
                  <a:pt x="5178504" y="773716"/>
                </a:lnTo>
                <a:lnTo>
                  <a:pt x="5104467" y="774230"/>
                </a:lnTo>
                <a:lnTo>
                  <a:pt x="5030419" y="774668"/>
                </a:lnTo>
                <a:lnTo>
                  <a:pt x="4956372" y="775049"/>
                </a:lnTo>
                <a:lnTo>
                  <a:pt x="4882325" y="775383"/>
                </a:lnTo>
                <a:lnTo>
                  <a:pt x="4808287" y="775678"/>
                </a:lnTo>
                <a:lnTo>
                  <a:pt x="4734239" y="775964"/>
                </a:lnTo>
                <a:lnTo>
                  <a:pt x="4660192" y="776183"/>
                </a:lnTo>
                <a:lnTo>
                  <a:pt x="4586145" y="776364"/>
                </a:lnTo>
                <a:lnTo>
                  <a:pt x="4512097" y="776497"/>
                </a:lnTo>
                <a:lnTo>
                  <a:pt x="4438050" y="776564"/>
                </a:lnTo>
                <a:lnTo>
                  <a:pt x="4364012" y="776621"/>
                </a:lnTo>
                <a:lnTo>
                  <a:pt x="4289965" y="776640"/>
                </a:lnTo>
                <a:lnTo>
                  <a:pt x="4215917" y="776583"/>
                </a:lnTo>
                <a:lnTo>
                  <a:pt x="4141870" y="776526"/>
                </a:lnTo>
                <a:lnTo>
                  <a:pt x="4067823" y="776411"/>
                </a:lnTo>
                <a:lnTo>
                  <a:pt x="3993775" y="776259"/>
                </a:lnTo>
                <a:lnTo>
                  <a:pt x="3919738" y="776059"/>
                </a:lnTo>
                <a:lnTo>
                  <a:pt x="3845690" y="775783"/>
                </a:lnTo>
                <a:lnTo>
                  <a:pt x="3771643" y="775487"/>
                </a:lnTo>
                <a:lnTo>
                  <a:pt x="3697595" y="775192"/>
                </a:lnTo>
                <a:lnTo>
                  <a:pt x="3623548" y="774811"/>
                </a:lnTo>
                <a:lnTo>
                  <a:pt x="3549501" y="774383"/>
                </a:lnTo>
                <a:lnTo>
                  <a:pt x="3475463" y="773916"/>
                </a:lnTo>
                <a:lnTo>
                  <a:pt x="3401416" y="773382"/>
                </a:lnTo>
                <a:lnTo>
                  <a:pt x="3327368" y="772849"/>
                </a:lnTo>
                <a:lnTo>
                  <a:pt x="3253330" y="772258"/>
                </a:lnTo>
                <a:lnTo>
                  <a:pt x="3179283" y="771611"/>
                </a:lnTo>
                <a:lnTo>
                  <a:pt x="3105236" y="770925"/>
                </a:lnTo>
                <a:lnTo>
                  <a:pt x="3031198" y="770172"/>
                </a:lnTo>
                <a:lnTo>
                  <a:pt x="2957151" y="769372"/>
                </a:lnTo>
                <a:lnTo>
                  <a:pt x="2883113" y="768534"/>
                </a:lnTo>
                <a:lnTo>
                  <a:pt x="2809065" y="767639"/>
                </a:lnTo>
                <a:lnTo>
                  <a:pt x="2735028" y="766696"/>
                </a:lnTo>
                <a:lnTo>
                  <a:pt x="2660990" y="765686"/>
                </a:lnTo>
                <a:lnTo>
                  <a:pt x="2586942" y="764629"/>
                </a:lnTo>
                <a:lnTo>
                  <a:pt x="2512905" y="763514"/>
                </a:lnTo>
                <a:lnTo>
                  <a:pt x="2438867" y="762352"/>
                </a:lnTo>
                <a:lnTo>
                  <a:pt x="2364829" y="761114"/>
                </a:lnTo>
                <a:lnTo>
                  <a:pt x="2290791" y="759809"/>
                </a:lnTo>
                <a:lnTo>
                  <a:pt x="2216753" y="758447"/>
                </a:lnTo>
                <a:lnTo>
                  <a:pt x="2142715" y="757028"/>
                </a:lnTo>
                <a:lnTo>
                  <a:pt x="2068678" y="755533"/>
                </a:lnTo>
                <a:lnTo>
                  <a:pt x="1994649" y="753970"/>
                </a:lnTo>
                <a:lnTo>
                  <a:pt x="1920611" y="752323"/>
                </a:lnTo>
                <a:lnTo>
                  <a:pt x="1846583" y="750589"/>
                </a:lnTo>
                <a:lnTo>
                  <a:pt x="1772555" y="748789"/>
                </a:lnTo>
                <a:lnTo>
                  <a:pt x="1698517" y="746893"/>
                </a:lnTo>
                <a:lnTo>
                  <a:pt x="1624489" y="744912"/>
                </a:lnTo>
                <a:lnTo>
                  <a:pt x="1550470" y="742836"/>
                </a:lnTo>
                <a:lnTo>
                  <a:pt x="1476442" y="740654"/>
                </a:lnTo>
                <a:lnTo>
                  <a:pt x="1402423" y="738359"/>
                </a:lnTo>
                <a:lnTo>
                  <a:pt x="1328404" y="735959"/>
                </a:lnTo>
                <a:lnTo>
                  <a:pt x="1254395" y="733425"/>
                </a:lnTo>
                <a:lnTo>
                  <a:pt x="1180376" y="730758"/>
                </a:lnTo>
                <a:lnTo>
                  <a:pt x="1106376" y="727939"/>
                </a:lnTo>
                <a:lnTo>
                  <a:pt x="1032367" y="724957"/>
                </a:lnTo>
                <a:lnTo>
                  <a:pt x="958367" y="721805"/>
                </a:lnTo>
                <a:lnTo>
                  <a:pt x="884377" y="718461"/>
                </a:lnTo>
                <a:lnTo>
                  <a:pt x="810397" y="714918"/>
                </a:lnTo>
                <a:lnTo>
                  <a:pt x="736416" y="711089"/>
                </a:lnTo>
                <a:lnTo>
                  <a:pt x="662445" y="707022"/>
                </a:lnTo>
                <a:lnTo>
                  <a:pt x="588493" y="702612"/>
                </a:lnTo>
                <a:lnTo>
                  <a:pt x="514560" y="697821"/>
                </a:lnTo>
                <a:lnTo>
                  <a:pt x="440646" y="692572"/>
                </a:lnTo>
                <a:lnTo>
                  <a:pt x="366760" y="686743"/>
                </a:lnTo>
                <a:lnTo>
                  <a:pt x="292922" y="680171"/>
                </a:lnTo>
                <a:lnTo>
                  <a:pt x="219161" y="672589"/>
                </a:lnTo>
                <a:lnTo>
                  <a:pt x="145513" y="663483"/>
                </a:lnTo>
                <a:lnTo>
                  <a:pt x="72142" y="651672"/>
                </a:lnTo>
                <a:lnTo>
                  <a:pt x="0" y="632374"/>
                </a:lnTo>
                <a:lnTo>
                  <a:pt x="10420" y="571310"/>
                </a:lnTo>
                <a:lnTo>
                  <a:pt x="58045" y="504025"/>
                </a:lnTo>
                <a:lnTo>
                  <a:pt x="105670" y="436731"/>
                </a:lnTo>
                <a:lnTo>
                  <a:pt x="153295" y="369446"/>
                </a:lnTo>
                <a:lnTo>
                  <a:pt x="200920" y="302152"/>
                </a:lnTo>
                <a:lnTo>
                  <a:pt x="248545" y="234867"/>
                </a:lnTo>
                <a:lnTo>
                  <a:pt x="296170" y="167573"/>
                </a:lnTo>
                <a:lnTo>
                  <a:pt x="343795" y="100289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</p:sp>
      <p:sp>
        <p:nvSpPr>
          <p:cNvPr id="12" name="layer-1-front">
            <a:extLst xmlns:a="http://schemas.openxmlformats.org/drawingml/2006/main">
              <a:ext uri="{FF2B5EF4-FFF2-40B4-BE49-F238E27FC236}">
                <a16:creationId xmlns:a16="http://schemas.microsoft.com/office/drawing/2014/main" id="{3CA9984F-8BB8-4CE1-9F1E-E2423CF5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579114"/>
            <a:ext cx="8665131" cy="239173"/>
          </a:xfrm>
          <a:custGeom xmlns:a="http://schemas.openxmlformats.org/drawingml/2006/main">
            <a:pathLst>
              <a:path w="8665131" h="239173">
                <a:moveTo>
                  <a:pt x="0" y="0"/>
                </a:moveTo>
                <a:lnTo>
                  <a:pt x="64275" y="32604"/>
                </a:lnTo>
                <a:lnTo>
                  <a:pt x="135760" y="46587"/>
                </a:lnTo>
                <a:lnTo>
                  <a:pt x="207693" y="56855"/>
                </a:lnTo>
                <a:lnTo>
                  <a:pt x="279816" y="65218"/>
                </a:lnTo>
                <a:lnTo>
                  <a:pt x="352015" y="72400"/>
                </a:lnTo>
                <a:lnTo>
                  <a:pt x="424282" y="78705"/>
                </a:lnTo>
                <a:lnTo>
                  <a:pt x="496586" y="84372"/>
                </a:lnTo>
                <a:lnTo>
                  <a:pt x="568909" y="89525"/>
                </a:lnTo>
                <a:lnTo>
                  <a:pt x="641261" y="94240"/>
                </a:lnTo>
                <a:lnTo>
                  <a:pt x="713623" y="98612"/>
                </a:lnTo>
                <a:lnTo>
                  <a:pt x="786003" y="102680"/>
                </a:lnTo>
                <a:lnTo>
                  <a:pt x="858393" y="106480"/>
                </a:lnTo>
                <a:lnTo>
                  <a:pt x="930793" y="110042"/>
                </a:lnTo>
                <a:lnTo>
                  <a:pt x="1003192" y="113395"/>
                </a:lnTo>
                <a:lnTo>
                  <a:pt x="1075601" y="116567"/>
                </a:lnTo>
                <a:lnTo>
                  <a:pt x="1148020" y="119558"/>
                </a:lnTo>
                <a:lnTo>
                  <a:pt x="1220438" y="122406"/>
                </a:lnTo>
                <a:lnTo>
                  <a:pt x="1292866" y="125101"/>
                </a:lnTo>
                <a:lnTo>
                  <a:pt x="1365294" y="127673"/>
                </a:lnTo>
                <a:lnTo>
                  <a:pt x="1437723" y="130121"/>
                </a:lnTo>
                <a:lnTo>
                  <a:pt x="1510151" y="132455"/>
                </a:lnTo>
                <a:lnTo>
                  <a:pt x="1582588" y="134664"/>
                </a:lnTo>
                <a:lnTo>
                  <a:pt x="1655026" y="136779"/>
                </a:lnTo>
                <a:lnTo>
                  <a:pt x="1727464" y="138798"/>
                </a:lnTo>
                <a:lnTo>
                  <a:pt x="1799901" y="140722"/>
                </a:lnTo>
                <a:lnTo>
                  <a:pt x="1872348" y="142570"/>
                </a:lnTo>
                <a:lnTo>
                  <a:pt x="1944795" y="144332"/>
                </a:lnTo>
                <a:lnTo>
                  <a:pt x="2017233" y="146018"/>
                </a:lnTo>
                <a:lnTo>
                  <a:pt x="2089680" y="147628"/>
                </a:lnTo>
                <a:lnTo>
                  <a:pt x="2162127" y="149152"/>
                </a:lnTo>
                <a:lnTo>
                  <a:pt x="2234584" y="150619"/>
                </a:lnTo>
                <a:lnTo>
                  <a:pt x="2307031" y="152009"/>
                </a:lnTo>
                <a:lnTo>
                  <a:pt x="2379478" y="153353"/>
                </a:lnTo>
                <a:lnTo>
                  <a:pt x="2451935" y="154619"/>
                </a:lnTo>
                <a:lnTo>
                  <a:pt x="2524382" y="155829"/>
                </a:lnTo>
                <a:lnTo>
                  <a:pt x="2596839" y="156972"/>
                </a:lnTo>
                <a:lnTo>
                  <a:pt x="2669286" y="158067"/>
                </a:lnTo>
                <a:lnTo>
                  <a:pt x="2741743" y="159115"/>
                </a:lnTo>
                <a:lnTo>
                  <a:pt x="2814199" y="160087"/>
                </a:lnTo>
                <a:lnTo>
                  <a:pt x="2886656" y="161020"/>
                </a:lnTo>
                <a:lnTo>
                  <a:pt x="2959113" y="161896"/>
                </a:lnTo>
                <a:lnTo>
                  <a:pt x="3031569" y="162735"/>
                </a:lnTo>
                <a:lnTo>
                  <a:pt x="3104026" y="163497"/>
                </a:lnTo>
                <a:lnTo>
                  <a:pt x="3176483" y="164230"/>
                </a:lnTo>
                <a:lnTo>
                  <a:pt x="3248939" y="164906"/>
                </a:lnTo>
                <a:lnTo>
                  <a:pt x="3321396" y="165545"/>
                </a:lnTo>
                <a:lnTo>
                  <a:pt x="3393853" y="166126"/>
                </a:lnTo>
                <a:lnTo>
                  <a:pt x="3466309" y="166668"/>
                </a:lnTo>
                <a:lnTo>
                  <a:pt x="3538766" y="167164"/>
                </a:lnTo>
                <a:lnTo>
                  <a:pt x="3611223" y="167611"/>
                </a:lnTo>
                <a:lnTo>
                  <a:pt x="3683679" y="168011"/>
                </a:lnTo>
                <a:lnTo>
                  <a:pt x="3756146" y="168383"/>
                </a:lnTo>
                <a:lnTo>
                  <a:pt x="3828602" y="168707"/>
                </a:lnTo>
                <a:lnTo>
                  <a:pt x="3901059" y="168973"/>
                </a:lnTo>
                <a:lnTo>
                  <a:pt x="3973516" y="169202"/>
                </a:lnTo>
                <a:lnTo>
                  <a:pt x="4045972" y="169393"/>
                </a:lnTo>
                <a:lnTo>
                  <a:pt x="4118439" y="169545"/>
                </a:lnTo>
                <a:lnTo>
                  <a:pt x="4190895" y="169640"/>
                </a:lnTo>
                <a:lnTo>
                  <a:pt x="4263352" y="169707"/>
                </a:lnTo>
                <a:lnTo>
                  <a:pt x="4335809" y="169736"/>
                </a:lnTo>
                <a:lnTo>
                  <a:pt x="4408275" y="169707"/>
                </a:lnTo>
                <a:lnTo>
                  <a:pt x="4480731" y="169640"/>
                </a:lnTo>
                <a:lnTo>
                  <a:pt x="4553188" y="169535"/>
                </a:lnTo>
                <a:lnTo>
                  <a:pt x="4625654" y="169393"/>
                </a:lnTo>
                <a:lnTo>
                  <a:pt x="4698111" y="169193"/>
                </a:lnTo>
                <a:lnTo>
                  <a:pt x="4770568" y="168954"/>
                </a:lnTo>
                <a:lnTo>
                  <a:pt x="4843024" y="168688"/>
                </a:lnTo>
                <a:lnTo>
                  <a:pt x="4915481" y="168364"/>
                </a:lnTo>
                <a:lnTo>
                  <a:pt x="4987947" y="167992"/>
                </a:lnTo>
                <a:lnTo>
                  <a:pt x="5060404" y="167592"/>
                </a:lnTo>
                <a:lnTo>
                  <a:pt x="5132861" y="167145"/>
                </a:lnTo>
                <a:lnTo>
                  <a:pt x="5205317" y="166640"/>
                </a:lnTo>
                <a:lnTo>
                  <a:pt x="5277774" y="166097"/>
                </a:lnTo>
                <a:lnTo>
                  <a:pt x="5350231" y="165516"/>
                </a:lnTo>
                <a:lnTo>
                  <a:pt x="5422687" y="164878"/>
                </a:lnTo>
                <a:lnTo>
                  <a:pt x="5495153" y="164192"/>
                </a:lnTo>
                <a:lnTo>
                  <a:pt x="5567601" y="163459"/>
                </a:lnTo>
                <a:lnTo>
                  <a:pt x="5640057" y="162687"/>
                </a:lnTo>
                <a:lnTo>
                  <a:pt x="5712514" y="161849"/>
                </a:lnTo>
                <a:lnTo>
                  <a:pt x="5784971" y="160973"/>
                </a:lnTo>
                <a:lnTo>
                  <a:pt x="5857427" y="160039"/>
                </a:lnTo>
                <a:lnTo>
                  <a:pt x="5929884" y="159058"/>
                </a:lnTo>
                <a:lnTo>
                  <a:pt x="6002341" y="158010"/>
                </a:lnTo>
                <a:lnTo>
                  <a:pt x="6074788" y="156915"/>
                </a:lnTo>
                <a:lnTo>
                  <a:pt x="6147245" y="155762"/>
                </a:lnTo>
                <a:lnTo>
                  <a:pt x="6219692" y="154553"/>
                </a:lnTo>
                <a:lnTo>
                  <a:pt x="6292148" y="153286"/>
                </a:lnTo>
                <a:lnTo>
                  <a:pt x="6364595" y="151943"/>
                </a:lnTo>
                <a:lnTo>
                  <a:pt x="6437043" y="150543"/>
                </a:lnTo>
                <a:lnTo>
                  <a:pt x="6509490" y="149076"/>
                </a:lnTo>
                <a:lnTo>
                  <a:pt x="6581946" y="147542"/>
                </a:lnTo>
                <a:lnTo>
                  <a:pt x="6654384" y="145933"/>
                </a:lnTo>
                <a:lnTo>
                  <a:pt x="6726831" y="144237"/>
                </a:lnTo>
                <a:lnTo>
                  <a:pt x="6799278" y="142475"/>
                </a:lnTo>
                <a:lnTo>
                  <a:pt x="6871716" y="140618"/>
                </a:lnTo>
                <a:lnTo>
                  <a:pt x="6944163" y="138684"/>
                </a:lnTo>
                <a:lnTo>
                  <a:pt x="7016601" y="136665"/>
                </a:lnTo>
                <a:lnTo>
                  <a:pt x="7089038" y="134550"/>
                </a:lnTo>
                <a:lnTo>
                  <a:pt x="7161476" y="132331"/>
                </a:lnTo>
                <a:lnTo>
                  <a:pt x="7233904" y="129997"/>
                </a:lnTo>
                <a:lnTo>
                  <a:pt x="7306332" y="127540"/>
                </a:lnTo>
                <a:lnTo>
                  <a:pt x="7378760" y="124968"/>
                </a:lnTo>
                <a:lnTo>
                  <a:pt x="7451188" y="122263"/>
                </a:lnTo>
                <a:lnTo>
                  <a:pt x="7523607" y="119405"/>
                </a:lnTo>
                <a:lnTo>
                  <a:pt x="7596016" y="116405"/>
                </a:lnTo>
                <a:lnTo>
                  <a:pt x="7668425" y="113224"/>
                </a:lnTo>
                <a:lnTo>
                  <a:pt x="7740834" y="109861"/>
                </a:lnTo>
                <a:lnTo>
                  <a:pt x="7813234" y="106280"/>
                </a:lnTo>
                <a:lnTo>
                  <a:pt x="7885614" y="102470"/>
                </a:lnTo>
                <a:lnTo>
                  <a:pt x="7957995" y="98393"/>
                </a:lnTo>
                <a:lnTo>
                  <a:pt x="8030356" y="94002"/>
                </a:lnTo>
                <a:lnTo>
                  <a:pt x="8102708" y="89259"/>
                </a:lnTo>
                <a:lnTo>
                  <a:pt x="8175041" y="84087"/>
                </a:lnTo>
                <a:lnTo>
                  <a:pt x="8247336" y="78391"/>
                </a:lnTo>
                <a:lnTo>
                  <a:pt x="8319602" y="72038"/>
                </a:lnTo>
                <a:lnTo>
                  <a:pt x="8391801" y="64808"/>
                </a:lnTo>
                <a:lnTo>
                  <a:pt x="8463905" y="56359"/>
                </a:lnTo>
                <a:lnTo>
                  <a:pt x="8535829" y="45958"/>
                </a:lnTo>
                <a:lnTo>
                  <a:pt x="8607266" y="31661"/>
                </a:lnTo>
                <a:lnTo>
                  <a:pt x="8665131" y="3391"/>
                </a:lnTo>
                <a:lnTo>
                  <a:pt x="8599570" y="38367"/>
                </a:lnTo>
                <a:lnTo>
                  <a:pt x="8529037" y="57960"/>
                </a:lnTo>
                <a:lnTo>
                  <a:pt x="8457657" y="72733"/>
                </a:lnTo>
                <a:lnTo>
                  <a:pt x="8385934" y="84906"/>
                </a:lnTo>
                <a:lnTo>
                  <a:pt x="8314011" y="95383"/>
                </a:lnTo>
                <a:lnTo>
                  <a:pt x="8241973" y="104642"/>
                </a:lnTo>
                <a:lnTo>
                  <a:pt x="8169859" y="112957"/>
                </a:lnTo>
                <a:lnTo>
                  <a:pt x="8097679" y="120529"/>
                </a:lnTo>
                <a:lnTo>
                  <a:pt x="8025460" y="127483"/>
                </a:lnTo>
                <a:lnTo>
                  <a:pt x="7953204" y="133931"/>
                </a:lnTo>
                <a:lnTo>
                  <a:pt x="7880918" y="139932"/>
                </a:lnTo>
                <a:lnTo>
                  <a:pt x="7808614" y="145542"/>
                </a:lnTo>
                <a:lnTo>
                  <a:pt x="7736291" y="150809"/>
                </a:lnTo>
                <a:lnTo>
                  <a:pt x="7663958" y="155762"/>
                </a:lnTo>
                <a:lnTo>
                  <a:pt x="7591606" y="160449"/>
                </a:lnTo>
                <a:lnTo>
                  <a:pt x="7519235" y="164887"/>
                </a:lnTo>
                <a:lnTo>
                  <a:pt x="7446864" y="169088"/>
                </a:lnTo>
                <a:lnTo>
                  <a:pt x="7374484" y="173079"/>
                </a:lnTo>
                <a:lnTo>
                  <a:pt x="7302094" y="176879"/>
                </a:lnTo>
                <a:lnTo>
                  <a:pt x="7229704" y="180480"/>
                </a:lnTo>
                <a:lnTo>
                  <a:pt x="7157304" y="183928"/>
                </a:lnTo>
                <a:lnTo>
                  <a:pt x="7084895" y="187214"/>
                </a:lnTo>
                <a:lnTo>
                  <a:pt x="7012486" y="190357"/>
                </a:lnTo>
                <a:lnTo>
                  <a:pt x="6940067" y="193348"/>
                </a:lnTo>
                <a:lnTo>
                  <a:pt x="6867649" y="196196"/>
                </a:lnTo>
                <a:lnTo>
                  <a:pt x="6795230" y="198920"/>
                </a:lnTo>
                <a:lnTo>
                  <a:pt x="6722802" y="201530"/>
                </a:lnTo>
                <a:lnTo>
                  <a:pt x="6650374" y="204016"/>
                </a:lnTo>
                <a:lnTo>
                  <a:pt x="6577936" y="206397"/>
                </a:lnTo>
                <a:lnTo>
                  <a:pt x="6505508" y="208683"/>
                </a:lnTo>
                <a:lnTo>
                  <a:pt x="6433071" y="210855"/>
                </a:lnTo>
                <a:lnTo>
                  <a:pt x="6360633" y="212912"/>
                </a:lnTo>
                <a:lnTo>
                  <a:pt x="6288186" y="214884"/>
                </a:lnTo>
                <a:lnTo>
                  <a:pt x="6215748" y="216770"/>
                </a:lnTo>
                <a:lnTo>
                  <a:pt x="6143301" y="218561"/>
                </a:lnTo>
                <a:lnTo>
                  <a:pt x="6070864" y="220275"/>
                </a:lnTo>
                <a:lnTo>
                  <a:pt x="5998416" y="221885"/>
                </a:lnTo>
                <a:lnTo>
                  <a:pt x="5925969" y="223418"/>
                </a:lnTo>
                <a:lnTo>
                  <a:pt x="5853513" y="224876"/>
                </a:lnTo>
                <a:lnTo>
                  <a:pt x="5781065" y="226257"/>
                </a:lnTo>
                <a:lnTo>
                  <a:pt x="5708618" y="227562"/>
                </a:lnTo>
                <a:lnTo>
                  <a:pt x="5636162" y="228781"/>
                </a:lnTo>
                <a:lnTo>
                  <a:pt x="5563714" y="229934"/>
                </a:lnTo>
                <a:lnTo>
                  <a:pt x="5491258" y="231010"/>
                </a:lnTo>
                <a:lnTo>
                  <a:pt x="5418801" y="232029"/>
                </a:lnTo>
                <a:lnTo>
                  <a:pt x="5346344" y="232953"/>
                </a:lnTo>
                <a:lnTo>
                  <a:pt x="5273897" y="233820"/>
                </a:lnTo>
                <a:lnTo>
                  <a:pt x="5201441" y="234629"/>
                </a:lnTo>
                <a:lnTo>
                  <a:pt x="5128984" y="235363"/>
                </a:lnTo>
                <a:lnTo>
                  <a:pt x="5056527" y="236020"/>
                </a:lnTo>
                <a:lnTo>
                  <a:pt x="4984071" y="236620"/>
                </a:lnTo>
                <a:lnTo>
                  <a:pt x="4911614" y="237163"/>
                </a:lnTo>
                <a:lnTo>
                  <a:pt x="4839148" y="237639"/>
                </a:lnTo>
                <a:lnTo>
                  <a:pt x="4766691" y="238039"/>
                </a:lnTo>
                <a:lnTo>
                  <a:pt x="4694234" y="238382"/>
                </a:lnTo>
                <a:lnTo>
                  <a:pt x="4621778" y="238677"/>
                </a:lnTo>
                <a:lnTo>
                  <a:pt x="4549311" y="238887"/>
                </a:lnTo>
                <a:lnTo>
                  <a:pt x="4476855" y="239039"/>
                </a:lnTo>
                <a:lnTo>
                  <a:pt x="4404398" y="239135"/>
                </a:lnTo>
                <a:lnTo>
                  <a:pt x="4331941" y="239173"/>
                </a:lnTo>
                <a:lnTo>
                  <a:pt x="4259475" y="239125"/>
                </a:lnTo>
                <a:lnTo>
                  <a:pt x="4187019" y="239030"/>
                </a:lnTo>
                <a:lnTo>
                  <a:pt x="4114562" y="238877"/>
                </a:lnTo>
                <a:lnTo>
                  <a:pt x="4042105" y="238658"/>
                </a:lnTo>
                <a:lnTo>
                  <a:pt x="3969639" y="238373"/>
                </a:lnTo>
                <a:lnTo>
                  <a:pt x="3897182" y="238020"/>
                </a:lnTo>
                <a:lnTo>
                  <a:pt x="3824726" y="237620"/>
                </a:lnTo>
                <a:lnTo>
                  <a:pt x="3752269" y="237144"/>
                </a:lnTo>
                <a:lnTo>
                  <a:pt x="3679812" y="236591"/>
                </a:lnTo>
                <a:lnTo>
                  <a:pt x="3607356" y="235991"/>
                </a:lnTo>
                <a:lnTo>
                  <a:pt x="3534899" y="235325"/>
                </a:lnTo>
                <a:lnTo>
                  <a:pt x="3462442" y="234591"/>
                </a:lnTo>
                <a:lnTo>
                  <a:pt x="3389986" y="233782"/>
                </a:lnTo>
                <a:lnTo>
                  <a:pt x="3317529" y="232905"/>
                </a:lnTo>
                <a:lnTo>
                  <a:pt x="3245072" y="231972"/>
                </a:lnTo>
                <a:lnTo>
                  <a:pt x="3172616" y="230962"/>
                </a:lnTo>
                <a:lnTo>
                  <a:pt x="3100168" y="229867"/>
                </a:lnTo>
                <a:lnTo>
                  <a:pt x="3027712" y="228714"/>
                </a:lnTo>
                <a:lnTo>
                  <a:pt x="2955265" y="227495"/>
                </a:lnTo>
                <a:lnTo>
                  <a:pt x="2882808" y="226190"/>
                </a:lnTo>
                <a:lnTo>
                  <a:pt x="2810361" y="224800"/>
                </a:lnTo>
                <a:lnTo>
                  <a:pt x="2737914" y="223342"/>
                </a:lnTo>
                <a:lnTo>
                  <a:pt x="2665466" y="221799"/>
                </a:lnTo>
                <a:lnTo>
                  <a:pt x="2593019" y="220189"/>
                </a:lnTo>
                <a:lnTo>
                  <a:pt x="2520572" y="218475"/>
                </a:lnTo>
                <a:lnTo>
                  <a:pt x="2448125" y="216665"/>
                </a:lnTo>
                <a:lnTo>
                  <a:pt x="2375687" y="214779"/>
                </a:lnTo>
                <a:lnTo>
                  <a:pt x="2303250" y="212808"/>
                </a:lnTo>
                <a:lnTo>
                  <a:pt x="2230812" y="210741"/>
                </a:lnTo>
                <a:lnTo>
                  <a:pt x="2158375" y="208559"/>
                </a:lnTo>
                <a:lnTo>
                  <a:pt x="2085937" y="206273"/>
                </a:lnTo>
                <a:lnTo>
                  <a:pt x="2013509" y="203892"/>
                </a:lnTo>
                <a:lnTo>
                  <a:pt x="1941081" y="201387"/>
                </a:lnTo>
                <a:lnTo>
                  <a:pt x="1868653" y="198777"/>
                </a:lnTo>
                <a:lnTo>
                  <a:pt x="1796234" y="196044"/>
                </a:lnTo>
                <a:lnTo>
                  <a:pt x="1723815" y="193186"/>
                </a:lnTo>
                <a:lnTo>
                  <a:pt x="1651397" y="190195"/>
                </a:lnTo>
                <a:lnTo>
                  <a:pt x="1578988" y="187042"/>
                </a:lnTo>
                <a:lnTo>
                  <a:pt x="1506579" y="183747"/>
                </a:lnTo>
                <a:lnTo>
                  <a:pt x="1434179" y="180289"/>
                </a:lnTo>
                <a:lnTo>
                  <a:pt x="1361780" y="176679"/>
                </a:lnTo>
                <a:lnTo>
                  <a:pt x="1289399" y="172869"/>
                </a:lnTo>
                <a:lnTo>
                  <a:pt x="1217019" y="168869"/>
                </a:lnTo>
                <a:lnTo>
                  <a:pt x="1144638" y="164649"/>
                </a:lnTo>
                <a:lnTo>
                  <a:pt x="1072277" y="160211"/>
                </a:lnTo>
                <a:lnTo>
                  <a:pt x="999925" y="155505"/>
                </a:lnTo>
                <a:lnTo>
                  <a:pt x="927592" y="150533"/>
                </a:lnTo>
                <a:lnTo>
                  <a:pt x="855269" y="145247"/>
                </a:lnTo>
                <a:lnTo>
                  <a:pt x="782965" y="139617"/>
                </a:lnTo>
                <a:lnTo>
                  <a:pt x="710679" y="133607"/>
                </a:lnTo>
                <a:lnTo>
                  <a:pt x="638432" y="127130"/>
                </a:lnTo>
                <a:lnTo>
                  <a:pt x="566214" y="120139"/>
                </a:lnTo>
                <a:lnTo>
                  <a:pt x="494033" y="112528"/>
                </a:lnTo>
                <a:lnTo>
                  <a:pt x="421919" y="104165"/>
                </a:lnTo>
                <a:lnTo>
                  <a:pt x="349891" y="94859"/>
                </a:lnTo>
                <a:lnTo>
                  <a:pt x="277978" y="84306"/>
                </a:lnTo>
                <a:lnTo>
                  <a:pt x="206264" y="72028"/>
                </a:lnTo>
                <a:lnTo>
                  <a:pt x="134912" y="57064"/>
                </a:lnTo>
                <a:lnTo>
                  <a:pt x="64465" y="370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layer-1-cap">
            <a:extLst xmlns:a="http://schemas.openxmlformats.org/drawingml/2006/main">
              <a:ext uri="{FF2B5EF4-FFF2-40B4-BE49-F238E27FC236}">
                <a16:creationId xmlns:a16="http://schemas.microsoft.com/office/drawing/2014/main" id="{B2A8C99E-62E2-4715-863B-AE178D0E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6171" y="2879598"/>
            <a:ext cx="7939659" cy="370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1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layer-1-cap-highlight">
            <a:extLst xmlns:a="http://schemas.openxmlformats.org/drawingml/2006/main">
              <a:ext uri="{FF2B5EF4-FFF2-40B4-BE49-F238E27FC236}">
                <a16:creationId xmlns:a16="http://schemas.microsoft.com/office/drawing/2014/main" id="{5A0CCB99-06AD-4868-B24B-76F78A38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3539" y="2915603"/>
            <a:ext cx="7383504" cy="108014"/>
          </a:xfrm>
          <a:custGeom xmlns:a="http://schemas.openxmlformats.org/drawingml/2006/main">
            <a:pathLst>
              <a:path w="7383504" h="108014">
                <a:moveTo>
                  <a:pt x="0" y="108014"/>
                </a:moveTo>
                <a:lnTo>
                  <a:pt x="61351" y="101975"/>
                </a:lnTo>
                <a:lnTo>
                  <a:pt x="122730" y="96422"/>
                </a:lnTo>
                <a:lnTo>
                  <a:pt x="184137" y="91288"/>
                </a:lnTo>
                <a:lnTo>
                  <a:pt x="245574" y="86516"/>
                </a:lnTo>
                <a:lnTo>
                  <a:pt x="307010" y="82039"/>
                </a:lnTo>
                <a:lnTo>
                  <a:pt x="368475" y="77838"/>
                </a:lnTo>
                <a:lnTo>
                  <a:pt x="429939" y="73866"/>
                </a:lnTo>
                <a:lnTo>
                  <a:pt x="491423" y="70133"/>
                </a:lnTo>
                <a:lnTo>
                  <a:pt x="552907" y="66570"/>
                </a:lnTo>
                <a:lnTo>
                  <a:pt x="614401" y="63189"/>
                </a:lnTo>
                <a:lnTo>
                  <a:pt x="675904" y="59988"/>
                </a:lnTo>
                <a:lnTo>
                  <a:pt x="737416" y="56931"/>
                </a:lnTo>
                <a:lnTo>
                  <a:pt x="798919" y="54007"/>
                </a:lnTo>
                <a:lnTo>
                  <a:pt x="860441" y="51216"/>
                </a:lnTo>
                <a:lnTo>
                  <a:pt x="921963" y="48549"/>
                </a:lnTo>
                <a:lnTo>
                  <a:pt x="983485" y="45996"/>
                </a:lnTo>
                <a:lnTo>
                  <a:pt x="1045007" y="43548"/>
                </a:lnTo>
                <a:lnTo>
                  <a:pt x="1106538" y="41205"/>
                </a:lnTo>
                <a:lnTo>
                  <a:pt x="1168070" y="38957"/>
                </a:lnTo>
                <a:lnTo>
                  <a:pt x="1229601" y="36805"/>
                </a:lnTo>
                <a:lnTo>
                  <a:pt x="1291133" y="34738"/>
                </a:lnTo>
                <a:lnTo>
                  <a:pt x="1352674" y="32747"/>
                </a:lnTo>
                <a:lnTo>
                  <a:pt x="1414215" y="30842"/>
                </a:lnTo>
                <a:lnTo>
                  <a:pt x="1475756" y="29013"/>
                </a:lnTo>
                <a:lnTo>
                  <a:pt x="1537297" y="27261"/>
                </a:lnTo>
                <a:lnTo>
                  <a:pt x="1598847" y="25603"/>
                </a:lnTo>
                <a:lnTo>
                  <a:pt x="1660388" y="23965"/>
                </a:lnTo>
                <a:lnTo>
                  <a:pt x="1721939" y="22441"/>
                </a:lnTo>
                <a:lnTo>
                  <a:pt x="1783480" y="20936"/>
                </a:lnTo>
                <a:lnTo>
                  <a:pt x="1845031" y="19536"/>
                </a:lnTo>
                <a:lnTo>
                  <a:pt x="1906581" y="18155"/>
                </a:lnTo>
                <a:lnTo>
                  <a:pt x="1968132" y="16840"/>
                </a:lnTo>
                <a:lnTo>
                  <a:pt x="2029682" y="15592"/>
                </a:lnTo>
                <a:lnTo>
                  <a:pt x="2091233" y="14421"/>
                </a:lnTo>
                <a:lnTo>
                  <a:pt x="2152793" y="13287"/>
                </a:lnTo>
                <a:lnTo>
                  <a:pt x="2214343" y="12202"/>
                </a:lnTo>
                <a:lnTo>
                  <a:pt x="2275894" y="11173"/>
                </a:lnTo>
                <a:lnTo>
                  <a:pt x="2337454" y="10182"/>
                </a:lnTo>
                <a:lnTo>
                  <a:pt x="2399005" y="9258"/>
                </a:lnTo>
                <a:lnTo>
                  <a:pt x="2460565" y="8363"/>
                </a:lnTo>
                <a:lnTo>
                  <a:pt x="2522125" y="7544"/>
                </a:lnTo>
                <a:lnTo>
                  <a:pt x="2583675" y="6734"/>
                </a:lnTo>
                <a:lnTo>
                  <a:pt x="2645235" y="6020"/>
                </a:lnTo>
                <a:lnTo>
                  <a:pt x="2706795" y="5296"/>
                </a:lnTo>
                <a:lnTo>
                  <a:pt x="2768356" y="4667"/>
                </a:lnTo>
                <a:lnTo>
                  <a:pt x="2829906" y="4048"/>
                </a:lnTo>
                <a:lnTo>
                  <a:pt x="2891466" y="3496"/>
                </a:lnTo>
                <a:lnTo>
                  <a:pt x="2953026" y="2981"/>
                </a:lnTo>
                <a:lnTo>
                  <a:pt x="3014586" y="2496"/>
                </a:lnTo>
                <a:lnTo>
                  <a:pt x="3076146" y="2076"/>
                </a:lnTo>
                <a:lnTo>
                  <a:pt x="3137706" y="1657"/>
                </a:lnTo>
                <a:lnTo>
                  <a:pt x="3199267" y="1334"/>
                </a:lnTo>
                <a:lnTo>
                  <a:pt x="3260827" y="1010"/>
                </a:lnTo>
                <a:lnTo>
                  <a:pt x="3322387" y="762"/>
                </a:lnTo>
                <a:lnTo>
                  <a:pt x="3383947" y="524"/>
                </a:lnTo>
                <a:lnTo>
                  <a:pt x="3445507" y="343"/>
                </a:lnTo>
                <a:lnTo>
                  <a:pt x="3507067" y="210"/>
                </a:lnTo>
                <a:lnTo>
                  <a:pt x="3568627" y="95"/>
                </a:lnTo>
                <a:lnTo>
                  <a:pt x="3630187" y="48"/>
                </a:lnTo>
                <a:lnTo>
                  <a:pt x="3691747" y="0"/>
                </a:lnTo>
                <a:lnTo>
                  <a:pt x="3753307" y="48"/>
                </a:lnTo>
                <a:lnTo>
                  <a:pt x="3814867" y="95"/>
                </a:lnTo>
                <a:lnTo>
                  <a:pt x="3876427" y="200"/>
                </a:lnTo>
                <a:lnTo>
                  <a:pt x="3937987" y="343"/>
                </a:lnTo>
                <a:lnTo>
                  <a:pt x="3999548" y="524"/>
                </a:lnTo>
                <a:lnTo>
                  <a:pt x="4061108" y="752"/>
                </a:lnTo>
                <a:lnTo>
                  <a:pt x="4122668" y="1000"/>
                </a:lnTo>
                <a:lnTo>
                  <a:pt x="4184228" y="1324"/>
                </a:lnTo>
                <a:lnTo>
                  <a:pt x="4245788" y="1648"/>
                </a:lnTo>
                <a:lnTo>
                  <a:pt x="4307348" y="2067"/>
                </a:lnTo>
                <a:lnTo>
                  <a:pt x="4368908" y="2486"/>
                </a:lnTo>
                <a:lnTo>
                  <a:pt x="4430468" y="2962"/>
                </a:lnTo>
                <a:lnTo>
                  <a:pt x="4492028" y="3486"/>
                </a:lnTo>
                <a:lnTo>
                  <a:pt x="4553588" y="4039"/>
                </a:lnTo>
                <a:lnTo>
                  <a:pt x="4615148" y="4648"/>
                </a:lnTo>
                <a:lnTo>
                  <a:pt x="4676708" y="5286"/>
                </a:lnTo>
                <a:lnTo>
                  <a:pt x="4738259" y="6001"/>
                </a:lnTo>
                <a:lnTo>
                  <a:pt x="4799819" y="6715"/>
                </a:lnTo>
                <a:lnTo>
                  <a:pt x="4861379" y="7525"/>
                </a:lnTo>
                <a:lnTo>
                  <a:pt x="4922930" y="8344"/>
                </a:lnTo>
                <a:lnTo>
                  <a:pt x="4984490" y="9220"/>
                </a:lnTo>
                <a:lnTo>
                  <a:pt x="5046040" y="10154"/>
                </a:lnTo>
                <a:lnTo>
                  <a:pt x="5107600" y="11144"/>
                </a:lnTo>
                <a:lnTo>
                  <a:pt x="5169151" y="12173"/>
                </a:lnTo>
                <a:lnTo>
                  <a:pt x="5230711" y="13259"/>
                </a:lnTo>
                <a:lnTo>
                  <a:pt x="5292261" y="14402"/>
                </a:lnTo>
                <a:lnTo>
                  <a:pt x="5353812" y="15573"/>
                </a:lnTo>
                <a:lnTo>
                  <a:pt x="5415363" y="16840"/>
                </a:lnTo>
                <a:lnTo>
                  <a:pt x="5476913" y="18117"/>
                </a:lnTo>
                <a:lnTo>
                  <a:pt x="5538464" y="19479"/>
                </a:lnTo>
                <a:lnTo>
                  <a:pt x="5600014" y="20898"/>
                </a:lnTo>
                <a:lnTo>
                  <a:pt x="5661565" y="22403"/>
                </a:lnTo>
                <a:lnTo>
                  <a:pt x="5723106" y="23927"/>
                </a:lnTo>
                <a:lnTo>
                  <a:pt x="5784656" y="25565"/>
                </a:lnTo>
                <a:lnTo>
                  <a:pt x="5846197" y="27222"/>
                </a:lnTo>
                <a:lnTo>
                  <a:pt x="5907738" y="28975"/>
                </a:lnTo>
                <a:lnTo>
                  <a:pt x="5969279" y="30804"/>
                </a:lnTo>
                <a:lnTo>
                  <a:pt x="6030820" y="32699"/>
                </a:lnTo>
                <a:lnTo>
                  <a:pt x="6092361" y="34690"/>
                </a:lnTo>
                <a:lnTo>
                  <a:pt x="6153893" y="36757"/>
                </a:lnTo>
                <a:lnTo>
                  <a:pt x="6215434" y="38910"/>
                </a:lnTo>
                <a:lnTo>
                  <a:pt x="6276965" y="41158"/>
                </a:lnTo>
                <a:lnTo>
                  <a:pt x="6338487" y="43501"/>
                </a:lnTo>
                <a:lnTo>
                  <a:pt x="6400019" y="45939"/>
                </a:lnTo>
                <a:lnTo>
                  <a:pt x="6461541" y="48482"/>
                </a:lnTo>
                <a:lnTo>
                  <a:pt x="6523063" y="51149"/>
                </a:lnTo>
                <a:lnTo>
                  <a:pt x="6584575" y="53940"/>
                </a:lnTo>
                <a:lnTo>
                  <a:pt x="6646088" y="56864"/>
                </a:lnTo>
                <a:lnTo>
                  <a:pt x="6707591" y="59922"/>
                </a:lnTo>
                <a:lnTo>
                  <a:pt x="6769094" y="63122"/>
                </a:lnTo>
                <a:lnTo>
                  <a:pt x="6830587" y="66494"/>
                </a:lnTo>
                <a:lnTo>
                  <a:pt x="6892080" y="70047"/>
                </a:lnTo>
                <a:lnTo>
                  <a:pt x="6953555" y="73781"/>
                </a:lnTo>
                <a:lnTo>
                  <a:pt x="7015029" y="77743"/>
                </a:lnTo>
                <a:lnTo>
                  <a:pt x="7076484" y="81944"/>
                </a:lnTo>
                <a:lnTo>
                  <a:pt x="7137930" y="86411"/>
                </a:lnTo>
                <a:lnTo>
                  <a:pt x="7199357" y="91173"/>
                </a:lnTo>
                <a:lnTo>
                  <a:pt x="7260765" y="96298"/>
                </a:lnTo>
                <a:lnTo>
                  <a:pt x="7322153" y="101841"/>
                </a:lnTo>
                <a:lnTo>
                  <a:pt x="7383504" y="107871"/>
                </a:lnTo>
                <a:lnTo>
                  <a:pt x="7324830" y="105232"/>
                </a:lnTo>
                <a:lnTo>
                  <a:pt x="7263317" y="102565"/>
                </a:lnTo>
                <a:lnTo>
                  <a:pt x="7201786" y="100089"/>
                </a:lnTo>
                <a:lnTo>
                  <a:pt x="7140264" y="97765"/>
                </a:lnTo>
                <a:lnTo>
                  <a:pt x="7078723" y="95564"/>
                </a:lnTo>
                <a:lnTo>
                  <a:pt x="7017191" y="93497"/>
                </a:lnTo>
                <a:lnTo>
                  <a:pt x="6955650" y="91554"/>
                </a:lnTo>
                <a:lnTo>
                  <a:pt x="6894109" y="89678"/>
                </a:lnTo>
                <a:lnTo>
                  <a:pt x="6832568" y="87925"/>
                </a:lnTo>
                <a:lnTo>
                  <a:pt x="6771027" y="86239"/>
                </a:lnTo>
                <a:lnTo>
                  <a:pt x="6709477" y="84620"/>
                </a:lnTo>
                <a:lnTo>
                  <a:pt x="6647936" y="83096"/>
                </a:lnTo>
                <a:lnTo>
                  <a:pt x="6586385" y="81610"/>
                </a:lnTo>
                <a:lnTo>
                  <a:pt x="6524835" y="80210"/>
                </a:lnTo>
                <a:lnTo>
                  <a:pt x="6463284" y="78867"/>
                </a:lnTo>
                <a:lnTo>
                  <a:pt x="6401733" y="77562"/>
                </a:lnTo>
                <a:lnTo>
                  <a:pt x="6340183" y="76333"/>
                </a:lnTo>
                <a:lnTo>
                  <a:pt x="6278632" y="75124"/>
                </a:lnTo>
                <a:lnTo>
                  <a:pt x="6217082" y="74000"/>
                </a:lnTo>
                <a:lnTo>
                  <a:pt x="6155522" y="72885"/>
                </a:lnTo>
                <a:lnTo>
                  <a:pt x="6093971" y="71847"/>
                </a:lnTo>
                <a:lnTo>
                  <a:pt x="6032411" y="70828"/>
                </a:lnTo>
                <a:lnTo>
                  <a:pt x="5970861" y="69866"/>
                </a:lnTo>
                <a:lnTo>
                  <a:pt x="5909300" y="68923"/>
                </a:lnTo>
                <a:lnTo>
                  <a:pt x="5847750" y="68028"/>
                </a:lnTo>
                <a:lnTo>
                  <a:pt x="5786190" y="67170"/>
                </a:lnTo>
                <a:lnTo>
                  <a:pt x="5724639" y="66342"/>
                </a:lnTo>
                <a:lnTo>
                  <a:pt x="5663079" y="65542"/>
                </a:lnTo>
                <a:lnTo>
                  <a:pt x="5601519" y="64789"/>
                </a:lnTo>
                <a:lnTo>
                  <a:pt x="5539969" y="64056"/>
                </a:lnTo>
                <a:lnTo>
                  <a:pt x="5478409" y="63360"/>
                </a:lnTo>
                <a:lnTo>
                  <a:pt x="5416848" y="62684"/>
                </a:lnTo>
                <a:lnTo>
                  <a:pt x="5355288" y="62046"/>
                </a:lnTo>
                <a:lnTo>
                  <a:pt x="5293728" y="61436"/>
                </a:lnTo>
                <a:lnTo>
                  <a:pt x="5232178" y="60855"/>
                </a:lnTo>
                <a:lnTo>
                  <a:pt x="5170618" y="60284"/>
                </a:lnTo>
                <a:lnTo>
                  <a:pt x="5109058" y="59769"/>
                </a:lnTo>
                <a:lnTo>
                  <a:pt x="5047498" y="59246"/>
                </a:lnTo>
                <a:lnTo>
                  <a:pt x="4985937" y="58779"/>
                </a:lnTo>
                <a:lnTo>
                  <a:pt x="4924377" y="58312"/>
                </a:lnTo>
                <a:lnTo>
                  <a:pt x="4862817" y="57893"/>
                </a:lnTo>
                <a:lnTo>
                  <a:pt x="4801257" y="57483"/>
                </a:lnTo>
                <a:lnTo>
                  <a:pt x="4739697" y="57112"/>
                </a:lnTo>
                <a:lnTo>
                  <a:pt x="4678137" y="56750"/>
                </a:lnTo>
                <a:lnTo>
                  <a:pt x="4616577" y="56417"/>
                </a:lnTo>
                <a:lnTo>
                  <a:pt x="4555017" y="56102"/>
                </a:lnTo>
                <a:lnTo>
                  <a:pt x="4493457" y="55807"/>
                </a:lnTo>
                <a:lnTo>
                  <a:pt x="4431897" y="55540"/>
                </a:lnTo>
                <a:lnTo>
                  <a:pt x="4370337" y="55293"/>
                </a:lnTo>
                <a:lnTo>
                  <a:pt x="4308777" y="55074"/>
                </a:lnTo>
                <a:lnTo>
                  <a:pt x="4247217" y="54864"/>
                </a:lnTo>
                <a:lnTo>
                  <a:pt x="4185656" y="54693"/>
                </a:lnTo>
                <a:lnTo>
                  <a:pt x="4124096" y="54531"/>
                </a:lnTo>
                <a:lnTo>
                  <a:pt x="4062536" y="54397"/>
                </a:lnTo>
                <a:lnTo>
                  <a:pt x="4000976" y="54283"/>
                </a:lnTo>
                <a:lnTo>
                  <a:pt x="3939416" y="54188"/>
                </a:lnTo>
                <a:lnTo>
                  <a:pt x="3877856" y="54112"/>
                </a:lnTo>
                <a:lnTo>
                  <a:pt x="3816296" y="54054"/>
                </a:lnTo>
                <a:lnTo>
                  <a:pt x="3754736" y="54026"/>
                </a:lnTo>
                <a:lnTo>
                  <a:pt x="3693176" y="54007"/>
                </a:lnTo>
                <a:lnTo>
                  <a:pt x="3631616" y="54026"/>
                </a:lnTo>
                <a:lnTo>
                  <a:pt x="3570056" y="54054"/>
                </a:lnTo>
                <a:lnTo>
                  <a:pt x="3508496" y="54112"/>
                </a:lnTo>
                <a:lnTo>
                  <a:pt x="3446936" y="54178"/>
                </a:lnTo>
                <a:lnTo>
                  <a:pt x="3385376" y="54273"/>
                </a:lnTo>
                <a:lnTo>
                  <a:pt x="3323815" y="54397"/>
                </a:lnTo>
                <a:lnTo>
                  <a:pt x="3262255" y="54521"/>
                </a:lnTo>
                <a:lnTo>
                  <a:pt x="3200686" y="54693"/>
                </a:lnTo>
                <a:lnTo>
                  <a:pt x="3139126" y="54854"/>
                </a:lnTo>
                <a:lnTo>
                  <a:pt x="3077566" y="55074"/>
                </a:lnTo>
                <a:lnTo>
                  <a:pt x="3016006" y="55283"/>
                </a:lnTo>
                <a:lnTo>
                  <a:pt x="2954445" y="55540"/>
                </a:lnTo>
                <a:lnTo>
                  <a:pt x="2892885" y="55797"/>
                </a:lnTo>
                <a:lnTo>
                  <a:pt x="2831325" y="56093"/>
                </a:lnTo>
                <a:lnTo>
                  <a:pt x="2769765" y="56407"/>
                </a:lnTo>
                <a:lnTo>
                  <a:pt x="2708205" y="56740"/>
                </a:lnTo>
                <a:lnTo>
                  <a:pt x="2646645" y="57102"/>
                </a:lnTo>
                <a:lnTo>
                  <a:pt x="2585095" y="57474"/>
                </a:lnTo>
                <a:lnTo>
                  <a:pt x="2523534" y="57883"/>
                </a:lnTo>
                <a:lnTo>
                  <a:pt x="2461965" y="58303"/>
                </a:lnTo>
                <a:lnTo>
                  <a:pt x="2400414" y="58769"/>
                </a:lnTo>
                <a:lnTo>
                  <a:pt x="2338854" y="59236"/>
                </a:lnTo>
                <a:lnTo>
                  <a:pt x="2277294" y="59750"/>
                </a:lnTo>
                <a:lnTo>
                  <a:pt x="2215734" y="60274"/>
                </a:lnTo>
                <a:lnTo>
                  <a:pt x="2154174" y="60836"/>
                </a:lnTo>
                <a:lnTo>
                  <a:pt x="2092614" y="61417"/>
                </a:lnTo>
                <a:lnTo>
                  <a:pt x="2031054" y="62036"/>
                </a:lnTo>
                <a:lnTo>
                  <a:pt x="1969503" y="62675"/>
                </a:lnTo>
                <a:lnTo>
                  <a:pt x="1907943" y="63341"/>
                </a:lnTo>
                <a:lnTo>
                  <a:pt x="1846383" y="64037"/>
                </a:lnTo>
                <a:lnTo>
                  <a:pt x="1784823" y="64770"/>
                </a:lnTo>
                <a:lnTo>
                  <a:pt x="1723273" y="65532"/>
                </a:lnTo>
                <a:lnTo>
                  <a:pt x="1661712" y="66323"/>
                </a:lnTo>
                <a:lnTo>
                  <a:pt x="1600152" y="67151"/>
                </a:lnTo>
                <a:lnTo>
                  <a:pt x="1538602" y="68009"/>
                </a:lnTo>
                <a:lnTo>
                  <a:pt x="1477042" y="68904"/>
                </a:lnTo>
                <a:lnTo>
                  <a:pt x="1415491" y="69837"/>
                </a:lnTo>
                <a:lnTo>
                  <a:pt x="1353931" y="70809"/>
                </a:lnTo>
                <a:lnTo>
                  <a:pt x="1292381" y="71828"/>
                </a:lnTo>
                <a:lnTo>
                  <a:pt x="1230821" y="72866"/>
                </a:lnTo>
                <a:lnTo>
                  <a:pt x="1169270" y="73971"/>
                </a:lnTo>
                <a:lnTo>
                  <a:pt x="1107719" y="75095"/>
                </a:lnTo>
                <a:lnTo>
                  <a:pt x="1046169" y="76305"/>
                </a:lnTo>
                <a:lnTo>
                  <a:pt x="984618" y="77534"/>
                </a:lnTo>
                <a:lnTo>
                  <a:pt x="923058" y="78829"/>
                </a:lnTo>
                <a:lnTo>
                  <a:pt x="861508" y="80181"/>
                </a:lnTo>
                <a:lnTo>
                  <a:pt x="799967" y="81582"/>
                </a:lnTo>
                <a:lnTo>
                  <a:pt x="738416" y="83058"/>
                </a:lnTo>
                <a:lnTo>
                  <a:pt x="676866" y="84582"/>
                </a:lnTo>
                <a:lnTo>
                  <a:pt x="615325" y="86201"/>
                </a:lnTo>
                <a:lnTo>
                  <a:pt x="553774" y="87887"/>
                </a:lnTo>
                <a:lnTo>
                  <a:pt x="492233" y="89630"/>
                </a:lnTo>
                <a:lnTo>
                  <a:pt x="430692" y="91516"/>
                </a:lnTo>
                <a:lnTo>
                  <a:pt x="369160" y="93450"/>
                </a:lnTo>
                <a:lnTo>
                  <a:pt x="307619" y="95517"/>
                </a:lnTo>
                <a:lnTo>
                  <a:pt x="246088" y="97707"/>
                </a:lnTo>
                <a:lnTo>
                  <a:pt x="184556" y="100032"/>
                </a:lnTo>
                <a:lnTo>
                  <a:pt x="123034" y="102508"/>
                </a:lnTo>
                <a:lnTo>
                  <a:pt x="61512" y="105166"/>
                </a:lnTo>
                <a:lnTo>
                  <a:pt x="0" y="1080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layer-1-title">
            <a:extLst xmlns:a="http://schemas.openxmlformats.org/drawingml/2006/main">
              <a:ext uri="{FF2B5EF4-FFF2-40B4-BE49-F238E27FC236}">
                <a16:creationId xmlns:a16="http://schemas.microsoft.com/office/drawing/2014/main" id="{C69147E3-A13F-4DF8-898B-0F06D2C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8904" y="2869254"/>
            <a:ext cx="6414192" cy="360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6" name="layer-1-item-0-title">
            <a:extLst xmlns:a="http://schemas.openxmlformats.org/drawingml/2006/main">
              <a:ext uri="{FF2B5EF4-FFF2-40B4-BE49-F238E27FC236}">
                <a16:creationId xmlns:a16="http://schemas.microsoft.com/office/drawing/2014/main" id="{24878539-F44D-4AE2-B517-2D68387F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209" y="3393434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7" name="layer-1-item-1-title">
            <a:extLst xmlns:a="http://schemas.openxmlformats.org/drawingml/2006/main">
              <a:ext uri="{FF2B5EF4-FFF2-40B4-BE49-F238E27FC236}">
                <a16:creationId xmlns:a16="http://schemas.microsoft.com/office/drawing/2014/main" id="{F0555DA2-E85E-4468-8210-FDEB3D51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3106" y="3393434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流程协同</a:t>
            </a:r>
          </a:p>
        </p:txBody>
      </p:sp>
      <p:sp>
        <p:nvSpPr>
          <p:cNvPr id="18" name="layer-1-item-2-title">
            <a:extLst xmlns:a="http://schemas.openxmlformats.org/drawingml/2006/main">
              <a:ext uri="{FF2B5EF4-FFF2-40B4-BE49-F238E27FC236}">
                <a16:creationId xmlns:a16="http://schemas.microsoft.com/office/drawing/2014/main" id="{F8BBD358-B4FF-4B23-A16D-A9FCF3DA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5003" y="3393434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任务管理</a:t>
            </a:r>
          </a:p>
        </p:txBody>
      </p:sp>
      <p:sp>
        <p:nvSpPr>
          <p:cNvPr id="19" name="layer-1-item-3-title">
            <a:extLst xmlns:a="http://schemas.openxmlformats.org/drawingml/2006/main">
              <a:ext uri="{FF2B5EF4-FFF2-40B4-BE49-F238E27FC236}">
                <a16:creationId xmlns:a16="http://schemas.microsoft.com/office/drawing/2014/main" id="{883280E1-038E-45FD-AB3B-6DFC9E31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900" y="3393434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20" name="layer-2-shadow">
            <a:extLst xmlns:a="http://schemas.openxmlformats.org/drawingml/2006/main">
              <a:ext uri="{FF2B5EF4-FFF2-40B4-BE49-F238E27FC236}">
                <a16:creationId xmlns:a16="http://schemas.microsoft.com/office/drawing/2014/main" id="{8E2B9562-F4F9-4E03-B6E0-E0AD89AD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4794123"/>
            <a:ext cx="914400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layer-2-body">
            <a:extLst xmlns:a="http://schemas.openxmlformats.org/drawingml/2006/main">
              <a:ext uri="{FF2B5EF4-FFF2-40B4-BE49-F238E27FC236}">
                <a16:creationId xmlns:a16="http://schemas.microsoft.com/office/drawing/2014/main" id="{FA0AF2FE-537B-45D0-8DCE-212C25F4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5750" y="4107475"/>
            <a:ext cx="9502511" cy="776640"/>
          </a:xfrm>
          <a:custGeom xmlns:a="http://schemas.openxmlformats.org/drawingml/2006/main">
            <a:pathLst>
              <a:path w="9502511" h="776640">
                <a:moveTo>
                  <a:pt x="377800" y="100289"/>
                </a:moveTo>
                <a:lnTo>
                  <a:pt x="455076" y="79305"/>
                </a:lnTo>
                <a:lnTo>
                  <a:pt x="536057" y="70799"/>
                </a:lnTo>
                <a:lnTo>
                  <a:pt x="617220" y="64522"/>
                </a:lnTo>
                <a:lnTo>
                  <a:pt x="698449" y="59398"/>
                </a:lnTo>
                <a:lnTo>
                  <a:pt x="779717" y="55016"/>
                </a:lnTo>
                <a:lnTo>
                  <a:pt x="861012" y="51178"/>
                </a:lnTo>
                <a:lnTo>
                  <a:pt x="942318" y="47720"/>
                </a:lnTo>
                <a:lnTo>
                  <a:pt x="1023633" y="44596"/>
                </a:lnTo>
                <a:lnTo>
                  <a:pt x="1104957" y="41720"/>
                </a:lnTo>
                <a:lnTo>
                  <a:pt x="1186291" y="39062"/>
                </a:lnTo>
                <a:lnTo>
                  <a:pt x="1267635" y="36614"/>
                </a:lnTo>
                <a:lnTo>
                  <a:pt x="1348969" y="34319"/>
                </a:lnTo>
                <a:lnTo>
                  <a:pt x="1430322" y="32175"/>
                </a:lnTo>
                <a:lnTo>
                  <a:pt x="1511665" y="30147"/>
                </a:lnTo>
                <a:lnTo>
                  <a:pt x="1593018" y="28251"/>
                </a:lnTo>
                <a:lnTo>
                  <a:pt x="1674371" y="26460"/>
                </a:lnTo>
                <a:lnTo>
                  <a:pt x="1755724" y="24775"/>
                </a:lnTo>
                <a:lnTo>
                  <a:pt x="1837077" y="23165"/>
                </a:lnTo>
                <a:lnTo>
                  <a:pt x="1918430" y="21650"/>
                </a:lnTo>
                <a:lnTo>
                  <a:pt x="1999793" y="20212"/>
                </a:lnTo>
                <a:lnTo>
                  <a:pt x="2081155" y="18840"/>
                </a:lnTo>
                <a:lnTo>
                  <a:pt x="2162508" y="17545"/>
                </a:lnTo>
                <a:lnTo>
                  <a:pt x="2243871" y="16316"/>
                </a:lnTo>
                <a:lnTo>
                  <a:pt x="2325233" y="15135"/>
                </a:lnTo>
                <a:lnTo>
                  <a:pt x="2406596" y="14021"/>
                </a:lnTo>
                <a:lnTo>
                  <a:pt x="2487959" y="12964"/>
                </a:lnTo>
                <a:lnTo>
                  <a:pt x="2569321" y="11963"/>
                </a:lnTo>
                <a:lnTo>
                  <a:pt x="2650693" y="11039"/>
                </a:lnTo>
                <a:lnTo>
                  <a:pt x="2732056" y="10116"/>
                </a:lnTo>
                <a:lnTo>
                  <a:pt x="2813418" y="9268"/>
                </a:lnTo>
                <a:lnTo>
                  <a:pt x="2894790" y="8458"/>
                </a:lnTo>
                <a:lnTo>
                  <a:pt x="2976153" y="7677"/>
                </a:lnTo>
                <a:lnTo>
                  <a:pt x="3057515" y="6963"/>
                </a:lnTo>
                <a:lnTo>
                  <a:pt x="3138888" y="6248"/>
                </a:lnTo>
                <a:lnTo>
                  <a:pt x="3220250" y="5629"/>
                </a:lnTo>
                <a:lnTo>
                  <a:pt x="3301622" y="5020"/>
                </a:lnTo>
                <a:lnTo>
                  <a:pt x="3382985" y="4458"/>
                </a:lnTo>
                <a:lnTo>
                  <a:pt x="3464357" y="3924"/>
                </a:lnTo>
                <a:lnTo>
                  <a:pt x="3545719" y="3419"/>
                </a:lnTo>
                <a:lnTo>
                  <a:pt x="3627091" y="2972"/>
                </a:lnTo>
                <a:lnTo>
                  <a:pt x="3708463" y="2534"/>
                </a:lnTo>
                <a:lnTo>
                  <a:pt x="3789826" y="2153"/>
                </a:lnTo>
                <a:lnTo>
                  <a:pt x="3871198" y="1800"/>
                </a:lnTo>
                <a:lnTo>
                  <a:pt x="3952561" y="1467"/>
                </a:lnTo>
                <a:lnTo>
                  <a:pt x="4033933" y="1191"/>
                </a:lnTo>
                <a:lnTo>
                  <a:pt x="4115305" y="914"/>
                </a:lnTo>
                <a:lnTo>
                  <a:pt x="4196667" y="705"/>
                </a:lnTo>
                <a:lnTo>
                  <a:pt x="4278039" y="505"/>
                </a:lnTo>
                <a:lnTo>
                  <a:pt x="4359412" y="343"/>
                </a:lnTo>
                <a:lnTo>
                  <a:pt x="4440784" y="219"/>
                </a:lnTo>
                <a:lnTo>
                  <a:pt x="4522146" y="105"/>
                </a:lnTo>
                <a:lnTo>
                  <a:pt x="4603518" y="57"/>
                </a:lnTo>
                <a:lnTo>
                  <a:pt x="4684890" y="10"/>
                </a:lnTo>
                <a:lnTo>
                  <a:pt x="4766253" y="0"/>
                </a:lnTo>
                <a:lnTo>
                  <a:pt x="4847625" y="38"/>
                </a:lnTo>
                <a:lnTo>
                  <a:pt x="4928997" y="76"/>
                </a:lnTo>
                <a:lnTo>
                  <a:pt x="5010360" y="181"/>
                </a:lnTo>
                <a:lnTo>
                  <a:pt x="5091732" y="295"/>
                </a:lnTo>
                <a:lnTo>
                  <a:pt x="5173104" y="438"/>
                </a:lnTo>
                <a:lnTo>
                  <a:pt x="5254466" y="638"/>
                </a:lnTo>
                <a:lnTo>
                  <a:pt x="5335838" y="829"/>
                </a:lnTo>
                <a:lnTo>
                  <a:pt x="5417210" y="1095"/>
                </a:lnTo>
                <a:lnTo>
                  <a:pt x="5498573" y="1362"/>
                </a:lnTo>
                <a:lnTo>
                  <a:pt x="5579945" y="1667"/>
                </a:lnTo>
                <a:lnTo>
                  <a:pt x="5661317" y="2029"/>
                </a:lnTo>
                <a:lnTo>
                  <a:pt x="5742680" y="2381"/>
                </a:lnTo>
                <a:lnTo>
                  <a:pt x="5824052" y="2810"/>
                </a:lnTo>
                <a:lnTo>
                  <a:pt x="5905424" y="3258"/>
                </a:lnTo>
                <a:lnTo>
                  <a:pt x="5986786" y="3734"/>
                </a:lnTo>
                <a:lnTo>
                  <a:pt x="6068158" y="4267"/>
                </a:lnTo>
                <a:lnTo>
                  <a:pt x="6149521" y="4791"/>
                </a:lnTo>
                <a:lnTo>
                  <a:pt x="6230893" y="5410"/>
                </a:lnTo>
                <a:lnTo>
                  <a:pt x="6312256" y="6029"/>
                </a:lnTo>
                <a:lnTo>
                  <a:pt x="6393628" y="6706"/>
                </a:lnTo>
                <a:lnTo>
                  <a:pt x="6474990" y="7420"/>
                </a:lnTo>
                <a:lnTo>
                  <a:pt x="6556362" y="8153"/>
                </a:lnTo>
                <a:lnTo>
                  <a:pt x="6637725" y="8954"/>
                </a:lnTo>
                <a:lnTo>
                  <a:pt x="6719087" y="9792"/>
                </a:lnTo>
                <a:lnTo>
                  <a:pt x="6800450" y="10706"/>
                </a:lnTo>
                <a:lnTo>
                  <a:pt x="6881822" y="11621"/>
                </a:lnTo>
                <a:lnTo>
                  <a:pt x="6963185" y="12602"/>
                </a:lnTo>
                <a:lnTo>
                  <a:pt x="7044547" y="13640"/>
                </a:lnTo>
                <a:lnTo>
                  <a:pt x="7125910" y="14735"/>
                </a:lnTo>
                <a:lnTo>
                  <a:pt x="7207272" y="15888"/>
                </a:lnTo>
                <a:lnTo>
                  <a:pt x="7288635" y="17097"/>
                </a:lnTo>
                <a:lnTo>
                  <a:pt x="7369997" y="18374"/>
                </a:lnTo>
                <a:lnTo>
                  <a:pt x="7451350" y="19707"/>
                </a:lnTo>
                <a:lnTo>
                  <a:pt x="7532713" y="21126"/>
                </a:lnTo>
                <a:lnTo>
                  <a:pt x="7614066" y="22612"/>
                </a:lnTo>
                <a:lnTo>
                  <a:pt x="7695428" y="24184"/>
                </a:lnTo>
                <a:lnTo>
                  <a:pt x="7776782" y="25841"/>
                </a:lnTo>
                <a:lnTo>
                  <a:pt x="7858135" y="27603"/>
                </a:lnTo>
                <a:lnTo>
                  <a:pt x="7939488" y="29461"/>
                </a:lnTo>
                <a:lnTo>
                  <a:pt x="8020831" y="31423"/>
                </a:lnTo>
                <a:lnTo>
                  <a:pt x="8102184" y="33518"/>
                </a:lnTo>
                <a:lnTo>
                  <a:pt x="8183528" y="35766"/>
                </a:lnTo>
                <a:lnTo>
                  <a:pt x="8264862" y="38167"/>
                </a:lnTo>
                <a:lnTo>
                  <a:pt x="8346196" y="40738"/>
                </a:lnTo>
                <a:lnTo>
                  <a:pt x="8427530" y="43529"/>
                </a:lnTo>
                <a:lnTo>
                  <a:pt x="8508844" y="46568"/>
                </a:lnTo>
                <a:lnTo>
                  <a:pt x="8590159" y="49882"/>
                </a:lnTo>
                <a:lnTo>
                  <a:pt x="8671455" y="53578"/>
                </a:lnTo>
                <a:lnTo>
                  <a:pt x="8752732" y="57750"/>
                </a:lnTo>
                <a:lnTo>
                  <a:pt x="8833980" y="62560"/>
                </a:lnTo>
                <a:lnTo>
                  <a:pt x="8915171" y="68351"/>
                </a:lnTo>
                <a:lnTo>
                  <a:pt x="8996239" y="75829"/>
                </a:lnTo>
                <a:lnTo>
                  <a:pt x="9076801" y="87935"/>
                </a:lnTo>
                <a:lnTo>
                  <a:pt x="9136151" y="143294"/>
                </a:lnTo>
                <a:lnTo>
                  <a:pt x="9188491" y="210588"/>
                </a:lnTo>
                <a:lnTo>
                  <a:pt x="9240822" y="277873"/>
                </a:lnTo>
                <a:lnTo>
                  <a:pt x="9293162" y="345167"/>
                </a:lnTo>
                <a:lnTo>
                  <a:pt x="9345501" y="412452"/>
                </a:lnTo>
                <a:lnTo>
                  <a:pt x="9397832" y="479746"/>
                </a:lnTo>
                <a:lnTo>
                  <a:pt x="9450172" y="547030"/>
                </a:lnTo>
                <a:lnTo>
                  <a:pt x="9502511" y="614324"/>
                </a:lnTo>
                <a:lnTo>
                  <a:pt x="9430131" y="646166"/>
                </a:lnTo>
                <a:lnTo>
                  <a:pt x="9349740" y="659635"/>
                </a:lnTo>
                <a:lnTo>
                  <a:pt x="9268882" y="669522"/>
                </a:lnTo>
                <a:lnTo>
                  <a:pt x="9187863" y="677580"/>
                </a:lnTo>
                <a:lnTo>
                  <a:pt x="9106738" y="684467"/>
                </a:lnTo>
                <a:lnTo>
                  <a:pt x="9025566" y="690543"/>
                </a:lnTo>
                <a:lnTo>
                  <a:pt x="8944356" y="695982"/>
                </a:lnTo>
                <a:lnTo>
                  <a:pt x="8863117" y="700926"/>
                </a:lnTo>
                <a:lnTo>
                  <a:pt x="8781860" y="705469"/>
                </a:lnTo>
                <a:lnTo>
                  <a:pt x="8700583" y="709670"/>
                </a:lnTo>
                <a:lnTo>
                  <a:pt x="8619287" y="713565"/>
                </a:lnTo>
                <a:lnTo>
                  <a:pt x="8537991" y="717204"/>
                </a:lnTo>
                <a:lnTo>
                  <a:pt x="8456686" y="720623"/>
                </a:lnTo>
                <a:lnTo>
                  <a:pt x="8375371" y="723833"/>
                </a:lnTo>
                <a:lnTo>
                  <a:pt x="8294046" y="726872"/>
                </a:lnTo>
                <a:lnTo>
                  <a:pt x="8212722" y="729748"/>
                </a:lnTo>
                <a:lnTo>
                  <a:pt x="8131388" y="732463"/>
                </a:lnTo>
                <a:lnTo>
                  <a:pt x="8050054" y="735044"/>
                </a:lnTo>
                <a:lnTo>
                  <a:pt x="7968720" y="737502"/>
                </a:lnTo>
                <a:lnTo>
                  <a:pt x="7887376" y="739835"/>
                </a:lnTo>
                <a:lnTo>
                  <a:pt x="7806033" y="742055"/>
                </a:lnTo>
                <a:lnTo>
                  <a:pt x="7724689" y="744169"/>
                </a:lnTo>
                <a:lnTo>
                  <a:pt x="7643346" y="746189"/>
                </a:lnTo>
                <a:lnTo>
                  <a:pt x="7561993" y="748122"/>
                </a:lnTo>
                <a:lnTo>
                  <a:pt x="7480640" y="749960"/>
                </a:lnTo>
                <a:lnTo>
                  <a:pt x="7399287" y="751713"/>
                </a:lnTo>
                <a:lnTo>
                  <a:pt x="7317934" y="753380"/>
                </a:lnTo>
                <a:lnTo>
                  <a:pt x="7236581" y="754971"/>
                </a:lnTo>
                <a:lnTo>
                  <a:pt x="7155218" y="756495"/>
                </a:lnTo>
                <a:lnTo>
                  <a:pt x="7073865" y="757942"/>
                </a:lnTo>
                <a:lnTo>
                  <a:pt x="6992503" y="759333"/>
                </a:lnTo>
                <a:lnTo>
                  <a:pt x="6911140" y="760657"/>
                </a:lnTo>
                <a:lnTo>
                  <a:pt x="6829787" y="761905"/>
                </a:lnTo>
                <a:lnTo>
                  <a:pt x="6748424" y="763095"/>
                </a:lnTo>
                <a:lnTo>
                  <a:pt x="6667062" y="764238"/>
                </a:lnTo>
                <a:lnTo>
                  <a:pt x="6585699" y="765315"/>
                </a:lnTo>
                <a:lnTo>
                  <a:pt x="6504337" y="766334"/>
                </a:lnTo>
                <a:lnTo>
                  <a:pt x="6422965" y="767296"/>
                </a:lnTo>
                <a:lnTo>
                  <a:pt x="6341602" y="768210"/>
                </a:lnTo>
                <a:lnTo>
                  <a:pt x="6260240" y="769077"/>
                </a:lnTo>
                <a:lnTo>
                  <a:pt x="6178868" y="769896"/>
                </a:lnTo>
                <a:lnTo>
                  <a:pt x="6097505" y="770649"/>
                </a:lnTo>
                <a:lnTo>
                  <a:pt x="6016142" y="771363"/>
                </a:lnTo>
                <a:lnTo>
                  <a:pt x="5934770" y="772030"/>
                </a:lnTo>
                <a:lnTo>
                  <a:pt x="5853408" y="772658"/>
                </a:lnTo>
                <a:lnTo>
                  <a:pt x="5772036" y="773192"/>
                </a:lnTo>
                <a:lnTo>
                  <a:pt x="5690673" y="773716"/>
                </a:lnTo>
                <a:lnTo>
                  <a:pt x="5609301" y="774230"/>
                </a:lnTo>
                <a:lnTo>
                  <a:pt x="5527929" y="774668"/>
                </a:lnTo>
                <a:lnTo>
                  <a:pt x="5446566" y="775049"/>
                </a:lnTo>
                <a:lnTo>
                  <a:pt x="5365194" y="775383"/>
                </a:lnTo>
                <a:lnTo>
                  <a:pt x="5283832" y="775678"/>
                </a:lnTo>
                <a:lnTo>
                  <a:pt x="5202460" y="775964"/>
                </a:lnTo>
                <a:lnTo>
                  <a:pt x="5121088" y="776183"/>
                </a:lnTo>
                <a:lnTo>
                  <a:pt x="5039716" y="776364"/>
                </a:lnTo>
                <a:lnTo>
                  <a:pt x="4958353" y="776497"/>
                </a:lnTo>
                <a:lnTo>
                  <a:pt x="4876981" y="776564"/>
                </a:lnTo>
                <a:lnTo>
                  <a:pt x="4795609" y="776621"/>
                </a:lnTo>
                <a:lnTo>
                  <a:pt x="4714246" y="776640"/>
                </a:lnTo>
                <a:lnTo>
                  <a:pt x="4632874" y="776583"/>
                </a:lnTo>
                <a:lnTo>
                  <a:pt x="4551502" y="776526"/>
                </a:lnTo>
                <a:lnTo>
                  <a:pt x="4470140" y="776411"/>
                </a:lnTo>
                <a:lnTo>
                  <a:pt x="4388768" y="776259"/>
                </a:lnTo>
                <a:lnTo>
                  <a:pt x="4307396" y="776059"/>
                </a:lnTo>
                <a:lnTo>
                  <a:pt x="4226033" y="775783"/>
                </a:lnTo>
                <a:lnTo>
                  <a:pt x="4144661" y="775487"/>
                </a:lnTo>
                <a:lnTo>
                  <a:pt x="4063289" y="775192"/>
                </a:lnTo>
                <a:lnTo>
                  <a:pt x="3981926" y="774811"/>
                </a:lnTo>
                <a:lnTo>
                  <a:pt x="3900554" y="774383"/>
                </a:lnTo>
                <a:lnTo>
                  <a:pt x="3819192" y="773916"/>
                </a:lnTo>
                <a:lnTo>
                  <a:pt x="3737820" y="773382"/>
                </a:lnTo>
                <a:lnTo>
                  <a:pt x="3656447" y="772849"/>
                </a:lnTo>
                <a:lnTo>
                  <a:pt x="3575085" y="772258"/>
                </a:lnTo>
                <a:lnTo>
                  <a:pt x="3493722" y="771611"/>
                </a:lnTo>
                <a:lnTo>
                  <a:pt x="3412350" y="770925"/>
                </a:lnTo>
                <a:lnTo>
                  <a:pt x="3330988" y="770172"/>
                </a:lnTo>
                <a:lnTo>
                  <a:pt x="3249616" y="769372"/>
                </a:lnTo>
                <a:lnTo>
                  <a:pt x="3168253" y="768534"/>
                </a:lnTo>
                <a:lnTo>
                  <a:pt x="3086891" y="767639"/>
                </a:lnTo>
                <a:lnTo>
                  <a:pt x="3005528" y="766696"/>
                </a:lnTo>
                <a:lnTo>
                  <a:pt x="2924156" y="765686"/>
                </a:lnTo>
                <a:lnTo>
                  <a:pt x="2842793" y="764629"/>
                </a:lnTo>
                <a:lnTo>
                  <a:pt x="2761431" y="763514"/>
                </a:lnTo>
                <a:lnTo>
                  <a:pt x="2680068" y="762352"/>
                </a:lnTo>
                <a:lnTo>
                  <a:pt x="2598715" y="761114"/>
                </a:lnTo>
                <a:lnTo>
                  <a:pt x="2517353" y="759809"/>
                </a:lnTo>
                <a:lnTo>
                  <a:pt x="2435990" y="758447"/>
                </a:lnTo>
                <a:lnTo>
                  <a:pt x="2354628" y="757028"/>
                </a:lnTo>
                <a:lnTo>
                  <a:pt x="2273275" y="755533"/>
                </a:lnTo>
                <a:lnTo>
                  <a:pt x="2191922" y="753970"/>
                </a:lnTo>
                <a:lnTo>
                  <a:pt x="2110559" y="752323"/>
                </a:lnTo>
                <a:lnTo>
                  <a:pt x="2029206" y="750589"/>
                </a:lnTo>
                <a:lnTo>
                  <a:pt x="1947853" y="748789"/>
                </a:lnTo>
                <a:lnTo>
                  <a:pt x="1866509" y="746893"/>
                </a:lnTo>
                <a:lnTo>
                  <a:pt x="1785156" y="744912"/>
                </a:lnTo>
                <a:lnTo>
                  <a:pt x="1703813" y="742836"/>
                </a:lnTo>
                <a:lnTo>
                  <a:pt x="1622469" y="740654"/>
                </a:lnTo>
                <a:lnTo>
                  <a:pt x="1541126" y="738359"/>
                </a:lnTo>
                <a:lnTo>
                  <a:pt x="1459792" y="735959"/>
                </a:lnTo>
                <a:lnTo>
                  <a:pt x="1378448" y="733425"/>
                </a:lnTo>
                <a:lnTo>
                  <a:pt x="1297124" y="730758"/>
                </a:lnTo>
                <a:lnTo>
                  <a:pt x="1215790" y="727939"/>
                </a:lnTo>
                <a:lnTo>
                  <a:pt x="1134475" y="724957"/>
                </a:lnTo>
                <a:lnTo>
                  <a:pt x="1053151" y="721805"/>
                </a:lnTo>
                <a:lnTo>
                  <a:pt x="971845" y="718461"/>
                </a:lnTo>
                <a:lnTo>
                  <a:pt x="890540" y="714918"/>
                </a:lnTo>
                <a:lnTo>
                  <a:pt x="809244" y="711089"/>
                </a:lnTo>
                <a:lnTo>
                  <a:pt x="727967" y="707022"/>
                </a:lnTo>
                <a:lnTo>
                  <a:pt x="646700" y="702612"/>
                </a:lnTo>
                <a:lnTo>
                  <a:pt x="565452" y="697821"/>
                </a:lnTo>
                <a:lnTo>
                  <a:pt x="484222" y="692572"/>
                </a:lnTo>
                <a:lnTo>
                  <a:pt x="403041" y="686743"/>
                </a:lnTo>
                <a:lnTo>
                  <a:pt x="321897" y="680171"/>
                </a:lnTo>
                <a:lnTo>
                  <a:pt x="240830" y="672589"/>
                </a:lnTo>
                <a:lnTo>
                  <a:pt x="159896" y="663483"/>
                </a:lnTo>
                <a:lnTo>
                  <a:pt x="79277" y="651672"/>
                </a:lnTo>
                <a:lnTo>
                  <a:pt x="0" y="632374"/>
                </a:lnTo>
                <a:lnTo>
                  <a:pt x="11449" y="571310"/>
                </a:lnTo>
                <a:lnTo>
                  <a:pt x="63779" y="504025"/>
                </a:lnTo>
                <a:lnTo>
                  <a:pt x="116119" y="436731"/>
                </a:lnTo>
                <a:lnTo>
                  <a:pt x="168459" y="369446"/>
                </a:lnTo>
                <a:lnTo>
                  <a:pt x="220790" y="302152"/>
                </a:lnTo>
                <a:lnTo>
                  <a:pt x="273129" y="234867"/>
                </a:lnTo>
                <a:lnTo>
                  <a:pt x="325460" y="167573"/>
                </a:lnTo>
                <a:lnTo>
                  <a:pt x="377800" y="100289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</p:sp>
      <p:sp>
        <p:nvSpPr>
          <p:cNvPr id="22" name="layer-2-front">
            <a:extLst xmlns:a="http://schemas.openxmlformats.org/drawingml/2006/main">
              <a:ext uri="{FF2B5EF4-FFF2-40B4-BE49-F238E27FC236}">
                <a16:creationId xmlns:a16="http://schemas.microsoft.com/office/drawing/2014/main" id="{64660627-D63D-4448-BC13-26E40BB5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722114"/>
            <a:ext cx="9522123" cy="239173"/>
          </a:xfrm>
          <a:custGeom xmlns:a="http://schemas.openxmlformats.org/drawingml/2006/main">
            <a:pathLst>
              <a:path w="9522123" h="239173">
                <a:moveTo>
                  <a:pt x="0" y="0"/>
                </a:moveTo>
                <a:lnTo>
                  <a:pt x="70637" y="32604"/>
                </a:lnTo>
                <a:lnTo>
                  <a:pt x="149190" y="46587"/>
                </a:lnTo>
                <a:lnTo>
                  <a:pt x="228238" y="56855"/>
                </a:lnTo>
                <a:lnTo>
                  <a:pt x="307486" y="65218"/>
                </a:lnTo>
                <a:lnTo>
                  <a:pt x="386829" y="72400"/>
                </a:lnTo>
                <a:lnTo>
                  <a:pt x="466239" y="78705"/>
                </a:lnTo>
                <a:lnTo>
                  <a:pt x="545697" y="84372"/>
                </a:lnTo>
                <a:lnTo>
                  <a:pt x="625173" y="89525"/>
                </a:lnTo>
                <a:lnTo>
                  <a:pt x="704679" y="94240"/>
                </a:lnTo>
                <a:lnTo>
                  <a:pt x="784203" y="98612"/>
                </a:lnTo>
                <a:lnTo>
                  <a:pt x="863746" y="102680"/>
                </a:lnTo>
                <a:lnTo>
                  <a:pt x="943289" y="106480"/>
                </a:lnTo>
                <a:lnTo>
                  <a:pt x="1022842" y="110042"/>
                </a:lnTo>
                <a:lnTo>
                  <a:pt x="1102414" y="113395"/>
                </a:lnTo>
                <a:lnTo>
                  <a:pt x="1181986" y="116567"/>
                </a:lnTo>
                <a:lnTo>
                  <a:pt x="1261558" y="119558"/>
                </a:lnTo>
                <a:lnTo>
                  <a:pt x="1341139" y="122406"/>
                </a:lnTo>
                <a:lnTo>
                  <a:pt x="1420730" y="125101"/>
                </a:lnTo>
                <a:lnTo>
                  <a:pt x="1500321" y="127673"/>
                </a:lnTo>
                <a:lnTo>
                  <a:pt x="1579912" y="130121"/>
                </a:lnTo>
                <a:lnTo>
                  <a:pt x="1659512" y="132455"/>
                </a:lnTo>
                <a:lnTo>
                  <a:pt x="1739103" y="134664"/>
                </a:lnTo>
                <a:lnTo>
                  <a:pt x="1818713" y="136779"/>
                </a:lnTo>
                <a:lnTo>
                  <a:pt x="1898313" y="138798"/>
                </a:lnTo>
                <a:lnTo>
                  <a:pt x="1977914" y="140722"/>
                </a:lnTo>
                <a:lnTo>
                  <a:pt x="2057524" y="142570"/>
                </a:lnTo>
                <a:lnTo>
                  <a:pt x="2137134" y="144332"/>
                </a:lnTo>
                <a:lnTo>
                  <a:pt x="2216744" y="146018"/>
                </a:lnTo>
                <a:lnTo>
                  <a:pt x="2296354" y="147628"/>
                </a:lnTo>
                <a:lnTo>
                  <a:pt x="2375973" y="149152"/>
                </a:lnTo>
                <a:lnTo>
                  <a:pt x="2455583" y="150619"/>
                </a:lnTo>
                <a:lnTo>
                  <a:pt x="2535203" y="152009"/>
                </a:lnTo>
                <a:lnTo>
                  <a:pt x="2614813" y="153353"/>
                </a:lnTo>
                <a:lnTo>
                  <a:pt x="2694432" y="154619"/>
                </a:lnTo>
                <a:lnTo>
                  <a:pt x="2774051" y="155829"/>
                </a:lnTo>
                <a:lnTo>
                  <a:pt x="2853671" y="156972"/>
                </a:lnTo>
                <a:lnTo>
                  <a:pt x="2933290" y="158067"/>
                </a:lnTo>
                <a:lnTo>
                  <a:pt x="3012910" y="159115"/>
                </a:lnTo>
                <a:lnTo>
                  <a:pt x="3092529" y="160087"/>
                </a:lnTo>
                <a:lnTo>
                  <a:pt x="3172149" y="161020"/>
                </a:lnTo>
                <a:lnTo>
                  <a:pt x="3251768" y="161896"/>
                </a:lnTo>
                <a:lnTo>
                  <a:pt x="3331388" y="162735"/>
                </a:lnTo>
                <a:lnTo>
                  <a:pt x="3411017" y="163497"/>
                </a:lnTo>
                <a:lnTo>
                  <a:pt x="3490636" y="164230"/>
                </a:lnTo>
                <a:lnTo>
                  <a:pt x="3570256" y="164906"/>
                </a:lnTo>
                <a:lnTo>
                  <a:pt x="3649885" y="165545"/>
                </a:lnTo>
                <a:lnTo>
                  <a:pt x="3729504" y="166126"/>
                </a:lnTo>
                <a:lnTo>
                  <a:pt x="3809133" y="166668"/>
                </a:lnTo>
                <a:lnTo>
                  <a:pt x="3888753" y="167164"/>
                </a:lnTo>
                <a:lnTo>
                  <a:pt x="3968382" y="167611"/>
                </a:lnTo>
                <a:lnTo>
                  <a:pt x="4048001" y="168011"/>
                </a:lnTo>
                <a:lnTo>
                  <a:pt x="4127630" y="168383"/>
                </a:lnTo>
                <a:lnTo>
                  <a:pt x="4207250" y="168707"/>
                </a:lnTo>
                <a:lnTo>
                  <a:pt x="4286879" y="168973"/>
                </a:lnTo>
                <a:lnTo>
                  <a:pt x="4366508" y="169202"/>
                </a:lnTo>
                <a:lnTo>
                  <a:pt x="4446127" y="169393"/>
                </a:lnTo>
                <a:lnTo>
                  <a:pt x="4525756" y="169545"/>
                </a:lnTo>
                <a:lnTo>
                  <a:pt x="4605376" y="169640"/>
                </a:lnTo>
                <a:lnTo>
                  <a:pt x="4685005" y="169707"/>
                </a:lnTo>
                <a:lnTo>
                  <a:pt x="4764634" y="169736"/>
                </a:lnTo>
                <a:lnTo>
                  <a:pt x="4844253" y="169707"/>
                </a:lnTo>
                <a:lnTo>
                  <a:pt x="4923882" y="169640"/>
                </a:lnTo>
                <a:lnTo>
                  <a:pt x="5003502" y="169535"/>
                </a:lnTo>
                <a:lnTo>
                  <a:pt x="5083131" y="169393"/>
                </a:lnTo>
                <a:lnTo>
                  <a:pt x="5162760" y="169193"/>
                </a:lnTo>
                <a:lnTo>
                  <a:pt x="5242379" y="168954"/>
                </a:lnTo>
                <a:lnTo>
                  <a:pt x="5322008" y="168688"/>
                </a:lnTo>
                <a:lnTo>
                  <a:pt x="5401628" y="168364"/>
                </a:lnTo>
                <a:lnTo>
                  <a:pt x="5481257" y="167992"/>
                </a:lnTo>
                <a:lnTo>
                  <a:pt x="5560886" y="167592"/>
                </a:lnTo>
                <a:lnTo>
                  <a:pt x="5640505" y="167145"/>
                </a:lnTo>
                <a:lnTo>
                  <a:pt x="5720134" y="166640"/>
                </a:lnTo>
                <a:lnTo>
                  <a:pt x="5799753" y="166097"/>
                </a:lnTo>
                <a:lnTo>
                  <a:pt x="5879382" y="165516"/>
                </a:lnTo>
                <a:lnTo>
                  <a:pt x="5959002" y="164878"/>
                </a:lnTo>
                <a:lnTo>
                  <a:pt x="6038621" y="164192"/>
                </a:lnTo>
                <a:lnTo>
                  <a:pt x="6118250" y="163459"/>
                </a:lnTo>
                <a:lnTo>
                  <a:pt x="6197870" y="162687"/>
                </a:lnTo>
                <a:lnTo>
                  <a:pt x="6277489" y="161849"/>
                </a:lnTo>
                <a:lnTo>
                  <a:pt x="6357109" y="160973"/>
                </a:lnTo>
                <a:lnTo>
                  <a:pt x="6436738" y="160039"/>
                </a:lnTo>
                <a:lnTo>
                  <a:pt x="6516357" y="159058"/>
                </a:lnTo>
                <a:lnTo>
                  <a:pt x="6595977" y="158010"/>
                </a:lnTo>
                <a:lnTo>
                  <a:pt x="6675596" y="156915"/>
                </a:lnTo>
                <a:lnTo>
                  <a:pt x="6755206" y="155762"/>
                </a:lnTo>
                <a:lnTo>
                  <a:pt x="6834826" y="154553"/>
                </a:lnTo>
                <a:lnTo>
                  <a:pt x="6914445" y="153286"/>
                </a:lnTo>
                <a:lnTo>
                  <a:pt x="6994065" y="151943"/>
                </a:lnTo>
                <a:lnTo>
                  <a:pt x="7073675" y="150543"/>
                </a:lnTo>
                <a:lnTo>
                  <a:pt x="7153294" y="149076"/>
                </a:lnTo>
                <a:lnTo>
                  <a:pt x="7232904" y="147542"/>
                </a:lnTo>
                <a:lnTo>
                  <a:pt x="7312514" y="145933"/>
                </a:lnTo>
                <a:lnTo>
                  <a:pt x="7392124" y="144237"/>
                </a:lnTo>
                <a:lnTo>
                  <a:pt x="7471734" y="142475"/>
                </a:lnTo>
                <a:lnTo>
                  <a:pt x="7551344" y="140618"/>
                </a:lnTo>
                <a:lnTo>
                  <a:pt x="7630944" y="138684"/>
                </a:lnTo>
                <a:lnTo>
                  <a:pt x="7710554" y="136665"/>
                </a:lnTo>
                <a:lnTo>
                  <a:pt x="7790155" y="134550"/>
                </a:lnTo>
                <a:lnTo>
                  <a:pt x="7869746" y="132331"/>
                </a:lnTo>
                <a:lnTo>
                  <a:pt x="7949346" y="129997"/>
                </a:lnTo>
                <a:lnTo>
                  <a:pt x="8028937" y="127540"/>
                </a:lnTo>
                <a:lnTo>
                  <a:pt x="8108528" y="124968"/>
                </a:lnTo>
                <a:lnTo>
                  <a:pt x="8188119" y="122263"/>
                </a:lnTo>
                <a:lnTo>
                  <a:pt x="8267700" y="119405"/>
                </a:lnTo>
                <a:lnTo>
                  <a:pt x="8347272" y="116405"/>
                </a:lnTo>
                <a:lnTo>
                  <a:pt x="8426844" y="113224"/>
                </a:lnTo>
                <a:lnTo>
                  <a:pt x="8506406" y="109861"/>
                </a:lnTo>
                <a:lnTo>
                  <a:pt x="8585968" y="106280"/>
                </a:lnTo>
                <a:lnTo>
                  <a:pt x="8665512" y="102470"/>
                </a:lnTo>
                <a:lnTo>
                  <a:pt x="8745045" y="98393"/>
                </a:lnTo>
                <a:lnTo>
                  <a:pt x="8824570" y="94002"/>
                </a:lnTo>
                <a:lnTo>
                  <a:pt x="8904075" y="89259"/>
                </a:lnTo>
                <a:lnTo>
                  <a:pt x="8983561" y="84087"/>
                </a:lnTo>
                <a:lnTo>
                  <a:pt x="9063009" y="78391"/>
                </a:lnTo>
                <a:lnTo>
                  <a:pt x="9142419" y="72038"/>
                </a:lnTo>
                <a:lnTo>
                  <a:pt x="9221762" y="64808"/>
                </a:lnTo>
                <a:lnTo>
                  <a:pt x="9301001" y="56359"/>
                </a:lnTo>
                <a:lnTo>
                  <a:pt x="9380030" y="45958"/>
                </a:lnTo>
                <a:lnTo>
                  <a:pt x="9458535" y="31661"/>
                </a:lnTo>
                <a:lnTo>
                  <a:pt x="9522123" y="3391"/>
                </a:lnTo>
                <a:lnTo>
                  <a:pt x="9450076" y="38367"/>
                </a:lnTo>
                <a:lnTo>
                  <a:pt x="9372571" y="57960"/>
                </a:lnTo>
                <a:lnTo>
                  <a:pt x="9294133" y="72733"/>
                </a:lnTo>
                <a:lnTo>
                  <a:pt x="9215314" y="84906"/>
                </a:lnTo>
                <a:lnTo>
                  <a:pt x="9136275" y="95383"/>
                </a:lnTo>
                <a:lnTo>
                  <a:pt x="9057113" y="104642"/>
                </a:lnTo>
                <a:lnTo>
                  <a:pt x="8977865" y="112957"/>
                </a:lnTo>
                <a:lnTo>
                  <a:pt x="8898550" y="120529"/>
                </a:lnTo>
                <a:lnTo>
                  <a:pt x="8819188" y="127483"/>
                </a:lnTo>
                <a:lnTo>
                  <a:pt x="8739788" y="133931"/>
                </a:lnTo>
                <a:lnTo>
                  <a:pt x="8660349" y="139932"/>
                </a:lnTo>
                <a:lnTo>
                  <a:pt x="8580892" y="145542"/>
                </a:lnTo>
                <a:lnTo>
                  <a:pt x="8501415" y="150809"/>
                </a:lnTo>
                <a:lnTo>
                  <a:pt x="8421929" y="155762"/>
                </a:lnTo>
                <a:lnTo>
                  <a:pt x="8342424" y="160449"/>
                </a:lnTo>
                <a:lnTo>
                  <a:pt x="8262899" y="164887"/>
                </a:lnTo>
                <a:lnTo>
                  <a:pt x="8183366" y="169088"/>
                </a:lnTo>
                <a:lnTo>
                  <a:pt x="8103832" y="173079"/>
                </a:lnTo>
                <a:lnTo>
                  <a:pt x="8024279" y="176879"/>
                </a:lnTo>
                <a:lnTo>
                  <a:pt x="7944726" y="180480"/>
                </a:lnTo>
                <a:lnTo>
                  <a:pt x="7865164" y="183928"/>
                </a:lnTo>
                <a:lnTo>
                  <a:pt x="7785602" y="187214"/>
                </a:lnTo>
                <a:lnTo>
                  <a:pt x="7706030" y="190357"/>
                </a:lnTo>
                <a:lnTo>
                  <a:pt x="7626448" y="193348"/>
                </a:lnTo>
                <a:lnTo>
                  <a:pt x="7546867" y="196196"/>
                </a:lnTo>
                <a:lnTo>
                  <a:pt x="7467276" y="198920"/>
                </a:lnTo>
                <a:lnTo>
                  <a:pt x="7387695" y="201530"/>
                </a:lnTo>
                <a:lnTo>
                  <a:pt x="7308104" y="204016"/>
                </a:lnTo>
                <a:lnTo>
                  <a:pt x="7228503" y="206397"/>
                </a:lnTo>
                <a:lnTo>
                  <a:pt x="7148913" y="208683"/>
                </a:lnTo>
                <a:lnTo>
                  <a:pt x="7069312" y="210855"/>
                </a:lnTo>
                <a:lnTo>
                  <a:pt x="6989702" y="212912"/>
                </a:lnTo>
                <a:lnTo>
                  <a:pt x="6910102" y="214884"/>
                </a:lnTo>
                <a:lnTo>
                  <a:pt x="6830492" y="216770"/>
                </a:lnTo>
                <a:lnTo>
                  <a:pt x="6750882" y="218561"/>
                </a:lnTo>
                <a:lnTo>
                  <a:pt x="6671272" y="220275"/>
                </a:lnTo>
                <a:lnTo>
                  <a:pt x="6591662" y="221885"/>
                </a:lnTo>
                <a:lnTo>
                  <a:pt x="6512052" y="223418"/>
                </a:lnTo>
                <a:lnTo>
                  <a:pt x="6432433" y="224876"/>
                </a:lnTo>
                <a:lnTo>
                  <a:pt x="6352823" y="226257"/>
                </a:lnTo>
                <a:lnTo>
                  <a:pt x="6273203" y="227562"/>
                </a:lnTo>
                <a:lnTo>
                  <a:pt x="6193584" y="228781"/>
                </a:lnTo>
                <a:lnTo>
                  <a:pt x="6113974" y="229934"/>
                </a:lnTo>
                <a:lnTo>
                  <a:pt x="6034354" y="231010"/>
                </a:lnTo>
                <a:lnTo>
                  <a:pt x="5954735" y="232029"/>
                </a:lnTo>
                <a:lnTo>
                  <a:pt x="5875106" y="232953"/>
                </a:lnTo>
                <a:lnTo>
                  <a:pt x="5795486" y="233820"/>
                </a:lnTo>
                <a:lnTo>
                  <a:pt x="5715867" y="234629"/>
                </a:lnTo>
                <a:lnTo>
                  <a:pt x="5636247" y="235363"/>
                </a:lnTo>
                <a:lnTo>
                  <a:pt x="5556618" y="236020"/>
                </a:lnTo>
                <a:lnTo>
                  <a:pt x="5476999" y="236620"/>
                </a:lnTo>
                <a:lnTo>
                  <a:pt x="5397370" y="237163"/>
                </a:lnTo>
                <a:lnTo>
                  <a:pt x="5317750" y="237639"/>
                </a:lnTo>
                <a:lnTo>
                  <a:pt x="5238121" y="238039"/>
                </a:lnTo>
                <a:lnTo>
                  <a:pt x="5158502" y="238382"/>
                </a:lnTo>
                <a:lnTo>
                  <a:pt x="5078873" y="238677"/>
                </a:lnTo>
                <a:lnTo>
                  <a:pt x="4999244" y="238887"/>
                </a:lnTo>
                <a:lnTo>
                  <a:pt x="4919624" y="239039"/>
                </a:lnTo>
                <a:lnTo>
                  <a:pt x="4839995" y="239135"/>
                </a:lnTo>
                <a:lnTo>
                  <a:pt x="4760376" y="239173"/>
                </a:lnTo>
                <a:lnTo>
                  <a:pt x="4680747" y="239125"/>
                </a:lnTo>
                <a:lnTo>
                  <a:pt x="4601118" y="239030"/>
                </a:lnTo>
                <a:lnTo>
                  <a:pt x="4521498" y="238877"/>
                </a:lnTo>
                <a:lnTo>
                  <a:pt x="4441869" y="238658"/>
                </a:lnTo>
                <a:lnTo>
                  <a:pt x="4362250" y="238373"/>
                </a:lnTo>
                <a:lnTo>
                  <a:pt x="4282621" y="238020"/>
                </a:lnTo>
                <a:lnTo>
                  <a:pt x="4202992" y="237620"/>
                </a:lnTo>
                <a:lnTo>
                  <a:pt x="4123373" y="237144"/>
                </a:lnTo>
                <a:lnTo>
                  <a:pt x="4043744" y="236591"/>
                </a:lnTo>
                <a:lnTo>
                  <a:pt x="3964124" y="235991"/>
                </a:lnTo>
                <a:lnTo>
                  <a:pt x="3884505" y="235325"/>
                </a:lnTo>
                <a:lnTo>
                  <a:pt x="3804876" y="234591"/>
                </a:lnTo>
                <a:lnTo>
                  <a:pt x="3725256" y="233782"/>
                </a:lnTo>
                <a:lnTo>
                  <a:pt x="3645637" y="232905"/>
                </a:lnTo>
                <a:lnTo>
                  <a:pt x="3566008" y="231972"/>
                </a:lnTo>
                <a:lnTo>
                  <a:pt x="3486388" y="230962"/>
                </a:lnTo>
                <a:lnTo>
                  <a:pt x="3406778" y="229867"/>
                </a:lnTo>
                <a:lnTo>
                  <a:pt x="3327159" y="228714"/>
                </a:lnTo>
                <a:lnTo>
                  <a:pt x="3247539" y="227495"/>
                </a:lnTo>
                <a:lnTo>
                  <a:pt x="3167920" y="226190"/>
                </a:lnTo>
                <a:lnTo>
                  <a:pt x="3088310" y="224800"/>
                </a:lnTo>
                <a:lnTo>
                  <a:pt x="3008690" y="223342"/>
                </a:lnTo>
                <a:lnTo>
                  <a:pt x="2929080" y="221799"/>
                </a:lnTo>
                <a:lnTo>
                  <a:pt x="2849470" y="220189"/>
                </a:lnTo>
                <a:lnTo>
                  <a:pt x="2769860" y="218475"/>
                </a:lnTo>
                <a:lnTo>
                  <a:pt x="2690251" y="216665"/>
                </a:lnTo>
                <a:lnTo>
                  <a:pt x="2610641" y="214779"/>
                </a:lnTo>
                <a:lnTo>
                  <a:pt x="2531040" y="212808"/>
                </a:lnTo>
                <a:lnTo>
                  <a:pt x="2451440" y="210741"/>
                </a:lnTo>
                <a:lnTo>
                  <a:pt x="2371839" y="208559"/>
                </a:lnTo>
                <a:lnTo>
                  <a:pt x="2292239" y="206273"/>
                </a:lnTo>
                <a:lnTo>
                  <a:pt x="2212648" y="203892"/>
                </a:lnTo>
                <a:lnTo>
                  <a:pt x="2133057" y="201387"/>
                </a:lnTo>
                <a:lnTo>
                  <a:pt x="2053466" y="198777"/>
                </a:lnTo>
                <a:lnTo>
                  <a:pt x="1973885" y="196044"/>
                </a:lnTo>
                <a:lnTo>
                  <a:pt x="1894294" y="193186"/>
                </a:lnTo>
                <a:lnTo>
                  <a:pt x="1814722" y="190195"/>
                </a:lnTo>
                <a:lnTo>
                  <a:pt x="1735150" y="187042"/>
                </a:lnTo>
                <a:lnTo>
                  <a:pt x="1655578" y="183747"/>
                </a:lnTo>
                <a:lnTo>
                  <a:pt x="1576016" y="180289"/>
                </a:lnTo>
                <a:lnTo>
                  <a:pt x="1496463" y="176679"/>
                </a:lnTo>
                <a:lnTo>
                  <a:pt x="1416920" y="172869"/>
                </a:lnTo>
                <a:lnTo>
                  <a:pt x="1337377" y="168869"/>
                </a:lnTo>
                <a:lnTo>
                  <a:pt x="1257852" y="164649"/>
                </a:lnTo>
                <a:lnTo>
                  <a:pt x="1178328" y="160211"/>
                </a:lnTo>
                <a:lnTo>
                  <a:pt x="1098823" y="155505"/>
                </a:lnTo>
                <a:lnTo>
                  <a:pt x="1019327" y="150533"/>
                </a:lnTo>
                <a:lnTo>
                  <a:pt x="939860" y="145247"/>
                </a:lnTo>
                <a:lnTo>
                  <a:pt x="860403" y="139617"/>
                </a:lnTo>
                <a:lnTo>
                  <a:pt x="780974" y="133607"/>
                </a:lnTo>
                <a:lnTo>
                  <a:pt x="701573" y="127130"/>
                </a:lnTo>
                <a:lnTo>
                  <a:pt x="622211" y="120139"/>
                </a:lnTo>
                <a:lnTo>
                  <a:pt x="542896" y="112528"/>
                </a:lnTo>
                <a:lnTo>
                  <a:pt x="463648" y="104165"/>
                </a:lnTo>
                <a:lnTo>
                  <a:pt x="384496" y="94859"/>
                </a:lnTo>
                <a:lnTo>
                  <a:pt x="305467" y="84306"/>
                </a:lnTo>
                <a:lnTo>
                  <a:pt x="226666" y="72028"/>
                </a:lnTo>
                <a:lnTo>
                  <a:pt x="148257" y="57064"/>
                </a:lnTo>
                <a:lnTo>
                  <a:pt x="70837" y="370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layer-2-cap">
            <a:extLst xmlns:a="http://schemas.openxmlformats.org/drawingml/2006/main">
              <a:ext uri="{FF2B5EF4-FFF2-40B4-BE49-F238E27FC236}">
                <a16:creationId xmlns:a16="http://schemas.microsoft.com/office/drawing/2014/main" id="{B046E7EE-BC1F-4F1C-ACD4-BBD126CB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4022598"/>
            <a:ext cx="8724900" cy="370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18D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layer-2-cap-highlight">
            <a:extLst xmlns:a="http://schemas.openxmlformats.org/drawingml/2006/main">
              <a:ext uri="{FF2B5EF4-FFF2-40B4-BE49-F238E27FC236}">
                <a16:creationId xmlns:a16="http://schemas.microsoft.com/office/drawing/2014/main" id="{084FD733-2295-4EF6-8FC6-88EDED38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4058603"/>
            <a:ext cx="8113738" cy="108014"/>
          </a:xfrm>
          <a:custGeom xmlns:a="http://schemas.openxmlformats.org/drawingml/2006/main">
            <a:pathLst>
              <a:path w="8113738" h="108014">
                <a:moveTo>
                  <a:pt x="0" y="108014"/>
                </a:moveTo>
                <a:lnTo>
                  <a:pt x="67418" y="101975"/>
                </a:lnTo>
                <a:lnTo>
                  <a:pt x="134874" y="96422"/>
                </a:lnTo>
                <a:lnTo>
                  <a:pt x="202349" y="91288"/>
                </a:lnTo>
                <a:lnTo>
                  <a:pt x="269853" y="86516"/>
                </a:lnTo>
                <a:lnTo>
                  <a:pt x="337376" y="82039"/>
                </a:lnTo>
                <a:lnTo>
                  <a:pt x="404917" y="77838"/>
                </a:lnTo>
                <a:lnTo>
                  <a:pt x="472469" y="73866"/>
                </a:lnTo>
                <a:lnTo>
                  <a:pt x="540020" y="70133"/>
                </a:lnTo>
                <a:lnTo>
                  <a:pt x="607590" y="66570"/>
                </a:lnTo>
                <a:lnTo>
                  <a:pt x="675170" y="63189"/>
                </a:lnTo>
                <a:lnTo>
                  <a:pt x="742750" y="59988"/>
                </a:lnTo>
                <a:lnTo>
                  <a:pt x="810339" y="56931"/>
                </a:lnTo>
                <a:lnTo>
                  <a:pt x="877938" y="54007"/>
                </a:lnTo>
                <a:lnTo>
                  <a:pt x="945537" y="51216"/>
                </a:lnTo>
                <a:lnTo>
                  <a:pt x="1013146" y="48549"/>
                </a:lnTo>
                <a:lnTo>
                  <a:pt x="1080745" y="45996"/>
                </a:lnTo>
                <a:lnTo>
                  <a:pt x="1148363" y="43548"/>
                </a:lnTo>
                <a:lnTo>
                  <a:pt x="1215971" y="41205"/>
                </a:lnTo>
                <a:lnTo>
                  <a:pt x="1283589" y="38957"/>
                </a:lnTo>
                <a:lnTo>
                  <a:pt x="1351207" y="36805"/>
                </a:lnTo>
                <a:lnTo>
                  <a:pt x="1418834" y="34738"/>
                </a:lnTo>
                <a:lnTo>
                  <a:pt x="1486452" y="32747"/>
                </a:lnTo>
                <a:lnTo>
                  <a:pt x="1554080" y="30842"/>
                </a:lnTo>
                <a:lnTo>
                  <a:pt x="1621707" y="29013"/>
                </a:lnTo>
                <a:lnTo>
                  <a:pt x="1689335" y="27261"/>
                </a:lnTo>
                <a:lnTo>
                  <a:pt x="1756972" y="25603"/>
                </a:lnTo>
                <a:lnTo>
                  <a:pt x="1824599" y="23965"/>
                </a:lnTo>
                <a:lnTo>
                  <a:pt x="1892237" y="22441"/>
                </a:lnTo>
                <a:lnTo>
                  <a:pt x="1959874" y="20936"/>
                </a:lnTo>
                <a:lnTo>
                  <a:pt x="2027511" y="19536"/>
                </a:lnTo>
                <a:lnTo>
                  <a:pt x="2095148" y="18155"/>
                </a:lnTo>
                <a:lnTo>
                  <a:pt x="2162785" y="16840"/>
                </a:lnTo>
                <a:lnTo>
                  <a:pt x="2230422" y="15592"/>
                </a:lnTo>
                <a:lnTo>
                  <a:pt x="2298059" y="14421"/>
                </a:lnTo>
                <a:lnTo>
                  <a:pt x="2365705" y="13287"/>
                </a:lnTo>
                <a:lnTo>
                  <a:pt x="2433342" y="12202"/>
                </a:lnTo>
                <a:lnTo>
                  <a:pt x="2500989" y="11173"/>
                </a:lnTo>
                <a:lnTo>
                  <a:pt x="2568626" y="10182"/>
                </a:lnTo>
                <a:lnTo>
                  <a:pt x="2636272" y="9258"/>
                </a:lnTo>
                <a:lnTo>
                  <a:pt x="2703919" y="8363"/>
                </a:lnTo>
                <a:lnTo>
                  <a:pt x="2771565" y="7544"/>
                </a:lnTo>
                <a:lnTo>
                  <a:pt x="2839202" y="6734"/>
                </a:lnTo>
                <a:lnTo>
                  <a:pt x="2906849" y="6020"/>
                </a:lnTo>
                <a:lnTo>
                  <a:pt x="2974496" y="5296"/>
                </a:lnTo>
                <a:lnTo>
                  <a:pt x="3042142" y="4667"/>
                </a:lnTo>
                <a:lnTo>
                  <a:pt x="3109789" y="4048"/>
                </a:lnTo>
                <a:lnTo>
                  <a:pt x="3177435" y="3496"/>
                </a:lnTo>
                <a:lnTo>
                  <a:pt x="3245082" y="2981"/>
                </a:lnTo>
                <a:lnTo>
                  <a:pt x="3312728" y="2496"/>
                </a:lnTo>
                <a:lnTo>
                  <a:pt x="3380384" y="2076"/>
                </a:lnTo>
                <a:lnTo>
                  <a:pt x="3448031" y="1657"/>
                </a:lnTo>
                <a:lnTo>
                  <a:pt x="3515678" y="1334"/>
                </a:lnTo>
                <a:lnTo>
                  <a:pt x="3583324" y="1010"/>
                </a:lnTo>
                <a:lnTo>
                  <a:pt x="3650971" y="762"/>
                </a:lnTo>
                <a:lnTo>
                  <a:pt x="3718627" y="524"/>
                </a:lnTo>
                <a:lnTo>
                  <a:pt x="3786273" y="343"/>
                </a:lnTo>
                <a:lnTo>
                  <a:pt x="3853920" y="210"/>
                </a:lnTo>
                <a:lnTo>
                  <a:pt x="3921566" y="95"/>
                </a:lnTo>
                <a:lnTo>
                  <a:pt x="3989213" y="48"/>
                </a:lnTo>
                <a:lnTo>
                  <a:pt x="4056869" y="0"/>
                </a:lnTo>
                <a:lnTo>
                  <a:pt x="4124516" y="48"/>
                </a:lnTo>
                <a:lnTo>
                  <a:pt x="4192162" y="95"/>
                </a:lnTo>
                <a:lnTo>
                  <a:pt x="4259809" y="200"/>
                </a:lnTo>
                <a:lnTo>
                  <a:pt x="4327465" y="343"/>
                </a:lnTo>
                <a:lnTo>
                  <a:pt x="4395111" y="524"/>
                </a:lnTo>
                <a:lnTo>
                  <a:pt x="4462758" y="752"/>
                </a:lnTo>
                <a:lnTo>
                  <a:pt x="4530404" y="1000"/>
                </a:lnTo>
                <a:lnTo>
                  <a:pt x="4598060" y="1324"/>
                </a:lnTo>
                <a:lnTo>
                  <a:pt x="4665707" y="1648"/>
                </a:lnTo>
                <a:lnTo>
                  <a:pt x="4733354" y="2067"/>
                </a:lnTo>
                <a:lnTo>
                  <a:pt x="4801000" y="2486"/>
                </a:lnTo>
                <a:lnTo>
                  <a:pt x="4868647" y="2962"/>
                </a:lnTo>
                <a:lnTo>
                  <a:pt x="4936293" y="3486"/>
                </a:lnTo>
                <a:lnTo>
                  <a:pt x="5003940" y="4039"/>
                </a:lnTo>
                <a:lnTo>
                  <a:pt x="5071586" y="4648"/>
                </a:lnTo>
                <a:lnTo>
                  <a:pt x="5139233" y="5286"/>
                </a:lnTo>
                <a:lnTo>
                  <a:pt x="5206879" y="6001"/>
                </a:lnTo>
                <a:lnTo>
                  <a:pt x="5274526" y="6715"/>
                </a:lnTo>
                <a:lnTo>
                  <a:pt x="5342172" y="7525"/>
                </a:lnTo>
                <a:lnTo>
                  <a:pt x="5409819" y="8344"/>
                </a:lnTo>
                <a:lnTo>
                  <a:pt x="5477456" y="9220"/>
                </a:lnTo>
                <a:lnTo>
                  <a:pt x="5545103" y="10154"/>
                </a:lnTo>
                <a:lnTo>
                  <a:pt x="5612749" y="11144"/>
                </a:lnTo>
                <a:lnTo>
                  <a:pt x="5680386" y="12173"/>
                </a:lnTo>
                <a:lnTo>
                  <a:pt x="5748033" y="13259"/>
                </a:lnTo>
                <a:lnTo>
                  <a:pt x="5815670" y="14402"/>
                </a:lnTo>
                <a:lnTo>
                  <a:pt x="5883307" y="15573"/>
                </a:lnTo>
                <a:lnTo>
                  <a:pt x="5950953" y="16840"/>
                </a:lnTo>
                <a:lnTo>
                  <a:pt x="6018590" y="18117"/>
                </a:lnTo>
                <a:lnTo>
                  <a:pt x="6086227" y="19479"/>
                </a:lnTo>
                <a:lnTo>
                  <a:pt x="6153864" y="20898"/>
                </a:lnTo>
                <a:lnTo>
                  <a:pt x="6221492" y="22403"/>
                </a:lnTo>
                <a:lnTo>
                  <a:pt x="6289129" y="23927"/>
                </a:lnTo>
                <a:lnTo>
                  <a:pt x="6356766" y="25565"/>
                </a:lnTo>
                <a:lnTo>
                  <a:pt x="6424393" y="27222"/>
                </a:lnTo>
                <a:lnTo>
                  <a:pt x="6492021" y="28975"/>
                </a:lnTo>
                <a:lnTo>
                  <a:pt x="6559648" y="30804"/>
                </a:lnTo>
                <a:lnTo>
                  <a:pt x="6627276" y="32699"/>
                </a:lnTo>
                <a:lnTo>
                  <a:pt x="6694903" y="34690"/>
                </a:lnTo>
                <a:lnTo>
                  <a:pt x="6762521" y="36757"/>
                </a:lnTo>
                <a:lnTo>
                  <a:pt x="6830139" y="38910"/>
                </a:lnTo>
                <a:lnTo>
                  <a:pt x="6897757" y="41158"/>
                </a:lnTo>
                <a:lnTo>
                  <a:pt x="6965375" y="43501"/>
                </a:lnTo>
                <a:lnTo>
                  <a:pt x="7032984" y="45939"/>
                </a:lnTo>
                <a:lnTo>
                  <a:pt x="7100592" y="48482"/>
                </a:lnTo>
                <a:lnTo>
                  <a:pt x="7168201" y="51149"/>
                </a:lnTo>
                <a:lnTo>
                  <a:pt x="7235800" y="53940"/>
                </a:lnTo>
                <a:lnTo>
                  <a:pt x="7303389" y="56864"/>
                </a:lnTo>
                <a:lnTo>
                  <a:pt x="7370978" y="59922"/>
                </a:lnTo>
                <a:lnTo>
                  <a:pt x="7438568" y="63122"/>
                </a:lnTo>
                <a:lnTo>
                  <a:pt x="7506138" y="66494"/>
                </a:lnTo>
                <a:lnTo>
                  <a:pt x="7573709" y="70047"/>
                </a:lnTo>
                <a:lnTo>
                  <a:pt x="7641269" y="73781"/>
                </a:lnTo>
                <a:lnTo>
                  <a:pt x="7708821" y="77743"/>
                </a:lnTo>
                <a:lnTo>
                  <a:pt x="7776353" y="81944"/>
                </a:lnTo>
                <a:lnTo>
                  <a:pt x="7843885" y="86411"/>
                </a:lnTo>
                <a:lnTo>
                  <a:pt x="7911389" y="91173"/>
                </a:lnTo>
                <a:lnTo>
                  <a:pt x="7978864" y="96298"/>
                </a:lnTo>
                <a:lnTo>
                  <a:pt x="8046320" y="101841"/>
                </a:lnTo>
                <a:lnTo>
                  <a:pt x="8113738" y="107871"/>
                </a:lnTo>
                <a:lnTo>
                  <a:pt x="8049273" y="105232"/>
                </a:lnTo>
                <a:lnTo>
                  <a:pt x="7981664" y="102565"/>
                </a:lnTo>
                <a:lnTo>
                  <a:pt x="7914056" y="100089"/>
                </a:lnTo>
                <a:lnTo>
                  <a:pt x="7846438" y="97765"/>
                </a:lnTo>
                <a:lnTo>
                  <a:pt x="7778820" y="95564"/>
                </a:lnTo>
                <a:lnTo>
                  <a:pt x="7711202" y="93497"/>
                </a:lnTo>
                <a:lnTo>
                  <a:pt x="7643574" y="91554"/>
                </a:lnTo>
                <a:lnTo>
                  <a:pt x="7575947" y="89678"/>
                </a:lnTo>
                <a:lnTo>
                  <a:pt x="7508319" y="87925"/>
                </a:lnTo>
                <a:lnTo>
                  <a:pt x="7440682" y="86239"/>
                </a:lnTo>
                <a:lnTo>
                  <a:pt x="7373055" y="84620"/>
                </a:lnTo>
                <a:lnTo>
                  <a:pt x="7305418" y="83096"/>
                </a:lnTo>
                <a:lnTo>
                  <a:pt x="7237781" y="81610"/>
                </a:lnTo>
                <a:lnTo>
                  <a:pt x="7170153" y="80210"/>
                </a:lnTo>
                <a:lnTo>
                  <a:pt x="7102507" y="78867"/>
                </a:lnTo>
                <a:lnTo>
                  <a:pt x="7034870" y="77562"/>
                </a:lnTo>
                <a:lnTo>
                  <a:pt x="6967233" y="76333"/>
                </a:lnTo>
                <a:lnTo>
                  <a:pt x="6899596" y="75124"/>
                </a:lnTo>
                <a:lnTo>
                  <a:pt x="6831949" y="74000"/>
                </a:lnTo>
                <a:lnTo>
                  <a:pt x="6764312" y="72885"/>
                </a:lnTo>
                <a:lnTo>
                  <a:pt x="6696666" y="71847"/>
                </a:lnTo>
                <a:lnTo>
                  <a:pt x="6629029" y="70828"/>
                </a:lnTo>
                <a:lnTo>
                  <a:pt x="6561382" y="69866"/>
                </a:lnTo>
                <a:lnTo>
                  <a:pt x="6493745" y="68923"/>
                </a:lnTo>
                <a:lnTo>
                  <a:pt x="6426098" y="68028"/>
                </a:lnTo>
                <a:lnTo>
                  <a:pt x="6358452" y="67170"/>
                </a:lnTo>
                <a:lnTo>
                  <a:pt x="6290805" y="66342"/>
                </a:lnTo>
                <a:lnTo>
                  <a:pt x="6223168" y="65542"/>
                </a:lnTo>
                <a:lnTo>
                  <a:pt x="6155522" y="64789"/>
                </a:lnTo>
                <a:lnTo>
                  <a:pt x="6087875" y="64056"/>
                </a:lnTo>
                <a:lnTo>
                  <a:pt x="6020229" y="63360"/>
                </a:lnTo>
                <a:lnTo>
                  <a:pt x="5952582" y="62684"/>
                </a:lnTo>
                <a:lnTo>
                  <a:pt x="5884936" y="62046"/>
                </a:lnTo>
                <a:lnTo>
                  <a:pt x="5817289" y="61436"/>
                </a:lnTo>
                <a:lnTo>
                  <a:pt x="5749642" y="60855"/>
                </a:lnTo>
                <a:lnTo>
                  <a:pt x="5681996" y="60284"/>
                </a:lnTo>
                <a:lnTo>
                  <a:pt x="5614349" y="59769"/>
                </a:lnTo>
                <a:lnTo>
                  <a:pt x="5546703" y="59246"/>
                </a:lnTo>
                <a:lnTo>
                  <a:pt x="5479056" y="58779"/>
                </a:lnTo>
                <a:lnTo>
                  <a:pt x="5411410" y="58312"/>
                </a:lnTo>
                <a:lnTo>
                  <a:pt x="5343754" y="57893"/>
                </a:lnTo>
                <a:lnTo>
                  <a:pt x="5276107" y="57483"/>
                </a:lnTo>
                <a:lnTo>
                  <a:pt x="5208461" y="57112"/>
                </a:lnTo>
                <a:lnTo>
                  <a:pt x="5140814" y="56750"/>
                </a:lnTo>
                <a:lnTo>
                  <a:pt x="5073167" y="56417"/>
                </a:lnTo>
                <a:lnTo>
                  <a:pt x="5005511" y="56102"/>
                </a:lnTo>
                <a:lnTo>
                  <a:pt x="4937865" y="55807"/>
                </a:lnTo>
                <a:lnTo>
                  <a:pt x="4870218" y="55540"/>
                </a:lnTo>
                <a:lnTo>
                  <a:pt x="4802572" y="55293"/>
                </a:lnTo>
                <a:lnTo>
                  <a:pt x="4734925" y="55074"/>
                </a:lnTo>
                <a:lnTo>
                  <a:pt x="4667269" y="54864"/>
                </a:lnTo>
                <a:lnTo>
                  <a:pt x="4599623" y="54693"/>
                </a:lnTo>
                <a:lnTo>
                  <a:pt x="4531976" y="54531"/>
                </a:lnTo>
                <a:lnTo>
                  <a:pt x="4464329" y="54397"/>
                </a:lnTo>
                <a:lnTo>
                  <a:pt x="4396683" y="54283"/>
                </a:lnTo>
                <a:lnTo>
                  <a:pt x="4329027" y="54188"/>
                </a:lnTo>
                <a:lnTo>
                  <a:pt x="4261380" y="54112"/>
                </a:lnTo>
                <a:lnTo>
                  <a:pt x="4193734" y="54054"/>
                </a:lnTo>
                <a:lnTo>
                  <a:pt x="4126078" y="54026"/>
                </a:lnTo>
                <a:lnTo>
                  <a:pt x="4058431" y="54007"/>
                </a:lnTo>
                <a:lnTo>
                  <a:pt x="3990785" y="54026"/>
                </a:lnTo>
                <a:lnTo>
                  <a:pt x="3923138" y="54054"/>
                </a:lnTo>
                <a:lnTo>
                  <a:pt x="3855491" y="54112"/>
                </a:lnTo>
                <a:lnTo>
                  <a:pt x="3787835" y="54178"/>
                </a:lnTo>
                <a:lnTo>
                  <a:pt x="3720189" y="54273"/>
                </a:lnTo>
                <a:lnTo>
                  <a:pt x="3652542" y="54397"/>
                </a:lnTo>
                <a:lnTo>
                  <a:pt x="3584896" y="54521"/>
                </a:lnTo>
                <a:lnTo>
                  <a:pt x="3517240" y="54693"/>
                </a:lnTo>
                <a:lnTo>
                  <a:pt x="3449593" y="54854"/>
                </a:lnTo>
                <a:lnTo>
                  <a:pt x="3381947" y="55074"/>
                </a:lnTo>
                <a:lnTo>
                  <a:pt x="3314300" y="55283"/>
                </a:lnTo>
                <a:lnTo>
                  <a:pt x="3246644" y="55540"/>
                </a:lnTo>
                <a:lnTo>
                  <a:pt x="3178997" y="55797"/>
                </a:lnTo>
                <a:lnTo>
                  <a:pt x="3111351" y="56093"/>
                </a:lnTo>
                <a:lnTo>
                  <a:pt x="3043704" y="56407"/>
                </a:lnTo>
                <a:lnTo>
                  <a:pt x="2976058" y="56740"/>
                </a:lnTo>
                <a:lnTo>
                  <a:pt x="2908402" y="57102"/>
                </a:lnTo>
                <a:lnTo>
                  <a:pt x="2840755" y="57474"/>
                </a:lnTo>
                <a:lnTo>
                  <a:pt x="2773109" y="57883"/>
                </a:lnTo>
                <a:lnTo>
                  <a:pt x="2705462" y="58303"/>
                </a:lnTo>
                <a:lnTo>
                  <a:pt x="2637815" y="58769"/>
                </a:lnTo>
                <a:lnTo>
                  <a:pt x="2570169" y="59236"/>
                </a:lnTo>
                <a:lnTo>
                  <a:pt x="2502522" y="59750"/>
                </a:lnTo>
                <a:lnTo>
                  <a:pt x="2434876" y="60274"/>
                </a:lnTo>
                <a:lnTo>
                  <a:pt x="2367229" y="60836"/>
                </a:lnTo>
                <a:lnTo>
                  <a:pt x="2299573" y="61417"/>
                </a:lnTo>
                <a:lnTo>
                  <a:pt x="2231936" y="62036"/>
                </a:lnTo>
                <a:lnTo>
                  <a:pt x="2164290" y="62675"/>
                </a:lnTo>
                <a:lnTo>
                  <a:pt x="2096643" y="63341"/>
                </a:lnTo>
                <a:lnTo>
                  <a:pt x="2028996" y="64037"/>
                </a:lnTo>
                <a:lnTo>
                  <a:pt x="1961350" y="64770"/>
                </a:lnTo>
                <a:lnTo>
                  <a:pt x="1893703" y="65532"/>
                </a:lnTo>
                <a:lnTo>
                  <a:pt x="1826057" y="66323"/>
                </a:lnTo>
                <a:lnTo>
                  <a:pt x="1758410" y="67151"/>
                </a:lnTo>
                <a:lnTo>
                  <a:pt x="1690773" y="68009"/>
                </a:lnTo>
                <a:lnTo>
                  <a:pt x="1623127" y="68904"/>
                </a:lnTo>
                <a:lnTo>
                  <a:pt x="1555480" y="69837"/>
                </a:lnTo>
                <a:lnTo>
                  <a:pt x="1487834" y="70809"/>
                </a:lnTo>
                <a:lnTo>
                  <a:pt x="1420197" y="71828"/>
                </a:lnTo>
                <a:lnTo>
                  <a:pt x="1352550" y="72866"/>
                </a:lnTo>
                <a:lnTo>
                  <a:pt x="1284913" y="73971"/>
                </a:lnTo>
                <a:lnTo>
                  <a:pt x="1217276" y="75095"/>
                </a:lnTo>
                <a:lnTo>
                  <a:pt x="1149629" y="76305"/>
                </a:lnTo>
                <a:lnTo>
                  <a:pt x="1081992" y="77534"/>
                </a:lnTo>
                <a:lnTo>
                  <a:pt x="1014355" y="78829"/>
                </a:lnTo>
                <a:lnTo>
                  <a:pt x="946718" y="80181"/>
                </a:lnTo>
                <a:lnTo>
                  <a:pt x="879081" y="81582"/>
                </a:lnTo>
                <a:lnTo>
                  <a:pt x="811444" y="83058"/>
                </a:lnTo>
                <a:lnTo>
                  <a:pt x="743807" y="84582"/>
                </a:lnTo>
                <a:lnTo>
                  <a:pt x="676180" y="86201"/>
                </a:lnTo>
                <a:lnTo>
                  <a:pt x="608552" y="87887"/>
                </a:lnTo>
                <a:lnTo>
                  <a:pt x="540915" y="89630"/>
                </a:lnTo>
                <a:lnTo>
                  <a:pt x="473288" y="91516"/>
                </a:lnTo>
                <a:lnTo>
                  <a:pt x="405670" y="93450"/>
                </a:lnTo>
                <a:lnTo>
                  <a:pt x="338042" y="95517"/>
                </a:lnTo>
                <a:lnTo>
                  <a:pt x="270424" y="97707"/>
                </a:lnTo>
                <a:lnTo>
                  <a:pt x="202806" y="100032"/>
                </a:lnTo>
                <a:lnTo>
                  <a:pt x="135198" y="102508"/>
                </a:lnTo>
                <a:lnTo>
                  <a:pt x="67599" y="105166"/>
                </a:lnTo>
                <a:lnTo>
                  <a:pt x="0" y="1080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layer-2-title">
            <a:extLst xmlns:a="http://schemas.openxmlformats.org/drawingml/2006/main">
              <a:ext uri="{FF2B5EF4-FFF2-40B4-BE49-F238E27FC236}">
                <a16:creationId xmlns:a16="http://schemas.microsoft.com/office/drawing/2014/main" id="{14D10848-8A5C-4AEE-94D6-C34DFFD7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4012254"/>
            <a:ext cx="7048500" cy="360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6" name="layer-2-item-0-title">
            <a:extLst xmlns:a="http://schemas.openxmlformats.org/drawingml/2006/main">
              <a:ext uri="{FF2B5EF4-FFF2-40B4-BE49-F238E27FC236}">
                <a16:creationId xmlns:a16="http://schemas.microsoft.com/office/drawing/2014/main" id="{7102007B-DCE8-49BC-9F19-424DAE01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5198" y="4536434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27" name="layer-2-item-1-title">
            <a:extLst xmlns:a="http://schemas.openxmlformats.org/drawingml/2006/main">
              <a:ext uri="{FF2B5EF4-FFF2-40B4-BE49-F238E27FC236}">
                <a16:creationId xmlns:a16="http://schemas.microsoft.com/office/drawing/2014/main" id="{A5925C8B-FB68-4C9B-9480-5DC45663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3898" y="4536434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28" name="layer-2-item-2-title">
            <a:extLst xmlns:a="http://schemas.openxmlformats.org/drawingml/2006/main">
              <a:ext uri="{FF2B5EF4-FFF2-40B4-BE49-F238E27FC236}">
                <a16:creationId xmlns:a16="http://schemas.microsoft.com/office/drawing/2014/main" id="{B4F3FA7E-3A27-4C25-A7D5-3B1AA843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2749" y="4536434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知识资源</a:t>
            </a:r>
          </a:p>
        </p:txBody>
      </p:sp>
      <p:sp>
        <p:nvSpPr>
          <p:cNvPr id="29" name="layer-3-shadow">
            <a:extLst xmlns:a="http://schemas.openxmlformats.org/drawingml/2006/main">
              <a:ext uri="{FF2B5EF4-FFF2-40B4-BE49-F238E27FC236}">
                <a16:creationId xmlns:a16="http://schemas.microsoft.com/office/drawing/2014/main" id="{6121B038-62C1-4B8D-A159-817CF7D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" y="5937123"/>
            <a:ext cx="996696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layer-3-body">
            <a:extLst xmlns:a="http://schemas.openxmlformats.org/drawingml/2006/main">
              <a:ext uri="{FF2B5EF4-FFF2-40B4-BE49-F238E27FC236}">
                <a16:creationId xmlns:a16="http://schemas.microsoft.com/office/drawing/2014/main" id="{F1C6242A-E6B8-4ECA-B070-FB69CDD5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126" y="5250475"/>
            <a:ext cx="10357733" cy="776640"/>
          </a:xfrm>
          <a:custGeom xmlns:a="http://schemas.openxmlformats.org/drawingml/2006/main">
            <a:pathLst>
              <a:path w="10357733" h="776640">
                <a:moveTo>
                  <a:pt x="411804" y="100289"/>
                </a:moveTo>
                <a:lnTo>
                  <a:pt x="496033" y="79305"/>
                </a:lnTo>
                <a:lnTo>
                  <a:pt x="584311" y="70799"/>
                </a:lnTo>
                <a:lnTo>
                  <a:pt x="672770" y="64522"/>
                </a:lnTo>
                <a:lnTo>
                  <a:pt x="761314" y="59398"/>
                </a:lnTo>
                <a:lnTo>
                  <a:pt x="849897" y="55016"/>
                </a:lnTo>
                <a:lnTo>
                  <a:pt x="938498" y="51178"/>
                </a:lnTo>
                <a:lnTo>
                  <a:pt x="1027128" y="47720"/>
                </a:lnTo>
                <a:lnTo>
                  <a:pt x="1115759" y="44596"/>
                </a:lnTo>
                <a:lnTo>
                  <a:pt x="1204408" y="41720"/>
                </a:lnTo>
                <a:lnTo>
                  <a:pt x="1293057" y="39062"/>
                </a:lnTo>
                <a:lnTo>
                  <a:pt x="1381716" y="36614"/>
                </a:lnTo>
                <a:lnTo>
                  <a:pt x="1470384" y="34319"/>
                </a:lnTo>
                <a:lnTo>
                  <a:pt x="1559042" y="32175"/>
                </a:lnTo>
                <a:lnTo>
                  <a:pt x="1647711" y="30147"/>
                </a:lnTo>
                <a:lnTo>
                  <a:pt x="1736388" y="28251"/>
                </a:lnTo>
                <a:lnTo>
                  <a:pt x="1825057" y="26460"/>
                </a:lnTo>
                <a:lnTo>
                  <a:pt x="1913734" y="24775"/>
                </a:lnTo>
                <a:lnTo>
                  <a:pt x="2002412" y="23165"/>
                </a:lnTo>
                <a:lnTo>
                  <a:pt x="2091090" y="21650"/>
                </a:lnTo>
                <a:lnTo>
                  <a:pt x="2179777" y="20212"/>
                </a:lnTo>
                <a:lnTo>
                  <a:pt x="2268455" y="18840"/>
                </a:lnTo>
                <a:lnTo>
                  <a:pt x="2357142" y="17545"/>
                </a:lnTo>
                <a:lnTo>
                  <a:pt x="2445820" y="16316"/>
                </a:lnTo>
                <a:lnTo>
                  <a:pt x="2534507" y="15135"/>
                </a:lnTo>
                <a:lnTo>
                  <a:pt x="2623195" y="14021"/>
                </a:lnTo>
                <a:lnTo>
                  <a:pt x="2711882" y="12964"/>
                </a:lnTo>
                <a:lnTo>
                  <a:pt x="2800569" y="11963"/>
                </a:lnTo>
                <a:lnTo>
                  <a:pt x="2889256" y="11039"/>
                </a:lnTo>
                <a:lnTo>
                  <a:pt x="2977944" y="10116"/>
                </a:lnTo>
                <a:lnTo>
                  <a:pt x="3066631" y="9268"/>
                </a:lnTo>
                <a:lnTo>
                  <a:pt x="3155318" y="8458"/>
                </a:lnTo>
                <a:lnTo>
                  <a:pt x="3244005" y="7677"/>
                </a:lnTo>
                <a:lnTo>
                  <a:pt x="3332693" y="6963"/>
                </a:lnTo>
                <a:lnTo>
                  <a:pt x="3421390" y="6248"/>
                </a:lnTo>
                <a:lnTo>
                  <a:pt x="3510077" y="5629"/>
                </a:lnTo>
                <a:lnTo>
                  <a:pt x="3598764" y="5020"/>
                </a:lnTo>
                <a:lnTo>
                  <a:pt x="3687461" y="4458"/>
                </a:lnTo>
                <a:lnTo>
                  <a:pt x="3776148" y="3924"/>
                </a:lnTo>
                <a:lnTo>
                  <a:pt x="3864835" y="3419"/>
                </a:lnTo>
                <a:lnTo>
                  <a:pt x="3953532" y="2972"/>
                </a:lnTo>
                <a:lnTo>
                  <a:pt x="4042220" y="2534"/>
                </a:lnTo>
                <a:lnTo>
                  <a:pt x="4130916" y="2153"/>
                </a:lnTo>
                <a:lnTo>
                  <a:pt x="4219604" y="1800"/>
                </a:lnTo>
                <a:lnTo>
                  <a:pt x="4308300" y="1467"/>
                </a:lnTo>
                <a:lnTo>
                  <a:pt x="4396988" y="1191"/>
                </a:lnTo>
                <a:lnTo>
                  <a:pt x="4485684" y="914"/>
                </a:lnTo>
                <a:lnTo>
                  <a:pt x="4574372" y="705"/>
                </a:lnTo>
                <a:lnTo>
                  <a:pt x="4663069" y="505"/>
                </a:lnTo>
                <a:lnTo>
                  <a:pt x="4751756" y="343"/>
                </a:lnTo>
                <a:lnTo>
                  <a:pt x="4840453" y="219"/>
                </a:lnTo>
                <a:lnTo>
                  <a:pt x="4929140" y="105"/>
                </a:lnTo>
                <a:lnTo>
                  <a:pt x="5017837" y="57"/>
                </a:lnTo>
                <a:lnTo>
                  <a:pt x="5106524" y="10"/>
                </a:lnTo>
                <a:lnTo>
                  <a:pt x="5195221" y="0"/>
                </a:lnTo>
                <a:lnTo>
                  <a:pt x="5283908" y="38"/>
                </a:lnTo>
                <a:lnTo>
                  <a:pt x="5372605" y="76"/>
                </a:lnTo>
                <a:lnTo>
                  <a:pt x="5461292" y="181"/>
                </a:lnTo>
                <a:lnTo>
                  <a:pt x="5549989" y="295"/>
                </a:lnTo>
                <a:lnTo>
                  <a:pt x="5638686" y="438"/>
                </a:lnTo>
                <a:lnTo>
                  <a:pt x="5727373" y="638"/>
                </a:lnTo>
                <a:lnTo>
                  <a:pt x="5816070" y="829"/>
                </a:lnTo>
                <a:lnTo>
                  <a:pt x="5904757" y="1095"/>
                </a:lnTo>
                <a:lnTo>
                  <a:pt x="5993454" y="1362"/>
                </a:lnTo>
                <a:lnTo>
                  <a:pt x="6082141" y="1667"/>
                </a:lnTo>
                <a:lnTo>
                  <a:pt x="6170828" y="2029"/>
                </a:lnTo>
                <a:lnTo>
                  <a:pt x="6259525" y="2381"/>
                </a:lnTo>
                <a:lnTo>
                  <a:pt x="6348212" y="2810"/>
                </a:lnTo>
                <a:lnTo>
                  <a:pt x="6436909" y="3258"/>
                </a:lnTo>
                <a:lnTo>
                  <a:pt x="6525597" y="3734"/>
                </a:lnTo>
                <a:lnTo>
                  <a:pt x="6614293" y="4267"/>
                </a:lnTo>
                <a:lnTo>
                  <a:pt x="6702981" y="4791"/>
                </a:lnTo>
                <a:lnTo>
                  <a:pt x="6791668" y="5410"/>
                </a:lnTo>
                <a:lnTo>
                  <a:pt x="6880365" y="6029"/>
                </a:lnTo>
                <a:lnTo>
                  <a:pt x="6969052" y="6706"/>
                </a:lnTo>
                <a:lnTo>
                  <a:pt x="7057739" y="7420"/>
                </a:lnTo>
                <a:lnTo>
                  <a:pt x="7146427" y="8153"/>
                </a:lnTo>
                <a:lnTo>
                  <a:pt x="7235123" y="8954"/>
                </a:lnTo>
                <a:lnTo>
                  <a:pt x="7323811" y="9792"/>
                </a:lnTo>
                <a:lnTo>
                  <a:pt x="7412498" y="10706"/>
                </a:lnTo>
                <a:lnTo>
                  <a:pt x="7501185" y="11621"/>
                </a:lnTo>
                <a:lnTo>
                  <a:pt x="7589872" y="12602"/>
                </a:lnTo>
                <a:lnTo>
                  <a:pt x="7678560" y="13640"/>
                </a:lnTo>
                <a:lnTo>
                  <a:pt x="7767247" y="14735"/>
                </a:lnTo>
                <a:lnTo>
                  <a:pt x="7855925" y="15888"/>
                </a:lnTo>
                <a:lnTo>
                  <a:pt x="7944612" y="17097"/>
                </a:lnTo>
                <a:lnTo>
                  <a:pt x="8033290" y="18374"/>
                </a:lnTo>
                <a:lnTo>
                  <a:pt x="8121977" y="19707"/>
                </a:lnTo>
                <a:lnTo>
                  <a:pt x="8210655" y="21126"/>
                </a:lnTo>
                <a:lnTo>
                  <a:pt x="8299333" y="22612"/>
                </a:lnTo>
                <a:lnTo>
                  <a:pt x="8388010" y="24184"/>
                </a:lnTo>
                <a:lnTo>
                  <a:pt x="8476688" y="25841"/>
                </a:lnTo>
                <a:lnTo>
                  <a:pt x="8565366" y="27603"/>
                </a:lnTo>
                <a:lnTo>
                  <a:pt x="8654034" y="29461"/>
                </a:lnTo>
                <a:lnTo>
                  <a:pt x="8742712" y="31423"/>
                </a:lnTo>
                <a:lnTo>
                  <a:pt x="8831380" y="33518"/>
                </a:lnTo>
                <a:lnTo>
                  <a:pt x="8920039" y="35766"/>
                </a:lnTo>
                <a:lnTo>
                  <a:pt x="9008697" y="38167"/>
                </a:lnTo>
                <a:lnTo>
                  <a:pt x="9097356" y="40738"/>
                </a:lnTo>
                <a:lnTo>
                  <a:pt x="9186005" y="43529"/>
                </a:lnTo>
                <a:lnTo>
                  <a:pt x="9274645" y="46568"/>
                </a:lnTo>
                <a:lnTo>
                  <a:pt x="9363266" y="49882"/>
                </a:lnTo>
                <a:lnTo>
                  <a:pt x="9451886" y="53578"/>
                </a:lnTo>
                <a:lnTo>
                  <a:pt x="9540478" y="57750"/>
                </a:lnTo>
                <a:lnTo>
                  <a:pt x="9629032" y="62560"/>
                </a:lnTo>
                <a:lnTo>
                  <a:pt x="9717538" y="68351"/>
                </a:lnTo>
                <a:lnTo>
                  <a:pt x="9805902" y="75829"/>
                </a:lnTo>
                <a:lnTo>
                  <a:pt x="9893713" y="87935"/>
                </a:lnTo>
                <a:lnTo>
                  <a:pt x="9958407" y="143294"/>
                </a:lnTo>
                <a:lnTo>
                  <a:pt x="10015452" y="210588"/>
                </a:lnTo>
                <a:lnTo>
                  <a:pt x="10072497" y="277873"/>
                </a:lnTo>
                <a:lnTo>
                  <a:pt x="10129542" y="345167"/>
                </a:lnTo>
                <a:lnTo>
                  <a:pt x="10186597" y="412452"/>
                </a:lnTo>
                <a:lnTo>
                  <a:pt x="10243642" y="479746"/>
                </a:lnTo>
                <a:lnTo>
                  <a:pt x="10300687" y="547030"/>
                </a:lnTo>
                <a:lnTo>
                  <a:pt x="10357733" y="614324"/>
                </a:lnTo>
                <a:lnTo>
                  <a:pt x="10278847" y="646166"/>
                </a:lnTo>
                <a:lnTo>
                  <a:pt x="10191217" y="659635"/>
                </a:lnTo>
                <a:lnTo>
                  <a:pt x="10103082" y="669522"/>
                </a:lnTo>
                <a:lnTo>
                  <a:pt x="10014766" y="677580"/>
                </a:lnTo>
                <a:lnTo>
                  <a:pt x="9926345" y="684467"/>
                </a:lnTo>
                <a:lnTo>
                  <a:pt x="9837868" y="690543"/>
                </a:lnTo>
                <a:lnTo>
                  <a:pt x="9749342" y="695982"/>
                </a:lnTo>
                <a:lnTo>
                  <a:pt x="9660798" y="700926"/>
                </a:lnTo>
                <a:lnTo>
                  <a:pt x="9572225" y="705469"/>
                </a:lnTo>
                <a:lnTo>
                  <a:pt x="9483633" y="709670"/>
                </a:lnTo>
                <a:lnTo>
                  <a:pt x="9395022" y="713565"/>
                </a:lnTo>
                <a:lnTo>
                  <a:pt x="9306411" y="717204"/>
                </a:lnTo>
                <a:lnTo>
                  <a:pt x="9217781" y="720623"/>
                </a:lnTo>
                <a:lnTo>
                  <a:pt x="9129151" y="723833"/>
                </a:lnTo>
                <a:lnTo>
                  <a:pt x="9040511" y="726872"/>
                </a:lnTo>
                <a:lnTo>
                  <a:pt x="8951862" y="729748"/>
                </a:lnTo>
                <a:lnTo>
                  <a:pt x="8863213" y="732463"/>
                </a:lnTo>
                <a:lnTo>
                  <a:pt x="8774563" y="735044"/>
                </a:lnTo>
                <a:lnTo>
                  <a:pt x="8685905" y="737502"/>
                </a:lnTo>
                <a:lnTo>
                  <a:pt x="8597246" y="739835"/>
                </a:lnTo>
                <a:lnTo>
                  <a:pt x="8508578" y="742055"/>
                </a:lnTo>
                <a:lnTo>
                  <a:pt x="8419910" y="744169"/>
                </a:lnTo>
                <a:lnTo>
                  <a:pt x="8331241" y="746189"/>
                </a:lnTo>
                <a:lnTo>
                  <a:pt x="8242573" y="748122"/>
                </a:lnTo>
                <a:lnTo>
                  <a:pt x="8153895" y="749960"/>
                </a:lnTo>
                <a:lnTo>
                  <a:pt x="8065227" y="751713"/>
                </a:lnTo>
                <a:lnTo>
                  <a:pt x="7976549" y="753380"/>
                </a:lnTo>
                <a:lnTo>
                  <a:pt x="7887872" y="754971"/>
                </a:lnTo>
                <a:lnTo>
                  <a:pt x="7799194" y="756495"/>
                </a:lnTo>
                <a:lnTo>
                  <a:pt x="7710507" y="757942"/>
                </a:lnTo>
                <a:lnTo>
                  <a:pt x="7621829" y="759333"/>
                </a:lnTo>
                <a:lnTo>
                  <a:pt x="7533151" y="760657"/>
                </a:lnTo>
                <a:lnTo>
                  <a:pt x="7444464" y="761905"/>
                </a:lnTo>
                <a:lnTo>
                  <a:pt x="7355777" y="763095"/>
                </a:lnTo>
                <a:lnTo>
                  <a:pt x="7267089" y="764238"/>
                </a:lnTo>
                <a:lnTo>
                  <a:pt x="7178411" y="765315"/>
                </a:lnTo>
                <a:lnTo>
                  <a:pt x="7089724" y="766334"/>
                </a:lnTo>
                <a:lnTo>
                  <a:pt x="7001037" y="767296"/>
                </a:lnTo>
                <a:lnTo>
                  <a:pt x="6912350" y="768210"/>
                </a:lnTo>
                <a:lnTo>
                  <a:pt x="6823653" y="769077"/>
                </a:lnTo>
                <a:lnTo>
                  <a:pt x="6734966" y="769896"/>
                </a:lnTo>
                <a:lnTo>
                  <a:pt x="6646278" y="770649"/>
                </a:lnTo>
                <a:lnTo>
                  <a:pt x="6557591" y="771363"/>
                </a:lnTo>
                <a:lnTo>
                  <a:pt x="6468904" y="772030"/>
                </a:lnTo>
                <a:lnTo>
                  <a:pt x="6380207" y="772658"/>
                </a:lnTo>
                <a:lnTo>
                  <a:pt x="6291520" y="773192"/>
                </a:lnTo>
                <a:lnTo>
                  <a:pt x="6202832" y="773716"/>
                </a:lnTo>
                <a:lnTo>
                  <a:pt x="6114136" y="774230"/>
                </a:lnTo>
                <a:lnTo>
                  <a:pt x="6025448" y="774668"/>
                </a:lnTo>
                <a:lnTo>
                  <a:pt x="5936752" y="775049"/>
                </a:lnTo>
                <a:lnTo>
                  <a:pt x="5848064" y="775383"/>
                </a:lnTo>
                <a:lnTo>
                  <a:pt x="5759367" y="775678"/>
                </a:lnTo>
                <a:lnTo>
                  <a:pt x="5670680" y="775964"/>
                </a:lnTo>
                <a:lnTo>
                  <a:pt x="5581983" y="776183"/>
                </a:lnTo>
                <a:lnTo>
                  <a:pt x="5493296" y="776364"/>
                </a:lnTo>
                <a:lnTo>
                  <a:pt x="5404599" y="776497"/>
                </a:lnTo>
                <a:lnTo>
                  <a:pt x="5315912" y="776564"/>
                </a:lnTo>
                <a:lnTo>
                  <a:pt x="5227215" y="776621"/>
                </a:lnTo>
                <a:lnTo>
                  <a:pt x="5138528" y="776640"/>
                </a:lnTo>
                <a:lnTo>
                  <a:pt x="5049831" y="776583"/>
                </a:lnTo>
                <a:lnTo>
                  <a:pt x="4961144" y="776526"/>
                </a:lnTo>
                <a:lnTo>
                  <a:pt x="4872447" y="776411"/>
                </a:lnTo>
                <a:lnTo>
                  <a:pt x="4783760" y="776259"/>
                </a:lnTo>
                <a:lnTo>
                  <a:pt x="4695063" y="776059"/>
                </a:lnTo>
                <a:lnTo>
                  <a:pt x="4606376" y="775783"/>
                </a:lnTo>
                <a:lnTo>
                  <a:pt x="4517679" y="775487"/>
                </a:lnTo>
                <a:lnTo>
                  <a:pt x="4428992" y="775192"/>
                </a:lnTo>
                <a:lnTo>
                  <a:pt x="4340295" y="774811"/>
                </a:lnTo>
                <a:lnTo>
                  <a:pt x="4251608" y="774383"/>
                </a:lnTo>
                <a:lnTo>
                  <a:pt x="4162911" y="773916"/>
                </a:lnTo>
                <a:lnTo>
                  <a:pt x="4074224" y="773382"/>
                </a:lnTo>
                <a:lnTo>
                  <a:pt x="3985536" y="772849"/>
                </a:lnTo>
                <a:lnTo>
                  <a:pt x="3896839" y="772258"/>
                </a:lnTo>
                <a:lnTo>
                  <a:pt x="3808152" y="771611"/>
                </a:lnTo>
                <a:lnTo>
                  <a:pt x="3719465" y="770925"/>
                </a:lnTo>
                <a:lnTo>
                  <a:pt x="3630778" y="770172"/>
                </a:lnTo>
                <a:lnTo>
                  <a:pt x="3542081" y="769372"/>
                </a:lnTo>
                <a:lnTo>
                  <a:pt x="3453394" y="768534"/>
                </a:lnTo>
                <a:lnTo>
                  <a:pt x="3364706" y="767639"/>
                </a:lnTo>
                <a:lnTo>
                  <a:pt x="3276019" y="766696"/>
                </a:lnTo>
                <a:lnTo>
                  <a:pt x="3187332" y="765686"/>
                </a:lnTo>
                <a:lnTo>
                  <a:pt x="3098644" y="764629"/>
                </a:lnTo>
                <a:lnTo>
                  <a:pt x="3009967" y="763514"/>
                </a:lnTo>
                <a:lnTo>
                  <a:pt x="2921279" y="762352"/>
                </a:lnTo>
                <a:lnTo>
                  <a:pt x="2832592" y="761114"/>
                </a:lnTo>
                <a:lnTo>
                  <a:pt x="2743914" y="759809"/>
                </a:lnTo>
                <a:lnTo>
                  <a:pt x="2655227" y="758447"/>
                </a:lnTo>
                <a:lnTo>
                  <a:pt x="2566549" y="757028"/>
                </a:lnTo>
                <a:lnTo>
                  <a:pt x="2477872" y="755533"/>
                </a:lnTo>
                <a:lnTo>
                  <a:pt x="2389194" y="753970"/>
                </a:lnTo>
                <a:lnTo>
                  <a:pt x="2300516" y="752323"/>
                </a:lnTo>
                <a:lnTo>
                  <a:pt x="2211838" y="750589"/>
                </a:lnTo>
                <a:lnTo>
                  <a:pt x="2123161" y="748789"/>
                </a:lnTo>
                <a:lnTo>
                  <a:pt x="2034492" y="746893"/>
                </a:lnTo>
                <a:lnTo>
                  <a:pt x="1945824" y="744912"/>
                </a:lnTo>
                <a:lnTo>
                  <a:pt x="1857156" y="742836"/>
                </a:lnTo>
                <a:lnTo>
                  <a:pt x="1768488" y="740654"/>
                </a:lnTo>
                <a:lnTo>
                  <a:pt x="1679829" y="738359"/>
                </a:lnTo>
                <a:lnTo>
                  <a:pt x="1591170" y="735959"/>
                </a:lnTo>
                <a:lnTo>
                  <a:pt x="1502512" y="733425"/>
                </a:lnTo>
                <a:lnTo>
                  <a:pt x="1413862" y="730758"/>
                </a:lnTo>
                <a:lnTo>
                  <a:pt x="1325213" y="727939"/>
                </a:lnTo>
                <a:lnTo>
                  <a:pt x="1236574" y="724957"/>
                </a:lnTo>
                <a:lnTo>
                  <a:pt x="1147934" y="721805"/>
                </a:lnTo>
                <a:lnTo>
                  <a:pt x="1059313" y="718461"/>
                </a:lnTo>
                <a:lnTo>
                  <a:pt x="970693" y="714918"/>
                </a:lnTo>
                <a:lnTo>
                  <a:pt x="882082" y="711089"/>
                </a:lnTo>
                <a:lnTo>
                  <a:pt x="793480" y="707022"/>
                </a:lnTo>
                <a:lnTo>
                  <a:pt x="704907" y="702612"/>
                </a:lnTo>
                <a:lnTo>
                  <a:pt x="616344" y="697821"/>
                </a:lnTo>
                <a:lnTo>
                  <a:pt x="527809" y="692572"/>
                </a:lnTo>
                <a:lnTo>
                  <a:pt x="439312" y="686743"/>
                </a:lnTo>
                <a:lnTo>
                  <a:pt x="350863" y="680171"/>
                </a:lnTo>
                <a:lnTo>
                  <a:pt x="262509" y="672589"/>
                </a:lnTo>
                <a:lnTo>
                  <a:pt x="174288" y="663483"/>
                </a:lnTo>
                <a:lnTo>
                  <a:pt x="86411" y="651672"/>
                </a:lnTo>
                <a:lnTo>
                  <a:pt x="0" y="632374"/>
                </a:lnTo>
                <a:lnTo>
                  <a:pt x="12478" y="571310"/>
                </a:lnTo>
                <a:lnTo>
                  <a:pt x="69523" y="504025"/>
                </a:lnTo>
                <a:lnTo>
                  <a:pt x="126568" y="436731"/>
                </a:lnTo>
                <a:lnTo>
                  <a:pt x="183613" y="369446"/>
                </a:lnTo>
                <a:lnTo>
                  <a:pt x="240668" y="302152"/>
                </a:lnTo>
                <a:lnTo>
                  <a:pt x="297713" y="234867"/>
                </a:lnTo>
                <a:lnTo>
                  <a:pt x="354759" y="167573"/>
                </a:lnTo>
                <a:lnTo>
                  <a:pt x="411804" y="100289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</p:sp>
      <p:sp>
        <p:nvSpPr>
          <p:cNvPr id="31" name="layer-3-front">
            <a:extLst xmlns:a="http://schemas.openxmlformats.org/drawingml/2006/main">
              <a:ext uri="{FF2B5EF4-FFF2-40B4-BE49-F238E27FC236}">
                <a16:creationId xmlns:a16="http://schemas.microsoft.com/office/drawing/2014/main" id="{B92A9310-76B9-4C08-8E5B-28D92434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5865114"/>
            <a:ext cx="10379116" cy="239173"/>
          </a:xfrm>
          <a:custGeom xmlns:a="http://schemas.openxmlformats.org/drawingml/2006/main">
            <a:pathLst>
              <a:path w="10379116" h="239173">
                <a:moveTo>
                  <a:pt x="0" y="0"/>
                </a:moveTo>
                <a:lnTo>
                  <a:pt x="76991" y="32604"/>
                </a:lnTo>
                <a:lnTo>
                  <a:pt x="162611" y="46587"/>
                </a:lnTo>
                <a:lnTo>
                  <a:pt x="248783" y="56855"/>
                </a:lnTo>
                <a:lnTo>
                  <a:pt x="335156" y="65218"/>
                </a:lnTo>
                <a:lnTo>
                  <a:pt x="421643" y="72400"/>
                </a:lnTo>
                <a:lnTo>
                  <a:pt x="508206" y="78705"/>
                </a:lnTo>
                <a:lnTo>
                  <a:pt x="594808" y="84372"/>
                </a:lnTo>
                <a:lnTo>
                  <a:pt x="681447" y="89525"/>
                </a:lnTo>
                <a:lnTo>
                  <a:pt x="768106" y="94240"/>
                </a:lnTo>
                <a:lnTo>
                  <a:pt x="854783" y="98612"/>
                </a:lnTo>
                <a:lnTo>
                  <a:pt x="941480" y="102680"/>
                </a:lnTo>
                <a:lnTo>
                  <a:pt x="1028186" y="106480"/>
                </a:lnTo>
                <a:lnTo>
                  <a:pt x="1114901" y="110042"/>
                </a:lnTo>
                <a:lnTo>
                  <a:pt x="1201626" y="113395"/>
                </a:lnTo>
                <a:lnTo>
                  <a:pt x="1288361" y="116567"/>
                </a:lnTo>
                <a:lnTo>
                  <a:pt x="1375105" y="119558"/>
                </a:lnTo>
                <a:lnTo>
                  <a:pt x="1461849" y="122406"/>
                </a:lnTo>
                <a:lnTo>
                  <a:pt x="1548594" y="125101"/>
                </a:lnTo>
                <a:lnTo>
                  <a:pt x="1635347" y="127673"/>
                </a:lnTo>
                <a:lnTo>
                  <a:pt x="1722101" y="130121"/>
                </a:lnTo>
                <a:lnTo>
                  <a:pt x="1808864" y="132455"/>
                </a:lnTo>
                <a:lnTo>
                  <a:pt x="1895627" y="134664"/>
                </a:lnTo>
                <a:lnTo>
                  <a:pt x="1982391" y="136779"/>
                </a:lnTo>
                <a:lnTo>
                  <a:pt x="2069163" y="138798"/>
                </a:lnTo>
                <a:lnTo>
                  <a:pt x="2155927" y="140722"/>
                </a:lnTo>
                <a:lnTo>
                  <a:pt x="2242699" y="142570"/>
                </a:lnTo>
                <a:lnTo>
                  <a:pt x="2329472" y="144332"/>
                </a:lnTo>
                <a:lnTo>
                  <a:pt x="2416254" y="146018"/>
                </a:lnTo>
                <a:lnTo>
                  <a:pt x="2503027" y="147628"/>
                </a:lnTo>
                <a:lnTo>
                  <a:pt x="2589809" y="149152"/>
                </a:lnTo>
                <a:lnTo>
                  <a:pt x="2676582" y="150619"/>
                </a:lnTo>
                <a:lnTo>
                  <a:pt x="2763364" y="152009"/>
                </a:lnTo>
                <a:lnTo>
                  <a:pt x="2850147" y="153353"/>
                </a:lnTo>
                <a:lnTo>
                  <a:pt x="2936929" y="154619"/>
                </a:lnTo>
                <a:lnTo>
                  <a:pt x="3023711" y="155829"/>
                </a:lnTo>
                <a:lnTo>
                  <a:pt x="3110494" y="156972"/>
                </a:lnTo>
                <a:lnTo>
                  <a:pt x="3197285" y="158067"/>
                </a:lnTo>
                <a:lnTo>
                  <a:pt x="3284068" y="159115"/>
                </a:lnTo>
                <a:lnTo>
                  <a:pt x="3370850" y="160087"/>
                </a:lnTo>
                <a:lnTo>
                  <a:pt x="3457642" y="161020"/>
                </a:lnTo>
                <a:lnTo>
                  <a:pt x="3544424" y="161896"/>
                </a:lnTo>
                <a:lnTo>
                  <a:pt x="3631216" y="162735"/>
                </a:lnTo>
                <a:lnTo>
                  <a:pt x="3718008" y="163497"/>
                </a:lnTo>
                <a:lnTo>
                  <a:pt x="3804790" y="164230"/>
                </a:lnTo>
                <a:lnTo>
                  <a:pt x="3891582" y="164906"/>
                </a:lnTo>
                <a:lnTo>
                  <a:pt x="3978373" y="165545"/>
                </a:lnTo>
                <a:lnTo>
                  <a:pt x="4065165" y="166126"/>
                </a:lnTo>
                <a:lnTo>
                  <a:pt x="4151948" y="166668"/>
                </a:lnTo>
                <a:lnTo>
                  <a:pt x="4238739" y="167164"/>
                </a:lnTo>
                <a:lnTo>
                  <a:pt x="4325531" y="167611"/>
                </a:lnTo>
                <a:lnTo>
                  <a:pt x="4412323" y="168011"/>
                </a:lnTo>
                <a:lnTo>
                  <a:pt x="4499115" y="168383"/>
                </a:lnTo>
                <a:lnTo>
                  <a:pt x="4585907" y="168707"/>
                </a:lnTo>
                <a:lnTo>
                  <a:pt x="4672698" y="168973"/>
                </a:lnTo>
                <a:lnTo>
                  <a:pt x="4759490" y="169202"/>
                </a:lnTo>
                <a:lnTo>
                  <a:pt x="4846282" y="169393"/>
                </a:lnTo>
                <a:lnTo>
                  <a:pt x="4933074" y="169545"/>
                </a:lnTo>
                <a:lnTo>
                  <a:pt x="5019866" y="169640"/>
                </a:lnTo>
                <a:lnTo>
                  <a:pt x="5106657" y="169707"/>
                </a:lnTo>
                <a:lnTo>
                  <a:pt x="5193449" y="169736"/>
                </a:lnTo>
                <a:lnTo>
                  <a:pt x="5280241" y="169707"/>
                </a:lnTo>
                <a:lnTo>
                  <a:pt x="5367033" y="169640"/>
                </a:lnTo>
                <a:lnTo>
                  <a:pt x="5453825" y="169535"/>
                </a:lnTo>
                <a:lnTo>
                  <a:pt x="5540616" y="169393"/>
                </a:lnTo>
                <a:lnTo>
                  <a:pt x="5627408" y="169193"/>
                </a:lnTo>
                <a:lnTo>
                  <a:pt x="5714200" y="168954"/>
                </a:lnTo>
                <a:lnTo>
                  <a:pt x="5800992" y="168688"/>
                </a:lnTo>
                <a:lnTo>
                  <a:pt x="5887784" y="168364"/>
                </a:lnTo>
                <a:lnTo>
                  <a:pt x="5974566" y="167992"/>
                </a:lnTo>
                <a:lnTo>
                  <a:pt x="6061358" y="167592"/>
                </a:lnTo>
                <a:lnTo>
                  <a:pt x="6148149" y="167145"/>
                </a:lnTo>
                <a:lnTo>
                  <a:pt x="6234941" y="166640"/>
                </a:lnTo>
                <a:lnTo>
                  <a:pt x="6321733" y="166097"/>
                </a:lnTo>
                <a:lnTo>
                  <a:pt x="6408525" y="165516"/>
                </a:lnTo>
                <a:lnTo>
                  <a:pt x="6495307" y="164878"/>
                </a:lnTo>
                <a:lnTo>
                  <a:pt x="6582099" y="164192"/>
                </a:lnTo>
                <a:lnTo>
                  <a:pt x="6668891" y="163459"/>
                </a:lnTo>
                <a:lnTo>
                  <a:pt x="6755673" y="162687"/>
                </a:lnTo>
                <a:lnTo>
                  <a:pt x="6842465" y="161849"/>
                </a:lnTo>
                <a:lnTo>
                  <a:pt x="6929257" y="160973"/>
                </a:lnTo>
                <a:lnTo>
                  <a:pt x="7016039" y="160039"/>
                </a:lnTo>
                <a:lnTo>
                  <a:pt x="7102831" y="159058"/>
                </a:lnTo>
                <a:lnTo>
                  <a:pt x="7189613" y="158010"/>
                </a:lnTo>
                <a:lnTo>
                  <a:pt x="7276395" y="156915"/>
                </a:lnTo>
                <a:lnTo>
                  <a:pt x="7363177" y="155762"/>
                </a:lnTo>
                <a:lnTo>
                  <a:pt x="7449960" y="154553"/>
                </a:lnTo>
                <a:lnTo>
                  <a:pt x="7536742" y="153286"/>
                </a:lnTo>
                <a:lnTo>
                  <a:pt x="7623524" y="151943"/>
                </a:lnTo>
                <a:lnTo>
                  <a:pt x="7710307" y="150543"/>
                </a:lnTo>
                <a:lnTo>
                  <a:pt x="7797089" y="149076"/>
                </a:lnTo>
                <a:lnTo>
                  <a:pt x="7883862" y="147542"/>
                </a:lnTo>
                <a:lnTo>
                  <a:pt x="7970644" y="145933"/>
                </a:lnTo>
                <a:lnTo>
                  <a:pt x="8057417" y="144237"/>
                </a:lnTo>
                <a:lnTo>
                  <a:pt x="8144189" y="142475"/>
                </a:lnTo>
                <a:lnTo>
                  <a:pt x="8230962" y="140618"/>
                </a:lnTo>
                <a:lnTo>
                  <a:pt x="8317735" y="138684"/>
                </a:lnTo>
                <a:lnTo>
                  <a:pt x="8404498" y="136665"/>
                </a:lnTo>
                <a:lnTo>
                  <a:pt x="8491261" y="134550"/>
                </a:lnTo>
                <a:lnTo>
                  <a:pt x="8578025" y="132331"/>
                </a:lnTo>
                <a:lnTo>
                  <a:pt x="8664788" y="129997"/>
                </a:lnTo>
                <a:lnTo>
                  <a:pt x="8751541" y="127540"/>
                </a:lnTo>
                <a:lnTo>
                  <a:pt x="8838295" y="124968"/>
                </a:lnTo>
                <a:lnTo>
                  <a:pt x="8925049" y="122263"/>
                </a:lnTo>
                <a:lnTo>
                  <a:pt x="9011793" y="119405"/>
                </a:lnTo>
                <a:lnTo>
                  <a:pt x="9098528" y="116405"/>
                </a:lnTo>
                <a:lnTo>
                  <a:pt x="9185262" y="113224"/>
                </a:lnTo>
                <a:lnTo>
                  <a:pt x="9271987" y="109861"/>
                </a:lnTo>
                <a:lnTo>
                  <a:pt x="9358703" y="106280"/>
                </a:lnTo>
                <a:lnTo>
                  <a:pt x="9445409" y="102470"/>
                </a:lnTo>
                <a:lnTo>
                  <a:pt x="9532106" y="98393"/>
                </a:lnTo>
                <a:lnTo>
                  <a:pt x="9618783" y="94002"/>
                </a:lnTo>
                <a:lnTo>
                  <a:pt x="9705442" y="89259"/>
                </a:lnTo>
                <a:lnTo>
                  <a:pt x="9792081" y="84087"/>
                </a:lnTo>
                <a:lnTo>
                  <a:pt x="9878682" y="78391"/>
                </a:lnTo>
                <a:lnTo>
                  <a:pt x="9965236" y="72038"/>
                </a:lnTo>
                <a:lnTo>
                  <a:pt x="10051713" y="64808"/>
                </a:lnTo>
                <a:lnTo>
                  <a:pt x="10138086" y="56359"/>
                </a:lnTo>
                <a:lnTo>
                  <a:pt x="10224240" y="45958"/>
                </a:lnTo>
                <a:lnTo>
                  <a:pt x="10309803" y="31661"/>
                </a:lnTo>
                <a:lnTo>
                  <a:pt x="10379116" y="3391"/>
                </a:lnTo>
                <a:lnTo>
                  <a:pt x="10300583" y="38367"/>
                </a:lnTo>
                <a:lnTo>
                  <a:pt x="10216096" y="57960"/>
                </a:lnTo>
                <a:lnTo>
                  <a:pt x="10130609" y="72733"/>
                </a:lnTo>
                <a:lnTo>
                  <a:pt x="10044684" y="84906"/>
                </a:lnTo>
                <a:lnTo>
                  <a:pt x="9958540" y="95383"/>
                </a:lnTo>
                <a:lnTo>
                  <a:pt x="9872253" y="104642"/>
                </a:lnTo>
                <a:lnTo>
                  <a:pt x="9785871" y="112957"/>
                </a:lnTo>
                <a:lnTo>
                  <a:pt x="9699422" y="120529"/>
                </a:lnTo>
                <a:lnTo>
                  <a:pt x="9612916" y="127483"/>
                </a:lnTo>
                <a:lnTo>
                  <a:pt x="9526362" y="133931"/>
                </a:lnTo>
                <a:lnTo>
                  <a:pt x="9439780" y="139932"/>
                </a:lnTo>
                <a:lnTo>
                  <a:pt x="9353179" y="145542"/>
                </a:lnTo>
                <a:lnTo>
                  <a:pt x="9266549" y="150809"/>
                </a:lnTo>
                <a:lnTo>
                  <a:pt x="9179900" y="155762"/>
                </a:lnTo>
                <a:lnTo>
                  <a:pt x="9093241" y="160449"/>
                </a:lnTo>
                <a:lnTo>
                  <a:pt x="9006564" y="164887"/>
                </a:lnTo>
                <a:lnTo>
                  <a:pt x="8919877" y="169088"/>
                </a:lnTo>
                <a:lnTo>
                  <a:pt x="8833171" y="173079"/>
                </a:lnTo>
                <a:lnTo>
                  <a:pt x="8746465" y="176879"/>
                </a:lnTo>
                <a:lnTo>
                  <a:pt x="8659749" y="180480"/>
                </a:lnTo>
                <a:lnTo>
                  <a:pt x="8573033" y="183928"/>
                </a:lnTo>
                <a:lnTo>
                  <a:pt x="8486299" y="187214"/>
                </a:lnTo>
                <a:lnTo>
                  <a:pt x="8399564" y="190357"/>
                </a:lnTo>
                <a:lnTo>
                  <a:pt x="8312829" y="193348"/>
                </a:lnTo>
                <a:lnTo>
                  <a:pt x="8226085" y="196196"/>
                </a:lnTo>
                <a:lnTo>
                  <a:pt x="8139332" y="198920"/>
                </a:lnTo>
                <a:lnTo>
                  <a:pt x="8052587" y="201530"/>
                </a:lnTo>
                <a:lnTo>
                  <a:pt x="7965824" y="204016"/>
                </a:lnTo>
                <a:lnTo>
                  <a:pt x="7879070" y="206397"/>
                </a:lnTo>
                <a:lnTo>
                  <a:pt x="7792307" y="208683"/>
                </a:lnTo>
                <a:lnTo>
                  <a:pt x="7705544" y="210855"/>
                </a:lnTo>
                <a:lnTo>
                  <a:pt x="7618781" y="212912"/>
                </a:lnTo>
                <a:lnTo>
                  <a:pt x="7532008" y="214884"/>
                </a:lnTo>
                <a:lnTo>
                  <a:pt x="7445235" y="216770"/>
                </a:lnTo>
                <a:lnTo>
                  <a:pt x="7358463" y="218561"/>
                </a:lnTo>
                <a:lnTo>
                  <a:pt x="7271690" y="220275"/>
                </a:lnTo>
                <a:lnTo>
                  <a:pt x="7184917" y="221885"/>
                </a:lnTo>
                <a:lnTo>
                  <a:pt x="7098135" y="223418"/>
                </a:lnTo>
                <a:lnTo>
                  <a:pt x="7011353" y="224876"/>
                </a:lnTo>
                <a:lnTo>
                  <a:pt x="6924580" y="226257"/>
                </a:lnTo>
                <a:lnTo>
                  <a:pt x="6837797" y="227562"/>
                </a:lnTo>
                <a:lnTo>
                  <a:pt x="6751015" y="228781"/>
                </a:lnTo>
                <a:lnTo>
                  <a:pt x="6664223" y="229934"/>
                </a:lnTo>
                <a:lnTo>
                  <a:pt x="6577441" y="231010"/>
                </a:lnTo>
                <a:lnTo>
                  <a:pt x="6490659" y="232029"/>
                </a:lnTo>
                <a:lnTo>
                  <a:pt x="6403867" y="232953"/>
                </a:lnTo>
                <a:lnTo>
                  <a:pt x="6317085" y="233820"/>
                </a:lnTo>
                <a:lnTo>
                  <a:pt x="6230293" y="234629"/>
                </a:lnTo>
                <a:lnTo>
                  <a:pt x="6143501" y="235363"/>
                </a:lnTo>
                <a:lnTo>
                  <a:pt x="6056719" y="236020"/>
                </a:lnTo>
                <a:lnTo>
                  <a:pt x="5969927" y="236620"/>
                </a:lnTo>
                <a:lnTo>
                  <a:pt x="5883135" y="237163"/>
                </a:lnTo>
                <a:lnTo>
                  <a:pt x="5796344" y="237639"/>
                </a:lnTo>
                <a:lnTo>
                  <a:pt x="5709552" y="238039"/>
                </a:lnTo>
                <a:lnTo>
                  <a:pt x="5622760" y="238382"/>
                </a:lnTo>
                <a:lnTo>
                  <a:pt x="5535968" y="238677"/>
                </a:lnTo>
                <a:lnTo>
                  <a:pt x="5449176" y="238887"/>
                </a:lnTo>
                <a:lnTo>
                  <a:pt x="5362385" y="239039"/>
                </a:lnTo>
                <a:lnTo>
                  <a:pt x="5275593" y="239135"/>
                </a:lnTo>
                <a:lnTo>
                  <a:pt x="5188801" y="239173"/>
                </a:lnTo>
                <a:lnTo>
                  <a:pt x="5102009" y="239125"/>
                </a:lnTo>
                <a:lnTo>
                  <a:pt x="5015227" y="239030"/>
                </a:lnTo>
                <a:lnTo>
                  <a:pt x="4928426" y="238877"/>
                </a:lnTo>
                <a:lnTo>
                  <a:pt x="4841634" y="238658"/>
                </a:lnTo>
                <a:lnTo>
                  <a:pt x="4754851" y="238373"/>
                </a:lnTo>
                <a:lnTo>
                  <a:pt x="4668060" y="238020"/>
                </a:lnTo>
                <a:lnTo>
                  <a:pt x="4581268" y="237620"/>
                </a:lnTo>
                <a:lnTo>
                  <a:pt x="4494476" y="237144"/>
                </a:lnTo>
                <a:lnTo>
                  <a:pt x="4407684" y="236591"/>
                </a:lnTo>
                <a:lnTo>
                  <a:pt x="4320892" y="235991"/>
                </a:lnTo>
                <a:lnTo>
                  <a:pt x="4234101" y="235325"/>
                </a:lnTo>
                <a:lnTo>
                  <a:pt x="4147318" y="234591"/>
                </a:lnTo>
                <a:lnTo>
                  <a:pt x="4060527" y="233782"/>
                </a:lnTo>
                <a:lnTo>
                  <a:pt x="3973744" y="232905"/>
                </a:lnTo>
                <a:lnTo>
                  <a:pt x="3886952" y="231972"/>
                </a:lnTo>
                <a:lnTo>
                  <a:pt x="3800170" y="230962"/>
                </a:lnTo>
                <a:lnTo>
                  <a:pt x="3713378" y="229867"/>
                </a:lnTo>
                <a:lnTo>
                  <a:pt x="3626596" y="228714"/>
                </a:lnTo>
                <a:lnTo>
                  <a:pt x="3539814" y="227495"/>
                </a:lnTo>
                <a:lnTo>
                  <a:pt x="3453032" y="226190"/>
                </a:lnTo>
                <a:lnTo>
                  <a:pt x="3366259" y="224800"/>
                </a:lnTo>
                <a:lnTo>
                  <a:pt x="3279477" y="223342"/>
                </a:lnTo>
                <a:lnTo>
                  <a:pt x="3192694" y="221799"/>
                </a:lnTo>
                <a:lnTo>
                  <a:pt x="3105922" y="220189"/>
                </a:lnTo>
                <a:lnTo>
                  <a:pt x="3019149" y="218475"/>
                </a:lnTo>
                <a:lnTo>
                  <a:pt x="2932376" y="216665"/>
                </a:lnTo>
                <a:lnTo>
                  <a:pt x="2845603" y="214779"/>
                </a:lnTo>
                <a:lnTo>
                  <a:pt x="2758831" y="212808"/>
                </a:lnTo>
                <a:lnTo>
                  <a:pt x="2672067" y="210741"/>
                </a:lnTo>
                <a:lnTo>
                  <a:pt x="2585304" y="208559"/>
                </a:lnTo>
                <a:lnTo>
                  <a:pt x="2498541" y="206273"/>
                </a:lnTo>
                <a:lnTo>
                  <a:pt x="2411787" y="203892"/>
                </a:lnTo>
                <a:lnTo>
                  <a:pt x="2325033" y="201387"/>
                </a:lnTo>
                <a:lnTo>
                  <a:pt x="2238280" y="198777"/>
                </a:lnTo>
                <a:lnTo>
                  <a:pt x="2151526" y="196044"/>
                </a:lnTo>
                <a:lnTo>
                  <a:pt x="2064782" y="193186"/>
                </a:lnTo>
                <a:lnTo>
                  <a:pt x="1978047" y="190195"/>
                </a:lnTo>
                <a:lnTo>
                  <a:pt x="1891313" y="187042"/>
                </a:lnTo>
                <a:lnTo>
                  <a:pt x="1804587" y="183747"/>
                </a:lnTo>
                <a:lnTo>
                  <a:pt x="1717862" y="180289"/>
                </a:lnTo>
                <a:lnTo>
                  <a:pt x="1631147" y="176679"/>
                </a:lnTo>
                <a:lnTo>
                  <a:pt x="1544441" y="172869"/>
                </a:lnTo>
                <a:lnTo>
                  <a:pt x="1457744" y="168869"/>
                </a:lnTo>
                <a:lnTo>
                  <a:pt x="1371057" y="164649"/>
                </a:lnTo>
                <a:lnTo>
                  <a:pt x="1284380" y="160211"/>
                </a:lnTo>
                <a:lnTo>
                  <a:pt x="1197721" y="155505"/>
                </a:lnTo>
                <a:lnTo>
                  <a:pt x="1111072" y="150533"/>
                </a:lnTo>
                <a:lnTo>
                  <a:pt x="1024442" y="145247"/>
                </a:lnTo>
                <a:lnTo>
                  <a:pt x="937841" y="139617"/>
                </a:lnTo>
                <a:lnTo>
                  <a:pt x="851259" y="133607"/>
                </a:lnTo>
                <a:lnTo>
                  <a:pt x="764715" y="127130"/>
                </a:lnTo>
                <a:lnTo>
                  <a:pt x="678209" y="120139"/>
                </a:lnTo>
                <a:lnTo>
                  <a:pt x="591760" y="112528"/>
                </a:lnTo>
                <a:lnTo>
                  <a:pt x="505377" y="104165"/>
                </a:lnTo>
                <a:lnTo>
                  <a:pt x="419100" y="94859"/>
                </a:lnTo>
                <a:lnTo>
                  <a:pt x="332965" y="84306"/>
                </a:lnTo>
                <a:lnTo>
                  <a:pt x="247059" y="72028"/>
                </a:lnTo>
                <a:lnTo>
                  <a:pt x="161601" y="57064"/>
                </a:lnTo>
                <a:lnTo>
                  <a:pt x="77210" y="370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layer-3-cap">
            <a:extLst xmlns:a="http://schemas.openxmlformats.org/drawingml/2006/main">
              <a:ext uri="{FF2B5EF4-FFF2-40B4-BE49-F238E27FC236}">
                <a16:creationId xmlns:a16="http://schemas.microsoft.com/office/drawing/2014/main" id="{B0DC5538-DE36-452E-9C87-A34CD4C5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930" y="5165598"/>
            <a:ext cx="9510141" cy="370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5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layer-3-cap-highlight">
            <a:extLst xmlns:a="http://schemas.openxmlformats.org/drawingml/2006/main">
              <a:ext uri="{FF2B5EF4-FFF2-40B4-BE49-F238E27FC236}">
                <a16:creationId xmlns:a16="http://schemas.microsoft.com/office/drawing/2014/main" id="{3D246A39-9555-4F8D-B84A-A1C05604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3162" y="5201603"/>
            <a:ext cx="8843972" cy="108014"/>
          </a:xfrm>
          <a:custGeom xmlns:a="http://schemas.openxmlformats.org/drawingml/2006/main">
            <a:pathLst>
              <a:path w="8843972" h="108014">
                <a:moveTo>
                  <a:pt x="0" y="108014"/>
                </a:moveTo>
                <a:lnTo>
                  <a:pt x="73485" y="101975"/>
                </a:lnTo>
                <a:lnTo>
                  <a:pt x="147009" y="96422"/>
                </a:lnTo>
                <a:lnTo>
                  <a:pt x="220561" y="91288"/>
                </a:lnTo>
                <a:lnTo>
                  <a:pt x="294142" y="86516"/>
                </a:lnTo>
                <a:lnTo>
                  <a:pt x="367741" y="82039"/>
                </a:lnTo>
                <a:lnTo>
                  <a:pt x="441360" y="77838"/>
                </a:lnTo>
                <a:lnTo>
                  <a:pt x="514988" y="73866"/>
                </a:lnTo>
                <a:lnTo>
                  <a:pt x="588626" y="70133"/>
                </a:lnTo>
                <a:lnTo>
                  <a:pt x="662273" y="66570"/>
                </a:lnTo>
                <a:lnTo>
                  <a:pt x="735930" y="63189"/>
                </a:lnTo>
                <a:lnTo>
                  <a:pt x="809606" y="59988"/>
                </a:lnTo>
                <a:lnTo>
                  <a:pt x="883272" y="56931"/>
                </a:lnTo>
                <a:lnTo>
                  <a:pt x="956948" y="54007"/>
                </a:lnTo>
                <a:lnTo>
                  <a:pt x="1030634" y="51216"/>
                </a:lnTo>
                <a:lnTo>
                  <a:pt x="1104329" y="48549"/>
                </a:lnTo>
                <a:lnTo>
                  <a:pt x="1178014" y="45996"/>
                </a:lnTo>
                <a:lnTo>
                  <a:pt x="1251709" y="43548"/>
                </a:lnTo>
                <a:lnTo>
                  <a:pt x="1325413" y="41205"/>
                </a:lnTo>
                <a:lnTo>
                  <a:pt x="1399118" y="38957"/>
                </a:lnTo>
                <a:lnTo>
                  <a:pt x="1472822" y="36805"/>
                </a:lnTo>
                <a:lnTo>
                  <a:pt x="1546527" y="34738"/>
                </a:lnTo>
                <a:lnTo>
                  <a:pt x="1620241" y="32747"/>
                </a:lnTo>
                <a:lnTo>
                  <a:pt x="1693945" y="30842"/>
                </a:lnTo>
                <a:lnTo>
                  <a:pt x="1767669" y="29013"/>
                </a:lnTo>
                <a:lnTo>
                  <a:pt x="1841383" y="27261"/>
                </a:lnTo>
                <a:lnTo>
                  <a:pt x="1915097" y="25603"/>
                </a:lnTo>
                <a:lnTo>
                  <a:pt x="1988820" y="23965"/>
                </a:lnTo>
                <a:lnTo>
                  <a:pt x="2062534" y="22441"/>
                </a:lnTo>
                <a:lnTo>
                  <a:pt x="2136257" y="20936"/>
                </a:lnTo>
                <a:lnTo>
                  <a:pt x="2209981" y="19536"/>
                </a:lnTo>
                <a:lnTo>
                  <a:pt x="2283704" y="18155"/>
                </a:lnTo>
                <a:lnTo>
                  <a:pt x="2357438" y="16840"/>
                </a:lnTo>
                <a:lnTo>
                  <a:pt x="2431161" y="15592"/>
                </a:lnTo>
                <a:lnTo>
                  <a:pt x="2504885" y="14421"/>
                </a:lnTo>
                <a:lnTo>
                  <a:pt x="2578618" y="13287"/>
                </a:lnTo>
                <a:lnTo>
                  <a:pt x="2652351" y="12202"/>
                </a:lnTo>
                <a:lnTo>
                  <a:pt x="2726074" y="11173"/>
                </a:lnTo>
                <a:lnTo>
                  <a:pt x="2799807" y="10182"/>
                </a:lnTo>
                <a:lnTo>
                  <a:pt x="2873540" y="9258"/>
                </a:lnTo>
                <a:lnTo>
                  <a:pt x="2947273" y="8363"/>
                </a:lnTo>
                <a:lnTo>
                  <a:pt x="3021006" y="7544"/>
                </a:lnTo>
                <a:lnTo>
                  <a:pt x="3094739" y="6734"/>
                </a:lnTo>
                <a:lnTo>
                  <a:pt x="3168472" y="6020"/>
                </a:lnTo>
                <a:lnTo>
                  <a:pt x="3242205" y="5296"/>
                </a:lnTo>
                <a:lnTo>
                  <a:pt x="3315938" y="4667"/>
                </a:lnTo>
                <a:lnTo>
                  <a:pt x="3389671" y="4048"/>
                </a:lnTo>
                <a:lnTo>
                  <a:pt x="3463404" y="3496"/>
                </a:lnTo>
                <a:lnTo>
                  <a:pt x="3537147" y="2981"/>
                </a:lnTo>
                <a:lnTo>
                  <a:pt x="3610880" y="2496"/>
                </a:lnTo>
                <a:lnTo>
                  <a:pt x="3684613" y="2076"/>
                </a:lnTo>
                <a:lnTo>
                  <a:pt x="3758355" y="1657"/>
                </a:lnTo>
                <a:lnTo>
                  <a:pt x="3832088" y="1334"/>
                </a:lnTo>
                <a:lnTo>
                  <a:pt x="3905822" y="1010"/>
                </a:lnTo>
                <a:lnTo>
                  <a:pt x="3979564" y="762"/>
                </a:lnTo>
                <a:lnTo>
                  <a:pt x="4053297" y="524"/>
                </a:lnTo>
                <a:lnTo>
                  <a:pt x="4127040" y="343"/>
                </a:lnTo>
                <a:lnTo>
                  <a:pt x="4200773" y="210"/>
                </a:lnTo>
                <a:lnTo>
                  <a:pt x="4274506" y="95"/>
                </a:lnTo>
                <a:lnTo>
                  <a:pt x="4348248" y="48"/>
                </a:lnTo>
                <a:lnTo>
                  <a:pt x="4421981" y="0"/>
                </a:lnTo>
                <a:lnTo>
                  <a:pt x="4495724" y="48"/>
                </a:lnTo>
                <a:lnTo>
                  <a:pt x="4569457" y="95"/>
                </a:lnTo>
                <a:lnTo>
                  <a:pt x="4643199" y="200"/>
                </a:lnTo>
                <a:lnTo>
                  <a:pt x="4716932" y="343"/>
                </a:lnTo>
                <a:lnTo>
                  <a:pt x="4790675" y="524"/>
                </a:lnTo>
                <a:lnTo>
                  <a:pt x="4864408" y="752"/>
                </a:lnTo>
                <a:lnTo>
                  <a:pt x="4938141" y="1000"/>
                </a:lnTo>
                <a:lnTo>
                  <a:pt x="5011884" y="1324"/>
                </a:lnTo>
                <a:lnTo>
                  <a:pt x="5085617" y="1648"/>
                </a:lnTo>
                <a:lnTo>
                  <a:pt x="5159350" y="2067"/>
                </a:lnTo>
                <a:lnTo>
                  <a:pt x="5233092" y="2486"/>
                </a:lnTo>
                <a:lnTo>
                  <a:pt x="5306825" y="2962"/>
                </a:lnTo>
                <a:lnTo>
                  <a:pt x="5380558" y="3486"/>
                </a:lnTo>
                <a:lnTo>
                  <a:pt x="5454301" y="4039"/>
                </a:lnTo>
                <a:lnTo>
                  <a:pt x="5528034" y="4648"/>
                </a:lnTo>
                <a:lnTo>
                  <a:pt x="5601767" y="5286"/>
                </a:lnTo>
                <a:lnTo>
                  <a:pt x="5675500" y="6001"/>
                </a:lnTo>
                <a:lnTo>
                  <a:pt x="5749233" y="6715"/>
                </a:lnTo>
                <a:lnTo>
                  <a:pt x="5822966" y="7525"/>
                </a:lnTo>
                <a:lnTo>
                  <a:pt x="5896699" y="8344"/>
                </a:lnTo>
                <a:lnTo>
                  <a:pt x="5970432" y="9220"/>
                </a:lnTo>
                <a:lnTo>
                  <a:pt x="6044165" y="10154"/>
                </a:lnTo>
                <a:lnTo>
                  <a:pt x="6117888" y="11144"/>
                </a:lnTo>
                <a:lnTo>
                  <a:pt x="6191621" y="12173"/>
                </a:lnTo>
                <a:lnTo>
                  <a:pt x="6265355" y="13259"/>
                </a:lnTo>
                <a:lnTo>
                  <a:pt x="6339078" y="14402"/>
                </a:lnTo>
                <a:lnTo>
                  <a:pt x="6412811" y="15573"/>
                </a:lnTo>
                <a:lnTo>
                  <a:pt x="6486535" y="16840"/>
                </a:lnTo>
                <a:lnTo>
                  <a:pt x="6560258" y="18117"/>
                </a:lnTo>
                <a:lnTo>
                  <a:pt x="6633982" y="19479"/>
                </a:lnTo>
                <a:lnTo>
                  <a:pt x="6707705" y="20898"/>
                </a:lnTo>
                <a:lnTo>
                  <a:pt x="6781429" y="22403"/>
                </a:lnTo>
                <a:lnTo>
                  <a:pt x="6855152" y="23927"/>
                </a:lnTo>
                <a:lnTo>
                  <a:pt x="6928876" y="25565"/>
                </a:lnTo>
                <a:lnTo>
                  <a:pt x="7002589" y="27222"/>
                </a:lnTo>
                <a:lnTo>
                  <a:pt x="7076303" y="28975"/>
                </a:lnTo>
                <a:lnTo>
                  <a:pt x="7150017" y="30804"/>
                </a:lnTo>
                <a:lnTo>
                  <a:pt x="7223731" y="32699"/>
                </a:lnTo>
                <a:lnTo>
                  <a:pt x="7297445" y="34690"/>
                </a:lnTo>
                <a:lnTo>
                  <a:pt x="7371150" y="36757"/>
                </a:lnTo>
                <a:lnTo>
                  <a:pt x="7444854" y="38910"/>
                </a:lnTo>
                <a:lnTo>
                  <a:pt x="7518559" y="41158"/>
                </a:lnTo>
                <a:lnTo>
                  <a:pt x="7592263" y="43501"/>
                </a:lnTo>
                <a:lnTo>
                  <a:pt x="7665958" y="45939"/>
                </a:lnTo>
                <a:lnTo>
                  <a:pt x="7739644" y="48482"/>
                </a:lnTo>
                <a:lnTo>
                  <a:pt x="7813338" y="51149"/>
                </a:lnTo>
                <a:lnTo>
                  <a:pt x="7887014" y="53940"/>
                </a:lnTo>
                <a:lnTo>
                  <a:pt x="7960700" y="56864"/>
                </a:lnTo>
                <a:lnTo>
                  <a:pt x="8034366" y="59922"/>
                </a:lnTo>
                <a:lnTo>
                  <a:pt x="8108032" y="63122"/>
                </a:lnTo>
                <a:lnTo>
                  <a:pt x="8181699" y="66494"/>
                </a:lnTo>
                <a:lnTo>
                  <a:pt x="8255346" y="70047"/>
                </a:lnTo>
                <a:lnTo>
                  <a:pt x="8328984" y="73781"/>
                </a:lnTo>
                <a:lnTo>
                  <a:pt x="8402612" y="77743"/>
                </a:lnTo>
                <a:lnTo>
                  <a:pt x="8476231" y="81944"/>
                </a:lnTo>
                <a:lnTo>
                  <a:pt x="8549831" y="86411"/>
                </a:lnTo>
                <a:lnTo>
                  <a:pt x="8623411" y="91173"/>
                </a:lnTo>
                <a:lnTo>
                  <a:pt x="8696963" y="96298"/>
                </a:lnTo>
                <a:lnTo>
                  <a:pt x="8770487" y="101841"/>
                </a:lnTo>
                <a:lnTo>
                  <a:pt x="8843972" y="107871"/>
                </a:lnTo>
                <a:lnTo>
                  <a:pt x="8773706" y="105232"/>
                </a:lnTo>
                <a:lnTo>
                  <a:pt x="8700011" y="102565"/>
                </a:lnTo>
                <a:lnTo>
                  <a:pt x="8626316" y="100089"/>
                </a:lnTo>
                <a:lnTo>
                  <a:pt x="8552621" y="97765"/>
                </a:lnTo>
                <a:lnTo>
                  <a:pt x="8478917" y="95564"/>
                </a:lnTo>
                <a:lnTo>
                  <a:pt x="8405203" y="93497"/>
                </a:lnTo>
                <a:lnTo>
                  <a:pt x="8331498" y="91554"/>
                </a:lnTo>
                <a:lnTo>
                  <a:pt x="8257784" y="89678"/>
                </a:lnTo>
                <a:lnTo>
                  <a:pt x="8184071" y="87925"/>
                </a:lnTo>
                <a:lnTo>
                  <a:pt x="8110347" y="86239"/>
                </a:lnTo>
                <a:lnTo>
                  <a:pt x="8036633" y="84620"/>
                </a:lnTo>
                <a:lnTo>
                  <a:pt x="7962910" y="83096"/>
                </a:lnTo>
                <a:lnTo>
                  <a:pt x="7889186" y="81610"/>
                </a:lnTo>
                <a:lnTo>
                  <a:pt x="7815463" y="80210"/>
                </a:lnTo>
                <a:lnTo>
                  <a:pt x="7741739" y="78867"/>
                </a:lnTo>
                <a:lnTo>
                  <a:pt x="7668016" y="77562"/>
                </a:lnTo>
                <a:lnTo>
                  <a:pt x="7594283" y="76333"/>
                </a:lnTo>
                <a:lnTo>
                  <a:pt x="7520559" y="75124"/>
                </a:lnTo>
                <a:lnTo>
                  <a:pt x="7446826" y="74000"/>
                </a:lnTo>
                <a:lnTo>
                  <a:pt x="7373102" y="72885"/>
                </a:lnTo>
                <a:lnTo>
                  <a:pt x="7299369" y="71847"/>
                </a:lnTo>
                <a:lnTo>
                  <a:pt x="7225636" y="70828"/>
                </a:lnTo>
                <a:lnTo>
                  <a:pt x="7151913" y="69866"/>
                </a:lnTo>
                <a:lnTo>
                  <a:pt x="7078180" y="68923"/>
                </a:lnTo>
                <a:lnTo>
                  <a:pt x="7004447" y="68028"/>
                </a:lnTo>
                <a:lnTo>
                  <a:pt x="6930714" y="67170"/>
                </a:lnTo>
                <a:lnTo>
                  <a:pt x="6856981" y="66342"/>
                </a:lnTo>
                <a:lnTo>
                  <a:pt x="6783248" y="65542"/>
                </a:lnTo>
                <a:lnTo>
                  <a:pt x="6709515" y="64789"/>
                </a:lnTo>
                <a:lnTo>
                  <a:pt x="6635782" y="64056"/>
                </a:lnTo>
                <a:lnTo>
                  <a:pt x="6562049" y="63360"/>
                </a:lnTo>
                <a:lnTo>
                  <a:pt x="6488316" y="62684"/>
                </a:lnTo>
                <a:lnTo>
                  <a:pt x="6414583" y="62046"/>
                </a:lnTo>
                <a:lnTo>
                  <a:pt x="6340840" y="61436"/>
                </a:lnTo>
                <a:lnTo>
                  <a:pt x="6267107" y="60855"/>
                </a:lnTo>
                <a:lnTo>
                  <a:pt x="6193374" y="60284"/>
                </a:lnTo>
                <a:lnTo>
                  <a:pt x="6119641" y="59769"/>
                </a:lnTo>
                <a:lnTo>
                  <a:pt x="6045908" y="59246"/>
                </a:lnTo>
                <a:lnTo>
                  <a:pt x="5972165" y="58779"/>
                </a:lnTo>
                <a:lnTo>
                  <a:pt x="5898432" y="58312"/>
                </a:lnTo>
                <a:lnTo>
                  <a:pt x="5824699" y="57893"/>
                </a:lnTo>
                <a:lnTo>
                  <a:pt x="5750957" y="57483"/>
                </a:lnTo>
                <a:lnTo>
                  <a:pt x="5677224" y="57112"/>
                </a:lnTo>
                <a:lnTo>
                  <a:pt x="5603481" y="56750"/>
                </a:lnTo>
                <a:lnTo>
                  <a:pt x="5529748" y="56417"/>
                </a:lnTo>
                <a:lnTo>
                  <a:pt x="5456015" y="56102"/>
                </a:lnTo>
                <a:lnTo>
                  <a:pt x="5382273" y="55807"/>
                </a:lnTo>
                <a:lnTo>
                  <a:pt x="5308540" y="55540"/>
                </a:lnTo>
                <a:lnTo>
                  <a:pt x="5234807" y="55293"/>
                </a:lnTo>
                <a:lnTo>
                  <a:pt x="5161064" y="55074"/>
                </a:lnTo>
                <a:lnTo>
                  <a:pt x="5087331" y="54864"/>
                </a:lnTo>
                <a:lnTo>
                  <a:pt x="5013589" y="54693"/>
                </a:lnTo>
                <a:lnTo>
                  <a:pt x="4939856" y="54531"/>
                </a:lnTo>
                <a:lnTo>
                  <a:pt x="4866113" y="54397"/>
                </a:lnTo>
                <a:lnTo>
                  <a:pt x="4792380" y="54283"/>
                </a:lnTo>
                <a:lnTo>
                  <a:pt x="4718637" y="54188"/>
                </a:lnTo>
                <a:lnTo>
                  <a:pt x="4644904" y="54112"/>
                </a:lnTo>
                <a:lnTo>
                  <a:pt x="4571171" y="54054"/>
                </a:lnTo>
                <a:lnTo>
                  <a:pt x="4497429" y="54026"/>
                </a:lnTo>
                <a:lnTo>
                  <a:pt x="4423696" y="54007"/>
                </a:lnTo>
                <a:lnTo>
                  <a:pt x="4349953" y="54026"/>
                </a:lnTo>
                <a:lnTo>
                  <a:pt x="4276220" y="54054"/>
                </a:lnTo>
                <a:lnTo>
                  <a:pt x="4202478" y="54112"/>
                </a:lnTo>
                <a:lnTo>
                  <a:pt x="4128745" y="54178"/>
                </a:lnTo>
                <a:lnTo>
                  <a:pt x="4055002" y="54273"/>
                </a:lnTo>
                <a:lnTo>
                  <a:pt x="3981269" y="54397"/>
                </a:lnTo>
                <a:lnTo>
                  <a:pt x="3907536" y="54521"/>
                </a:lnTo>
                <a:lnTo>
                  <a:pt x="3833793" y="54693"/>
                </a:lnTo>
                <a:lnTo>
                  <a:pt x="3760060" y="54854"/>
                </a:lnTo>
                <a:lnTo>
                  <a:pt x="3686318" y="55074"/>
                </a:lnTo>
                <a:lnTo>
                  <a:pt x="3612585" y="55283"/>
                </a:lnTo>
                <a:lnTo>
                  <a:pt x="3538842" y="55540"/>
                </a:lnTo>
                <a:lnTo>
                  <a:pt x="3465109" y="55797"/>
                </a:lnTo>
                <a:lnTo>
                  <a:pt x="3391367" y="56093"/>
                </a:lnTo>
                <a:lnTo>
                  <a:pt x="3317634" y="56407"/>
                </a:lnTo>
                <a:lnTo>
                  <a:pt x="3243901" y="56740"/>
                </a:lnTo>
                <a:lnTo>
                  <a:pt x="3170158" y="57102"/>
                </a:lnTo>
                <a:lnTo>
                  <a:pt x="3096425" y="57474"/>
                </a:lnTo>
                <a:lnTo>
                  <a:pt x="3022692" y="57883"/>
                </a:lnTo>
                <a:lnTo>
                  <a:pt x="2948950" y="58303"/>
                </a:lnTo>
                <a:lnTo>
                  <a:pt x="2875217" y="58769"/>
                </a:lnTo>
                <a:lnTo>
                  <a:pt x="2801483" y="59236"/>
                </a:lnTo>
                <a:lnTo>
                  <a:pt x="2727741" y="59750"/>
                </a:lnTo>
                <a:lnTo>
                  <a:pt x="2654008" y="60274"/>
                </a:lnTo>
                <a:lnTo>
                  <a:pt x="2580275" y="60836"/>
                </a:lnTo>
                <a:lnTo>
                  <a:pt x="2506542" y="61417"/>
                </a:lnTo>
                <a:lnTo>
                  <a:pt x="2432809" y="62036"/>
                </a:lnTo>
                <a:lnTo>
                  <a:pt x="2359076" y="62675"/>
                </a:lnTo>
                <a:lnTo>
                  <a:pt x="2285333" y="63341"/>
                </a:lnTo>
                <a:lnTo>
                  <a:pt x="2211600" y="64037"/>
                </a:lnTo>
                <a:lnTo>
                  <a:pt x="2137867" y="64770"/>
                </a:lnTo>
                <a:lnTo>
                  <a:pt x="2064134" y="65532"/>
                </a:lnTo>
                <a:lnTo>
                  <a:pt x="1990401" y="66323"/>
                </a:lnTo>
                <a:lnTo>
                  <a:pt x="1916668" y="67151"/>
                </a:lnTo>
                <a:lnTo>
                  <a:pt x="1842935" y="68009"/>
                </a:lnTo>
                <a:lnTo>
                  <a:pt x="1769212" y="68904"/>
                </a:lnTo>
                <a:lnTo>
                  <a:pt x="1695479" y="69837"/>
                </a:lnTo>
                <a:lnTo>
                  <a:pt x="1621746" y="70809"/>
                </a:lnTo>
                <a:lnTo>
                  <a:pt x="1548013" y="71828"/>
                </a:lnTo>
                <a:lnTo>
                  <a:pt x="1474280" y="72866"/>
                </a:lnTo>
                <a:lnTo>
                  <a:pt x="1400556" y="73971"/>
                </a:lnTo>
                <a:lnTo>
                  <a:pt x="1326823" y="75095"/>
                </a:lnTo>
                <a:lnTo>
                  <a:pt x="1253099" y="76305"/>
                </a:lnTo>
                <a:lnTo>
                  <a:pt x="1179376" y="77534"/>
                </a:lnTo>
                <a:lnTo>
                  <a:pt x="1105643" y="78829"/>
                </a:lnTo>
                <a:lnTo>
                  <a:pt x="1031919" y="80181"/>
                </a:lnTo>
                <a:lnTo>
                  <a:pt x="958196" y="81582"/>
                </a:lnTo>
                <a:lnTo>
                  <a:pt x="884472" y="83058"/>
                </a:lnTo>
                <a:lnTo>
                  <a:pt x="810749" y="84582"/>
                </a:lnTo>
                <a:lnTo>
                  <a:pt x="737035" y="86201"/>
                </a:lnTo>
                <a:lnTo>
                  <a:pt x="663321" y="87887"/>
                </a:lnTo>
                <a:lnTo>
                  <a:pt x="589598" y="89630"/>
                </a:lnTo>
                <a:lnTo>
                  <a:pt x="515884" y="91516"/>
                </a:lnTo>
                <a:lnTo>
                  <a:pt x="442179" y="93450"/>
                </a:lnTo>
                <a:lnTo>
                  <a:pt x="368465" y="95517"/>
                </a:lnTo>
                <a:lnTo>
                  <a:pt x="294761" y="97707"/>
                </a:lnTo>
                <a:lnTo>
                  <a:pt x="221066" y="100032"/>
                </a:lnTo>
                <a:lnTo>
                  <a:pt x="147371" y="102508"/>
                </a:lnTo>
                <a:lnTo>
                  <a:pt x="73685" y="105166"/>
                </a:lnTo>
                <a:lnTo>
                  <a:pt x="0" y="1080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layer-3-title">
            <a:extLst xmlns:a="http://schemas.openxmlformats.org/drawingml/2006/main">
              <a:ext uri="{FF2B5EF4-FFF2-40B4-BE49-F238E27FC236}">
                <a16:creationId xmlns:a16="http://schemas.microsoft.com/office/drawing/2014/main" id="{78BD8EEF-B24D-4671-88DE-4A4F9A6E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4453" y="5155254"/>
            <a:ext cx="7683103" cy="360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基础层</a:t>
            </a:r>
          </a:p>
        </p:txBody>
      </p:sp>
      <p:sp>
        <p:nvSpPr>
          <p:cNvPr id="35" name="layer-3-item-0-title">
            <a:extLst xmlns:a="http://schemas.openxmlformats.org/drawingml/2006/main">
              <a:ext uri="{FF2B5EF4-FFF2-40B4-BE49-F238E27FC236}">
                <a16:creationId xmlns:a16="http://schemas.microsoft.com/office/drawing/2014/main" id="{A9E3B2B2-48F8-4549-8E62-5C8CF2C7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4713" y="5679434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计算资源</a:t>
            </a:r>
          </a:p>
        </p:txBody>
      </p:sp>
      <p:sp>
        <p:nvSpPr>
          <p:cNvPr id="36" name="layer-3-item-1-title">
            <a:extLst xmlns:a="http://schemas.openxmlformats.org/drawingml/2006/main">
              <a:ext uri="{FF2B5EF4-FFF2-40B4-BE49-F238E27FC236}">
                <a16:creationId xmlns:a16="http://schemas.microsoft.com/office/drawing/2014/main" id="{0C0D5C18-AFDC-476F-8C96-3779D3D4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0941" y="5679434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存储资源</a:t>
            </a:r>
          </a:p>
        </p:txBody>
      </p:sp>
      <p:sp>
        <p:nvSpPr>
          <p:cNvPr id="37" name="layer-3-item-2-title">
            <a:extLst xmlns:a="http://schemas.openxmlformats.org/drawingml/2006/main">
              <a:ext uri="{FF2B5EF4-FFF2-40B4-BE49-F238E27FC236}">
                <a16:creationId xmlns:a16="http://schemas.microsoft.com/office/drawing/2014/main" id="{643FA853-0A34-4F9E-BFF3-34744A70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7169" y="5679434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网络环境</a:t>
            </a:r>
          </a:p>
        </p:txBody>
      </p:sp>
      <p:sp>
        <p:nvSpPr>
          <p:cNvPr id="38" name="layer-3-item-3-title">
            <a:extLst xmlns:a="http://schemas.openxmlformats.org/drawingml/2006/main">
              <a:ext uri="{FF2B5EF4-FFF2-40B4-BE49-F238E27FC236}">
                <a16:creationId xmlns:a16="http://schemas.microsoft.com/office/drawing/2014/main" id="{F2F22035-E2B4-4C60-A18D-F2C099BC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3397" y="5679434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安全体系</a:t>
            </a:r>
          </a:p>
        </p:txBody>
      </p:sp>
    </p:spTree>
    <p:extLst>
      <p:ext uri="{BB962C8B-B14F-4D97-AF65-F5344CB8AC3E}">
        <p14:creationId xmlns:p14="http://schemas.microsoft.com/office/powerpoint/2010/main" val="1300259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2026-08-17T14:13:30.0840000Z</dcterms:created>
  <dcterms:modified xsi:type="dcterms:W3CDTF">2026-08-17T14:13:30.0840000Z</dcterms:modified>
</coreProperties>
</file>