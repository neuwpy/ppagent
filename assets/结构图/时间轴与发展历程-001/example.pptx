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249b6abfc440f8" /><Relationship Type="http://schemas.openxmlformats.org/officeDocument/2006/relationships/extended-properties" Target="/docProps/app.xml" Id="R2e39912aeafd4797" /><Relationship Type="http://schemas.openxmlformats.org/officeDocument/2006/relationships/officeDocument" Target="/ppt/presentation.xml" Id="R3107bb531e104e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43332d885d436b"/>
  </p:sldMasterIdLst>
  <p:notesMasterIdLst>
    <p:notesMasterId xmlns:r="http://schemas.openxmlformats.org/officeDocument/2006/relationships" r:id="R6ea82d019d574a43"/>
  </p:notesMasterIdLst>
  <p:sldIdLst>
    <p:sldId xmlns:r="http://schemas.openxmlformats.org/officeDocument/2006/relationships" id="256" r:id="Rde85ea62b0ca46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3aaddbc9434963" /><Relationship Type="http://schemas.openxmlformats.org/officeDocument/2006/relationships/slideMaster" Target="/ppt/slideMasters/slideMaster1.xml" Id="Ref43332d885d436b" /><Relationship Type="http://schemas.openxmlformats.org/officeDocument/2006/relationships/notesMaster" Target="/ppt/notesMasters/notesMaster1.xml" Id="R6ea82d019d574a43" /><Relationship Type="http://schemas.openxmlformats.org/officeDocument/2006/relationships/presProps" Target="/ppt/presProps.xml" Id="R9a5445187933459d" /><Relationship Type="http://schemas.openxmlformats.org/officeDocument/2006/relationships/tableStyles" Target="/ppt/tableStyles.xml" Id="R301e6e8b3c9c409f" /><Relationship Type="http://schemas.openxmlformats.org/officeDocument/2006/relationships/slide" Target="/ppt/slides/slide1.xml" Id="Rde85ea62b0ca46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d04e0cbcbc4c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2ac96a8c8b4a31" /><Relationship Type="http://schemas.openxmlformats.org/officeDocument/2006/relationships/notesMaster" Target="/ppt/notesMasters/notesMaster1.xml" Id="Re4a60424674f4d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ae642c654a47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eefaf5a7994c3f" /><Relationship Type="http://schemas.openxmlformats.org/officeDocument/2006/relationships/slideLayout" Target="/ppt/slideLayouts/slideLayout1.xml" Id="Rb281635a73874d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81635a73874d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4b78a37824bde" /><Relationship Type="http://schemas.openxmlformats.org/officeDocument/2006/relationships/notesSlide" Target="/ppt/notesSlides/notesSlide1.xml" Id="R44b7702b8e4044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36DECB-D7F7-48F1-A3B1-95C500A4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时间轴与发展历程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D27F4-B54D-40E6-BCA5-9ACC5DEA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阶段节点 · 发展历程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133829-69BF-4720-9B86-3C6A94AC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476375"/>
            <a:ext cx="2686050" cy="4495800"/>
          </a:xfrm>
          <a:prstGeom xmlns:a="http://schemas.openxmlformats.org/drawingml/2006/main" prst="roundRect">
            <a:avLst>
              <a:gd name="adj" fmla="val 709"/>
            </a:avLst>
          </a:prstGeom>
          <a:solidFill xmlns:a="http://schemas.openxmlformats.org/drawingml/2006/main">
            <a:srgbClr val="F0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3420A-1120-4F00-BB5F-94A2E404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476375"/>
            <a:ext cx="2686050" cy="4495800"/>
          </a:xfrm>
          <a:prstGeom xmlns:a="http://schemas.openxmlformats.org/drawingml/2006/main" prst="roundRect">
            <a:avLst>
              <a:gd name="adj" fmla="val 709"/>
            </a:avLst>
          </a:prstGeom>
          <a:solidFill xmlns:a="http://schemas.openxmlformats.org/drawingml/2006/main">
            <a:srgbClr val="F0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PAGENT_QA|parent=timeline-axis|domains=timeline-connection">
            <a:extLst xmlns:a="http://schemas.openxmlformats.org/drawingml/2006/main">
              <a:ext uri="{FF2B5EF4-FFF2-40B4-BE49-F238E27FC236}">
                <a16:creationId xmlns:a16="http://schemas.microsoft.com/office/drawing/2014/main" id="{9B198F47-97CD-455F-B087-A4D8CFFB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C8"/>
            </a:solidFill>
            <a:prstDash val="solid"/>
          </a:ln>
        </p:spPr>
      </p:sp>
      <p:sp>
        <p:nvSpPr>
          <p:cNvPr id="6" name="PPAGENT_QA|parent=timeline-period-0|domains=timeline-content">
            <a:extLst xmlns:a="http://schemas.openxmlformats.org/drawingml/2006/main">
              <a:ext uri="{FF2B5EF4-FFF2-40B4-BE49-F238E27FC236}">
                <a16:creationId xmlns:a16="http://schemas.microsoft.com/office/drawing/2014/main" id="{6DBE360C-0D13-4E4F-BDEE-B431987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2514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2025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2191EE-BC1E-43CA-B063-318CAA43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阶段 01</a:t>
            </a:r>
          </a:p>
        </p:txBody>
      </p:sp>
      <p:sp>
        <p:nvSpPr>
          <p:cNvPr id="8" name="PPAGENT_QA|parent=timeline-node-0|domains=timeline-connection">
            <a:extLst xmlns:a="http://schemas.openxmlformats.org/drawingml/2006/main">
              <a:ext uri="{FF2B5EF4-FFF2-40B4-BE49-F238E27FC236}">
                <a16:creationId xmlns:a16="http://schemas.microsoft.com/office/drawing/2014/main" id="{5DB9841F-351F-4046-9259-BE446E67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0861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PPAGENT_QA|parent=timeline-title-0|domains=timeline-content">
            <a:extLst xmlns:a="http://schemas.openxmlformats.org/drawingml/2006/main">
              <a:ext uri="{FF2B5EF4-FFF2-40B4-BE49-F238E27FC236}">
                <a16:creationId xmlns:a16="http://schemas.microsoft.com/office/drawing/2014/main" id="{05C541B6-B0C4-4EDD-BFF2-2B6F03DD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验证方向</a:t>
            </a:r>
          </a:p>
        </p:txBody>
      </p:sp>
      <p:sp>
        <p:nvSpPr>
          <p:cNvPr id="10" name="PPAGENT_QA|parent=timeline-body-0|domains=timeline-content">
            <a:extLst xmlns:a="http://schemas.openxmlformats.org/drawingml/2006/main">
              <a:ext uri="{FF2B5EF4-FFF2-40B4-BE49-F238E27FC236}">
                <a16:creationId xmlns:a16="http://schemas.microsoft.com/office/drawing/2014/main" id="{03A3F85A-BB17-4C7E-AF3A-363E5B6F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2438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用一个真实场景确认</a:t>
            </a:r>
          </a:p>
          <a:p xmlns:a="http://schemas.openxmlformats.org/drawingml/2006/main">
            <a:pPr algn="ctr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需求、边界与最小闭环</a:t>
            </a:r>
          </a:p>
        </p:txBody>
      </p:sp>
      <p:sp>
        <p:nvSpPr>
          <p:cNvPr id="11" name="PPAGENT_QA|parent=timeline-bar-0|domains=timeline-shape">
            <a:extLst xmlns:a="http://schemas.openxmlformats.org/drawingml/2006/main">
              <a:ext uri="{FF2B5EF4-FFF2-40B4-BE49-F238E27FC236}">
                <a16:creationId xmlns:a16="http://schemas.microsoft.com/office/drawing/2014/main" id="{2379086B-C4C1-40DB-BD80-CC3F246C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9115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PAGENT_QA|parent=timeline-period-1|domains=timeline-content">
            <a:extLst xmlns:a="http://schemas.openxmlformats.org/drawingml/2006/main">
              <a:ext uri="{FF2B5EF4-FFF2-40B4-BE49-F238E27FC236}">
                <a16:creationId xmlns:a16="http://schemas.microsoft.com/office/drawing/2014/main" id="{7836FCD2-DBB1-42F3-9318-385F78A1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19250"/>
            <a:ext cx="2514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1796B6-A78F-4D66-8AA1-E4741277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24150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阶段 02</a:t>
            </a:r>
          </a:p>
        </p:txBody>
      </p:sp>
      <p:sp>
        <p:nvSpPr>
          <p:cNvPr id="14" name="PPAGENT_QA|parent=timeline-node-1|domains=timeline-connection">
            <a:extLst xmlns:a="http://schemas.openxmlformats.org/drawingml/2006/main">
              <a:ext uri="{FF2B5EF4-FFF2-40B4-BE49-F238E27FC236}">
                <a16:creationId xmlns:a16="http://schemas.microsoft.com/office/drawing/2014/main" id="{CF78FDBA-E048-423F-A8DE-7428E775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0861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PPAGENT_QA|parent=timeline-title-1|domains=timeline-content">
            <a:extLst xmlns:a="http://schemas.openxmlformats.org/drawingml/2006/main">
              <a:ext uri="{FF2B5EF4-FFF2-40B4-BE49-F238E27FC236}">
                <a16:creationId xmlns:a16="http://schemas.microsoft.com/office/drawing/2014/main" id="{D07BC23A-E832-4474-B2D9-A69BC267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58140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沉淀能力</a:t>
            </a:r>
          </a:p>
        </p:txBody>
      </p:sp>
      <p:sp>
        <p:nvSpPr>
          <p:cNvPr id="16" name="PPAGENT_QA|parent=timeline-body-1|domains=timeline-content">
            <a:extLst xmlns:a="http://schemas.openxmlformats.org/drawingml/2006/main">
              <a:ext uri="{FF2B5EF4-FFF2-40B4-BE49-F238E27FC236}">
                <a16:creationId xmlns:a16="http://schemas.microsoft.com/office/drawing/2014/main" id="{55C7D7E9-0377-48E9-BA69-56515EEE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10050"/>
            <a:ext cx="2438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把稳定经验整理为</a:t>
            </a:r>
          </a:p>
          <a:p xmlns:a="http://schemas.openxmlformats.org/drawingml/2006/main">
            <a:pPr algn="ctr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规则、资产和可调用代码</a:t>
            </a:r>
          </a:p>
        </p:txBody>
      </p:sp>
      <p:sp>
        <p:nvSpPr>
          <p:cNvPr id="17" name="PPAGENT_QA|parent=timeline-bar-1|domains=timeline-shape">
            <a:extLst xmlns:a="http://schemas.openxmlformats.org/drawingml/2006/main">
              <a:ext uri="{FF2B5EF4-FFF2-40B4-BE49-F238E27FC236}">
                <a16:creationId xmlns:a16="http://schemas.microsoft.com/office/drawing/2014/main" id="{258BB2A4-3EE5-4410-8CB2-057AD12D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9115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parent=timeline-period-2|domains=timeline-content">
            <a:extLst xmlns:a="http://schemas.openxmlformats.org/drawingml/2006/main">
              <a:ext uri="{FF2B5EF4-FFF2-40B4-BE49-F238E27FC236}">
                <a16:creationId xmlns:a16="http://schemas.microsoft.com/office/drawing/2014/main" id="{89BB03F3-5293-421A-9272-CE2A47FB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19250"/>
            <a:ext cx="2514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2027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3E0B3B-0C13-450F-93D0-DE1E7665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24150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阶段 03</a:t>
            </a:r>
          </a:p>
        </p:txBody>
      </p:sp>
      <p:sp>
        <p:nvSpPr>
          <p:cNvPr id="20" name="PPAGENT_QA|parent=timeline-node-2|domains=timeline-connection">
            <a:extLst xmlns:a="http://schemas.openxmlformats.org/drawingml/2006/main">
              <a:ext uri="{FF2B5EF4-FFF2-40B4-BE49-F238E27FC236}">
                <a16:creationId xmlns:a16="http://schemas.microsoft.com/office/drawing/2014/main" id="{1723AE6E-1FF1-4A35-89C4-D547194F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0861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PPAGENT_QA|parent=timeline-title-2|domains=timeline-content">
            <a:extLst xmlns:a="http://schemas.openxmlformats.org/drawingml/2006/main">
              <a:ext uri="{FF2B5EF4-FFF2-40B4-BE49-F238E27FC236}">
                <a16:creationId xmlns:a16="http://schemas.microsoft.com/office/drawing/2014/main" id="{B30976D3-4652-40B0-9960-1AD8F27B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8140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扩展场景</a:t>
            </a:r>
          </a:p>
        </p:txBody>
      </p:sp>
      <p:sp>
        <p:nvSpPr>
          <p:cNvPr id="22" name="PPAGENT_QA|parent=timeline-body-2|domains=timeline-content">
            <a:extLst xmlns:a="http://schemas.openxmlformats.org/drawingml/2006/main">
              <a:ext uri="{FF2B5EF4-FFF2-40B4-BE49-F238E27FC236}">
                <a16:creationId xmlns:a16="http://schemas.microsoft.com/office/drawing/2014/main" id="{7B98F5F9-686D-46BD-85C9-12F14F5F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10050"/>
            <a:ext cx="2438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在统一内核上逐步</a:t>
            </a:r>
          </a:p>
          <a:p xmlns:a="http://schemas.openxmlformats.org/drawingml/2006/main">
            <a:pPr algn="ctr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适配更多组织和用途</a:t>
            </a:r>
          </a:p>
        </p:txBody>
      </p:sp>
      <p:sp>
        <p:nvSpPr>
          <p:cNvPr id="23" name="PPAGENT_QA|parent=timeline-bar-2|domains=timeline-shape">
            <a:extLst xmlns:a="http://schemas.openxmlformats.org/drawingml/2006/main">
              <a:ext uri="{FF2B5EF4-FFF2-40B4-BE49-F238E27FC236}">
                <a16:creationId xmlns:a16="http://schemas.microsoft.com/office/drawing/2014/main" id="{D4D979FD-D31D-4628-9D55-C28242C2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9115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PAGENT_QA|parent=timeline-period-3|domains=timeline-content">
            <a:extLst xmlns:a="http://schemas.openxmlformats.org/drawingml/2006/main">
              <a:ext uri="{FF2B5EF4-FFF2-40B4-BE49-F238E27FC236}">
                <a16:creationId xmlns:a16="http://schemas.microsoft.com/office/drawing/2014/main" id="{E757ABF5-84C7-4099-B71A-88D79EB3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19250"/>
            <a:ext cx="2514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2028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C9D6A4-F829-42FB-89AE-5BC4380F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24150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阶段 04</a:t>
            </a:r>
          </a:p>
        </p:txBody>
      </p:sp>
      <p:sp>
        <p:nvSpPr>
          <p:cNvPr id="26" name="PPAGENT_QA|parent=timeline-node-3|domains=timeline-connection">
            <a:extLst xmlns:a="http://schemas.openxmlformats.org/drawingml/2006/main">
              <a:ext uri="{FF2B5EF4-FFF2-40B4-BE49-F238E27FC236}">
                <a16:creationId xmlns:a16="http://schemas.microsoft.com/office/drawing/2014/main" id="{C6329E46-9F12-43ED-AAD4-E661F58D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0861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PAGENT_QA|parent=timeline-title-3|domains=timeline-content">
            <a:extLst xmlns:a="http://schemas.openxmlformats.org/drawingml/2006/main">
              <a:ext uri="{FF2B5EF4-FFF2-40B4-BE49-F238E27FC236}">
                <a16:creationId xmlns:a16="http://schemas.microsoft.com/office/drawing/2014/main" id="{E9BF5404-917F-47E5-835C-F6B235C2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8140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形成系统</a:t>
            </a:r>
          </a:p>
        </p:txBody>
      </p:sp>
      <p:sp>
        <p:nvSpPr>
          <p:cNvPr id="28" name="PPAGENT_QA|parent=timeline-body-3|domains=timeline-content">
            <a:extLst xmlns:a="http://schemas.openxmlformats.org/drawingml/2006/main">
              <a:ext uri="{FF2B5EF4-FFF2-40B4-BE49-F238E27FC236}">
                <a16:creationId xmlns:a16="http://schemas.microsoft.com/office/drawing/2014/main" id="{1C1BD0EC-ADC3-46CF-8A88-A90067DB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10050"/>
            <a:ext cx="2438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让稿件、视觉规范与</a:t>
            </a:r>
          </a:p>
          <a:p xmlns:a="http://schemas.openxmlformats.org/drawingml/2006/main">
            <a:pPr algn="ctr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可靠交付形成完整链路</a:t>
            </a:r>
          </a:p>
        </p:txBody>
      </p:sp>
      <p:sp>
        <p:nvSpPr>
          <p:cNvPr id="29" name="PPAGENT_QA|parent=timeline-bar-3|domains=timeline-shape">
            <a:extLst xmlns:a="http://schemas.openxmlformats.org/drawingml/2006/main">
              <a:ext uri="{FF2B5EF4-FFF2-40B4-BE49-F238E27FC236}">
                <a16:creationId xmlns:a16="http://schemas.microsoft.com/office/drawing/2014/main" id="{811147D2-4F9D-4BFC-8D4A-0487B124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39115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CBD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182669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2026-08-11T11:44:47.6180000Z</dcterms:created>
  <dcterms:modified xsi:type="dcterms:W3CDTF">2026-08-11T11:44:47.6180000Z</dcterms:modified>
</coreProperties>
</file>