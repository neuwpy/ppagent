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6f8ffd1f4a4920" /><Relationship Type="http://schemas.openxmlformats.org/officeDocument/2006/relationships/extended-properties" Target="/docProps/app.xml" Id="R7c2822e7a4934894" /><Relationship Type="http://schemas.openxmlformats.org/officeDocument/2006/relationships/officeDocument" Target="/ppt/presentation.xml" Id="Rf6406b9b8a4e49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1c4dae9a7e4afa"/>
  </p:sldMasterIdLst>
  <p:notesMasterIdLst>
    <p:notesMasterId xmlns:r="http://schemas.openxmlformats.org/officeDocument/2006/relationships" r:id="Ra363b489e9c94fae"/>
  </p:notesMasterIdLst>
  <p:sldIdLst>
    <p:sldId xmlns:r="http://schemas.openxmlformats.org/officeDocument/2006/relationships" id="256" r:id="R7bca85cab1a54283"/>
    <p:sldId xmlns:r="http://schemas.openxmlformats.org/officeDocument/2006/relationships" id="257" r:id="R66d1c3b4ab8a4caf"/>
    <p:sldId xmlns:r="http://schemas.openxmlformats.org/officeDocument/2006/relationships" id="258" r:id="R92248cca2ffc41f2"/>
    <p:sldId xmlns:r="http://schemas.openxmlformats.org/officeDocument/2006/relationships" id="259" r:id="R68676e74a6004a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9f3f253a454299" /><Relationship Type="http://schemas.openxmlformats.org/officeDocument/2006/relationships/slideMaster" Target="/ppt/slideMasters/slideMaster1.xml" Id="Ra91c4dae9a7e4afa" /><Relationship Type="http://schemas.openxmlformats.org/officeDocument/2006/relationships/notesMaster" Target="/ppt/notesMasters/notesMaster1.xml" Id="Ra363b489e9c94fae" /><Relationship Type="http://schemas.openxmlformats.org/officeDocument/2006/relationships/presProps" Target="/ppt/presProps.xml" Id="Rb905fc30b50c4d38" /><Relationship Type="http://schemas.openxmlformats.org/officeDocument/2006/relationships/tableStyles" Target="/ppt/tableStyles.xml" Id="Ra2c93c64806a4aad" /><Relationship Type="http://schemas.openxmlformats.org/officeDocument/2006/relationships/slide" Target="/ppt/slides/slide1.xml" Id="R7bca85cab1a54283" /><Relationship Type="http://schemas.openxmlformats.org/officeDocument/2006/relationships/slide" Target="/ppt/slides/slide2.xml" Id="R66d1c3b4ab8a4caf" /><Relationship Type="http://schemas.openxmlformats.org/officeDocument/2006/relationships/slide" Target="/ppt/slides/slide3.xml" Id="R92248cca2ffc41f2" /><Relationship Type="http://schemas.openxmlformats.org/officeDocument/2006/relationships/slide" Target="/ppt/slides/slide4.xml" Id="R68676e74a6004a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f6d1fa9ddf4b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565de96b384a71" /><Relationship Type="http://schemas.openxmlformats.org/officeDocument/2006/relationships/notesMaster" Target="/ppt/notesMasters/notesMaster1.xml" Id="R15f4a5a8452a48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9e4e3e08b8427c" /><Relationship Type="http://schemas.openxmlformats.org/officeDocument/2006/relationships/notesMaster" Target="/ppt/notesMasters/notesMaster1.xml" Id="Reb23b814af8148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81e205537f4482" /><Relationship Type="http://schemas.openxmlformats.org/officeDocument/2006/relationships/notesMaster" Target="/ppt/notesMasters/notesMaster1.xml" Id="Ra68f9acc9b0544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aaa82834964023" /><Relationship Type="http://schemas.openxmlformats.org/officeDocument/2006/relationships/notesMaster" Target="/ppt/notesMasters/notesMaster1.xml" Id="R470f9a9c9deb4f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6c0b7ddc294b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8daa48d26440e5" /><Relationship Type="http://schemas.openxmlformats.org/officeDocument/2006/relationships/slideLayout" Target="/ppt/slideLayouts/slideLayout1.xml" Id="R954599f0ab2247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4599f0ab2247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de77336433475d" /><Relationship Type="http://schemas.openxmlformats.org/officeDocument/2006/relationships/notesSlide" Target="/ppt/notesSlides/notesSlide1.xml" Id="R93e751d807834a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46e8ac07804a03" /><Relationship Type="http://schemas.openxmlformats.org/officeDocument/2006/relationships/notesSlide" Target="/ppt/notesSlides/notesSlide2.xml" Id="Rd9d02f03924548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964425116e43a6" /><Relationship Type="http://schemas.openxmlformats.org/officeDocument/2006/relationships/notesSlide" Target="/ppt/notesSlides/notesSlide3.xml" Id="Rac69cce592ae4c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075490d074818" /><Relationship Type="http://schemas.openxmlformats.org/officeDocument/2006/relationships/notesSlide" Target="/ppt/notesSlides/notesSlide4.xml" Id="Rb82fd0a4283a4a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E5C3E4-0005-4096-9295-6B6610FA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发展历程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830EF1-DE50-48D7-A009-F55FF986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阶段节点 · 发展历程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32FB3B-21E7-464E-B423-2B5CC7D1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476375"/>
            <a:ext cx="3600450" cy="4495800"/>
          </a:xfrm>
          <a:prstGeom xmlns:a="http://schemas.openxmlformats.org/drawingml/2006/main" prst="roundRect">
            <a:avLst>
              <a:gd name="adj" fmla="val 529"/>
            </a:avLst>
          </a:prstGeom>
          <a:solidFill xmlns:a="http://schemas.openxmlformats.org/drawingml/2006/main">
            <a:srgbClr val="F0F7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CC5890-C0B4-414B-B227-12ABDBF7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76375"/>
            <a:ext cx="3600450" cy="4495800"/>
          </a:xfrm>
          <a:prstGeom xmlns:a="http://schemas.openxmlformats.org/drawingml/2006/main" prst="roundRect">
            <a:avLst>
              <a:gd name="adj" fmla="val 529"/>
            </a:avLst>
          </a:prstGeom>
          <a:solidFill xmlns:a="http://schemas.openxmlformats.org/drawingml/2006/main">
            <a:srgbClr val="F0F7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PAGENT_QA|parent=timeline-axis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6C844F86-76FC-4D6E-90D3-823938BA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6" name="PPAGENT_QA|parent=timeline-period-0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742BA81B-F58D-4518-B863-23E5C6D6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342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8FD77-9EA1-4E8B-B9C8-E15686BC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01</a:t>
            </a:r>
          </a:p>
        </p:txBody>
      </p:sp>
      <p:sp>
        <p:nvSpPr>
          <p:cNvPr id="8" name="PPAGENT_QA|parent=timeline-node-0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FB37686A-7CC1-4DC0-BC2F-DC44FC23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PPAGENT_QA|parent=timeline-title-0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33EA94AB-6AB7-4DE0-BA2C-AF64F936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识别问题</a:t>
            </a:r>
          </a:p>
        </p:txBody>
      </p:sp>
      <p:sp>
        <p:nvSpPr>
          <p:cNvPr id="10" name="PPAGENT_QA|parent=timeline-body-0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E4894DC6-006E-49DF-AB2F-E0E09B57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0050"/>
            <a:ext cx="335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明确场景与主要约束</a:t>
            </a:r>
          </a:p>
        </p:txBody>
      </p:sp>
      <p:sp>
        <p:nvSpPr>
          <p:cNvPr id="11" name="PPAGENT_QA|parent=timeline-bar-0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C48F9994-26D1-4FF8-9F2F-6EA74379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PAGENT_QA|parent=timeline-period-1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1810D9D0-14F5-4331-9FF9-2C27CC31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342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EE2FF2-812B-4222-B0D8-C65E8880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241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02</a:t>
            </a:r>
          </a:p>
        </p:txBody>
      </p:sp>
      <p:sp>
        <p:nvSpPr>
          <p:cNvPr id="14" name="PPAGENT_QA|parent=timeline-node-1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752B55BF-46CE-400D-99BC-843F3526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PPAGENT_QA|parent=timeline-title-1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F11D7AC2-5F7F-4429-B1F1-850AE471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814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验证方向</a:t>
            </a:r>
          </a:p>
        </p:txBody>
      </p:sp>
      <p:sp>
        <p:nvSpPr>
          <p:cNvPr id="16" name="PPAGENT_QA|parent=timeline-body-1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ACDF5C42-DFFF-4478-AA97-59923A42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10050"/>
            <a:ext cx="335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用真实任务确认最小闭环</a:t>
            </a:r>
          </a:p>
        </p:txBody>
      </p:sp>
      <p:sp>
        <p:nvSpPr>
          <p:cNvPr id="17" name="PPAGENT_QA|parent=timeline-bar-1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BED14E8C-B6F1-49DD-A454-6C64FB30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PAGENT_QA|parent=timeline-period-2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4A9689E2-AC79-46E4-9C30-FF51A7A2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19250"/>
            <a:ext cx="342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9DFE81-A1DD-4B21-BCA5-500CC5B6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阶段 03</a:t>
            </a:r>
          </a:p>
        </p:txBody>
      </p:sp>
      <p:sp>
        <p:nvSpPr>
          <p:cNvPr id="20" name="PPAGENT_QA|parent=timeline-node-2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9857437B-0D79-4C54-893A-5A81F850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PPAGENT_QA|parent=timeline-title-2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1F73719B-4C71-4D0A-8A44-FA9C8820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沉淀能力</a:t>
            </a:r>
          </a:p>
        </p:txBody>
      </p:sp>
      <p:sp>
        <p:nvSpPr>
          <p:cNvPr id="22" name="PPAGENT_QA|parent=timeline-body-2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67F76EE5-C29A-4447-89D7-BE4327D4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10050"/>
            <a:ext cx="335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把经验整理为规则与资产</a:t>
            </a:r>
          </a:p>
        </p:txBody>
      </p:sp>
      <p:sp>
        <p:nvSpPr>
          <p:cNvPr id="23" name="PPAGENT_QA|parent=timeline-bar-2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F951EABD-7074-47B8-B0B5-6175ADDB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9293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E00F4D-732B-4494-B402-BA5CE36F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发展历程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FEC36-AEBF-4F1F-9EBE-DC9F3A68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阶段节点 · 发展历程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065032-40C5-426D-9F81-90F2760D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476375"/>
            <a:ext cx="2686050" cy="4495800"/>
          </a:xfrm>
          <a:prstGeom xmlns:a="http://schemas.openxmlformats.org/drawingml/2006/main" prst="roundRect">
            <a:avLst>
              <a:gd name="adj" fmla="val 709"/>
            </a:avLst>
          </a:prstGeom>
          <a:solidFill xmlns:a="http://schemas.openxmlformats.org/drawingml/2006/main">
            <a:srgbClr val="F0F7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1EFB60-B1AD-4D7C-A5CF-33B50FD1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476375"/>
            <a:ext cx="2686050" cy="4495800"/>
          </a:xfrm>
          <a:prstGeom xmlns:a="http://schemas.openxmlformats.org/drawingml/2006/main" prst="roundRect">
            <a:avLst>
              <a:gd name="adj" fmla="val 709"/>
            </a:avLst>
          </a:prstGeom>
          <a:solidFill xmlns:a="http://schemas.openxmlformats.org/drawingml/2006/main">
            <a:srgbClr val="F0F7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PAGENT_QA|parent=timeline-axis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6493D0C2-764F-4145-85C9-20C2C5015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6" name="PPAGENT_QA|parent=timeline-period-0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D1D6ED04-1655-49DB-969E-A553BD9C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25146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C20D82-DF71-4675-9A67-E037DD56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01</a:t>
            </a:r>
          </a:p>
        </p:txBody>
      </p:sp>
      <p:sp>
        <p:nvSpPr>
          <p:cNvPr id="8" name="PPAGENT_QA|parent=timeline-node-0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C5C939C8-25B1-4181-BF56-3FDCA5C1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PPAGENT_QA|parent=timeline-title-0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113C434C-E238-41E9-8049-8A0AE781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514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识别问题</a:t>
            </a:r>
          </a:p>
        </p:txBody>
      </p:sp>
      <p:sp>
        <p:nvSpPr>
          <p:cNvPr id="10" name="PPAGENT_QA|parent=timeline-body-0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7F9F5B42-1F48-4602-BEE7-D183E799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0050"/>
            <a:ext cx="24384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明确场景与主要约束</a:t>
            </a:r>
          </a:p>
        </p:txBody>
      </p:sp>
      <p:sp>
        <p:nvSpPr>
          <p:cNvPr id="11" name="PPAGENT_QA|parent=timeline-bar-0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FE99D752-9AD9-4150-97C4-442A0F0B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PAGENT_QA|parent=timeline-period-1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7FE38CDF-04D0-4D2D-BA5B-93ADA4B1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19250"/>
            <a:ext cx="25146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F261DE-25D7-48CE-9560-D485D276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7241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02</a:t>
            </a:r>
          </a:p>
        </p:txBody>
      </p:sp>
      <p:sp>
        <p:nvSpPr>
          <p:cNvPr id="14" name="PPAGENT_QA|parent=timeline-node-1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1F7375E9-43A1-4227-9280-74FD70A4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PPAGENT_QA|parent=timeline-title-1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F2FCA2EB-A5F3-44B8-A81A-3183E016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581400"/>
            <a:ext cx="2514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验证方向</a:t>
            </a:r>
          </a:p>
        </p:txBody>
      </p:sp>
      <p:sp>
        <p:nvSpPr>
          <p:cNvPr id="16" name="PPAGENT_QA|parent=timeline-body-1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915D9D3A-B706-42E2-863F-48AABF6D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210050"/>
            <a:ext cx="24384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用真实任务确认最小闭环</a:t>
            </a:r>
          </a:p>
        </p:txBody>
      </p:sp>
      <p:sp>
        <p:nvSpPr>
          <p:cNvPr id="17" name="PPAGENT_QA|parent=timeline-bar-1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B15C42D5-5E3A-425F-AF19-2554AD14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PAGENT_QA|parent=timeline-period-2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24BA401A-9747-45CE-BE39-DF32C54E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19250"/>
            <a:ext cx="25146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548751-583F-48D8-86B0-0E2213AE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241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03</a:t>
            </a:r>
          </a:p>
        </p:txBody>
      </p:sp>
      <p:sp>
        <p:nvSpPr>
          <p:cNvPr id="20" name="PPAGENT_QA|parent=timeline-node-2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90BEF0FC-C305-4DDF-A6DA-CFBE641A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PPAGENT_QA|parent=timeline-title-2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BF1B43EA-7FD3-49DA-A11F-D1A5A03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81400"/>
            <a:ext cx="2514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沉淀能力</a:t>
            </a:r>
          </a:p>
        </p:txBody>
      </p:sp>
      <p:sp>
        <p:nvSpPr>
          <p:cNvPr id="22" name="PPAGENT_QA|parent=timeline-body-2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3791C8D1-FCB1-4699-A631-33B4BF34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10050"/>
            <a:ext cx="24384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把经验整理为规则与资产</a:t>
            </a:r>
          </a:p>
        </p:txBody>
      </p:sp>
      <p:sp>
        <p:nvSpPr>
          <p:cNvPr id="23" name="PPAGENT_QA|parent=timeline-bar-2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C210D2FB-E0E4-4A8D-A24D-87934533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PAGENT_QA|parent=timeline-period-3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EB996A2D-C460-4772-8C39-8788C1F1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19250"/>
            <a:ext cx="25146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2027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36AC29-C11B-4B8F-9A6E-EDE7920D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241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阶段 04</a:t>
            </a:r>
          </a:p>
        </p:txBody>
      </p:sp>
      <p:sp>
        <p:nvSpPr>
          <p:cNvPr id="26" name="PPAGENT_QA|parent=timeline-node-3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197306C7-BA8A-4854-8AD2-41667AA1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PPAGENT_QA|parent=timeline-title-3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888B86F4-73DD-4B4F-96C9-9035387D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581400"/>
            <a:ext cx="2514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扩展场景</a:t>
            </a:r>
          </a:p>
        </p:txBody>
      </p:sp>
      <p:sp>
        <p:nvSpPr>
          <p:cNvPr id="28" name="PPAGENT_QA|parent=timeline-body-3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7DA8AE96-5E22-42E8-B4D8-596C7533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210050"/>
            <a:ext cx="24384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适配更多组织和用途</a:t>
            </a:r>
          </a:p>
        </p:txBody>
      </p:sp>
      <p:sp>
        <p:nvSpPr>
          <p:cNvPr id="29" name="PPAGENT_QA|parent=timeline-bar-3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4097E34B-EF20-4CE6-B6A2-224764B0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943434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E05EE2-F397-4867-A20B-62BCC460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发展历程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59410B-D8D1-4910-99D2-BA9A7B22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阶段节点 · 发展历程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08C9B-5807-4DC6-9916-473811D8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476375"/>
            <a:ext cx="2137410" cy="4495800"/>
          </a:xfrm>
          <a:prstGeom xmlns:a="http://schemas.openxmlformats.org/drawingml/2006/main" prst="roundRect">
            <a:avLst>
              <a:gd name="adj" fmla="val 891"/>
            </a:avLst>
          </a:prstGeom>
          <a:solidFill xmlns:a="http://schemas.openxmlformats.org/drawingml/2006/main">
            <a:srgbClr val="F0F7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66DC0D-0949-43B1-893F-9DEB2E20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1476375"/>
            <a:ext cx="2137410" cy="4495800"/>
          </a:xfrm>
          <a:prstGeom xmlns:a="http://schemas.openxmlformats.org/drawingml/2006/main" prst="roundRect">
            <a:avLst>
              <a:gd name="adj" fmla="val 891"/>
            </a:avLst>
          </a:prstGeom>
          <a:solidFill xmlns:a="http://schemas.openxmlformats.org/drawingml/2006/main">
            <a:srgbClr val="F0F7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BFBD7C-14F3-435F-A934-E2B52B4D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6415" y="1476375"/>
            <a:ext cx="2137410" cy="4495800"/>
          </a:xfrm>
          <a:prstGeom xmlns:a="http://schemas.openxmlformats.org/drawingml/2006/main" prst="roundRect">
            <a:avLst>
              <a:gd name="adj" fmla="val 891"/>
            </a:avLst>
          </a:prstGeom>
          <a:solidFill xmlns:a="http://schemas.openxmlformats.org/drawingml/2006/main">
            <a:srgbClr val="F0F7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PAGENT_QA|parent=timeline-axis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5B21B4B7-2F53-476E-A05E-23307151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7" name="PPAGENT_QA|parent=timeline-period-0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B0138FDE-B4BE-4E28-8CD5-7AD95CD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96596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60B11C-1DD2-4AA2-BDA1-5D9E6FDA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196596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01</a:t>
            </a:r>
          </a:p>
        </p:txBody>
      </p:sp>
      <p:sp>
        <p:nvSpPr>
          <p:cNvPr id="9" name="PPAGENT_QA|parent=timeline-node-0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1D59657A-42AB-4CE2-A4C8-CD8C71DD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PPAGENT_QA|parent=timeline-title-0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17C433C1-DE75-4010-8E82-2E06C515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196596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识别问题</a:t>
            </a:r>
          </a:p>
        </p:txBody>
      </p:sp>
      <p:sp>
        <p:nvSpPr>
          <p:cNvPr id="11" name="PPAGENT_QA|parent=timeline-body-0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1647CEA6-C1B5-4E51-B260-4F335ABC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0050"/>
            <a:ext cx="188976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明确场景与主要约束</a:t>
            </a:r>
          </a:p>
        </p:txBody>
      </p:sp>
      <p:sp>
        <p:nvSpPr>
          <p:cNvPr id="12" name="PPAGENT_QA|parent=timeline-bar-0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FD4F5E9F-B384-4940-ABFA-61D5DC28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PAGENT_QA|parent=timeline-period-1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25FC7B57-BF82-4762-8910-CE8D96DA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1619250"/>
            <a:ext cx="196596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3B2B37-94DD-46B4-BAFB-651DCB89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2724150"/>
            <a:ext cx="196596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02</a:t>
            </a:r>
          </a:p>
        </p:txBody>
      </p:sp>
      <p:sp>
        <p:nvSpPr>
          <p:cNvPr id="15" name="PPAGENT_QA|parent=timeline-node-1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4B9D0FB2-ADEF-4E39-930F-9160EE83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761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PPAGENT_QA|parent=timeline-title-1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6DC4B9ED-F0BF-4709-9DE8-F78927AB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3581400"/>
            <a:ext cx="196596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验证方向</a:t>
            </a:r>
          </a:p>
        </p:txBody>
      </p:sp>
      <p:sp>
        <p:nvSpPr>
          <p:cNvPr id="17" name="PPAGENT_QA|parent=timeline-body-1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C590B9B4-C15C-4694-BD11-E77B63B4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0" y="4210050"/>
            <a:ext cx="188976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用真实任务</a:t>
            </a:r>
          </a:p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确认最小闭环</a:t>
            </a:r>
          </a:p>
        </p:txBody>
      </p:sp>
      <p:sp>
        <p:nvSpPr>
          <p:cNvPr id="18" name="PPAGENT_QA|parent=timeline-bar-1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B5F4D45C-6B13-4929-AB29-53FF91F5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284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PAGENT_QA|parent=timeline-period-2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CA2E4784-84AE-43F6-A164-A74906BC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1619250"/>
            <a:ext cx="196596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6003D1-E1F3-4641-9BC2-DA8B56FE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2724150"/>
            <a:ext cx="196596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03</a:t>
            </a:r>
          </a:p>
        </p:txBody>
      </p:sp>
      <p:sp>
        <p:nvSpPr>
          <p:cNvPr id="21" name="PPAGENT_QA|parent=timeline-node-2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C47EA1CA-4097-4DC3-A63E-58F971B4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PPAGENT_QA|parent=timeline-title-2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6E4DAE56-7A4B-4383-A013-CB314D8F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3581400"/>
            <a:ext cx="196596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沉淀能力</a:t>
            </a:r>
          </a:p>
        </p:txBody>
      </p:sp>
      <p:sp>
        <p:nvSpPr>
          <p:cNvPr id="23" name="PPAGENT_QA|parent=timeline-body-2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D7E9E844-77DD-41EA-89EE-7EBD1E93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210050"/>
            <a:ext cx="188976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把经验整理</a:t>
            </a:r>
          </a:p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为规则与资产</a:t>
            </a:r>
          </a:p>
        </p:txBody>
      </p:sp>
      <p:sp>
        <p:nvSpPr>
          <p:cNvPr id="24" name="PPAGENT_QA|parent=timeline-bar-2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CB3784C2-24A0-43AE-ADC8-4EA7EE64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PAGENT_QA|parent=timeline-period-3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B319278B-11BC-467F-A1A9-C458F893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1619250"/>
            <a:ext cx="196596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CAC5DB-87C7-43D8-A6F9-B557520D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2724150"/>
            <a:ext cx="196596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04</a:t>
            </a:r>
          </a:p>
        </p:txBody>
      </p:sp>
      <p:sp>
        <p:nvSpPr>
          <p:cNvPr id="27" name="PPAGENT_QA|parent=timeline-node-3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828F5EBD-81B8-4D48-8741-5CE541B4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73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PPAGENT_QA|parent=timeline-title-3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72BB8027-F2FC-48AC-B874-06D735CC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3581400"/>
            <a:ext cx="196596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扩展场景</a:t>
            </a:r>
          </a:p>
        </p:txBody>
      </p:sp>
      <p:sp>
        <p:nvSpPr>
          <p:cNvPr id="29" name="PPAGENT_QA|parent=timeline-body-3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372D3FEA-3CE0-4BB3-9F9D-9A2EB901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680" y="4210050"/>
            <a:ext cx="188976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适配更多组织和用途</a:t>
            </a:r>
          </a:p>
        </p:txBody>
      </p:sp>
      <p:sp>
        <p:nvSpPr>
          <p:cNvPr id="30" name="PPAGENT_QA|parent=timeline-bar-3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6BD2BC3F-CC85-43C3-986C-8C94BCE9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PAGENT_QA|parent=timeline-period-4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DF628896-944A-4DEA-950C-01C902A5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1619250"/>
            <a:ext cx="196596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2028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78D91B-287A-4EDB-B4B0-1E45895D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2724150"/>
            <a:ext cx="196596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阶段 05</a:t>
            </a:r>
          </a:p>
        </p:txBody>
      </p:sp>
      <p:sp>
        <p:nvSpPr>
          <p:cNvPr id="33" name="PPAGENT_QA|parent=timeline-node-4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8399ADD2-00F0-4794-A437-B0B440B9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129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PPAGENT_QA|parent=timeline-title-4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F45E1266-A411-41F4-8415-649D2323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3581400"/>
            <a:ext cx="196596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形成系统</a:t>
            </a:r>
          </a:p>
        </p:txBody>
      </p:sp>
      <p:sp>
        <p:nvSpPr>
          <p:cNvPr id="35" name="PPAGENT_QA|parent=timeline-body-4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7C032C2A-828B-431F-A896-7181803E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240" y="4210050"/>
            <a:ext cx="188976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让生成与可靠</a:t>
            </a:r>
          </a:p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交付形成链路</a:t>
            </a:r>
          </a:p>
        </p:txBody>
      </p:sp>
      <p:sp>
        <p:nvSpPr>
          <p:cNvPr id="36" name="PPAGENT_QA|parent=timeline-bar-4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597ACE33-66A5-4710-B022-11683251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652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8952530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3C6A040-2025-4659-9F08-DA73AE4F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发展历程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0186E4-0829-4E60-AF7F-9874F96A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阶段节点 · 发展历程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B13F9-B3A5-47D3-8A20-B56D9F51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476375"/>
            <a:ext cx="1771650" cy="4495800"/>
          </a:xfrm>
          <a:prstGeom xmlns:a="http://schemas.openxmlformats.org/drawingml/2006/main" prst="roundRect">
            <a:avLst>
              <a:gd name="adj" fmla="val 1075"/>
            </a:avLst>
          </a:prstGeom>
          <a:solidFill xmlns:a="http://schemas.openxmlformats.org/drawingml/2006/main">
            <a:srgbClr val="F0F7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7A63F-BEA6-40EA-80C8-148148DD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476375"/>
            <a:ext cx="1771650" cy="4495800"/>
          </a:xfrm>
          <a:prstGeom xmlns:a="http://schemas.openxmlformats.org/drawingml/2006/main" prst="roundRect">
            <a:avLst>
              <a:gd name="adj" fmla="val 1075"/>
            </a:avLst>
          </a:prstGeom>
          <a:solidFill xmlns:a="http://schemas.openxmlformats.org/drawingml/2006/main">
            <a:srgbClr val="F0F7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7438E-FCAE-4A32-9CED-594D7B81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76375"/>
            <a:ext cx="1771650" cy="4495800"/>
          </a:xfrm>
          <a:prstGeom xmlns:a="http://schemas.openxmlformats.org/drawingml/2006/main" prst="roundRect">
            <a:avLst>
              <a:gd name="adj" fmla="val 1075"/>
            </a:avLst>
          </a:prstGeom>
          <a:solidFill xmlns:a="http://schemas.openxmlformats.org/drawingml/2006/main">
            <a:srgbClr val="F0F7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PAGENT_QA|parent=timeline-axis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05A2091D-A5B8-445F-9EA7-43A04030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7" name="PPAGENT_QA|parent=timeline-period-0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A5D124B6-47CC-4B65-B950-FC22B330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600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7EFF4-AA6D-4A4C-A2CA-BB943889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01</a:t>
            </a:r>
          </a:p>
        </p:txBody>
      </p:sp>
      <p:sp>
        <p:nvSpPr>
          <p:cNvPr id="9" name="PPAGENT_QA|parent=timeline-node-0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5CED503F-0B6C-4FB0-8E27-A9257D98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PPAGENT_QA|parent=timeline-title-0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F1046369-FF50-46A7-8272-1DB4C0AE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识别问题</a:t>
            </a:r>
          </a:p>
        </p:txBody>
      </p:sp>
      <p:sp>
        <p:nvSpPr>
          <p:cNvPr id="11" name="PPAGENT_QA|parent=timeline-body-0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5670A31B-4E5F-4C71-B23D-A284502B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0050"/>
            <a:ext cx="1524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明确场景与主要约束</a:t>
            </a:r>
          </a:p>
        </p:txBody>
      </p:sp>
      <p:sp>
        <p:nvSpPr>
          <p:cNvPr id="12" name="PPAGENT_QA|parent=timeline-bar-0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5C328EF1-D127-4572-AD41-A5877A91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PAGENT_QA|parent=timeline-period-1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887FB89C-0CC2-4A93-9060-BE6D9452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19250"/>
            <a:ext cx="1600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600C8-6012-4DA4-8CDF-DFFF8A95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72415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02</a:t>
            </a:r>
          </a:p>
        </p:txBody>
      </p:sp>
      <p:sp>
        <p:nvSpPr>
          <p:cNvPr id="15" name="PPAGENT_QA|parent=timeline-node-1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FB1D3DB3-4A70-42A0-8F2F-B4FA6C87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PPAGENT_QA|parent=timeline-title-1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BA64FBB4-501F-4111-A964-33BA293B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5814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验证方向</a:t>
            </a:r>
          </a:p>
        </p:txBody>
      </p:sp>
      <p:sp>
        <p:nvSpPr>
          <p:cNvPr id="17" name="PPAGENT_QA|parent=timeline-body-1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77BDD3E9-AF4C-4EA8-8F94-EFF4CECD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210050"/>
            <a:ext cx="1524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用真实任务</a:t>
            </a:r>
          </a:p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确认最小闭环</a:t>
            </a:r>
          </a:p>
        </p:txBody>
      </p:sp>
      <p:sp>
        <p:nvSpPr>
          <p:cNvPr id="18" name="PPAGENT_QA|parent=timeline-bar-1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F089D11E-3048-43AE-A2C5-89A2F526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PAGENT_QA|parent=timeline-period-2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E5C5EADD-8910-49E9-8C22-E4FE7CC1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1600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F53344-E56B-4E39-9B63-440CA840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2415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03</a:t>
            </a:r>
          </a:p>
        </p:txBody>
      </p:sp>
      <p:sp>
        <p:nvSpPr>
          <p:cNvPr id="21" name="PPAGENT_QA|parent=timeline-node-2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7EFAFE21-E729-40D5-986C-9689661E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PPAGENT_QA|parent=timeline-title-2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FF9F4DCF-FE88-4EE1-BC23-0FC3B434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814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沉淀能力</a:t>
            </a:r>
          </a:p>
        </p:txBody>
      </p:sp>
      <p:sp>
        <p:nvSpPr>
          <p:cNvPr id="23" name="PPAGENT_QA|parent=timeline-body-2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29E27AFB-B4D9-4257-95AD-600205C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10050"/>
            <a:ext cx="1524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把经验整理</a:t>
            </a:r>
          </a:p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为规则与资产</a:t>
            </a:r>
          </a:p>
        </p:txBody>
      </p:sp>
      <p:sp>
        <p:nvSpPr>
          <p:cNvPr id="24" name="PPAGENT_QA|parent=timeline-bar-2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552147D0-CD26-4E9F-BF86-D668F747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PAGENT_QA|parent=timeline-period-3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67A36DD2-1A5A-445E-A8B8-FE8888E8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19250"/>
            <a:ext cx="1600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F8B67A-85C1-4510-8339-A8105171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2415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04</a:t>
            </a:r>
          </a:p>
        </p:txBody>
      </p:sp>
      <p:sp>
        <p:nvSpPr>
          <p:cNvPr id="27" name="PPAGENT_QA|parent=timeline-node-3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34D95DCB-98E1-42A7-82CA-F746B42E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PPAGENT_QA|parent=timeline-title-3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CB058124-0E40-4955-9F59-2F4364F6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814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扩展场景</a:t>
            </a:r>
          </a:p>
        </p:txBody>
      </p:sp>
      <p:sp>
        <p:nvSpPr>
          <p:cNvPr id="29" name="PPAGENT_QA|parent=timeline-body-3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B6F302D4-84F5-49E9-8114-4B8C5C8E8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10050"/>
            <a:ext cx="1524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适配更多组织和用途</a:t>
            </a:r>
          </a:p>
        </p:txBody>
      </p:sp>
      <p:sp>
        <p:nvSpPr>
          <p:cNvPr id="30" name="PPAGENT_QA|parent=timeline-bar-3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10FA5BCA-4ABE-443D-8E73-BD3D5AA3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PAGENT_QA|parent=timeline-period-4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79FAD980-5EA5-4376-BA5A-1C1FC4876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19250"/>
            <a:ext cx="1600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EA72AD-9F1D-4694-8BA5-43BAEB80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 05</a:t>
            </a:r>
          </a:p>
        </p:txBody>
      </p:sp>
      <p:sp>
        <p:nvSpPr>
          <p:cNvPr id="33" name="PPAGENT_QA|parent=timeline-node-4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EECBC65F-EDEB-4C78-91BE-07204279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PPAGENT_QA|parent=timeline-title-4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D425B9BD-6313-4DA1-8BE9-5BD1BC81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形成系统</a:t>
            </a:r>
          </a:p>
        </p:txBody>
      </p:sp>
      <p:sp>
        <p:nvSpPr>
          <p:cNvPr id="35" name="PPAGENT_QA|parent=timeline-body-4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BCF5397F-8929-4FF2-8903-863B76DC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10050"/>
            <a:ext cx="1524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让生成与可靠</a:t>
            </a:r>
          </a:p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交付形成链路</a:t>
            </a:r>
          </a:p>
        </p:txBody>
      </p:sp>
      <p:sp>
        <p:nvSpPr>
          <p:cNvPr id="36" name="PPAGENT_QA|parent=timeline-bar-4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F81E86A5-6404-4492-8957-09675FF2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PPAGENT_QA|parent=timeline-period-5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1DBA0710-F1BB-440D-8792-5C917410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19250"/>
            <a:ext cx="1600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2029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D994C4-1804-4D9A-93A3-7E83754C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2415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阶段 06</a:t>
            </a:r>
          </a:p>
        </p:txBody>
      </p:sp>
      <p:sp>
        <p:nvSpPr>
          <p:cNvPr id="39" name="PPAGENT_QA|parent=timeline-node-5|domains=timeline-connection">
            <a:extLst xmlns:a="http://schemas.openxmlformats.org/drawingml/2006/main">
              <a:ext uri="{FF2B5EF4-FFF2-40B4-BE49-F238E27FC236}">
                <a16:creationId xmlns:a16="http://schemas.microsoft.com/office/drawing/2014/main" id="{0841EB3A-1CB1-4DB7-A842-05C43039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4175" y="30861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0" name="PPAGENT_QA|parent=timeline-title-5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D0AEA6FB-03BD-483B-887A-7E934982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5814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持续演进</a:t>
            </a:r>
          </a:p>
        </p:txBody>
      </p:sp>
      <p:sp>
        <p:nvSpPr>
          <p:cNvPr id="41" name="PPAGENT_QA|parent=timeline-body-5|domains=timeline-content">
            <a:extLst xmlns:a="http://schemas.openxmlformats.org/drawingml/2006/main">
              <a:ext uri="{FF2B5EF4-FFF2-40B4-BE49-F238E27FC236}">
                <a16:creationId xmlns:a16="http://schemas.microsoft.com/office/drawing/2014/main" id="{5A37BE2F-8F4B-473B-8FF6-2FE7D669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210050"/>
            <a:ext cx="1524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用反馈推动能力更新</a:t>
            </a:r>
          </a:p>
        </p:txBody>
      </p:sp>
      <p:sp>
        <p:nvSpPr>
          <p:cNvPr id="42" name="PPAGENT_QA|parent=timeline-bar-5|domains=timeline-shape">
            <a:extLst xmlns:a="http://schemas.openxmlformats.org/drawingml/2006/main">
              <a:ext uri="{FF2B5EF4-FFF2-40B4-BE49-F238E27FC236}">
                <a16:creationId xmlns:a16="http://schemas.microsoft.com/office/drawing/2014/main" id="{1A34F38C-461B-4E5C-997F-B40455AB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5391150"/>
            <a:ext cx="4572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21838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2026-08-15T13:33:24.3450000Z</dcterms:created>
  <dcterms:modified xsi:type="dcterms:W3CDTF">2026-08-15T13:33:24.3450000Z</dcterms:modified>
</coreProperties>
</file>