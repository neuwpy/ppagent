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5252961a7c4e7a" /><Relationship Type="http://schemas.openxmlformats.org/officeDocument/2006/relationships/extended-properties" Target="/docProps/app.xml" Id="R5d3bd35c43a348f7" /><Relationship Type="http://schemas.openxmlformats.org/officeDocument/2006/relationships/officeDocument" Target="/ppt/presentation.xml" Id="R97032fcd599542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5d53fb67ac45f3"/>
  </p:sldMasterIdLst>
  <p:notesMasterIdLst>
    <p:notesMasterId xmlns:r="http://schemas.openxmlformats.org/officeDocument/2006/relationships" r:id="R9b7ea4260f1946ed"/>
  </p:notesMasterIdLst>
  <p:sldIdLst>
    <p:sldId xmlns:r="http://schemas.openxmlformats.org/officeDocument/2006/relationships" id="256" r:id="R5c807773d92344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775f3a33434f9b" /><Relationship Type="http://schemas.openxmlformats.org/officeDocument/2006/relationships/slideMaster" Target="/ppt/slideMasters/slideMaster1.xml" Id="R065d53fb67ac45f3" /><Relationship Type="http://schemas.openxmlformats.org/officeDocument/2006/relationships/notesMaster" Target="/ppt/notesMasters/notesMaster1.xml" Id="R9b7ea4260f1946ed" /><Relationship Type="http://schemas.openxmlformats.org/officeDocument/2006/relationships/presProps" Target="/ppt/presProps.xml" Id="R7e7c8a47aca04a76" /><Relationship Type="http://schemas.openxmlformats.org/officeDocument/2006/relationships/tableStyles" Target="/ppt/tableStyles.xml" Id="R6716d546a2d34088" /><Relationship Type="http://schemas.openxmlformats.org/officeDocument/2006/relationships/slide" Target="/ppt/slides/slide1.xml" Id="R5c807773d92344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ad25a4a18946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114300" dir="5400000">
              <a:srgbClr val="1F487E">
                <a:alpha val="12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c3d2f2522b4b85" /><Relationship Type="http://schemas.openxmlformats.org/officeDocument/2006/relationships/notesMaster" Target="/ppt/notesMasters/notesMaster1.xml" Id="R9563d67588b846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2b7145adcc4d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7318fae9234c43" /><Relationship Type="http://schemas.openxmlformats.org/officeDocument/2006/relationships/slideLayout" Target="/ppt/slideLayouts/slideLayout1.xml" Id="Rb325eea0ef9442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25eea0ef9442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114300" dir="5400000">
              <a:srgbClr val="1F487E">
                <a:alpha val="12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1b9ae2e424694" /><Relationship Type="http://schemas.openxmlformats.org/officeDocument/2006/relationships/image" Target="/ppt/media/image.png" Id="Ree74caf074c24747" /><Relationship Type="http://schemas.openxmlformats.org/officeDocument/2006/relationships/image" Target="/ppt/media/image.svg" Id="R9144ba218e094b0d" /><Relationship Type="http://schemas.openxmlformats.org/officeDocument/2006/relationships/image" Target="/ppt/media/image2.png" Id="R2f69c9ee7df54401" /><Relationship Type="http://schemas.openxmlformats.org/officeDocument/2006/relationships/image" Target="/ppt/media/image2.svg" Id="R3ff09c57427f4f41" /><Relationship Type="http://schemas.openxmlformats.org/officeDocument/2006/relationships/image" Target="/ppt/media/image3.png" Id="R9e7c624f57bb481b" /><Relationship Type="http://schemas.openxmlformats.org/officeDocument/2006/relationships/image" Target="/ppt/media/image3.svg" Id="R3317043aad7d4b0e" /><Relationship Type="http://schemas.openxmlformats.org/officeDocument/2006/relationships/image" Target="/ppt/media/image4.png" Id="Rcd7465fe1f014511" /><Relationship Type="http://schemas.openxmlformats.org/officeDocument/2006/relationships/image" Target="/ppt/media/image4.svg" Id="R853e6bde174d4267" /><Relationship Type="http://schemas.openxmlformats.org/officeDocument/2006/relationships/notesSlide" Target="/ppt/notesSlides/notesSlide1.xml" Id="R7a194d52731946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parallel-card-underlay-0">
            <a:extLst xmlns:a="http://schemas.openxmlformats.org/drawingml/2006/main">
              <a:ext uri="{FF2B5EF4-FFF2-40B4-BE49-F238E27FC236}">
                <a16:creationId xmlns:a16="http://schemas.microsoft.com/office/drawing/2014/main" id="{DCD56AF2-8DF9-4821-83DB-488E7D0C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" y="2514600"/>
            <a:ext cx="2319338" cy="3352800"/>
          </a:xfrm>
          <a:prstGeom xmlns:a="http://schemas.openxmlformats.org/drawingml/2006/main" prst="roundRect">
            <a:avLst>
              <a:gd name="adj" fmla="val 10678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9525">
            <a:solidFill>
              <a:srgbClr val="DCE8F7"/>
            </a:solidFill>
            <a:prstDash val="solid"/>
          </a:ln>
        </p:spPr>
      </p:sp>
      <p:sp>
        <p:nvSpPr>
          <p:cNvPr id="2" name="parallel-card-surface-0">
            <a:extLst xmlns:a="http://schemas.openxmlformats.org/drawingml/2006/main">
              <a:ext uri="{FF2B5EF4-FFF2-40B4-BE49-F238E27FC236}">
                <a16:creationId xmlns:a16="http://schemas.microsoft.com/office/drawing/2014/main" id="{995AB3FD-86FB-4187-84AF-268B4F25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" y="2419350"/>
            <a:ext cx="2471738" cy="3352800"/>
          </a:xfrm>
          <a:prstGeom xmlns:a="http://schemas.openxmlformats.org/drawingml/2006/main" prst="roundRect">
            <a:avLst>
              <a:gd name="adj" fmla="val 10019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" name="parallel-card-accent-0">
            <a:extLst xmlns:a="http://schemas.openxmlformats.org/drawingml/2006/main">
              <a:ext uri="{FF2B5EF4-FFF2-40B4-BE49-F238E27FC236}">
                <a16:creationId xmlns:a16="http://schemas.microsoft.com/office/drawing/2014/main" id="{6873FEAA-7A3C-4CF5-B799-B00DB450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4969" y="2419350"/>
            <a:ext cx="7810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rallel-marker-halo-0">
            <a:extLst xmlns:a="http://schemas.openxmlformats.org/drawingml/2006/main">
              <a:ext uri="{FF2B5EF4-FFF2-40B4-BE49-F238E27FC236}">
                <a16:creationId xmlns:a16="http://schemas.microsoft.com/office/drawing/2014/main" id="{A89E3D7C-9727-4E31-B2F7-6C0FF20A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8294" y="19621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5" name="parallel-marker-core-0">
            <a:extLst xmlns:a="http://schemas.openxmlformats.org/drawingml/2006/main">
              <a:ext uri="{FF2B5EF4-FFF2-40B4-BE49-F238E27FC236}">
                <a16:creationId xmlns:a16="http://schemas.microsoft.com/office/drawing/2014/main" id="{74A61A25-9949-4083-83A6-EEE98DBB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21644" y="2095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4caf074c24747">
            <a:extLst>
              <a:ext uri="{96DAC541-7B7A-43D3-8B79-37D633B846F1}">
                <asvg:svgBlip xmlns:asvg="http://schemas.microsoft.com/office/drawing/2016/SVG/main" r:embed="R9144ba218e094b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874044" y="2247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7" name="parallel-title-0">
            <a:extLst xmlns:a="http://schemas.openxmlformats.org/drawingml/2006/main">
              <a:ext uri="{FF2B5EF4-FFF2-40B4-BE49-F238E27FC236}">
                <a16:creationId xmlns:a16="http://schemas.microsoft.com/office/drawing/2014/main" id="{A87828D4-00EE-4E6F-AAD8-22F0BD78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" y="3489569"/>
            <a:ext cx="201453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专业能力</a:t>
            </a:r>
          </a:p>
        </p:txBody>
      </p:sp>
      <p:sp>
        <p:nvSpPr>
          <p:cNvPr id="8" name="parallel-rule-0">
            <a:extLst xmlns:a="http://schemas.openxmlformats.org/drawingml/2006/main">
              <a:ext uri="{FF2B5EF4-FFF2-40B4-BE49-F238E27FC236}">
                <a16:creationId xmlns:a16="http://schemas.microsoft.com/office/drawing/2014/main" id="{71C3B70C-C65A-4DCD-9E74-8B026C2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88319" y="3956294"/>
            <a:ext cx="5143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arallel-body-0">
            <a:extLst xmlns:a="http://schemas.openxmlformats.org/drawingml/2006/main">
              <a:ext uri="{FF2B5EF4-FFF2-40B4-BE49-F238E27FC236}">
                <a16:creationId xmlns:a16="http://schemas.microsoft.com/office/drawing/2014/main" id="{17D54E66-F13A-4D97-8D2F-5CFEC4E1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" y="4127744"/>
            <a:ext cx="2014538" cy="669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以可靠的方法与扎实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知识解决复杂任务</a:t>
            </a:r>
          </a:p>
        </p:txBody>
      </p:sp>
      <p:sp>
        <p:nvSpPr>
          <p:cNvPr id="10" name="parallel-card-underlay-1">
            <a:extLst xmlns:a="http://schemas.openxmlformats.org/drawingml/2006/main">
              <a:ext uri="{FF2B5EF4-FFF2-40B4-BE49-F238E27FC236}">
                <a16:creationId xmlns:a16="http://schemas.microsoft.com/office/drawing/2014/main" id="{535D8097-5C52-4DFD-8FC9-DF9562D8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6163" y="2514600"/>
            <a:ext cx="2319338" cy="3352800"/>
          </a:xfrm>
          <a:prstGeom xmlns:a="http://schemas.openxmlformats.org/drawingml/2006/main" prst="roundRect">
            <a:avLst>
              <a:gd name="adj" fmla="val 10678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9525">
            <a:solidFill>
              <a:srgbClr val="DCE8F7"/>
            </a:solidFill>
            <a:prstDash val="solid"/>
          </a:ln>
        </p:spPr>
      </p:sp>
      <p:sp>
        <p:nvSpPr>
          <p:cNvPr id="11" name="parallel-card-surface-1">
            <a:extLst xmlns:a="http://schemas.openxmlformats.org/drawingml/2006/main">
              <a:ext uri="{FF2B5EF4-FFF2-40B4-BE49-F238E27FC236}">
                <a16:creationId xmlns:a16="http://schemas.microsoft.com/office/drawing/2014/main" id="{D194674C-7338-478F-B175-E7757089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9963" y="2419350"/>
            <a:ext cx="2471738" cy="3352800"/>
          </a:xfrm>
          <a:prstGeom xmlns:a="http://schemas.openxmlformats.org/drawingml/2006/main" prst="roundRect">
            <a:avLst>
              <a:gd name="adj" fmla="val 10019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parallel-card-accent-1">
            <a:extLst xmlns:a="http://schemas.openxmlformats.org/drawingml/2006/main">
              <a:ext uri="{FF2B5EF4-FFF2-40B4-BE49-F238E27FC236}">
                <a16:creationId xmlns:a16="http://schemas.microsoft.com/office/drawing/2014/main" id="{B8E229AA-8808-490B-91A0-2802DBF8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55306" y="2419350"/>
            <a:ext cx="7810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arallel-marker-halo-1">
            <a:extLst xmlns:a="http://schemas.openxmlformats.org/drawingml/2006/main">
              <a:ext uri="{FF2B5EF4-FFF2-40B4-BE49-F238E27FC236}">
                <a16:creationId xmlns:a16="http://schemas.microsoft.com/office/drawing/2014/main" id="{BD94ACCF-8DBE-4CE2-8D49-8716A76C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88631" y="19621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4" name="parallel-marker-core-1">
            <a:extLst xmlns:a="http://schemas.openxmlformats.org/drawingml/2006/main">
              <a:ext uri="{FF2B5EF4-FFF2-40B4-BE49-F238E27FC236}">
                <a16:creationId xmlns:a16="http://schemas.microsoft.com/office/drawing/2014/main" id="{9B273BC6-AD24-4016-90BC-796F9ADB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1981" y="2095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9c9ee7df54401">
            <a:extLst>
              <a:ext uri="{96DAC541-7B7A-43D3-8B79-37D633B846F1}">
                <asvg:svgBlip xmlns:asvg="http://schemas.microsoft.com/office/drawing/2016/SVG/main" r:embed="R3ff09c57427f4f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74381" y="2247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parallel-title-1">
            <a:extLst xmlns:a="http://schemas.openxmlformats.org/drawingml/2006/main">
              <a:ext uri="{FF2B5EF4-FFF2-40B4-BE49-F238E27FC236}">
                <a16:creationId xmlns:a16="http://schemas.microsoft.com/office/drawing/2014/main" id="{7121E48F-5817-446C-9715-D5A9F805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8563" y="3489569"/>
            <a:ext cx="201453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17" name="parallel-rule-1">
            <a:extLst xmlns:a="http://schemas.openxmlformats.org/drawingml/2006/main">
              <a:ext uri="{FF2B5EF4-FFF2-40B4-BE49-F238E27FC236}">
                <a16:creationId xmlns:a16="http://schemas.microsoft.com/office/drawing/2014/main" id="{39369FAA-3F83-49F6-8555-0FACB62D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8656" y="3956294"/>
            <a:ext cx="5143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arallel-body-1">
            <a:extLst xmlns:a="http://schemas.openxmlformats.org/drawingml/2006/main">
              <a:ext uri="{FF2B5EF4-FFF2-40B4-BE49-F238E27FC236}">
                <a16:creationId xmlns:a16="http://schemas.microsoft.com/office/drawing/2014/main" id="{CAB7F5A5-FA27-4EC9-B3B6-A72F1109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8563" y="4127744"/>
            <a:ext cx="2014538" cy="669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围绕共同目标整合人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员、平台与资源</a:t>
            </a:r>
          </a:p>
        </p:txBody>
      </p:sp>
      <p:sp>
        <p:nvSpPr>
          <p:cNvPr id="19" name="parallel-card-underlay-2">
            <a:extLst xmlns:a="http://schemas.openxmlformats.org/drawingml/2006/main">
              <a:ext uri="{FF2B5EF4-FFF2-40B4-BE49-F238E27FC236}">
                <a16:creationId xmlns:a16="http://schemas.microsoft.com/office/drawing/2014/main" id="{77B2AAFF-7FC7-4A35-A606-F0C33559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2514600"/>
            <a:ext cx="2319338" cy="3352800"/>
          </a:xfrm>
          <a:prstGeom xmlns:a="http://schemas.openxmlformats.org/drawingml/2006/main" prst="roundRect">
            <a:avLst>
              <a:gd name="adj" fmla="val 10678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9525">
            <a:solidFill>
              <a:srgbClr val="DCE8F7"/>
            </a:solidFill>
            <a:prstDash val="solid"/>
          </a:ln>
        </p:spPr>
      </p:sp>
      <p:sp>
        <p:nvSpPr>
          <p:cNvPr id="20" name="parallel-card-surface-2">
            <a:extLst xmlns:a="http://schemas.openxmlformats.org/drawingml/2006/main">
              <a:ext uri="{FF2B5EF4-FFF2-40B4-BE49-F238E27FC236}">
                <a16:creationId xmlns:a16="http://schemas.microsoft.com/office/drawing/2014/main" id="{46C3654F-1278-4184-A31C-407B6C3A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419350"/>
            <a:ext cx="2471738" cy="3352800"/>
          </a:xfrm>
          <a:prstGeom xmlns:a="http://schemas.openxmlformats.org/drawingml/2006/main" prst="roundRect">
            <a:avLst>
              <a:gd name="adj" fmla="val 10019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1" name="parallel-card-accent-2">
            <a:extLst xmlns:a="http://schemas.openxmlformats.org/drawingml/2006/main">
              <a:ext uri="{FF2B5EF4-FFF2-40B4-BE49-F238E27FC236}">
                <a16:creationId xmlns:a16="http://schemas.microsoft.com/office/drawing/2014/main" id="{A188FEFC-B48D-4C21-9A65-90353A4A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55644" y="2419350"/>
            <a:ext cx="7810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arallel-marker-halo-2">
            <a:extLst xmlns:a="http://schemas.openxmlformats.org/drawingml/2006/main">
              <a:ext uri="{FF2B5EF4-FFF2-40B4-BE49-F238E27FC236}">
                <a16:creationId xmlns:a16="http://schemas.microsoft.com/office/drawing/2014/main" id="{B41BB570-FDAD-42B8-968C-84C1B6F9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8969" y="19621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23" name="parallel-marker-core-2">
            <a:extLst xmlns:a="http://schemas.openxmlformats.org/drawingml/2006/main">
              <a:ext uri="{FF2B5EF4-FFF2-40B4-BE49-F238E27FC236}">
                <a16:creationId xmlns:a16="http://schemas.microsoft.com/office/drawing/2014/main" id="{47F10D69-54E7-43ED-A69B-B0C32882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2319" y="2095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c624f57bb481b">
            <a:extLst>
              <a:ext uri="{96DAC541-7B7A-43D3-8B79-37D633B846F1}">
                <asvg:svgBlip xmlns:asvg="http://schemas.microsoft.com/office/drawing/2016/SVG/main" r:embed="R3317043aad7d4b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74719" y="2247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5" name="parallel-title-2">
            <a:extLst xmlns:a="http://schemas.openxmlformats.org/drawingml/2006/main">
              <a:ext uri="{FF2B5EF4-FFF2-40B4-BE49-F238E27FC236}">
                <a16:creationId xmlns:a16="http://schemas.microsoft.com/office/drawing/2014/main" id="{8BDC0197-A22B-4DE3-843F-0EA102AA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3489569"/>
            <a:ext cx="201453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创新能力</a:t>
            </a:r>
          </a:p>
        </p:txBody>
      </p:sp>
      <p:sp>
        <p:nvSpPr>
          <p:cNvPr id="26" name="parallel-rule-2">
            <a:extLst xmlns:a="http://schemas.openxmlformats.org/drawingml/2006/main">
              <a:ext uri="{FF2B5EF4-FFF2-40B4-BE49-F238E27FC236}">
                <a16:creationId xmlns:a16="http://schemas.microsoft.com/office/drawing/2014/main" id="{A90BA6DF-1B4B-425E-A3B5-FE69A17D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88994" y="3956294"/>
            <a:ext cx="5143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arallel-body-2">
            <a:extLst xmlns:a="http://schemas.openxmlformats.org/drawingml/2006/main">
              <a:ext uri="{FF2B5EF4-FFF2-40B4-BE49-F238E27FC236}">
                <a16:creationId xmlns:a16="http://schemas.microsoft.com/office/drawing/2014/main" id="{1E8C39B2-6DB1-43B2-9AC6-858979A0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127744"/>
            <a:ext cx="2014538" cy="669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从真实约束中提出新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的思路与解决路径</a:t>
            </a:r>
          </a:p>
        </p:txBody>
      </p:sp>
      <p:sp>
        <p:nvSpPr>
          <p:cNvPr id="28" name="parallel-card-underlay-3">
            <a:extLst xmlns:a="http://schemas.openxmlformats.org/drawingml/2006/main">
              <a:ext uri="{FF2B5EF4-FFF2-40B4-BE49-F238E27FC236}">
                <a16:creationId xmlns:a16="http://schemas.microsoft.com/office/drawing/2014/main" id="{6B9D9073-C0A7-4C7F-9AF9-41896945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86838" y="2514600"/>
            <a:ext cx="2319338" cy="3352800"/>
          </a:xfrm>
          <a:prstGeom xmlns:a="http://schemas.openxmlformats.org/drawingml/2006/main" prst="roundRect">
            <a:avLst>
              <a:gd name="adj" fmla="val 10678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9525">
            <a:solidFill>
              <a:srgbClr val="DCE8F7"/>
            </a:solidFill>
            <a:prstDash val="solid"/>
          </a:ln>
        </p:spPr>
      </p:sp>
      <p:sp>
        <p:nvSpPr>
          <p:cNvPr id="29" name="parallel-card-surface-3">
            <a:extLst xmlns:a="http://schemas.openxmlformats.org/drawingml/2006/main">
              <a:ext uri="{FF2B5EF4-FFF2-40B4-BE49-F238E27FC236}">
                <a16:creationId xmlns:a16="http://schemas.microsoft.com/office/drawing/2014/main" id="{1C22E1A0-D567-453E-9786-157832D0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10638" y="2419350"/>
            <a:ext cx="2471738" cy="3352800"/>
          </a:xfrm>
          <a:prstGeom xmlns:a="http://schemas.openxmlformats.org/drawingml/2006/main" prst="roundRect">
            <a:avLst>
              <a:gd name="adj" fmla="val 10019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0" name="parallel-card-accent-3">
            <a:extLst xmlns:a="http://schemas.openxmlformats.org/drawingml/2006/main">
              <a:ext uri="{FF2B5EF4-FFF2-40B4-BE49-F238E27FC236}">
                <a16:creationId xmlns:a16="http://schemas.microsoft.com/office/drawing/2014/main" id="{E0C39EB5-3D3E-4C1D-8C50-60F5F5E7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5981" y="2419350"/>
            <a:ext cx="7810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arallel-marker-halo-3">
            <a:extLst xmlns:a="http://schemas.openxmlformats.org/drawingml/2006/main">
              <a:ext uri="{FF2B5EF4-FFF2-40B4-BE49-F238E27FC236}">
                <a16:creationId xmlns:a16="http://schemas.microsoft.com/office/drawing/2014/main" id="{D6E5DCDC-BA44-41C9-8733-6F40D59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9306" y="19621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32" name="parallel-marker-core-3">
            <a:extLst xmlns:a="http://schemas.openxmlformats.org/drawingml/2006/main">
              <a:ext uri="{FF2B5EF4-FFF2-40B4-BE49-F238E27FC236}">
                <a16:creationId xmlns:a16="http://schemas.microsoft.com/office/drawing/2014/main" id="{D8EF22C8-B531-4BBE-93A4-2B1ADDB7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22656" y="2095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465fe1f014511">
            <a:extLst>
              <a:ext uri="{96DAC541-7B7A-43D3-8B79-37D633B846F1}">
                <asvg:svgBlip xmlns:asvg="http://schemas.microsoft.com/office/drawing/2016/SVG/main" r:embed="R853e6bde174d42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975056" y="2247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4" name="parallel-title-3">
            <a:extLst xmlns:a="http://schemas.openxmlformats.org/drawingml/2006/main">
              <a:ext uri="{FF2B5EF4-FFF2-40B4-BE49-F238E27FC236}">
                <a16:creationId xmlns:a16="http://schemas.microsoft.com/office/drawing/2014/main" id="{1C7EC433-D1BF-4FE4-9866-0084C6D0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9238" y="3489569"/>
            <a:ext cx="201453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执行能力</a:t>
            </a:r>
          </a:p>
        </p:txBody>
      </p:sp>
      <p:sp>
        <p:nvSpPr>
          <p:cNvPr id="35" name="parallel-rule-3">
            <a:extLst xmlns:a="http://schemas.openxmlformats.org/drawingml/2006/main">
              <a:ext uri="{FF2B5EF4-FFF2-40B4-BE49-F238E27FC236}">
                <a16:creationId xmlns:a16="http://schemas.microsoft.com/office/drawing/2014/main" id="{637F4CD2-D98D-45AC-AF5A-AEBE028C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89331" y="3956294"/>
            <a:ext cx="5143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arallel-body-3">
            <a:extLst xmlns:a="http://schemas.openxmlformats.org/drawingml/2006/main">
              <a:ext uri="{FF2B5EF4-FFF2-40B4-BE49-F238E27FC236}">
                <a16:creationId xmlns:a16="http://schemas.microsoft.com/office/drawing/2014/main" id="{2129B6F3-F7EA-42A3-91B2-BADD4FBE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9238" y="4127744"/>
            <a:ext cx="2014538" cy="669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把明确方案稳定转化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为可交付的结果</a:t>
            </a:r>
          </a:p>
        </p:txBody>
      </p:sp>
    </p:spTree>
    <p:extLst>
      <p:ext uri="{BB962C8B-B14F-4D97-AF65-F5344CB8AC3E}">
        <p14:creationId xmlns:p14="http://schemas.microsoft.com/office/powerpoint/2010/main" val="11026695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114300" dir="5400000">
              <a:srgbClr val="1F487E">
                <a:alpha val="12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2026-08-23T20:26:56.4900000Z</dcterms:created>
  <dcterms:modified xsi:type="dcterms:W3CDTF">2026-08-23T20:26:56.4900000Z</dcterms:modified>
</coreProperties>
</file>