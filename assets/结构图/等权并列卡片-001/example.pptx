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605031d0fb4c71" /><Relationship Type="http://schemas.openxmlformats.org/officeDocument/2006/relationships/extended-properties" Target="/docProps/app.xml" Id="R98d79d7bab014eb9" /><Relationship Type="http://schemas.openxmlformats.org/officeDocument/2006/relationships/officeDocument" Target="/ppt/presentation.xml" Id="R262265dab72b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ee6ffef3a4891"/>
  </p:sldMasterIdLst>
  <p:notesMasterIdLst>
    <p:notesMasterId xmlns:r="http://schemas.openxmlformats.org/officeDocument/2006/relationships" r:id="R0c44a4f31d5b4ac0"/>
  </p:notesMasterIdLst>
  <p:sldIdLst>
    <p:sldId xmlns:r="http://schemas.openxmlformats.org/officeDocument/2006/relationships" id="256" r:id="R596b03cc362942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bfc228ba9462e" /><Relationship Type="http://schemas.openxmlformats.org/officeDocument/2006/relationships/slideMaster" Target="/ppt/slideMasters/slideMaster1.xml" Id="Rb10ee6ffef3a4891" /><Relationship Type="http://schemas.openxmlformats.org/officeDocument/2006/relationships/notesMaster" Target="/ppt/notesMasters/notesMaster1.xml" Id="R0c44a4f31d5b4ac0" /><Relationship Type="http://schemas.openxmlformats.org/officeDocument/2006/relationships/presProps" Target="/ppt/presProps.xml" Id="R2af7d3a83f1144e7" /><Relationship Type="http://schemas.openxmlformats.org/officeDocument/2006/relationships/tableStyles" Target="/ppt/tableStyles.xml" Id="R8282783781394a66" /><Relationship Type="http://schemas.openxmlformats.org/officeDocument/2006/relationships/slide" Target="/ppt/slides/slide1.xml" Id="R596b03cc3629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21ca7a8d92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bbd2b4f340426c" /><Relationship Type="http://schemas.openxmlformats.org/officeDocument/2006/relationships/notesMaster" Target="/ppt/notesMasters/notesMaster1.xml" Id="Raca4e7dbc8b2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e4283c9eb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326451f7948c3" /><Relationship Type="http://schemas.openxmlformats.org/officeDocument/2006/relationships/slideLayout" Target="/ppt/slideLayouts/slideLayout1.xml" Id="R1734e69a602a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4e69a602a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475c20beb48c1" /><Relationship Type="http://schemas.openxmlformats.org/officeDocument/2006/relationships/image" Target="/ppt/media/image.png" Id="Rf6786ce4211c487f" /><Relationship Type="http://schemas.openxmlformats.org/officeDocument/2006/relationships/image" Target="/ppt/media/image.svg" Id="Rded10df445574cb6" /><Relationship Type="http://schemas.openxmlformats.org/officeDocument/2006/relationships/image" Target="/ppt/media/image2.png" Id="Rbe02ad2951de4a87" /><Relationship Type="http://schemas.openxmlformats.org/officeDocument/2006/relationships/image" Target="/ppt/media/image2.svg" Id="Rb6b78103d1e64f26" /><Relationship Type="http://schemas.openxmlformats.org/officeDocument/2006/relationships/image" Target="/ppt/media/image3.png" Id="Rb360e55580184a7c" /><Relationship Type="http://schemas.openxmlformats.org/officeDocument/2006/relationships/image" Target="/ppt/media/image3.svg" Id="R0add1f8aad114d74" /><Relationship Type="http://schemas.openxmlformats.org/officeDocument/2006/relationships/image" Target="/ppt/media/image4.png" Id="R60fdc35ceed941fa" /><Relationship Type="http://schemas.openxmlformats.org/officeDocument/2006/relationships/image" Target="/ppt/media/image4.svg" Id="R4b4fa45abfa94f7f" /><Relationship Type="http://schemas.openxmlformats.org/officeDocument/2006/relationships/notesSlide" Target="/ppt/notesSlides/notesSlide1.xml" Id="Raf40e557b55740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E2DEFCA3-E76A-4FC2-A748-771E73F9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9E535A36-7025-48BB-9A48-D7FF0992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C232F7E6-ED98-44E0-B4F8-C2D6D9D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7534F736-1E7D-43B2-9E7F-63B458A8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5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C34965EF-A07A-4DAE-B82F-3F3E6416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86ce4211c487f">
            <a:extLst>
              <a:ext uri="{96DAC541-7B7A-43D3-8B79-37D633B846F1}">
                <asvg:svgBlip xmlns:asvg="http://schemas.microsoft.com/office/drawing/2016/SVG/main" r:embed="Rded10df445574c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7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A27D157C-A609-4985-B938-398A437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专业能力</a:t>
            </a:r>
          </a:p>
        </p:txBody>
      </p:sp>
      <p:sp>
        <p:nvSpPr>
          <p:cNvPr id="8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687CA6D6-A122-44BE-82A7-AEF6D56B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C1EB5658-87C1-4C39-8040-129DCE5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以可靠的方法与扎实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知识解决复杂任务</a:t>
            </a:r>
          </a:p>
        </p:txBody>
      </p:sp>
      <p:sp>
        <p:nvSpPr>
          <p:cNvPr id="10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698499D2-01BD-4E3D-B776-0F30420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1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FE1615FC-7FFD-4D7F-AB81-A672963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B6C6DAE7-155E-42EE-B3FE-7A7B133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90C95DA0-583E-4E91-85CC-52D73F8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4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73709FE2-3D91-4DCA-B014-F062E63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2ad2951de4a87">
            <a:extLst>
              <a:ext uri="{96DAC541-7B7A-43D3-8B79-37D633B846F1}">
                <asvg:svgBlip xmlns:asvg="http://schemas.microsoft.com/office/drawing/2016/SVG/main" r:embed="Rb6b78103d1e64f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EB91ECFE-3DDF-4E5E-9FCD-3AD72E31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  <p:sp>
        <p:nvSpPr>
          <p:cNvPr id="17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790BAE4A-0E95-4293-8725-41E2E29E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6F78CE23-17FB-4336-8A7A-426EFA0E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围绕共同目标整合人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员、平台与资源</a:t>
            </a:r>
          </a:p>
        </p:txBody>
      </p:sp>
      <p:sp>
        <p:nvSpPr>
          <p:cNvPr id="19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95AD90D0-0509-4FF0-BD97-1349D91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0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490CF566-040F-4EFB-BFBA-2F49CD85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EBA7227A-37C9-4707-AE70-904EF32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D30127E1-8439-46A3-A646-A0B928E2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3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D6D188DE-4354-4BD9-AAD2-51649CB1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e55580184a7c">
            <a:extLst>
              <a:ext uri="{96DAC541-7B7A-43D3-8B79-37D633B846F1}">
                <asvg:svgBlip xmlns:asvg="http://schemas.microsoft.com/office/drawing/2016/SVG/main" r:embed="R0add1f8aad114d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5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22D86861-F5C7-4BF3-9AD8-EB2D0B12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创新能力</a:t>
            </a:r>
          </a:p>
        </p:txBody>
      </p:sp>
      <p:sp>
        <p:nvSpPr>
          <p:cNvPr id="26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FC223BDE-183F-4A83-B706-E220C3EE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E91E4137-E862-453A-8D9F-891A6DB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从真实约束中提出新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的思路与解决路径</a:t>
            </a:r>
          </a:p>
        </p:txBody>
      </p:sp>
      <p:sp>
        <p:nvSpPr>
          <p:cNvPr id="28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3DBA649B-0AF0-4530-BBCF-240DF75B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9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7CB049FA-96FC-4937-B586-B93D84A4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4D402AE3-CF29-4AF3-A4C7-8233901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94DFB673-2E75-4FC0-9B77-9BDE296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2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98F638FC-01A8-49EE-B7E2-F04E80E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c35ceed941fa">
            <a:extLst>
              <a:ext uri="{96DAC541-7B7A-43D3-8B79-37D633B846F1}">
                <asvg:svgBlip xmlns:asvg="http://schemas.microsoft.com/office/drawing/2016/SVG/main" r:embed="R4b4fa45abfa94f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4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C463C5DE-791F-4CC5-A454-5F0CFB4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执行能力</a:t>
            </a:r>
          </a:p>
        </p:txBody>
      </p:sp>
      <p:sp>
        <p:nvSpPr>
          <p:cNvPr id="35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1ACC6ED0-367B-45E7-9FC2-5C1209E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0D39EEFA-C084-4DE2-BFF7-A13E545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把明确方案稳定转化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为可交付的结果</a:t>
            </a:r>
          </a:p>
        </p:txBody>
      </p:sp>
    </p:spTree>
    <p:extLst>
      <p:ext uri="{BB962C8B-B14F-4D97-AF65-F5344CB8AC3E}">
        <p14:creationId xmlns:p14="http://schemas.microsoft.com/office/powerpoint/2010/main" val="966794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2026-08-24T14:06:16.3810000Z</dcterms:created>
  <dcterms:modified xsi:type="dcterms:W3CDTF">2026-08-24T14:06:16.3810000Z</dcterms:modified>
</coreProperties>
</file>