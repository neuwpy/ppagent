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7234331b1d4a85" /><Relationship Type="http://schemas.openxmlformats.org/officeDocument/2006/relationships/extended-properties" Target="/docProps/app.xml" Id="R9e74f038fec943b9" /><Relationship Type="http://schemas.openxmlformats.org/officeDocument/2006/relationships/officeDocument" Target="/ppt/presentation.xml" Id="R8cafc325f79b4a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91ac4c61bc4880"/>
  </p:sldMasterIdLst>
  <p:notesMasterIdLst>
    <p:notesMasterId xmlns:r="http://schemas.openxmlformats.org/officeDocument/2006/relationships" r:id="R4e5f93dfe8ff4407"/>
  </p:notesMasterIdLst>
  <p:sldIdLst>
    <p:sldId xmlns:r="http://schemas.openxmlformats.org/officeDocument/2006/relationships" id="256" r:id="Rb7a751855a9645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c65e07109e4241" /><Relationship Type="http://schemas.openxmlformats.org/officeDocument/2006/relationships/slideMaster" Target="/ppt/slideMasters/slideMaster1.xml" Id="Rd691ac4c61bc4880" /><Relationship Type="http://schemas.openxmlformats.org/officeDocument/2006/relationships/notesMaster" Target="/ppt/notesMasters/notesMaster1.xml" Id="R4e5f93dfe8ff4407" /><Relationship Type="http://schemas.openxmlformats.org/officeDocument/2006/relationships/presProps" Target="/ppt/presProps.xml" Id="R3ffa5f16e63e41b0" /><Relationship Type="http://schemas.openxmlformats.org/officeDocument/2006/relationships/tableStyles" Target="/ppt/tableStyles.xml" Id="Raa81b5777c384ed4" /><Relationship Type="http://schemas.openxmlformats.org/officeDocument/2006/relationships/slide" Target="/ppt/slides/slide1.xml" Id="Rb7a751855a9645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49826797454e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114300" dir="5400000">
              <a:srgbClr val="1F487E">
                <a:alpha val="12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d23a542b5a4954" /><Relationship Type="http://schemas.openxmlformats.org/officeDocument/2006/relationships/notesMaster" Target="/ppt/notesMasters/notesMaster1.xml" Id="Rd963c33aaa7940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e99cf113774a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8b147a8fac4931" /><Relationship Type="http://schemas.openxmlformats.org/officeDocument/2006/relationships/slideLayout" Target="/ppt/slideLayouts/slideLayout1.xml" Id="R2220ff5a1c8e4e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20ff5a1c8e4e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114300" dir="5400000">
              <a:srgbClr val="1F487E">
                <a:alpha val="12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bc3eb1a25449c" /><Relationship Type="http://schemas.openxmlformats.org/officeDocument/2006/relationships/image" Target="/ppt/media/image.png" Id="Rea54af27341f4360" /><Relationship Type="http://schemas.openxmlformats.org/officeDocument/2006/relationships/image" Target="/ppt/media/image.svg" Id="Rb257bc34d4ae46a3" /><Relationship Type="http://schemas.openxmlformats.org/officeDocument/2006/relationships/image" Target="/ppt/media/image2.png" Id="R042df5e12cf9413c" /><Relationship Type="http://schemas.openxmlformats.org/officeDocument/2006/relationships/image" Target="/ppt/media/image2.svg" Id="R691826e67a644f32" /><Relationship Type="http://schemas.openxmlformats.org/officeDocument/2006/relationships/notesSlide" Target="/ppt/notesSlides/notesSlide1.xml" Id="R22de94060d8642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parallel-card-underlay-0">
            <a:extLst xmlns:a="http://schemas.openxmlformats.org/drawingml/2006/main">
              <a:ext uri="{FF2B5EF4-FFF2-40B4-BE49-F238E27FC236}">
                <a16:creationId xmlns:a16="http://schemas.microsoft.com/office/drawing/2014/main" id="{7BF00F34-08FD-4DB1-BF1D-06F6002D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86025" y="2514600"/>
            <a:ext cx="3276600" cy="3352800"/>
          </a:xfrm>
          <a:prstGeom xmlns:a="http://schemas.openxmlformats.org/drawingml/2006/main" prst="roundRect">
            <a:avLst>
              <a:gd name="adj" fmla="val 7558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9525">
            <a:solidFill>
              <a:srgbClr val="DCE8F7"/>
            </a:solidFill>
            <a:prstDash val="solid"/>
          </a:ln>
        </p:spPr>
      </p:sp>
      <p:sp>
        <p:nvSpPr>
          <p:cNvPr id="2" name="parallel-card-surface-0">
            <a:extLst xmlns:a="http://schemas.openxmlformats.org/drawingml/2006/main">
              <a:ext uri="{FF2B5EF4-FFF2-40B4-BE49-F238E27FC236}">
                <a16:creationId xmlns:a16="http://schemas.microsoft.com/office/drawing/2014/main" id="{015019C3-1226-475C-A761-762F3163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09825" y="2419350"/>
            <a:ext cx="3429000" cy="3352800"/>
          </a:xfrm>
          <a:prstGeom xmlns:a="http://schemas.openxmlformats.org/drawingml/2006/main" prst="roundRect">
            <a:avLst>
              <a:gd name="adj" fmla="val 73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" name="parallel-card-accent-0">
            <a:extLst xmlns:a="http://schemas.openxmlformats.org/drawingml/2006/main">
              <a:ext uri="{FF2B5EF4-FFF2-40B4-BE49-F238E27FC236}">
                <a16:creationId xmlns:a16="http://schemas.microsoft.com/office/drawing/2014/main" id="{AF61B74C-2C9C-4239-9970-7F5060E4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3800" y="2419350"/>
            <a:ext cx="7810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rallel-marker-halo-0">
            <a:extLst xmlns:a="http://schemas.openxmlformats.org/drawingml/2006/main">
              <a:ext uri="{FF2B5EF4-FFF2-40B4-BE49-F238E27FC236}">
                <a16:creationId xmlns:a16="http://schemas.microsoft.com/office/drawing/2014/main" id="{CC8C0D65-2BF0-47FB-97DF-E0CC2D02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7125" y="19621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5" name="parallel-marker-core-0">
            <a:extLst xmlns:a="http://schemas.openxmlformats.org/drawingml/2006/main">
              <a:ext uri="{FF2B5EF4-FFF2-40B4-BE49-F238E27FC236}">
                <a16:creationId xmlns:a16="http://schemas.microsoft.com/office/drawing/2014/main" id="{A5189D76-94D1-46E5-9606-A869D6DB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2095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4af27341f4360">
            <a:extLst>
              <a:ext uri="{96DAC541-7B7A-43D3-8B79-37D633B846F1}">
                <asvg:svgBlip xmlns:asvg="http://schemas.microsoft.com/office/drawing/2016/SVG/main" r:embed="Rb257bc34d4ae46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52875" y="2247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7" name="parallel-title-0">
            <a:extLst xmlns:a="http://schemas.openxmlformats.org/drawingml/2006/main">
              <a:ext uri="{FF2B5EF4-FFF2-40B4-BE49-F238E27FC236}">
                <a16:creationId xmlns:a16="http://schemas.microsoft.com/office/drawing/2014/main" id="{65832670-893D-4F56-90E7-FADAD1F0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76525" y="32385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专业能力</a:t>
            </a:r>
          </a:p>
        </p:txBody>
      </p:sp>
      <p:sp>
        <p:nvSpPr>
          <p:cNvPr id="8" name="parallel-rule-0">
            <a:extLst xmlns:a="http://schemas.openxmlformats.org/drawingml/2006/main">
              <a:ext uri="{FF2B5EF4-FFF2-40B4-BE49-F238E27FC236}">
                <a16:creationId xmlns:a16="http://schemas.microsoft.com/office/drawing/2014/main" id="{E8EE72AE-F284-448D-9318-EF1AE6E8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3771900"/>
            <a:ext cx="5143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arallel-body-0">
            <a:extLst xmlns:a="http://schemas.openxmlformats.org/drawingml/2006/main">
              <a:ext uri="{FF2B5EF4-FFF2-40B4-BE49-F238E27FC236}">
                <a16:creationId xmlns:a16="http://schemas.microsoft.com/office/drawing/2014/main" id="{FDB00AD6-9404-430D-96C8-F5D234F5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76525" y="4295775"/>
            <a:ext cx="2895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  <a:defRPr sz="14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以可靠的方法与扎实知识解决复杂任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  <a:defRPr sz="14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务</a:t>
            </a:r>
          </a:p>
        </p:txBody>
      </p:sp>
      <p:sp>
        <p:nvSpPr>
          <p:cNvPr id="10" name="parallel-card-underlay-1">
            <a:extLst xmlns:a="http://schemas.openxmlformats.org/drawingml/2006/main">
              <a:ext uri="{FF2B5EF4-FFF2-40B4-BE49-F238E27FC236}">
                <a16:creationId xmlns:a16="http://schemas.microsoft.com/office/drawing/2014/main" id="{F564990F-51CE-4B74-A62C-6EE0B19A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29375" y="2514600"/>
            <a:ext cx="3276600" cy="3352800"/>
          </a:xfrm>
          <a:prstGeom xmlns:a="http://schemas.openxmlformats.org/drawingml/2006/main" prst="roundRect">
            <a:avLst>
              <a:gd name="adj" fmla="val 7558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9525">
            <a:solidFill>
              <a:srgbClr val="DCE8F7"/>
            </a:solidFill>
            <a:prstDash val="solid"/>
          </a:ln>
        </p:spPr>
      </p:sp>
      <p:sp>
        <p:nvSpPr>
          <p:cNvPr id="11" name="parallel-card-surface-1">
            <a:extLst xmlns:a="http://schemas.openxmlformats.org/drawingml/2006/main">
              <a:ext uri="{FF2B5EF4-FFF2-40B4-BE49-F238E27FC236}">
                <a16:creationId xmlns:a16="http://schemas.microsoft.com/office/drawing/2014/main" id="{B04D216A-5060-4CD2-9782-577C4F12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2419350"/>
            <a:ext cx="3429000" cy="3352800"/>
          </a:xfrm>
          <a:prstGeom xmlns:a="http://schemas.openxmlformats.org/drawingml/2006/main" prst="roundRect">
            <a:avLst>
              <a:gd name="adj" fmla="val 7386"/>
            </a:avLst>
          </a:prstGeom>
          <a:solidFill xmlns:a="http://schemas.openxmlformats.org/drawingml/2006/main">
            <a:srgbClr val="F4F8FD"/>
          </a:solidFill>
          <a:ln xmlns:a="http://schemas.openxmlformats.org/drawingml/2006/main" w="9525">
            <a:solidFill>
              <a:srgbClr val="D2E0F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parallel-card-accent-1">
            <a:extLst xmlns:a="http://schemas.openxmlformats.org/drawingml/2006/main">
              <a:ext uri="{FF2B5EF4-FFF2-40B4-BE49-F238E27FC236}">
                <a16:creationId xmlns:a16="http://schemas.microsoft.com/office/drawing/2014/main" id="{68B2E617-9CB5-4E1A-AF2E-CED036C8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2419350"/>
            <a:ext cx="7810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arallel-marker-halo-1">
            <a:extLst xmlns:a="http://schemas.openxmlformats.org/drawingml/2006/main">
              <a:ext uri="{FF2B5EF4-FFF2-40B4-BE49-F238E27FC236}">
                <a16:creationId xmlns:a16="http://schemas.microsoft.com/office/drawing/2014/main" id="{C51551F6-87B3-486A-AE72-6782A952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0475" y="19621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5FF"/>
          </a:solidFill>
          <a:ln xmlns:a="http://schemas.openxmlformats.org/drawingml/2006/main" w="9525">
            <a:solidFill>
              <a:srgbClr val="D8E7FA"/>
            </a:solidFill>
            <a:prstDash val="solid"/>
          </a:ln>
        </p:spPr>
      </p:sp>
      <p:sp>
        <p:nvSpPr>
          <p:cNvPr id="14" name="parallel-marker-core-1">
            <a:extLst xmlns:a="http://schemas.openxmlformats.org/drawingml/2006/main">
              <a:ext uri="{FF2B5EF4-FFF2-40B4-BE49-F238E27FC236}">
                <a16:creationId xmlns:a16="http://schemas.microsoft.com/office/drawing/2014/main" id="{D4FE1103-2466-40D6-8510-2F64547B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43825" y="2095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df5e12cf9413c">
            <a:extLst>
              <a:ext uri="{96DAC541-7B7A-43D3-8B79-37D633B846F1}">
                <asvg:svgBlip xmlns:asvg="http://schemas.microsoft.com/office/drawing/2016/SVG/main" r:embed="R691826e67a644f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96225" y="2247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6" name="parallel-title-1">
            <a:extLst xmlns:a="http://schemas.openxmlformats.org/drawingml/2006/main">
              <a:ext uri="{FF2B5EF4-FFF2-40B4-BE49-F238E27FC236}">
                <a16:creationId xmlns:a16="http://schemas.microsoft.com/office/drawing/2014/main" id="{3549DA83-B545-414C-89E9-17EEA1F0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32385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17" name="parallel-rule-1">
            <a:extLst xmlns:a="http://schemas.openxmlformats.org/drawingml/2006/main">
              <a:ext uri="{FF2B5EF4-FFF2-40B4-BE49-F238E27FC236}">
                <a16:creationId xmlns:a16="http://schemas.microsoft.com/office/drawing/2014/main" id="{C09BBAC5-F4A0-45E2-9CCA-FE75F231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3771900"/>
            <a:ext cx="5143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A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arallel-body-1">
            <a:extLst xmlns:a="http://schemas.openxmlformats.org/drawingml/2006/main">
              <a:ext uri="{FF2B5EF4-FFF2-40B4-BE49-F238E27FC236}">
                <a16:creationId xmlns:a16="http://schemas.microsoft.com/office/drawing/2014/main" id="{D169B8A3-1838-4BE3-B3A6-8FCC950C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4455766"/>
            <a:ext cx="2895600" cy="2134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围绕共同目标整合人员、平台与资源</a:t>
            </a:r>
          </a:p>
        </p:txBody>
      </p:sp>
    </p:spTree>
    <p:extLst>
      <p:ext uri="{BB962C8B-B14F-4D97-AF65-F5344CB8AC3E}">
        <p14:creationId xmlns:p14="http://schemas.microsoft.com/office/powerpoint/2010/main" val="16596264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114300" dir="5400000">
              <a:srgbClr val="1F487E">
                <a:alpha val="12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2026-08-28T02:44:00.9860000Z</dcterms:created>
  <dcterms:modified xsi:type="dcterms:W3CDTF">2026-08-28T02:44:00.9860000Z</dcterms:modified>
</coreProperties>
</file>