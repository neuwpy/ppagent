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0087f753204538" /><Relationship Type="http://schemas.openxmlformats.org/officeDocument/2006/relationships/extended-properties" Target="/docProps/app.xml" Id="R8168ccef1ec54bca" /><Relationship Type="http://schemas.openxmlformats.org/officeDocument/2006/relationships/officeDocument" Target="/ppt/presentation.xml" Id="R33748881c72a45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2156b522a54a5b"/>
  </p:sldMasterIdLst>
  <p:notesMasterIdLst>
    <p:notesMasterId xmlns:r="http://schemas.openxmlformats.org/officeDocument/2006/relationships" r:id="R2fbea8b65fb542d6"/>
  </p:notesMasterIdLst>
  <p:sldIdLst>
    <p:sldId xmlns:r="http://schemas.openxmlformats.org/officeDocument/2006/relationships" id="256" r:id="R5306f713614445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86321107b543e4" /><Relationship Type="http://schemas.openxmlformats.org/officeDocument/2006/relationships/slideMaster" Target="/ppt/slideMasters/slideMaster1.xml" Id="R422156b522a54a5b" /><Relationship Type="http://schemas.openxmlformats.org/officeDocument/2006/relationships/notesMaster" Target="/ppt/notesMasters/notesMaster1.xml" Id="R2fbea8b65fb542d6" /><Relationship Type="http://schemas.openxmlformats.org/officeDocument/2006/relationships/presProps" Target="/ppt/presProps.xml" Id="R91f500ad6a254d0b" /><Relationship Type="http://schemas.openxmlformats.org/officeDocument/2006/relationships/tableStyles" Target="/ppt/tableStyles.xml" Id="R61ec8f029c604b15" /><Relationship Type="http://schemas.openxmlformats.org/officeDocument/2006/relationships/slide" Target="/ppt/slides/slide1.xml" Id="R5306f7136144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a7c1945cb249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cb7fa0e3f948e5" /><Relationship Type="http://schemas.openxmlformats.org/officeDocument/2006/relationships/notesMaster" Target="/ppt/notesMasters/notesMaster1.xml" Id="Ra1a01f7a531440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234a9b91143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a810bdd7e94c7b" /><Relationship Type="http://schemas.openxmlformats.org/officeDocument/2006/relationships/slideLayout" Target="/ppt/slideLayouts/slideLayout1.xml" Id="Rb9740a476dd040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740a476dd040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91c39ada949ef" /><Relationship Type="http://schemas.openxmlformats.org/officeDocument/2006/relationships/image" Target="/ppt/media/image.png" Id="R26d4f3ea6f9e46b8" /><Relationship Type="http://schemas.openxmlformats.org/officeDocument/2006/relationships/image" Target="/ppt/media/image.svg" Id="R4140ad02d17b41dd" /><Relationship Type="http://schemas.openxmlformats.org/officeDocument/2006/relationships/image" Target="/ppt/media/image2.png" Id="Rfaaf1fd49e954bc0" /><Relationship Type="http://schemas.openxmlformats.org/officeDocument/2006/relationships/image" Target="/ppt/media/image2.svg" Id="R13635337055f4348" /><Relationship Type="http://schemas.openxmlformats.org/officeDocument/2006/relationships/image" Target="/ppt/media/image3.png" Id="R365945674eb0499d" /><Relationship Type="http://schemas.openxmlformats.org/officeDocument/2006/relationships/image" Target="/ppt/media/image3.svg" Id="R895a4d27528e4eec" /><Relationship Type="http://schemas.openxmlformats.org/officeDocument/2006/relationships/image" Target="/ppt/media/image4.png" Id="R493e9955610b41e6" /><Relationship Type="http://schemas.openxmlformats.org/officeDocument/2006/relationships/image" Target="/ppt/media/image4.svg" Id="R8312f5b11d4148e5" /><Relationship Type="http://schemas.openxmlformats.org/officeDocument/2006/relationships/image" Target="/ppt/media/image5.png" Id="Rafe9dd8005b044ba" /><Relationship Type="http://schemas.openxmlformats.org/officeDocument/2006/relationships/image" Target="/ppt/media/image5.svg" Id="R3947e90aa58045b4" /><Relationship Type="http://schemas.openxmlformats.org/officeDocument/2006/relationships/image" Target="/ppt/media/image6.png" Id="R9f7559f0e84345e2" /><Relationship Type="http://schemas.openxmlformats.org/officeDocument/2006/relationships/image" Target="/ppt/media/image6.svg" Id="R640650e1f4f64041" /><Relationship Type="http://schemas.openxmlformats.org/officeDocument/2006/relationships/notesSlide" Target="/ppt/notesSlides/notesSlide1.xml" Id="Rd680410f5b3540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C0E49266-AC5A-4678-874A-C0AF5DA6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179" y="33040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6C73A7BC-0EEC-4AC8-9A85-2D9638E0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18478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32C2C5F7-62F4-48B3-B47D-9A735A13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18478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E129F5FA-E527-4204-A96B-97E18042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9661" y="33496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46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A47666CC-B291-43D3-B68F-3AF9E93F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479" y="33040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F89ADBEC-2609-4287-8E05-7A989D83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8478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672F7A99-CD48-4A24-88C3-EE7CEA24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8478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9850685A-438F-46B3-AB6B-C6CB97E3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1961" y="33496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46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C0729843-3C9C-4CA5-BDE3-1D2966A9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779" y="33040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8B436E1F-0E6E-4DF3-958D-CE17B339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8478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93E8BDBC-E7B6-4804-8577-1C9A62CB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8478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62A12E68-6CCF-4313-B011-EAA73FB4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4261" y="33496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46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5C2A1E30-D36A-4373-8105-F5364574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179" y="54757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4F9887E0-2034-4968-9529-F63FAB3B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40195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068A452D-002D-40E8-AA55-2DCD87B9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40195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D2F7D341-7165-4806-8014-00CFD33E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9661" y="55213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37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7" name="note-sheet-shadow-4">
            <a:extLst xmlns:a="http://schemas.openxmlformats.org/drawingml/2006/main">
              <a:ext uri="{FF2B5EF4-FFF2-40B4-BE49-F238E27FC236}">
                <a16:creationId xmlns:a16="http://schemas.microsoft.com/office/drawing/2014/main" id="{6719A044-7656-435D-B575-C8299F98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479" y="54757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paper-4">
            <a:extLst xmlns:a="http://schemas.openxmlformats.org/drawingml/2006/main">
              <a:ext uri="{FF2B5EF4-FFF2-40B4-BE49-F238E27FC236}">
                <a16:creationId xmlns:a16="http://schemas.microsoft.com/office/drawing/2014/main" id="{1700FFB9-1A22-4163-936F-8A0548D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195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9" name="note-sheet-header-4">
            <a:extLst xmlns:a="http://schemas.openxmlformats.org/drawingml/2006/main">
              <a:ext uri="{FF2B5EF4-FFF2-40B4-BE49-F238E27FC236}">
                <a16:creationId xmlns:a16="http://schemas.microsoft.com/office/drawing/2014/main" id="{B4B80AF6-D25B-4ED7-B71F-AD82E29C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195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fold-4">
            <a:extLst xmlns:a="http://schemas.openxmlformats.org/drawingml/2006/main">
              <a:ext uri="{FF2B5EF4-FFF2-40B4-BE49-F238E27FC236}">
                <a16:creationId xmlns:a16="http://schemas.microsoft.com/office/drawing/2014/main" id="{31522550-41B6-4EE2-87F0-7D3454DD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1961" y="55213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37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1" name="note-sheet-shadow-5">
            <a:extLst xmlns:a="http://schemas.openxmlformats.org/drawingml/2006/main">
              <a:ext uri="{FF2B5EF4-FFF2-40B4-BE49-F238E27FC236}">
                <a16:creationId xmlns:a16="http://schemas.microsoft.com/office/drawing/2014/main" id="{82A97DF1-79D7-4E10-8EB6-533FC2C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779" y="54757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paper-5">
            <a:extLst xmlns:a="http://schemas.openxmlformats.org/drawingml/2006/main">
              <a:ext uri="{FF2B5EF4-FFF2-40B4-BE49-F238E27FC236}">
                <a16:creationId xmlns:a16="http://schemas.microsoft.com/office/drawing/2014/main" id="{32C52A9A-4BB2-47DD-A996-99AD8769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0195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23" name="note-sheet-header-5">
            <a:extLst xmlns:a="http://schemas.openxmlformats.org/drawingml/2006/main">
              <a:ext uri="{FF2B5EF4-FFF2-40B4-BE49-F238E27FC236}">
                <a16:creationId xmlns:a16="http://schemas.microsoft.com/office/drawing/2014/main" id="{8BCEFE74-6E9F-47C8-B2B2-3D181407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0195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fold-5">
            <a:extLst xmlns:a="http://schemas.openxmlformats.org/drawingml/2006/main">
              <a:ext uri="{FF2B5EF4-FFF2-40B4-BE49-F238E27FC236}">
                <a16:creationId xmlns:a16="http://schemas.microsoft.com/office/drawing/2014/main" id="{C039521F-EB78-4C9C-9025-ACF36506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4261" y="55213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37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5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5D13BFF0-8883-41DB-A8ED-0F7731D1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26" name="note-body-0">
            <a:extLst xmlns:a="http://schemas.openxmlformats.org/drawingml/2006/main">
              <a:ext uri="{FF2B5EF4-FFF2-40B4-BE49-F238E27FC236}">
                <a16:creationId xmlns:a16="http://schemas.microsoft.com/office/drawing/2014/main" id="{821ABA82-A4DA-4DBF-87B3-FA4877B6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2314575"/>
            <a:ext cx="2209800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关系明确，阅读路径稳定</a:t>
            </a:r>
          </a:p>
        </p:txBody>
      </p:sp>
      <p:sp>
        <p:nvSpPr>
          <p:cNvPr id="27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0F52BA53-FB11-4EA1-AACE-22FC1B23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8" name="note-body-1">
            <a:extLst xmlns:a="http://schemas.openxmlformats.org/drawingml/2006/main">
              <a:ext uri="{FF2B5EF4-FFF2-40B4-BE49-F238E27FC236}">
                <a16:creationId xmlns:a16="http://schemas.microsoft.com/office/drawing/2014/main" id="{9E01D499-884B-4185-872D-7B293396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314575"/>
            <a:ext cx="2209800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结果保持一致，减少随机波动</a:t>
            </a:r>
          </a:p>
        </p:txBody>
      </p:sp>
      <p:sp>
        <p:nvSpPr>
          <p:cNvPr id="29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AD7A3C5E-3858-4BC9-894A-B2C421CA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30" name="note-body-2">
            <a:extLst xmlns:a="http://schemas.openxmlformats.org/drawingml/2006/main">
              <a:ext uri="{FF2B5EF4-FFF2-40B4-BE49-F238E27FC236}">
                <a16:creationId xmlns:a16="http://schemas.microsoft.com/office/drawing/2014/main" id="{30462AFA-DCE2-446D-AABC-8CEAB982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2314575"/>
            <a:ext cx="2209800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文字与形状均可继续修改</a:t>
            </a:r>
          </a:p>
        </p:txBody>
      </p:sp>
      <p:sp>
        <p:nvSpPr>
          <p:cNvPr id="31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12952426-D4D7-4C69-A7ED-541D2F7F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40195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32" name="note-point-3-0">
            <a:extLst xmlns:a="http://schemas.openxmlformats.org/drawingml/2006/main">
              <a:ext uri="{FF2B5EF4-FFF2-40B4-BE49-F238E27FC236}">
                <a16:creationId xmlns:a16="http://schemas.microsoft.com/office/drawing/2014/main" id="{F8D3DCEB-AA1E-4A84-AA85-3116135D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486275"/>
            <a:ext cx="2209800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数量变化时重新求解</a:t>
            </a:r>
          </a:p>
        </p:txBody>
      </p:sp>
      <p:sp>
        <p:nvSpPr>
          <p:cNvPr id="33" name="note-point-3-1">
            <a:extLst xmlns:a="http://schemas.openxmlformats.org/drawingml/2006/main">
              <a:ext uri="{FF2B5EF4-FFF2-40B4-BE49-F238E27FC236}">
                <a16:creationId xmlns:a16="http://schemas.microsoft.com/office/drawing/2014/main" id="{D6A9EE80-0520-4815-9A9F-93150888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779321"/>
            <a:ext cx="2209800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末行始终保持居中</a:t>
            </a:r>
          </a:p>
        </p:txBody>
      </p:sp>
      <p:sp>
        <p:nvSpPr>
          <p:cNvPr id="34" name="note-heading-4">
            <a:extLst xmlns:a="http://schemas.openxmlformats.org/drawingml/2006/main">
              <a:ext uri="{FF2B5EF4-FFF2-40B4-BE49-F238E27FC236}">
                <a16:creationId xmlns:a16="http://schemas.microsoft.com/office/drawing/2014/main" id="{435D33F6-6651-4946-979E-305CA66C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0195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成本可控</a:t>
            </a:r>
          </a:p>
        </p:txBody>
      </p:sp>
      <p:sp>
        <p:nvSpPr>
          <p:cNvPr id="35" name="note-body-4">
            <a:extLst xmlns:a="http://schemas.openxmlformats.org/drawingml/2006/main">
              <a:ext uri="{FF2B5EF4-FFF2-40B4-BE49-F238E27FC236}">
                <a16:creationId xmlns:a16="http://schemas.microsoft.com/office/drawing/2014/main" id="{70B17BB5-22F2-4F29-9ECE-02695A56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486275"/>
            <a:ext cx="2209800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把高成本设计前移到建设期</a:t>
            </a:r>
          </a:p>
        </p:txBody>
      </p:sp>
      <p:sp>
        <p:nvSpPr>
          <p:cNvPr id="36" name="note-heading-5">
            <a:extLst xmlns:a="http://schemas.openxmlformats.org/drawingml/2006/main">
              <a:ext uri="{FF2B5EF4-FFF2-40B4-BE49-F238E27FC236}">
                <a16:creationId xmlns:a16="http://schemas.microsoft.com/office/drawing/2014/main" id="{02AFB5DD-4235-4492-93E6-D53CF5E9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40195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持续复用</a:t>
            </a:r>
          </a:p>
        </p:txBody>
      </p:sp>
      <p:sp>
        <p:nvSpPr>
          <p:cNvPr id="37" name="note-body-5">
            <a:extLst xmlns:a="http://schemas.openxmlformats.org/drawingml/2006/main">
              <a:ext uri="{FF2B5EF4-FFF2-40B4-BE49-F238E27FC236}">
                <a16:creationId xmlns:a16="http://schemas.microsoft.com/office/drawing/2014/main" id="{2D71ADE0-C436-466D-96B4-25D11FFC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4486275"/>
            <a:ext cx="2209800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已登记能力可以反复调用</a:t>
            </a:r>
          </a:p>
        </p:txBody>
      </p:sp>
      <p:sp>
        <p:nvSpPr>
          <p:cNvPr id="38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2F0E4BC9-D717-457D-A5DE-BDE93FC2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4f3ea6f9e46b8">
            <a:extLst>
              <a:ext uri="{96DAC541-7B7A-43D3-8B79-37D633B846F1}">
                <asvg:svgBlip xmlns:asvg="http://schemas.microsoft.com/office/drawing/2016/SVG/main" r:embed="R4140ad02d17b41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097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0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29ADA3ED-DA3D-45E4-AE17-45EF376F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f1fd49e954bc0">
            <a:extLst>
              <a:ext uri="{96DAC541-7B7A-43D3-8B79-37D633B846F1}">
                <asvg:svgBlip xmlns:asvg="http://schemas.microsoft.com/office/drawing/2016/SVG/main" r:embed="R13635337055f43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720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2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5E630E1A-E6E5-4B20-A8E9-0309A693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945674eb0499d">
            <a:extLst>
              <a:ext uri="{96DAC541-7B7A-43D3-8B79-37D633B846F1}">
                <asvg:svgBlip xmlns:asvg="http://schemas.microsoft.com/office/drawing/2016/SVG/main" r:embed="R895a4d27528e4e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343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4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A9ED7217-9B09-4F50-929D-9C8551EC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e9955610b41e6">
            <a:extLst>
              <a:ext uri="{96DAC541-7B7A-43D3-8B79-37D633B846F1}">
                <asvg:svgBlip xmlns:asvg="http://schemas.microsoft.com/office/drawing/2016/SVG/main" r:embed="R8312f5b11d4148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0972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6" name="note-icon-panel-4">
            <a:extLst xmlns:a="http://schemas.openxmlformats.org/drawingml/2006/main">
              <a:ext uri="{FF2B5EF4-FFF2-40B4-BE49-F238E27FC236}">
                <a16:creationId xmlns:a16="http://schemas.microsoft.com/office/drawing/2014/main" id="{C735241C-AEF3-45C3-8698-7ABF7BD1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9dd8005b044ba">
            <a:extLst>
              <a:ext uri="{96DAC541-7B7A-43D3-8B79-37D633B846F1}">
                <asvg:svgBlip xmlns:asvg="http://schemas.microsoft.com/office/drawing/2016/SVG/main" r:embed="R3947e90aa58045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7202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8" name="note-icon-panel-5">
            <a:extLst xmlns:a="http://schemas.openxmlformats.org/drawingml/2006/main">
              <a:ext uri="{FF2B5EF4-FFF2-40B4-BE49-F238E27FC236}">
                <a16:creationId xmlns:a16="http://schemas.microsoft.com/office/drawing/2014/main" id="{E58A0C54-2369-44FE-9324-46E98F3F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559f0e84345e2">
            <a:extLst>
              <a:ext uri="{96DAC541-7B7A-43D3-8B79-37D633B846F1}">
                <asvg:svgBlip xmlns:asvg="http://schemas.microsoft.com/office/drawing/2016/SVG/main" r:embed="R640650e1f4f640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34325" y="4086225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10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2026-08-28T05:38:00.9120000Z</dcterms:created>
  <dcterms:modified xsi:type="dcterms:W3CDTF">2026-08-28T05:38:00.9120000Z</dcterms:modified>
</coreProperties>
</file>