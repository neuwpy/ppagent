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b8a91de3394791" /><Relationship Type="http://schemas.openxmlformats.org/officeDocument/2006/relationships/extended-properties" Target="/docProps/app.xml" Id="Rf590f776a09d40e2" /><Relationship Type="http://schemas.openxmlformats.org/officeDocument/2006/relationships/officeDocument" Target="/ppt/presentation.xml" Id="R2cdd401868f74e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2b0a2626d64d4f"/>
  </p:sldMasterIdLst>
  <p:notesMasterIdLst>
    <p:notesMasterId xmlns:r="http://schemas.openxmlformats.org/officeDocument/2006/relationships" r:id="R91fcba41e62d4f78"/>
  </p:notesMasterIdLst>
  <p:sldIdLst>
    <p:sldId xmlns:r="http://schemas.openxmlformats.org/officeDocument/2006/relationships" id="256" r:id="Re1cf3b5da52a4317"/>
    <p:sldId xmlns:r="http://schemas.openxmlformats.org/officeDocument/2006/relationships" id="257" r:id="R4c2aaf78574449ec"/>
    <p:sldId xmlns:r="http://schemas.openxmlformats.org/officeDocument/2006/relationships" id="258" r:id="R56d830e91b9949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c9fdf4a4404f3d" /><Relationship Type="http://schemas.openxmlformats.org/officeDocument/2006/relationships/slideMaster" Target="/ppt/slideMasters/slideMaster1.xml" Id="Rd82b0a2626d64d4f" /><Relationship Type="http://schemas.openxmlformats.org/officeDocument/2006/relationships/notesMaster" Target="/ppt/notesMasters/notesMaster1.xml" Id="R91fcba41e62d4f78" /><Relationship Type="http://schemas.openxmlformats.org/officeDocument/2006/relationships/presProps" Target="/ppt/presProps.xml" Id="R38d0a060935a4301" /><Relationship Type="http://schemas.openxmlformats.org/officeDocument/2006/relationships/tableStyles" Target="/ppt/tableStyles.xml" Id="R18afd1ecc3994dcd" /><Relationship Type="http://schemas.openxmlformats.org/officeDocument/2006/relationships/slide" Target="/ppt/slides/slide1.xml" Id="Re1cf3b5da52a4317" /><Relationship Type="http://schemas.openxmlformats.org/officeDocument/2006/relationships/slide" Target="/ppt/slides/slide2.xml" Id="R4c2aaf78574449ec" /><Relationship Type="http://schemas.openxmlformats.org/officeDocument/2006/relationships/slide" Target="/ppt/slides/slide3.xml" Id="R56d830e91b9949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a3bd6c7daf41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d71c536b474b78" /><Relationship Type="http://schemas.openxmlformats.org/officeDocument/2006/relationships/notesMaster" Target="/ppt/notesMasters/notesMaster1.xml" Id="Rcf4687c140294b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bf456d91694e20" /><Relationship Type="http://schemas.openxmlformats.org/officeDocument/2006/relationships/notesMaster" Target="/ppt/notesMasters/notesMaster1.xml" Id="R606ab70d379f4f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88346ef84d4e47" /><Relationship Type="http://schemas.openxmlformats.org/officeDocument/2006/relationships/notesMaster" Target="/ppt/notesMasters/notesMaster1.xml" Id="R2d536f73e7cf4e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b6f917bf7941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7fb127d18f4612" /><Relationship Type="http://schemas.openxmlformats.org/officeDocument/2006/relationships/slideLayout" Target="/ppt/slideLayouts/slideLayout1.xml" Id="R90852b3fc31343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852b3fc31343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d5d42f04b4287" /><Relationship Type="http://schemas.openxmlformats.org/officeDocument/2006/relationships/notesSlide" Target="/ppt/notesSlides/notesSlide1.xml" Id="R724c19d3ede24e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8f46d67504243" /><Relationship Type="http://schemas.openxmlformats.org/officeDocument/2006/relationships/notesSlide" Target="/ppt/notesSlides/notesSlide2.xml" Id="R89c3f62fd4f74c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9500432d0425b" /><Relationship Type="http://schemas.openxmlformats.org/officeDocument/2006/relationships/notesSlide" Target="/ppt/notesSlides/notesSlide3.xml" Id="Rbd2a829bef5c47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025004-3717-4494-A0CE-5EF3132E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能力体系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8DDD8-DAA0-4A71-9578-E439BCCD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战略层级 · 能力递进</a:t>
            </a:r>
          </a:p>
        </p:txBody>
      </p:sp>
      <p:sp>
        <p:nvSpPr>
          <p:cNvPr id="3" name="PPAGENT_QA|parent=hierarchy-rail-left|domains=hierarchy-rail">
            <a:extLst xmlns:a="http://schemas.openxmlformats.org/drawingml/2006/main">
              <a:ext uri="{FF2B5EF4-FFF2-40B4-BE49-F238E27FC236}">
                <a16:creationId xmlns:a16="http://schemas.microsoft.com/office/drawing/2014/main" id="{5C8DBFA1-4DAE-4208-B1C0-6A6E493A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2781300" cy="4619625"/>
          </a:xfrm>
          <a:custGeom xmlns:a="http://schemas.openxmlformats.org/drawingml/2006/main">
            <a:pathLst>
              <a:path w="2781300" h="4619625">
                <a:moveTo>
                  <a:pt x="0" y="4448175"/>
                </a:moveTo>
                <a:lnTo>
                  <a:pt x="171450" y="4619625"/>
                </a:lnTo>
                <a:lnTo>
                  <a:pt x="2162175" y="628650"/>
                </a:lnTo>
                <a:lnTo>
                  <a:pt x="1857375" y="800100"/>
                </a:lnTo>
                <a:lnTo>
                  <a:pt x="2552700" y="0"/>
                </a:lnTo>
                <a:lnTo>
                  <a:pt x="2409825" y="1057275"/>
                </a:lnTo>
                <a:lnTo>
                  <a:pt x="2295525" y="723900"/>
                </a:lnTo>
                <a:lnTo>
                  <a:pt x="285750" y="4581525"/>
                </a:lnTo>
                <a:close/>
              </a:path>
            </a:pathLst>
          </a:custGeom>
          <a:solidFill xmlns:a="http://schemas.openxmlformats.org/drawingml/2006/main">
            <a:srgbClr val="167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PAGENT_QA|parent=hierarchy-rail-right|domains=hierarchy-rail">
            <a:extLst xmlns:a="http://schemas.openxmlformats.org/drawingml/2006/main">
              <a:ext uri="{FF2B5EF4-FFF2-40B4-BE49-F238E27FC236}">
                <a16:creationId xmlns:a16="http://schemas.microsoft.com/office/drawing/2014/main" id="{965BEE54-99F6-4892-81BC-EF03A9F2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52550"/>
            <a:ext cx="2781300" cy="4619625"/>
          </a:xfrm>
          <a:custGeom xmlns:a="http://schemas.openxmlformats.org/drawingml/2006/main">
            <a:pathLst>
              <a:path w="2781300" h="4619625">
                <a:moveTo>
                  <a:pt x="2781300" y="4448175"/>
                </a:moveTo>
                <a:lnTo>
                  <a:pt x="2609850" y="4619625"/>
                </a:lnTo>
                <a:lnTo>
                  <a:pt x="619125" y="628650"/>
                </a:lnTo>
                <a:lnTo>
                  <a:pt x="923925" y="800100"/>
                </a:lnTo>
                <a:lnTo>
                  <a:pt x="228600" y="0"/>
                </a:lnTo>
                <a:lnTo>
                  <a:pt x="371475" y="1057275"/>
                </a:lnTo>
                <a:lnTo>
                  <a:pt x="485775" y="723900"/>
                </a:lnTo>
                <a:lnTo>
                  <a:pt x="2495550" y="4581525"/>
                </a:lnTo>
                <a:close/>
              </a:path>
            </a:pathLst>
          </a:custGeom>
          <a:solidFill xmlns:a="http://schemas.openxmlformats.org/drawingml/2006/main">
            <a:srgbClr val="167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PAGENT_QA|parent=hierarchy-level-0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8B8D9E31-F45D-4410-A38E-33E9A29A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428750"/>
            <a:ext cx="1352550" cy="1428750"/>
          </a:xfrm>
          <a:custGeom xmlns:a="http://schemas.openxmlformats.org/drawingml/2006/main">
            <a:pathLst>
              <a:path w="1352550" h="1428750">
                <a:moveTo>
                  <a:pt x="676275" y="0"/>
                </a:moveTo>
                <a:lnTo>
                  <a:pt x="1352550" y="1428750"/>
                </a:lnTo>
                <a:lnTo>
                  <a:pt x="0" y="1428750"/>
                </a:lnTo>
                <a:close/>
              </a:path>
            </a:pathLst>
          </a:custGeom>
          <a:solidFill xmlns:a="http://schemas.openxmlformats.org/drawingml/2006/main">
            <a:srgbClr val="338CF6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PPAGENT_QA|within=hierarchy-level-0|role=title">
            <a:extLst xmlns:a="http://schemas.openxmlformats.org/drawingml/2006/main">
              <a:ext uri="{FF2B5EF4-FFF2-40B4-BE49-F238E27FC236}">
                <a16:creationId xmlns:a16="http://schemas.microsoft.com/office/drawing/2014/main" id="{D6975317-14E7-41A0-BECC-439E9EAD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00238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规则层</a:t>
            </a:r>
          </a:p>
        </p:txBody>
      </p:sp>
      <p:sp>
        <p:nvSpPr>
          <p:cNvPr id="7" name="PPAGENT_QA|parent=hierarchy-bottom-0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C32B9BEA-751E-4503-BE98-43F97CE2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09875"/>
            <a:ext cx="13525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PAGENT_QA|parent=hierarchy-note-0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A6CE836C-57F3-4AC6-A7C5-B77253D2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47800"/>
            <a:ext cx="42291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9" name="PPAGENT_QA|within=hierarchy-note-0|role=number">
            <a:extLst xmlns:a="http://schemas.openxmlformats.org/drawingml/2006/main">
              <a:ext uri="{FF2B5EF4-FFF2-40B4-BE49-F238E27FC236}">
                <a16:creationId xmlns:a16="http://schemas.microsoft.com/office/drawing/2014/main" id="{DE2C36FF-F430-4762-B287-2C0FC17D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8CF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PPAGENT_QA|within=hierarchy-note-0|role=body">
            <a:extLst xmlns:a="http://schemas.openxmlformats.org/drawingml/2006/main">
              <a:ext uri="{FF2B5EF4-FFF2-40B4-BE49-F238E27FC236}">
                <a16:creationId xmlns:a16="http://schemas.microsoft.com/office/drawing/2014/main" id="{7E290BD7-E12D-4EE7-B7A6-05A9D543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52575"/>
            <a:ext cx="3181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把经验沉淀为稳定规则</a:t>
            </a:r>
          </a:p>
        </p:txBody>
      </p:sp>
      <p:sp>
        <p:nvSpPr>
          <p:cNvPr id="11" name="PPAGENT_CONNECTOR|from=hierarchy-level-0|fromSide=right|to=hierarchy-note-0|toSide=left">
            <a:extLst xmlns:a="http://schemas.openxmlformats.org/drawingml/2006/main">
              <a:ext uri="{FF2B5EF4-FFF2-40B4-BE49-F238E27FC236}">
                <a16:creationId xmlns:a16="http://schemas.microsoft.com/office/drawing/2014/main" id="{F1440A8C-48C9-4D0D-A52B-B5877428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00525" y="21431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12" name="PPAGENT_QA|parent=hierarchy-level-1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4CA355C0-12F5-4550-BF37-D948DAF3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95625"/>
            <a:ext cx="3390900" cy="1428750"/>
          </a:xfrm>
          <a:custGeom xmlns:a="http://schemas.openxmlformats.org/drawingml/2006/main">
            <a:pathLst>
              <a:path w="3390900" h="1428750">
                <a:moveTo>
                  <a:pt x="1019175" y="0"/>
                </a:moveTo>
                <a:lnTo>
                  <a:pt x="2371725" y="0"/>
                </a:lnTo>
                <a:lnTo>
                  <a:pt x="3390900" y="1257300"/>
                </a:lnTo>
                <a:lnTo>
                  <a:pt x="3390900" y="1257300"/>
                </a:lnTo>
                <a:lnTo>
                  <a:pt x="3202517" y="1287072"/>
                </a:lnTo>
                <a:lnTo>
                  <a:pt x="3014133" y="1315939"/>
                </a:lnTo>
                <a:lnTo>
                  <a:pt x="2825750" y="1343025"/>
                </a:lnTo>
                <a:lnTo>
                  <a:pt x="2637367" y="1367506"/>
                </a:lnTo>
                <a:lnTo>
                  <a:pt x="2448983" y="1388638"/>
                </a:lnTo>
                <a:lnTo>
                  <a:pt x="2260600" y="1405780"/>
                </a:lnTo>
                <a:lnTo>
                  <a:pt x="2072217" y="1418410"/>
                </a:lnTo>
                <a:lnTo>
                  <a:pt x="1883833" y="1426145"/>
                </a:lnTo>
                <a:lnTo>
                  <a:pt x="1695450" y="1428750"/>
                </a:lnTo>
                <a:lnTo>
                  <a:pt x="1507067" y="1426145"/>
                </a:lnTo>
                <a:lnTo>
                  <a:pt x="1318683" y="1418410"/>
                </a:lnTo>
                <a:lnTo>
                  <a:pt x="1130300" y="1405780"/>
                </a:lnTo>
                <a:lnTo>
                  <a:pt x="941917" y="1388638"/>
                </a:lnTo>
                <a:lnTo>
                  <a:pt x="753533" y="1367506"/>
                </a:lnTo>
                <a:lnTo>
                  <a:pt x="565150" y="1343025"/>
                </a:lnTo>
                <a:lnTo>
                  <a:pt x="376767" y="1315939"/>
                </a:lnTo>
                <a:lnTo>
                  <a:pt x="188383" y="1287072"/>
                </a:lnTo>
                <a:lnTo>
                  <a:pt x="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2E87F3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PPAGENT_QA|within=hierarchy-level-1|role=title">
            <a:extLst xmlns:a="http://schemas.openxmlformats.org/drawingml/2006/main">
              <a:ext uri="{FF2B5EF4-FFF2-40B4-BE49-F238E27FC236}">
                <a16:creationId xmlns:a16="http://schemas.microsoft.com/office/drawing/2014/main" id="{C47F0E13-1C5E-4980-8B6F-CEEC350B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67113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能力层</a:t>
            </a:r>
          </a:p>
        </p:txBody>
      </p:sp>
      <p:sp>
        <p:nvSpPr>
          <p:cNvPr id="14" name="PPAGENT_QA|parent=hierarchy-face-1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768B12E8-FE2C-4116-9E35-45A47AB5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981325"/>
            <a:ext cx="13525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15" name="PPAGENT_QA|parent=hierarchy-note-1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9B5EEC4B-6399-4A6D-844F-BC254D27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14675"/>
            <a:ext cx="42291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16" name="PPAGENT_QA|within=hierarchy-note-1|role=number">
            <a:extLst xmlns:a="http://schemas.openxmlformats.org/drawingml/2006/main">
              <a:ext uri="{FF2B5EF4-FFF2-40B4-BE49-F238E27FC236}">
                <a16:creationId xmlns:a16="http://schemas.microsoft.com/office/drawing/2014/main" id="{3B95821D-333F-40DC-AB74-8959578B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7F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PPAGENT_QA|within=hierarchy-note-1|role=body">
            <a:extLst xmlns:a="http://schemas.openxmlformats.org/drawingml/2006/main">
              <a:ext uri="{FF2B5EF4-FFF2-40B4-BE49-F238E27FC236}">
                <a16:creationId xmlns:a16="http://schemas.microsoft.com/office/drawing/2014/main" id="{908A1784-C4FC-46E7-90B0-7AF33963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19450"/>
            <a:ext cx="3181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提供可复用组件和工具</a:t>
            </a:r>
          </a:p>
        </p:txBody>
      </p:sp>
      <p:sp>
        <p:nvSpPr>
          <p:cNvPr id="18" name="PPAGENT_CONNECTOR|from=hierarchy-level-1|fromSide=right|to=hierarchy-note-1|toSide=left">
            <a:extLst xmlns:a="http://schemas.openxmlformats.org/drawingml/2006/main">
              <a:ext uri="{FF2B5EF4-FFF2-40B4-BE49-F238E27FC236}">
                <a16:creationId xmlns:a16="http://schemas.microsoft.com/office/drawing/2014/main" id="{0445A81A-6FCF-4F52-A1C9-BF1B10B9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19700" y="3810000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19" name="PPAGENT_QA|parent=hierarchy-level-2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8E8B2E9F-F352-4BBE-8383-815D8D5E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62500"/>
            <a:ext cx="5429250" cy="1428750"/>
          </a:xfrm>
          <a:custGeom xmlns:a="http://schemas.openxmlformats.org/drawingml/2006/main">
            <a:pathLst>
              <a:path w="5429250" h="1428750">
                <a:moveTo>
                  <a:pt x="1019175" y="0"/>
                </a:moveTo>
                <a:lnTo>
                  <a:pt x="4410075" y="0"/>
                </a:lnTo>
                <a:lnTo>
                  <a:pt x="5429250" y="1257300"/>
                </a:lnTo>
                <a:lnTo>
                  <a:pt x="5429250" y="1257300"/>
                </a:lnTo>
                <a:lnTo>
                  <a:pt x="5127625" y="1287072"/>
                </a:lnTo>
                <a:lnTo>
                  <a:pt x="4826000" y="1315939"/>
                </a:lnTo>
                <a:lnTo>
                  <a:pt x="4524375" y="1343025"/>
                </a:lnTo>
                <a:lnTo>
                  <a:pt x="4222750" y="1367506"/>
                </a:lnTo>
                <a:lnTo>
                  <a:pt x="3921125" y="1388638"/>
                </a:lnTo>
                <a:lnTo>
                  <a:pt x="3619500" y="1405780"/>
                </a:lnTo>
                <a:lnTo>
                  <a:pt x="3317875" y="1418410"/>
                </a:lnTo>
                <a:lnTo>
                  <a:pt x="3016250" y="1426145"/>
                </a:lnTo>
                <a:lnTo>
                  <a:pt x="2714625" y="1428750"/>
                </a:lnTo>
                <a:lnTo>
                  <a:pt x="2413000" y="1426145"/>
                </a:lnTo>
                <a:lnTo>
                  <a:pt x="2111375" y="1418410"/>
                </a:lnTo>
                <a:lnTo>
                  <a:pt x="1809750" y="1405780"/>
                </a:lnTo>
                <a:lnTo>
                  <a:pt x="1508125" y="1388638"/>
                </a:lnTo>
                <a:lnTo>
                  <a:pt x="1206500" y="1367506"/>
                </a:lnTo>
                <a:lnTo>
                  <a:pt x="904875" y="1343025"/>
                </a:lnTo>
                <a:lnTo>
                  <a:pt x="603250" y="1315939"/>
                </a:lnTo>
                <a:lnTo>
                  <a:pt x="301625" y="1287072"/>
                </a:lnTo>
                <a:lnTo>
                  <a:pt x="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2A82EC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PPAGENT_QA|within=hierarchy-level-2|role=title">
            <a:extLst xmlns:a="http://schemas.openxmlformats.org/drawingml/2006/main">
              <a:ext uri="{FF2B5EF4-FFF2-40B4-BE49-F238E27FC236}">
                <a16:creationId xmlns:a16="http://schemas.microsoft.com/office/drawing/2014/main" id="{7AF38A29-3B9D-40CA-8171-4C977C7C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33988"/>
            <a:ext cx="512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21" name="PPAGENT_QA|parent=hierarchy-face-2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941610DD-0A26-4480-ADD3-AFF0889F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648200"/>
            <a:ext cx="33909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22" name="PPAGENT_QA|parent=hierarchy-note-2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93926BB7-E67C-4F4E-938C-DF11800E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81550"/>
            <a:ext cx="42291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23" name="PPAGENT_QA|within=hierarchy-note-2|role=number">
            <a:extLst xmlns:a="http://schemas.openxmlformats.org/drawingml/2006/main">
              <a:ext uri="{FF2B5EF4-FFF2-40B4-BE49-F238E27FC236}">
                <a16:creationId xmlns:a16="http://schemas.microsoft.com/office/drawing/2014/main" id="{C7721CA8-2CEB-4840-91B2-1B5B7DC9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863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2E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PPAGENT_QA|within=hierarchy-note-2|role=body">
            <a:extLst xmlns:a="http://schemas.openxmlformats.org/drawingml/2006/main">
              <a:ext uri="{FF2B5EF4-FFF2-40B4-BE49-F238E27FC236}">
                <a16:creationId xmlns:a16="http://schemas.microsoft.com/office/drawing/2014/main" id="{47BDB527-DFEC-41F1-9E49-527952F5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86325"/>
            <a:ext cx="3181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面向真实稿件稳定交付</a:t>
            </a:r>
          </a:p>
        </p:txBody>
      </p:sp>
      <p:sp>
        <p:nvSpPr>
          <p:cNvPr id="25" name="PPAGENT_CONNECTOR|from=hierarchy-level-2|fromSide=right|to=hierarchy-note-2|toSide=left">
            <a:extLst xmlns:a="http://schemas.openxmlformats.org/drawingml/2006/main">
              <a:ext uri="{FF2B5EF4-FFF2-40B4-BE49-F238E27FC236}">
                <a16:creationId xmlns:a16="http://schemas.microsoft.com/office/drawing/2014/main" id="{E63440F3-813B-4D40-AEF6-D8610EE0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38875" y="54768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08289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3A4189-65B2-46C7-B524-61C401B8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能力体系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555A6-8CAA-49B7-BD75-5939F8F0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战略层级 · 能力递进</a:t>
            </a:r>
          </a:p>
        </p:txBody>
      </p:sp>
      <p:sp>
        <p:nvSpPr>
          <p:cNvPr id="3" name="PPAGENT_QA|parent=hierarchy-rail-left|domains=hierarchy-rail">
            <a:extLst xmlns:a="http://schemas.openxmlformats.org/drawingml/2006/main">
              <a:ext uri="{FF2B5EF4-FFF2-40B4-BE49-F238E27FC236}">
                <a16:creationId xmlns:a16="http://schemas.microsoft.com/office/drawing/2014/main" id="{6459AE2B-CF9B-4D1A-9A1A-F5C7B09D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2781300" cy="4619625"/>
          </a:xfrm>
          <a:custGeom xmlns:a="http://schemas.openxmlformats.org/drawingml/2006/main">
            <a:pathLst>
              <a:path w="2781300" h="4619625">
                <a:moveTo>
                  <a:pt x="0" y="4448175"/>
                </a:moveTo>
                <a:lnTo>
                  <a:pt x="171450" y="4619625"/>
                </a:lnTo>
                <a:lnTo>
                  <a:pt x="2162175" y="628650"/>
                </a:lnTo>
                <a:lnTo>
                  <a:pt x="1857375" y="800100"/>
                </a:lnTo>
                <a:lnTo>
                  <a:pt x="2552700" y="0"/>
                </a:lnTo>
                <a:lnTo>
                  <a:pt x="2409825" y="1057275"/>
                </a:lnTo>
                <a:lnTo>
                  <a:pt x="2295525" y="723900"/>
                </a:lnTo>
                <a:lnTo>
                  <a:pt x="285750" y="4581525"/>
                </a:lnTo>
                <a:close/>
              </a:path>
            </a:pathLst>
          </a:custGeom>
          <a:solidFill xmlns:a="http://schemas.openxmlformats.org/drawingml/2006/main">
            <a:srgbClr val="167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PAGENT_QA|parent=hierarchy-rail-right|domains=hierarchy-rail">
            <a:extLst xmlns:a="http://schemas.openxmlformats.org/drawingml/2006/main">
              <a:ext uri="{FF2B5EF4-FFF2-40B4-BE49-F238E27FC236}">
                <a16:creationId xmlns:a16="http://schemas.microsoft.com/office/drawing/2014/main" id="{90933021-E734-4EED-B976-78EA1B51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52550"/>
            <a:ext cx="2781300" cy="4619625"/>
          </a:xfrm>
          <a:custGeom xmlns:a="http://schemas.openxmlformats.org/drawingml/2006/main">
            <a:pathLst>
              <a:path w="2781300" h="4619625">
                <a:moveTo>
                  <a:pt x="2781300" y="4448175"/>
                </a:moveTo>
                <a:lnTo>
                  <a:pt x="2609850" y="4619625"/>
                </a:lnTo>
                <a:lnTo>
                  <a:pt x="619125" y="628650"/>
                </a:lnTo>
                <a:lnTo>
                  <a:pt x="923925" y="800100"/>
                </a:lnTo>
                <a:lnTo>
                  <a:pt x="228600" y="0"/>
                </a:lnTo>
                <a:lnTo>
                  <a:pt x="371475" y="1057275"/>
                </a:lnTo>
                <a:lnTo>
                  <a:pt x="485775" y="723900"/>
                </a:lnTo>
                <a:lnTo>
                  <a:pt x="2495550" y="4581525"/>
                </a:lnTo>
                <a:close/>
              </a:path>
            </a:pathLst>
          </a:custGeom>
          <a:solidFill xmlns:a="http://schemas.openxmlformats.org/drawingml/2006/main">
            <a:srgbClr val="167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PAGENT_QA|parent=hierarchy-level-0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03771911-8F4C-47B6-A618-EC2B77B0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428750"/>
            <a:ext cx="1352550" cy="1012031"/>
          </a:xfrm>
          <a:custGeom xmlns:a="http://schemas.openxmlformats.org/drawingml/2006/main">
            <a:pathLst>
              <a:path w="1352550" h="1012031">
                <a:moveTo>
                  <a:pt x="676275" y="0"/>
                </a:moveTo>
                <a:lnTo>
                  <a:pt x="1352550" y="1012031"/>
                </a:lnTo>
                <a:lnTo>
                  <a:pt x="0" y="1012031"/>
                </a:lnTo>
                <a:close/>
              </a:path>
            </a:pathLst>
          </a:custGeom>
          <a:solidFill xmlns:a="http://schemas.openxmlformats.org/drawingml/2006/main">
            <a:srgbClr val="338CF6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PPAGENT_QA|within=hierarchy-level-0|role=title">
            <a:extLst xmlns:a="http://schemas.openxmlformats.org/drawingml/2006/main">
              <a:ext uri="{FF2B5EF4-FFF2-40B4-BE49-F238E27FC236}">
                <a16:creationId xmlns:a16="http://schemas.microsoft.com/office/drawing/2014/main" id="{44985912-2023-4830-9DBA-58703CC8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6272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方向层</a:t>
            </a:r>
          </a:p>
        </p:txBody>
      </p:sp>
      <p:sp>
        <p:nvSpPr>
          <p:cNvPr id="7" name="PPAGENT_QA|parent=hierarchy-bottom-0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AB16C68A-506C-4C0F-8FAF-AFDCB9E5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93156"/>
            <a:ext cx="13525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PAGENT_QA|parent=hierarchy-note-0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AA3E7CD5-0286-4AD2-B2CA-01821A0D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47800"/>
            <a:ext cx="42291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9" name="PPAGENT_QA|within=hierarchy-note-0|role=number">
            <a:extLst xmlns:a="http://schemas.openxmlformats.org/drawingml/2006/main">
              <a:ext uri="{FF2B5EF4-FFF2-40B4-BE49-F238E27FC236}">
                <a16:creationId xmlns:a16="http://schemas.microsoft.com/office/drawing/2014/main" id="{FE79342B-1E3D-493C-85B7-5A38798D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44266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8CF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PPAGENT_QA|within=hierarchy-note-0|role=body">
            <a:extLst xmlns:a="http://schemas.openxmlformats.org/drawingml/2006/main">
              <a:ext uri="{FF2B5EF4-FFF2-40B4-BE49-F238E27FC236}">
                <a16:creationId xmlns:a16="http://schemas.microsoft.com/office/drawing/2014/main" id="{441F42DB-2F7C-4504-8279-E8B21EB0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52575"/>
            <a:ext cx="3181350" cy="707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明确问题范围与判断边界</a:t>
            </a:r>
          </a:p>
        </p:txBody>
      </p:sp>
      <p:sp>
        <p:nvSpPr>
          <p:cNvPr id="11" name="PPAGENT_CONNECTOR|from=hierarchy-level-0|fromSide=right|to=hierarchy-note-0|toSide=left">
            <a:extLst xmlns:a="http://schemas.openxmlformats.org/drawingml/2006/main">
              <a:ext uri="{FF2B5EF4-FFF2-40B4-BE49-F238E27FC236}">
                <a16:creationId xmlns:a16="http://schemas.microsoft.com/office/drawing/2014/main" id="{C9042197-1470-4CB0-B36C-EE687E7E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00525" y="1934766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12" name="PPAGENT_QA|parent=hierarchy-level-1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DE900FD8-09F4-4AB0-901C-703B2293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525" y="2678906"/>
            <a:ext cx="2711450" cy="1012031"/>
          </a:xfrm>
          <a:custGeom xmlns:a="http://schemas.openxmlformats.org/drawingml/2006/main">
            <a:pathLst>
              <a:path w="2711450" h="1012031">
                <a:moveTo>
                  <a:pt x="679450" y="0"/>
                </a:moveTo>
                <a:lnTo>
                  <a:pt x="2032000" y="0"/>
                </a:lnTo>
                <a:lnTo>
                  <a:pt x="2711450" y="840581"/>
                </a:lnTo>
                <a:lnTo>
                  <a:pt x="2711450" y="840581"/>
                </a:lnTo>
                <a:lnTo>
                  <a:pt x="2560814" y="870353"/>
                </a:lnTo>
                <a:lnTo>
                  <a:pt x="2410178" y="899221"/>
                </a:lnTo>
                <a:lnTo>
                  <a:pt x="2259542" y="926306"/>
                </a:lnTo>
                <a:lnTo>
                  <a:pt x="2108906" y="950787"/>
                </a:lnTo>
                <a:lnTo>
                  <a:pt x="1958269" y="971920"/>
                </a:lnTo>
                <a:lnTo>
                  <a:pt x="1807633" y="989061"/>
                </a:lnTo>
                <a:lnTo>
                  <a:pt x="1656997" y="1001692"/>
                </a:lnTo>
                <a:lnTo>
                  <a:pt x="1506361" y="1009427"/>
                </a:lnTo>
                <a:lnTo>
                  <a:pt x="1355725" y="1012031"/>
                </a:lnTo>
                <a:lnTo>
                  <a:pt x="1205089" y="1009427"/>
                </a:lnTo>
                <a:lnTo>
                  <a:pt x="1054453" y="1001692"/>
                </a:lnTo>
                <a:lnTo>
                  <a:pt x="903817" y="989061"/>
                </a:lnTo>
                <a:lnTo>
                  <a:pt x="753181" y="971920"/>
                </a:lnTo>
                <a:lnTo>
                  <a:pt x="602544" y="950787"/>
                </a:lnTo>
                <a:lnTo>
                  <a:pt x="451908" y="926306"/>
                </a:lnTo>
                <a:lnTo>
                  <a:pt x="301272" y="899221"/>
                </a:lnTo>
                <a:lnTo>
                  <a:pt x="150636" y="870353"/>
                </a:lnTo>
                <a:lnTo>
                  <a:pt x="0" y="840581"/>
                </a:lnTo>
                <a:lnTo>
                  <a:pt x="0" y="840581"/>
                </a:lnTo>
                <a:close/>
              </a:path>
            </a:pathLst>
          </a:custGeom>
          <a:solidFill xmlns:a="http://schemas.openxmlformats.org/drawingml/2006/main">
            <a:srgbClr val="2E87F3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PPAGENT_QA|within=hierarchy-level-1|role=title">
            <a:extLst xmlns:a="http://schemas.openxmlformats.org/drawingml/2006/main">
              <a:ext uri="{FF2B5EF4-FFF2-40B4-BE49-F238E27FC236}">
                <a16:creationId xmlns:a16="http://schemas.microsoft.com/office/drawing/2014/main" id="{25F355E4-12DC-49E9-82F6-E70F1AC5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925" y="3012877"/>
            <a:ext cx="240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规则层</a:t>
            </a:r>
          </a:p>
        </p:txBody>
      </p:sp>
      <p:sp>
        <p:nvSpPr>
          <p:cNvPr id="14" name="PPAGENT_QA|parent=hierarchy-face-1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803428B7-86CB-4DEC-913C-0BD0A4B8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564606"/>
            <a:ext cx="13525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15" name="PPAGENT_QA|parent=hierarchy-note-1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98292822-CCBF-4F50-8821-22B901FF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97956"/>
            <a:ext cx="42291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16" name="PPAGENT_QA|within=hierarchy-note-1|role=number">
            <a:extLst xmlns:a="http://schemas.openxmlformats.org/drawingml/2006/main">
              <a:ext uri="{FF2B5EF4-FFF2-40B4-BE49-F238E27FC236}">
                <a16:creationId xmlns:a16="http://schemas.microsoft.com/office/drawing/2014/main" id="{1395D6AB-EE2E-4A97-AD38-728F641E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4422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7F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PPAGENT_QA|within=hierarchy-note-1|role=body">
            <a:extLst xmlns:a="http://schemas.openxmlformats.org/drawingml/2006/main">
              <a:ext uri="{FF2B5EF4-FFF2-40B4-BE49-F238E27FC236}">
                <a16:creationId xmlns:a16="http://schemas.microsoft.com/office/drawing/2014/main" id="{86EC5B43-A9B1-4EAD-AAF3-8ABD2A68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2731"/>
            <a:ext cx="3181350" cy="707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把经验沉淀为稳定规则</a:t>
            </a:r>
          </a:p>
        </p:txBody>
      </p:sp>
      <p:sp>
        <p:nvSpPr>
          <p:cNvPr id="18" name="PPAGENT_CONNECTOR|from=hierarchy-level-1|fromSide=right|to=hierarchy-note-1|toSide=left">
            <a:extLst xmlns:a="http://schemas.openxmlformats.org/drawingml/2006/main">
              <a:ext uri="{FF2B5EF4-FFF2-40B4-BE49-F238E27FC236}">
                <a16:creationId xmlns:a16="http://schemas.microsoft.com/office/drawing/2014/main" id="{B6DE5F95-B837-447B-A018-96FAA5CC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79975" y="3184922"/>
            <a:ext cx="2359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19" name="PPAGENT_QA|parent=hierarchy-level-2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B9CDDC6C-DD8E-4147-856A-AE5B22F9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075" y="3929063"/>
            <a:ext cx="4070350" cy="1012031"/>
          </a:xfrm>
          <a:custGeom xmlns:a="http://schemas.openxmlformats.org/drawingml/2006/main">
            <a:pathLst>
              <a:path w="4070350" h="1012031">
                <a:moveTo>
                  <a:pt x="679450" y="0"/>
                </a:moveTo>
                <a:lnTo>
                  <a:pt x="3390900" y="0"/>
                </a:lnTo>
                <a:lnTo>
                  <a:pt x="4070350" y="840581"/>
                </a:lnTo>
                <a:lnTo>
                  <a:pt x="4070350" y="840581"/>
                </a:lnTo>
                <a:lnTo>
                  <a:pt x="3844219" y="870353"/>
                </a:lnTo>
                <a:lnTo>
                  <a:pt x="3618089" y="899221"/>
                </a:lnTo>
                <a:lnTo>
                  <a:pt x="3391958" y="926306"/>
                </a:lnTo>
                <a:lnTo>
                  <a:pt x="3165828" y="950787"/>
                </a:lnTo>
                <a:lnTo>
                  <a:pt x="2939697" y="971920"/>
                </a:lnTo>
                <a:lnTo>
                  <a:pt x="2713567" y="989061"/>
                </a:lnTo>
                <a:lnTo>
                  <a:pt x="2487436" y="1001692"/>
                </a:lnTo>
                <a:lnTo>
                  <a:pt x="2261306" y="1009427"/>
                </a:lnTo>
                <a:lnTo>
                  <a:pt x="2035175" y="1012031"/>
                </a:lnTo>
                <a:lnTo>
                  <a:pt x="1809044" y="1009427"/>
                </a:lnTo>
                <a:lnTo>
                  <a:pt x="1582914" y="1001692"/>
                </a:lnTo>
                <a:lnTo>
                  <a:pt x="1356783" y="989061"/>
                </a:lnTo>
                <a:lnTo>
                  <a:pt x="1130653" y="971920"/>
                </a:lnTo>
                <a:lnTo>
                  <a:pt x="904522" y="950787"/>
                </a:lnTo>
                <a:lnTo>
                  <a:pt x="678392" y="926306"/>
                </a:lnTo>
                <a:lnTo>
                  <a:pt x="452261" y="899221"/>
                </a:lnTo>
                <a:lnTo>
                  <a:pt x="226131" y="870353"/>
                </a:lnTo>
                <a:lnTo>
                  <a:pt x="0" y="840581"/>
                </a:lnTo>
                <a:lnTo>
                  <a:pt x="0" y="840581"/>
                </a:lnTo>
                <a:close/>
              </a:path>
            </a:pathLst>
          </a:custGeom>
          <a:solidFill xmlns:a="http://schemas.openxmlformats.org/drawingml/2006/main">
            <a:srgbClr val="2A82EC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PPAGENT_QA|within=hierarchy-level-2|role=title">
            <a:extLst xmlns:a="http://schemas.openxmlformats.org/drawingml/2006/main">
              <a:ext uri="{FF2B5EF4-FFF2-40B4-BE49-F238E27FC236}">
                <a16:creationId xmlns:a16="http://schemas.microsoft.com/office/drawing/2014/main" id="{FBB9217E-213F-415C-86F4-36A8E89A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475" y="4263033"/>
            <a:ext cx="376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能力层</a:t>
            </a:r>
          </a:p>
        </p:txBody>
      </p:sp>
      <p:sp>
        <p:nvSpPr>
          <p:cNvPr id="21" name="PPAGENT_QA|parent=hierarchy-face-2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209D9F0F-BF78-4027-897A-CF06FDAE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525" y="3814763"/>
            <a:ext cx="27114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22" name="PPAGENT_QA|parent=hierarchy-note-2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91E08538-266D-4448-87C6-42A4AB48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8113"/>
            <a:ext cx="42291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23" name="PPAGENT_QA|within=hierarchy-note-2|role=number">
            <a:extLst xmlns:a="http://schemas.openxmlformats.org/drawingml/2006/main">
              <a:ext uri="{FF2B5EF4-FFF2-40B4-BE49-F238E27FC236}">
                <a16:creationId xmlns:a16="http://schemas.microsoft.com/office/drawing/2014/main" id="{5484B2F4-E7B4-44FE-96FF-E5847C46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4457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2E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PPAGENT_QA|within=hierarchy-note-2|role=body">
            <a:extLst xmlns:a="http://schemas.openxmlformats.org/drawingml/2006/main">
              <a:ext uri="{FF2B5EF4-FFF2-40B4-BE49-F238E27FC236}">
                <a16:creationId xmlns:a16="http://schemas.microsoft.com/office/drawing/2014/main" id="{BA4BE63B-ADE5-486C-ABA8-1DDAD801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52888"/>
            <a:ext cx="3181350" cy="707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提供可复用组件和工具</a:t>
            </a:r>
          </a:p>
        </p:txBody>
      </p:sp>
      <p:sp>
        <p:nvSpPr>
          <p:cNvPr id="25" name="PPAGENT_CONNECTOR|from=hierarchy-level-2|fromSide=right|to=hierarchy-note-2|toSide=left">
            <a:extLst xmlns:a="http://schemas.openxmlformats.org/drawingml/2006/main">
              <a:ext uri="{FF2B5EF4-FFF2-40B4-BE49-F238E27FC236}">
                <a16:creationId xmlns:a16="http://schemas.microsoft.com/office/drawing/2014/main" id="{9617E9E6-B6B2-4F0D-B7BF-43272C36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59425" y="4435078"/>
            <a:ext cx="167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26" name="PPAGENT_QA|parent=hierarchy-level-3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596374B8-BAA2-4BD9-9C46-C02C6B20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79219"/>
            <a:ext cx="5429250" cy="1012031"/>
          </a:xfrm>
          <a:custGeom xmlns:a="http://schemas.openxmlformats.org/drawingml/2006/main">
            <a:pathLst>
              <a:path w="5429250" h="1012031">
                <a:moveTo>
                  <a:pt x="679450" y="0"/>
                </a:moveTo>
                <a:lnTo>
                  <a:pt x="4749800" y="0"/>
                </a:lnTo>
                <a:lnTo>
                  <a:pt x="5429250" y="840581"/>
                </a:lnTo>
                <a:lnTo>
                  <a:pt x="5429250" y="840581"/>
                </a:lnTo>
                <a:lnTo>
                  <a:pt x="5127625" y="870353"/>
                </a:lnTo>
                <a:lnTo>
                  <a:pt x="4826000" y="899221"/>
                </a:lnTo>
                <a:lnTo>
                  <a:pt x="4524375" y="926306"/>
                </a:lnTo>
                <a:lnTo>
                  <a:pt x="4222750" y="950787"/>
                </a:lnTo>
                <a:lnTo>
                  <a:pt x="3921125" y="971920"/>
                </a:lnTo>
                <a:lnTo>
                  <a:pt x="3619500" y="989061"/>
                </a:lnTo>
                <a:lnTo>
                  <a:pt x="3317875" y="1001692"/>
                </a:lnTo>
                <a:lnTo>
                  <a:pt x="3016250" y="1009427"/>
                </a:lnTo>
                <a:lnTo>
                  <a:pt x="2714625" y="1012031"/>
                </a:lnTo>
                <a:lnTo>
                  <a:pt x="2413000" y="1009427"/>
                </a:lnTo>
                <a:lnTo>
                  <a:pt x="2111375" y="1001692"/>
                </a:lnTo>
                <a:lnTo>
                  <a:pt x="1809750" y="989061"/>
                </a:lnTo>
                <a:lnTo>
                  <a:pt x="1508125" y="971920"/>
                </a:lnTo>
                <a:lnTo>
                  <a:pt x="1206500" y="950787"/>
                </a:lnTo>
                <a:lnTo>
                  <a:pt x="904875" y="926306"/>
                </a:lnTo>
                <a:lnTo>
                  <a:pt x="603250" y="899221"/>
                </a:lnTo>
                <a:lnTo>
                  <a:pt x="301625" y="870353"/>
                </a:lnTo>
                <a:lnTo>
                  <a:pt x="0" y="840581"/>
                </a:lnTo>
                <a:lnTo>
                  <a:pt x="0" y="840581"/>
                </a:lnTo>
                <a:close/>
              </a:path>
            </a:pathLst>
          </a:custGeom>
          <a:solidFill xmlns:a="http://schemas.openxmlformats.org/drawingml/2006/main">
            <a:srgbClr val="267AE2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hierarchy-level-3|role=title">
            <a:extLst xmlns:a="http://schemas.openxmlformats.org/drawingml/2006/main">
              <a:ext uri="{FF2B5EF4-FFF2-40B4-BE49-F238E27FC236}">
                <a16:creationId xmlns:a16="http://schemas.microsoft.com/office/drawing/2014/main" id="{1844BEB1-5357-4695-8DF6-D599BB0C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513189"/>
            <a:ext cx="512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28" name="PPAGENT_QA|parent=hierarchy-face-3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20E47905-5771-4DDE-B364-B2104276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075" y="5064919"/>
            <a:ext cx="40703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29" name="PPAGENT_QA|parent=hierarchy-note-3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B5BDE7F8-BC90-4EA9-824B-40DDC306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98269"/>
            <a:ext cx="42291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30" name="PPAGENT_QA|within=hierarchy-note-3|role=number">
            <a:extLst xmlns:a="http://schemas.openxmlformats.org/drawingml/2006/main">
              <a:ext uri="{FF2B5EF4-FFF2-40B4-BE49-F238E27FC236}">
                <a16:creationId xmlns:a16="http://schemas.microsoft.com/office/drawing/2014/main" id="{86BA37C7-4874-463C-A4F6-5D7C861D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94734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E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PPAGENT_QA|within=hierarchy-note-3|role=body">
            <a:extLst xmlns:a="http://schemas.openxmlformats.org/drawingml/2006/main">
              <a:ext uri="{FF2B5EF4-FFF2-40B4-BE49-F238E27FC236}">
                <a16:creationId xmlns:a16="http://schemas.microsoft.com/office/drawing/2014/main" id="{D77A2762-BDA4-4514-A16C-C0B80659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03044"/>
            <a:ext cx="3181350" cy="707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面向真实稿件稳定交付</a:t>
            </a:r>
          </a:p>
        </p:txBody>
      </p:sp>
      <p:sp>
        <p:nvSpPr>
          <p:cNvPr id="32" name="PPAGENT_CONNECTOR|from=hierarchy-level-3|fromSide=right|to=hierarchy-note-3|toSide=left">
            <a:extLst xmlns:a="http://schemas.openxmlformats.org/drawingml/2006/main">
              <a:ext uri="{FF2B5EF4-FFF2-40B4-BE49-F238E27FC236}">
                <a16:creationId xmlns:a16="http://schemas.microsoft.com/office/drawing/2014/main" id="{CC14FD86-958D-4857-839F-0F630050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38875" y="5685234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389920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591D63-6F2C-4FFB-8017-1A99ED6D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能力体系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E2DBF-0543-4F18-8FA0-3EFE74D2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战略层级 · 能力递进</a:t>
            </a:r>
          </a:p>
        </p:txBody>
      </p:sp>
      <p:sp>
        <p:nvSpPr>
          <p:cNvPr id="3" name="PPAGENT_QA|parent=hierarchy-rail-left|domains=hierarchy-rail">
            <a:extLst xmlns:a="http://schemas.openxmlformats.org/drawingml/2006/main">
              <a:ext uri="{FF2B5EF4-FFF2-40B4-BE49-F238E27FC236}">
                <a16:creationId xmlns:a16="http://schemas.microsoft.com/office/drawing/2014/main" id="{73C142A6-E24F-448D-9003-673AFAE5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2781300" cy="4619625"/>
          </a:xfrm>
          <a:custGeom xmlns:a="http://schemas.openxmlformats.org/drawingml/2006/main">
            <a:pathLst>
              <a:path w="2781300" h="4619625">
                <a:moveTo>
                  <a:pt x="0" y="4448175"/>
                </a:moveTo>
                <a:lnTo>
                  <a:pt x="171450" y="4619625"/>
                </a:lnTo>
                <a:lnTo>
                  <a:pt x="2162175" y="628650"/>
                </a:lnTo>
                <a:lnTo>
                  <a:pt x="1857375" y="800100"/>
                </a:lnTo>
                <a:lnTo>
                  <a:pt x="2552700" y="0"/>
                </a:lnTo>
                <a:lnTo>
                  <a:pt x="2409825" y="1057275"/>
                </a:lnTo>
                <a:lnTo>
                  <a:pt x="2295525" y="723900"/>
                </a:lnTo>
                <a:lnTo>
                  <a:pt x="285750" y="4581525"/>
                </a:lnTo>
                <a:close/>
              </a:path>
            </a:pathLst>
          </a:custGeom>
          <a:solidFill xmlns:a="http://schemas.openxmlformats.org/drawingml/2006/main">
            <a:srgbClr val="167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PAGENT_QA|parent=hierarchy-rail-right|domains=hierarchy-rail">
            <a:extLst xmlns:a="http://schemas.openxmlformats.org/drawingml/2006/main">
              <a:ext uri="{FF2B5EF4-FFF2-40B4-BE49-F238E27FC236}">
                <a16:creationId xmlns:a16="http://schemas.microsoft.com/office/drawing/2014/main" id="{600436DE-52AB-4F1F-85D5-75987049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52550"/>
            <a:ext cx="2781300" cy="4619625"/>
          </a:xfrm>
          <a:custGeom xmlns:a="http://schemas.openxmlformats.org/drawingml/2006/main">
            <a:pathLst>
              <a:path w="2781300" h="4619625">
                <a:moveTo>
                  <a:pt x="2781300" y="4448175"/>
                </a:moveTo>
                <a:lnTo>
                  <a:pt x="2609850" y="4619625"/>
                </a:lnTo>
                <a:lnTo>
                  <a:pt x="619125" y="628650"/>
                </a:lnTo>
                <a:lnTo>
                  <a:pt x="923925" y="800100"/>
                </a:lnTo>
                <a:lnTo>
                  <a:pt x="228600" y="0"/>
                </a:lnTo>
                <a:lnTo>
                  <a:pt x="371475" y="1057275"/>
                </a:lnTo>
                <a:lnTo>
                  <a:pt x="485775" y="723900"/>
                </a:lnTo>
                <a:lnTo>
                  <a:pt x="2495550" y="4581525"/>
                </a:lnTo>
                <a:close/>
              </a:path>
            </a:pathLst>
          </a:custGeom>
          <a:solidFill xmlns:a="http://schemas.openxmlformats.org/drawingml/2006/main">
            <a:srgbClr val="167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PAGENT_QA|parent=hierarchy-level-0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799B5BB3-A126-40A3-A860-E7C01BE2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428750"/>
            <a:ext cx="1352550" cy="762000"/>
          </a:xfrm>
          <a:custGeom xmlns:a="http://schemas.openxmlformats.org/drawingml/2006/main">
            <a:pathLst>
              <a:path w="1352550" h="762000">
                <a:moveTo>
                  <a:pt x="676275" y="0"/>
                </a:moveTo>
                <a:lnTo>
                  <a:pt x="1352550" y="7620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338CF6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PPAGENT_QA|within=hierarchy-level-0|role=title">
            <a:extLst xmlns:a="http://schemas.openxmlformats.org/drawingml/2006/main">
              <a:ext uri="{FF2B5EF4-FFF2-40B4-BE49-F238E27FC236}">
                <a16:creationId xmlns:a16="http://schemas.microsoft.com/office/drawing/2014/main" id="{AB5224C5-C19A-4B68-9F39-A8328EA1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8021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愿景层</a:t>
            </a:r>
          </a:p>
        </p:txBody>
      </p:sp>
      <p:sp>
        <p:nvSpPr>
          <p:cNvPr id="7" name="PPAGENT_QA|parent=hierarchy-bottom-0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D06EF977-C79C-4A72-BB70-9887AE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143125"/>
            <a:ext cx="13525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PAGENT_QA|parent=hierarchy-note-0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20321A42-B52B-478F-A4DB-CBFA8454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47800"/>
            <a:ext cx="4229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9" name="PPAGENT_QA|within=hierarchy-note-0|role=number">
            <a:extLst xmlns:a="http://schemas.openxmlformats.org/drawingml/2006/main">
              <a:ext uri="{FF2B5EF4-FFF2-40B4-BE49-F238E27FC236}">
                <a16:creationId xmlns:a16="http://schemas.microsoft.com/office/drawing/2014/main" id="{2EA627BE-0FD7-44BC-A535-B01D4C82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8CF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PPAGENT_QA|within=hierarchy-note-0|role=body">
            <a:extLst xmlns:a="http://schemas.openxmlformats.org/drawingml/2006/main">
              <a:ext uri="{FF2B5EF4-FFF2-40B4-BE49-F238E27FC236}">
                <a16:creationId xmlns:a16="http://schemas.microsoft.com/office/drawing/2014/main" id="{97C9956E-F284-405E-A71B-F03CE287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5257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确定长期价值和目标方向</a:t>
            </a:r>
          </a:p>
        </p:txBody>
      </p:sp>
      <p:sp>
        <p:nvSpPr>
          <p:cNvPr id="11" name="PPAGENT_CONNECTOR|from=hierarchy-level-0|fromSide=right|to=hierarchy-note-0|toSide=left">
            <a:extLst xmlns:a="http://schemas.openxmlformats.org/drawingml/2006/main">
              <a:ext uri="{FF2B5EF4-FFF2-40B4-BE49-F238E27FC236}">
                <a16:creationId xmlns:a16="http://schemas.microsoft.com/office/drawing/2014/main" id="{CE81A238-6447-4356-ACD2-EFBF0003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00525" y="1809750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12" name="PPAGENT_QA|parent=hierarchy-level-1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D5F3066D-C5CD-4114-A593-8EC527CB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8" y="2428875"/>
            <a:ext cx="2371725" cy="762000"/>
          </a:xfrm>
          <a:custGeom xmlns:a="http://schemas.openxmlformats.org/drawingml/2006/main">
            <a:pathLst>
              <a:path w="2371725" h="762000">
                <a:moveTo>
                  <a:pt x="509588" y="0"/>
                </a:moveTo>
                <a:lnTo>
                  <a:pt x="1862138" y="0"/>
                </a:lnTo>
                <a:lnTo>
                  <a:pt x="2371725" y="624840"/>
                </a:lnTo>
                <a:lnTo>
                  <a:pt x="2371725" y="624840"/>
                </a:lnTo>
                <a:lnTo>
                  <a:pt x="2239963" y="648658"/>
                </a:lnTo>
                <a:lnTo>
                  <a:pt x="2108200" y="671751"/>
                </a:lnTo>
                <a:lnTo>
                  <a:pt x="1976438" y="693420"/>
                </a:lnTo>
                <a:lnTo>
                  <a:pt x="1844675" y="713005"/>
                </a:lnTo>
                <a:lnTo>
                  <a:pt x="1712912" y="729911"/>
                </a:lnTo>
                <a:lnTo>
                  <a:pt x="1581150" y="743624"/>
                </a:lnTo>
                <a:lnTo>
                  <a:pt x="1449388" y="753728"/>
                </a:lnTo>
                <a:lnTo>
                  <a:pt x="1317625" y="759916"/>
                </a:lnTo>
                <a:lnTo>
                  <a:pt x="1185863" y="762000"/>
                </a:lnTo>
                <a:lnTo>
                  <a:pt x="1054100" y="759916"/>
                </a:lnTo>
                <a:lnTo>
                  <a:pt x="922337" y="753728"/>
                </a:lnTo>
                <a:lnTo>
                  <a:pt x="790575" y="743624"/>
                </a:lnTo>
                <a:lnTo>
                  <a:pt x="658812" y="729911"/>
                </a:lnTo>
                <a:lnTo>
                  <a:pt x="527050" y="713005"/>
                </a:lnTo>
                <a:lnTo>
                  <a:pt x="395288" y="693420"/>
                </a:lnTo>
                <a:lnTo>
                  <a:pt x="263525" y="671751"/>
                </a:lnTo>
                <a:lnTo>
                  <a:pt x="131763" y="648658"/>
                </a:lnTo>
                <a:lnTo>
                  <a:pt x="0" y="624840"/>
                </a:lnTo>
                <a:lnTo>
                  <a:pt x="0" y="624840"/>
                </a:lnTo>
                <a:close/>
              </a:path>
            </a:pathLst>
          </a:custGeom>
          <a:solidFill xmlns:a="http://schemas.openxmlformats.org/drawingml/2006/main">
            <a:srgbClr val="2E87F3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PPAGENT_QA|within=hierarchy-level-1|role=title">
            <a:extLst xmlns:a="http://schemas.openxmlformats.org/drawingml/2006/main">
              <a:ext uri="{FF2B5EF4-FFF2-40B4-BE49-F238E27FC236}">
                <a16:creationId xmlns:a16="http://schemas.microsoft.com/office/drawing/2014/main" id="{73319025-DF1B-45BB-BD26-96A30CC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8" y="2680335"/>
            <a:ext cx="2066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方向层</a:t>
            </a:r>
          </a:p>
        </p:txBody>
      </p:sp>
      <p:sp>
        <p:nvSpPr>
          <p:cNvPr id="14" name="PPAGENT_QA|parent=hierarchy-face-1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968AC13B-2B0D-42C9-88CB-CA5D16A1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14575"/>
            <a:ext cx="13525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15" name="PPAGENT_QA|parent=hierarchy-note-1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8F863545-8DF2-48BE-AEC2-B5BCCA7D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47925"/>
            <a:ext cx="4229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16" name="PPAGENT_QA|within=hierarchy-note-1|role=number">
            <a:extLst xmlns:a="http://schemas.openxmlformats.org/drawingml/2006/main">
              <a:ext uri="{FF2B5EF4-FFF2-40B4-BE49-F238E27FC236}">
                <a16:creationId xmlns:a16="http://schemas.microsoft.com/office/drawing/2014/main" id="{EFE7CE01-E775-4C48-8D06-BE5D090B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7F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PPAGENT_QA|within=hierarchy-note-1|role=body">
            <a:extLst xmlns:a="http://schemas.openxmlformats.org/drawingml/2006/main">
              <a:ext uri="{FF2B5EF4-FFF2-40B4-BE49-F238E27FC236}">
                <a16:creationId xmlns:a16="http://schemas.microsoft.com/office/drawing/2014/main" id="{40C202F1-0302-4F05-8BCA-85C8B820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52700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明确问题范围与判断边界</a:t>
            </a:r>
          </a:p>
        </p:txBody>
      </p:sp>
      <p:sp>
        <p:nvSpPr>
          <p:cNvPr id="18" name="PPAGENT_CONNECTOR|from=hierarchy-level-1|fromSide=right|to=hierarchy-note-1|toSide=left">
            <a:extLst xmlns:a="http://schemas.openxmlformats.org/drawingml/2006/main">
              <a:ext uri="{FF2B5EF4-FFF2-40B4-BE49-F238E27FC236}">
                <a16:creationId xmlns:a16="http://schemas.microsoft.com/office/drawing/2014/main" id="{518C9942-804B-4E35-AEC5-CCE7C980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0113" y="2809875"/>
            <a:ext cx="2528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19" name="PPAGENT_QA|parent=hierarchy-level-2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B8839455-CC72-4401-9B4E-CA903857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29000"/>
            <a:ext cx="3390900" cy="762000"/>
          </a:xfrm>
          <a:custGeom xmlns:a="http://schemas.openxmlformats.org/drawingml/2006/main">
            <a:pathLst>
              <a:path w="3390900" h="762000">
                <a:moveTo>
                  <a:pt x="509588" y="0"/>
                </a:moveTo>
                <a:lnTo>
                  <a:pt x="2881313" y="0"/>
                </a:lnTo>
                <a:lnTo>
                  <a:pt x="3390900" y="624840"/>
                </a:lnTo>
                <a:lnTo>
                  <a:pt x="3390900" y="624840"/>
                </a:lnTo>
                <a:lnTo>
                  <a:pt x="3202517" y="648658"/>
                </a:lnTo>
                <a:lnTo>
                  <a:pt x="3014133" y="671751"/>
                </a:lnTo>
                <a:lnTo>
                  <a:pt x="2825750" y="693420"/>
                </a:lnTo>
                <a:lnTo>
                  <a:pt x="2637367" y="713005"/>
                </a:lnTo>
                <a:lnTo>
                  <a:pt x="2448983" y="729911"/>
                </a:lnTo>
                <a:lnTo>
                  <a:pt x="2260600" y="743624"/>
                </a:lnTo>
                <a:lnTo>
                  <a:pt x="2072217" y="753728"/>
                </a:lnTo>
                <a:lnTo>
                  <a:pt x="1883833" y="759916"/>
                </a:lnTo>
                <a:lnTo>
                  <a:pt x="1695450" y="762000"/>
                </a:lnTo>
                <a:lnTo>
                  <a:pt x="1507067" y="759916"/>
                </a:lnTo>
                <a:lnTo>
                  <a:pt x="1318683" y="753728"/>
                </a:lnTo>
                <a:lnTo>
                  <a:pt x="1130300" y="743624"/>
                </a:lnTo>
                <a:lnTo>
                  <a:pt x="941917" y="729911"/>
                </a:lnTo>
                <a:lnTo>
                  <a:pt x="753533" y="713005"/>
                </a:lnTo>
                <a:lnTo>
                  <a:pt x="565150" y="693420"/>
                </a:lnTo>
                <a:lnTo>
                  <a:pt x="376767" y="671751"/>
                </a:lnTo>
                <a:lnTo>
                  <a:pt x="188383" y="648658"/>
                </a:lnTo>
                <a:lnTo>
                  <a:pt x="0" y="624840"/>
                </a:lnTo>
                <a:lnTo>
                  <a:pt x="0" y="624840"/>
                </a:lnTo>
                <a:close/>
              </a:path>
            </a:pathLst>
          </a:custGeom>
          <a:solidFill xmlns:a="http://schemas.openxmlformats.org/drawingml/2006/main">
            <a:srgbClr val="2A82EC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PPAGENT_QA|within=hierarchy-level-2|role=title">
            <a:extLst xmlns:a="http://schemas.openxmlformats.org/drawingml/2006/main">
              <a:ext uri="{FF2B5EF4-FFF2-40B4-BE49-F238E27FC236}">
                <a16:creationId xmlns:a16="http://schemas.microsoft.com/office/drawing/2014/main" id="{EF74ED06-2A38-4A5E-AFD0-F0063105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8046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规则层</a:t>
            </a:r>
          </a:p>
        </p:txBody>
      </p:sp>
      <p:sp>
        <p:nvSpPr>
          <p:cNvPr id="21" name="PPAGENT_QA|parent=hierarchy-face-2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B16796DC-D773-444F-9B20-9195FEEB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8" y="3314700"/>
            <a:ext cx="2371725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22" name="PPAGENT_QA|parent=hierarchy-note-2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25F0C638-1A54-49A4-9075-19F4CFA7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4229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23" name="PPAGENT_QA|within=hierarchy-note-2|role=number">
            <a:extLst xmlns:a="http://schemas.openxmlformats.org/drawingml/2006/main">
              <a:ext uri="{FF2B5EF4-FFF2-40B4-BE49-F238E27FC236}">
                <a16:creationId xmlns:a16="http://schemas.microsoft.com/office/drawing/2014/main" id="{423254EA-3D8D-4B91-9521-95458A3B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2E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PPAGENT_QA|within=hierarchy-note-2|role=body">
            <a:extLst xmlns:a="http://schemas.openxmlformats.org/drawingml/2006/main">
              <a:ext uri="{FF2B5EF4-FFF2-40B4-BE49-F238E27FC236}">
                <a16:creationId xmlns:a16="http://schemas.microsoft.com/office/drawing/2014/main" id="{BB21266B-2CDC-4A73-8027-48DC43F9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5282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把经验沉淀为稳定规则</a:t>
            </a:r>
          </a:p>
        </p:txBody>
      </p:sp>
      <p:sp>
        <p:nvSpPr>
          <p:cNvPr id="25" name="PPAGENT_CONNECTOR|from=hierarchy-level-2|fromSide=right|to=hierarchy-note-2|toSide=left">
            <a:extLst xmlns:a="http://schemas.openxmlformats.org/drawingml/2006/main">
              <a:ext uri="{FF2B5EF4-FFF2-40B4-BE49-F238E27FC236}">
                <a16:creationId xmlns:a16="http://schemas.microsoft.com/office/drawing/2014/main" id="{6DFB1CCE-7107-4966-ABCF-E030CAD4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19700" y="3810000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26" name="PPAGENT_QA|parent=hierarchy-level-3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7E7E29E5-6AD8-4B1D-B036-87DA0ACD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3" y="4429125"/>
            <a:ext cx="4410075" cy="762000"/>
          </a:xfrm>
          <a:custGeom xmlns:a="http://schemas.openxmlformats.org/drawingml/2006/main">
            <a:pathLst>
              <a:path w="4410075" h="762000">
                <a:moveTo>
                  <a:pt x="509588" y="0"/>
                </a:moveTo>
                <a:lnTo>
                  <a:pt x="3900488" y="0"/>
                </a:lnTo>
                <a:lnTo>
                  <a:pt x="4410075" y="624840"/>
                </a:lnTo>
                <a:lnTo>
                  <a:pt x="4410075" y="624840"/>
                </a:lnTo>
                <a:lnTo>
                  <a:pt x="4165071" y="648658"/>
                </a:lnTo>
                <a:lnTo>
                  <a:pt x="3920067" y="671751"/>
                </a:lnTo>
                <a:lnTo>
                  <a:pt x="3675063" y="693420"/>
                </a:lnTo>
                <a:lnTo>
                  <a:pt x="3430058" y="713005"/>
                </a:lnTo>
                <a:lnTo>
                  <a:pt x="3185054" y="729911"/>
                </a:lnTo>
                <a:lnTo>
                  <a:pt x="2940050" y="743624"/>
                </a:lnTo>
                <a:lnTo>
                  <a:pt x="2695046" y="753728"/>
                </a:lnTo>
                <a:lnTo>
                  <a:pt x="2450042" y="759916"/>
                </a:lnTo>
                <a:lnTo>
                  <a:pt x="2205038" y="762000"/>
                </a:lnTo>
                <a:lnTo>
                  <a:pt x="1960033" y="759916"/>
                </a:lnTo>
                <a:lnTo>
                  <a:pt x="1715029" y="753728"/>
                </a:lnTo>
                <a:lnTo>
                  <a:pt x="1470025" y="743624"/>
                </a:lnTo>
                <a:lnTo>
                  <a:pt x="1225021" y="729911"/>
                </a:lnTo>
                <a:lnTo>
                  <a:pt x="980017" y="713005"/>
                </a:lnTo>
                <a:lnTo>
                  <a:pt x="735012" y="693420"/>
                </a:lnTo>
                <a:lnTo>
                  <a:pt x="490008" y="671751"/>
                </a:lnTo>
                <a:lnTo>
                  <a:pt x="245004" y="648658"/>
                </a:lnTo>
                <a:lnTo>
                  <a:pt x="0" y="624840"/>
                </a:lnTo>
                <a:lnTo>
                  <a:pt x="0" y="624840"/>
                </a:lnTo>
                <a:close/>
              </a:path>
            </a:pathLst>
          </a:custGeom>
          <a:solidFill xmlns:a="http://schemas.openxmlformats.org/drawingml/2006/main">
            <a:srgbClr val="267AE2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hierarchy-level-3|role=title">
            <a:extLst xmlns:a="http://schemas.openxmlformats.org/drawingml/2006/main">
              <a:ext uri="{FF2B5EF4-FFF2-40B4-BE49-F238E27FC236}">
                <a16:creationId xmlns:a16="http://schemas.microsoft.com/office/drawing/2014/main" id="{87A97E76-BC91-4365-B274-72D68084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3" y="4680585"/>
            <a:ext cx="410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能力层</a:t>
            </a:r>
          </a:p>
        </p:txBody>
      </p:sp>
      <p:sp>
        <p:nvSpPr>
          <p:cNvPr id="28" name="PPAGENT_QA|parent=hierarchy-face-3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39DD2B5E-3E5F-4738-B67B-3574C93B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14825"/>
            <a:ext cx="33909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29" name="PPAGENT_QA|parent=hierarchy-note-3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DBC4EF6A-BEC0-4476-A4BA-C1F94E21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48175"/>
            <a:ext cx="4229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30" name="PPAGENT_QA|within=hierarchy-note-3|role=number">
            <a:extLst xmlns:a="http://schemas.openxmlformats.org/drawingml/2006/main">
              <a:ext uri="{FF2B5EF4-FFF2-40B4-BE49-F238E27FC236}">
                <a16:creationId xmlns:a16="http://schemas.microsoft.com/office/drawing/2014/main" id="{D0482671-3BF8-489F-9B4D-A752ADA8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19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E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PPAGENT_QA|within=hierarchy-note-3|role=body">
            <a:extLst xmlns:a="http://schemas.openxmlformats.org/drawingml/2006/main">
              <a:ext uri="{FF2B5EF4-FFF2-40B4-BE49-F238E27FC236}">
                <a16:creationId xmlns:a16="http://schemas.microsoft.com/office/drawing/2014/main" id="{59436EB1-415E-4703-832C-2F693DED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2950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提供可复用组件和工具</a:t>
            </a:r>
          </a:p>
        </p:txBody>
      </p:sp>
      <p:sp>
        <p:nvSpPr>
          <p:cNvPr id="32" name="PPAGENT_CONNECTOR|from=hierarchy-level-3|fromSide=right|to=hierarchy-note-3|toSide=left">
            <a:extLst xmlns:a="http://schemas.openxmlformats.org/drawingml/2006/main">
              <a:ext uri="{FF2B5EF4-FFF2-40B4-BE49-F238E27FC236}">
                <a16:creationId xmlns:a16="http://schemas.microsoft.com/office/drawing/2014/main" id="{BD8362E7-89E4-489B-BA83-C689E493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29288" y="4810125"/>
            <a:ext cx="15097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33" name="PPAGENT_QA|parent=hierarchy-level-4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63841DAF-D144-4C4F-9E76-A8A31BF3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29250"/>
            <a:ext cx="5429250" cy="762000"/>
          </a:xfrm>
          <a:custGeom xmlns:a="http://schemas.openxmlformats.org/drawingml/2006/main">
            <a:pathLst>
              <a:path w="5429250" h="762000">
                <a:moveTo>
                  <a:pt x="509588" y="0"/>
                </a:moveTo>
                <a:lnTo>
                  <a:pt x="4919663" y="0"/>
                </a:lnTo>
                <a:lnTo>
                  <a:pt x="5429250" y="624840"/>
                </a:lnTo>
                <a:lnTo>
                  <a:pt x="5429250" y="624840"/>
                </a:lnTo>
                <a:lnTo>
                  <a:pt x="5127625" y="648658"/>
                </a:lnTo>
                <a:lnTo>
                  <a:pt x="4826000" y="671751"/>
                </a:lnTo>
                <a:lnTo>
                  <a:pt x="4524375" y="693420"/>
                </a:lnTo>
                <a:lnTo>
                  <a:pt x="4222750" y="713005"/>
                </a:lnTo>
                <a:lnTo>
                  <a:pt x="3921125" y="729911"/>
                </a:lnTo>
                <a:lnTo>
                  <a:pt x="3619500" y="743624"/>
                </a:lnTo>
                <a:lnTo>
                  <a:pt x="3317875" y="753728"/>
                </a:lnTo>
                <a:lnTo>
                  <a:pt x="3016250" y="759916"/>
                </a:lnTo>
                <a:lnTo>
                  <a:pt x="2714625" y="762000"/>
                </a:lnTo>
                <a:lnTo>
                  <a:pt x="2413000" y="759916"/>
                </a:lnTo>
                <a:lnTo>
                  <a:pt x="2111375" y="753728"/>
                </a:lnTo>
                <a:lnTo>
                  <a:pt x="1809750" y="743624"/>
                </a:lnTo>
                <a:lnTo>
                  <a:pt x="1508125" y="729911"/>
                </a:lnTo>
                <a:lnTo>
                  <a:pt x="1206500" y="713005"/>
                </a:lnTo>
                <a:lnTo>
                  <a:pt x="904875" y="693420"/>
                </a:lnTo>
                <a:lnTo>
                  <a:pt x="603250" y="671751"/>
                </a:lnTo>
                <a:lnTo>
                  <a:pt x="301625" y="648658"/>
                </a:lnTo>
                <a:lnTo>
                  <a:pt x="0" y="624840"/>
                </a:lnTo>
                <a:lnTo>
                  <a:pt x="0" y="624840"/>
                </a:lnTo>
                <a:close/>
              </a:path>
            </a:pathLst>
          </a:custGeom>
          <a:solidFill xmlns:a="http://schemas.openxmlformats.org/drawingml/2006/main">
            <a:srgbClr val="206ED4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PPAGENT_QA|within=hierarchy-level-4|role=title">
            <a:extLst xmlns:a="http://schemas.openxmlformats.org/drawingml/2006/main">
              <a:ext uri="{FF2B5EF4-FFF2-40B4-BE49-F238E27FC236}">
                <a16:creationId xmlns:a16="http://schemas.microsoft.com/office/drawing/2014/main" id="{560B1DB2-E8BD-46B9-8C08-6D35EC13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680710"/>
            <a:ext cx="512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35" name="PPAGENT_QA|parent=hierarchy-face-4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01839A10-7217-4DD2-A4A9-618A563B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3" y="5314950"/>
            <a:ext cx="4410075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36" name="PPAGENT_QA|parent=hierarchy-note-4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27C17356-B400-430F-BF79-70B76A17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48300"/>
            <a:ext cx="4229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37" name="PPAGENT_QA|within=hierarchy-note-4|role=number">
            <a:extLst xmlns:a="http://schemas.openxmlformats.org/drawingml/2006/main">
              <a:ext uri="{FF2B5EF4-FFF2-40B4-BE49-F238E27FC236}">
                <a16:creationId xmlns:a16="http://schemas.microsoft.com/office/drawing/2014/main" id="{4385A78B-C585-4293-8C65-61FEAD5E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1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6ED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8" name="PPAGENT_QA|within=hierarchy-note-4|role=body">
            <a:extLst xmlns:a="http://schemas.openxmlformats.org/drawingml/2006/main">
              <a:ext uri="{FF2B5EF4-FFF2-40B4-BE49-F238E27FC236}">
                <a16:creationId xmlns:a16="http://schemas.microsoft.com/office/drawing/2014/main" id="{41246BAA-A40E-458A-8384-E7B0901D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5307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面向真实稿件稳定交付</a:t>
            </a:r>
          </a:p>
        </p:txBody>
      </p:sp>
      <p:sp>
        <p:nvSpPr>
          <p:cNvPr id="39" name="PPAGENT_CONNECTOR|from=hierarchy-level-4|fromSide=right|to=hierarchy-note-4|toSide=left">
            <a:extLst xmlns:a="http://schemas.openxmlformats.org/drawingml/2006/main">
              <a:ext uri="{FF2B5EF4-FFF2-40B4-BE49-F238E27FC236}">
                <a16:creationId xmlns:a16="http://schemas.microsoft.com/office/drawing/2014/main" id="{2CCFCAD2-3AAF-4858-996D-A7049C8D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38875" y="5810250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9468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2026-08-15T13:33:22.6380000Z</dcterms:created>
  <dcterms:modified xsi:type="dcterms:W3CDTF">2026-08-15T13:33:22.6380000Z</dcterms:modified>
</coreProperties>
</file>