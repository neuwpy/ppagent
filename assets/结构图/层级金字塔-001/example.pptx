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b96491b3944168" /><Relationship Type="http://schemas.openxmlformats.org/officeDocument/2006/relationships/extended-properties" Target="/docProps/app.xml" Id="Rf661acb2928f463d" /><Relationship Type="http://schemas.openxmlformats.org/officeDocument/2006/relationships/officeDocument" Target="/ppt/presentation.xml" Id="R4babd14daf03480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05d2895c1642c3"/>
    <p:sldMasterId xmlns:r="http://schemas.openxmlformats.org/officeDocument/2006/relationships" id="2147483660" r:id="R7dcf16d0efc64ffb"/>
    <p:sldMasterId xmlns:r="http://schemas.openxmlformats.org/officeDocument/2006/relationships" id="2147483663" r:id="R703874a5becc4431"/>
  </p:sldMasterIdLst>
  <p:notesMasterIdLst>
    <p:notesMasterId xmlns:r="http://schemas.openxmlformats.org/officeDocument/2006/relationships" r:id="R99a215c2d3424e42"/>
  </p:notesMasterIdLst>
  <p:sldIdLst>
    <p:sldId xmlns:r="http://schemas.openxmlformats.org/officeDocument/2006/relationships" id="256" r:id="R96cb168f39ee47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28cb629b9f4aa5" /><Relationship Type="http://schemas.openxmlformats.org/officeDocument/2006/relationships/slideMaster" Target="/ppt/slideMasters/slideMaster1.xml" Id="Rba05d2895c1642c3" /><Relationship Type="http://schemas.openxmlformats.org/officeDocument/2006/relationships/slideMaster" Target="/ppt/slideMasters/slideMaster2.xml" Id="R7dcf16d0efc64ffb" /><Relationship Type="http://schemas.openxmlformats.org/officeDocument/2006/relationships/slideMaster" Target="/ppt/slideMasters/slideMaster3.xml" Id="R703874a5becc4431" /><Relationship Type="http://schemas.openxmlformats.org/officeDocument/2006/relationships/notesMaster" Target="/ppt/notesMasters/notesMaster1.xml" Id="R99a215c2d3424e42" /><Relationship Type="http://schemas.openxmlformats.org/officeDocument/2006/relationships/presProps" Target="/ppt/presProps.xml" Id="R34413fedb94c47b3" /><Relationship Type="http://schemas.openxmlformats.org/officeDocument/2006/relationships/viewProps" Target="/ppt/viewProps.xml" Id="R5512317fff584d5f" /><Relationship Type="http://schemas.openxmlformats.org/officeDocument/2006/relationships/tableStyles" Target="/ppt/tableStyles.xml" Id="Racff61a77aa9421e" /><Relationship Type="http://schemas.openxmlformats.org/officeDocument/2006/relationships/slide" Target="/ppt/slides/slide1.xml" Id="R96cb168f39ee47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9b0a78ec654545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b6c4929417460b" /><Relationship Type="http://schemas.openxmlformats.org/officeDocument/2006/relationships/notesMaster" Target="/ppt/notesMasters/notesMaster1.xml" Id="R29073254626745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来源：PPT源/【蓝色版】年终日常汇报PPT模板-狗哥PPT出品.pptx#35</a:t>
            </a:r>
            <a:endParaRPr/>
          </a:p>
          <a:p xmlns:a="http://schemas.openxmlformats.org/drawingml/2006/main">
            <a:r>
              <a:t>- 结构：hierarchy / hierarchy-pyramid-p35 / 4层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3234934387468e" /><Relationship Type="http://schemas.openxmlformats.org/officeDocument/2006/relationships/image" Target="/ppt/media/image.jpeg" Id="R4761130e80844ee8" /><Relationship Type="http://schemas.openxmlformats.org/officeDocument/2006/relationships/image" Target="/ppt/media/image.png" Id="R3e5b97e095084ac5" /><Relationship Type="http://schemas.openxmlformats.org/officeDocument/2006/relationships/image" Target="/ppt/media/image2.png" Id="R42e6e5f3108449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4a2fd82c642e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993aaaac9e43db" /><Relationship Type="http://schemas.openxmlformats.org/officeDocument/2006/relationships/image" Target="/ppt/media/image3.png" Id="Rf7cdeb55e57048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bdfa9bda942e5" /><Relationship Type="http://schemas.openxmlformats.org/officeDocument/2006/relationships/image" Target="/ppt/media/image4.png" Id="R6e593eb6418d4f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4d0bb6a36a468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7017cf06e048f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322fcf69b441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9aef9cd11e4f8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4630b404d2415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3f8e15b05466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032b014034430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46238f9bb084518" /><Relationship Type="http://schemas.openxmlformats.org/officeDocument/2006/relationships/image" Target="/ppt/media/image5.png" Id="R7df1deaa3e114528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3c38c0ac0f6443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f4758e0ade094664" /><Relationship Type="http://schemas.openxmlformats.org/officeDocument/2006/relationships/image" Target="/ppt/media/image5.png" Id="Ra206b75648204f7a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3b462a695eac48f8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1130e80844ee8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b97e095084ac5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6e5f3108449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deb55e57048ef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93eb6418d4fa3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1deaa3e114528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6b75648204f7a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49402506704b60" /><Relationship Type="http://schemas.openxmlformats.org/officeDocument/2006/relationships/slideLayout" Target="/ppt/slideLayouts/slideLayout1.xml" Id="Ra865c1fe450e4058" /><Relationship Type="http://schemas.openxmlformats.org/officeDocument/2006/relationships/slideLayout" Target="/ppt/slideLayouts/slideLayout2.xml" Id="Rb272795244a5434b" /><Relationship Type="http://schemas.openxmlformats.org/officeDocument/2006/relationships/slideLayout" Target="/ppt/slideLayouts/slideLayout3.xml" Id="R76b837519f984f12" /><Relationship Type="http://schemas.openxmlformats.org/officeDocument/2006/relationships/slideLayout" Target="/ppt/slideLayouts/slideLayout4.xml" Id="R6a36909c75f941af" /><Relationship Type="http://schemas.openxmlformats.org/officeDocument/2006/relationships/slideLayout" Target="/ppt/slideLayouts/slideLayout5.xml" Id="Rb7d7147eef144207" /><Relationship Type="http://schemas.openxmlformats.org/officeDocument/2006/relationships/slideLayout" Target="/ppt/slideLayouts/slideLayout6.xml" Id="Re0e22f73a4f34215" /><Relationship Type="http://schemas.openxmlformats.org/officeDocument/2006/relationships/slideLayout" Target="/ppt/slideLayouts/slideLayout7.xml" Id="R10287f0b8ea947b5" /><Relationship Type="http://schemas.openxmlformats.org/officeDocument/2006/relationships/slideLayout" Target="/ppt/slideLayouts/slideLayout8.xml" Id="R93c9fc6d3cf74269" /><Relationship Type="http://schemas.openxmlformats.org/officeDocument/2006/relationships/slideLayout" Target="/ppt/slideLayouts/slideLayout9.xml" Id="R165b1236004f43c0" /><Relationship Type="http://schemas.openxmlformats.org/officeDocument/2006/relationships/slideLayout" Target="/ppt/slideLayouts/slideLayout10.xml" Id="R8883947f5a2a475d" /><Relationship Type="http://schemas.openxmlformats.org/officeDocument/2006/relationships/slideLayout" Target="/ppt/slideLayouts/slideLayout11.xml" Id="R09b201e5fc40455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8b7ef4256b294578" /><Relationship Type="http://schemas.openxmlformats.org/officeDocument/2006/relationships/slideLayout" Target="/ppt/slideLayouts/slideLayout12.xml" Id="R0a68e66663264de5" /><Relationship Type="http://schemas.openxmlformats.org/officeDocument/2006/relationships/slideLayout" Target="/ppt/slideLayouts/slideLayout13.xml" Id="R563ec8e50f8b493b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9b8e1996cf454dff" /><Relationship Type="http://schemas.openxmlformats.org/officeDocument/2006/relationships/slideLayout" Target="/ppt/slideLayouts/slideLayout14.xml" Id="Rbb9989bd5ebe4bc1" /><Relationship Type="http://schemas.openxmlformats.org/officeDocument/2006/relationships/slideLayout" Target="/ppt/slideLayouts/slideLayout15.xml" Id="Rc648eea82c874f3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65c1fe450e4058"/>
    <p:sldLayoutId xmlns:r="http://schemas.openxmlformats.org/officeDocument/2006/relationships" id="2147483650" r:id="Rb272795244a5434b"/>
    <p:sldLayoutId xmlns:r="http://schemas.openxmlformats.org/officeDocument/2006/relationships" id="2147483651" r:id="R76b837519f984f12"/>
    <p:sldLayoutId xmlns:r="http://schemas.openxmlformats.org/officeDocument/2006/relationships" id="2147483652" r:id="R6a36909c75f941af"/>
    <p:sldLayoutId xmlns:r="http://schemas.openxmlformats.org/officeDocument/2006/relationships" id="2147483653" r:id="Rb7d7147eef144207"/>
    <p:sldLayoutId xmlns:r="http://schemas.openxmlformats.org/officeDocument/2006/relationships" id="2147483654" r:id="Re0e22f73a4f34215"/>
    <p:sldLayoutId xmlns:r="http://schemas.openxmlformats.org/officeDocument/2006/relationships" id="2147483655" r:id="R10287f0b8ea947b5"/>
    <p:sldLayoutId xmlns:r="http://schemas.openxmlformats.org/officeDocument/2006/relationships" id="2147483656" r:id="R93c9fc6d3cf74269"/>
    <p:sldLayoutId xmlns:r="http://schemas.openxmlformats.org/officeDocument/2006/relationships" id="2147483657" r:id="R165b1236004f43c0"/>
    <p:sldLayoutId xmlns:r="http://schemas.openxmlformats.org/officeDocument/2006/relationships" id="2147483658" r:id="R8883947f5a2a475d"/>
    <p:sldLayoutId xmlns:r="http://schemas.openxmlformats.org/officeDocument/2006/relationships" id="2147483659" r:id="R09b201e5fc404558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0a68e66663264de5"/>
    <p:sldLayoutId xmlns:r="http://schemas.openxmlformats.org/officeDocument/2006/relationships" id="2147483662" r:id="R563ec8e50f8b493b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bb9989bd5ebe4bc1"/>
    <p:sldLayoutId xmlns:r="http://schemas.openxmlformats.org/officeDocument/2006/relationships" id="2147483665" r:id="Rc648eea82c874f38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8a06917bd34069" /><Relationship Type="http://schemas.openxmlformats.org/officeDocument/2006/relationships/notesSlide" Target="/ppt/notesSlides/notesSlide1.xml" Id="R43769b6c27284a0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能力体系的层级扩展｜4层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层级关系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16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PPAGENT_QA|parent=hierarchy-rail-left|domains=hierarchy-rail">
            <a:extLst xmlns:a="http://schemas.openxmlformats.org/drawingml/2006/main">
              <a:ext uri="{FF2B5EF4-FFF2-40B4-BE49-F238E27FC236}">
                <a16:creationId xmlns:a16="http://schemas.microsoft.com/office/drawing/2014/main" id="{5B6920C4-251A-46A1-B2C4-B8EDC994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31" y="1644235"/>
            <a:ext cx="2631538" cy="4370876"/>
          </a:xfrm>
          <a:custGeom xmlns:a="http://schemas.openxmlformats.org/drawingml/2006/main">
            <a:pathLst>
              <a:path w="2781300" h="4619625">
                <a:moveTo>
                  <a:pt x="0" y="4448175"/>
                </a:moveTo>
                <a:lnTo>
                  <a:pt x="171450" y="4619625"/>
                </a:lnTo>
                <a:lnTo>
                  <a:pt x="2162175" y="628650"/>
                </a:lnTo>
                <a:lnTo>
                  <a:pt x="1857375" y="800100"/>
                </a:lnTo>
                <a:lnTo>
                  <a:pt x="2552700" y="0"/>
                </a:lnTo>
                <a:lnTo>
                  <a:pt x="2409825" y="1057275"/>
                </a:lnTo>
                <a:lnTo>
                  <a:pt x="2295525" y="723900"/>
                </a:lnTo>
                <a:lnTo>
                  <a:pt x="285750" y="4581525"/>
                </a:lnTo>
                <a:close/>
              </a:path>
            </a:pathLst>
          </a:custGeom>
          <a:solidFill xmlns:a="http://schemas.openxmlformats.org/drawingml/2006/main">
            <a:srgbClr val="167A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PAGENT_QA|parent=hierarchy-rail-right|domains=hierarchy-rail">
            <a:extLst xmlns:a="http://schemas.openxmlformats.org/drawingml/2006/main">
              <a:ext uri="{FF2B5EF4-FFF2-40B4-BE49-F238E27FC236}">
                <a16:creationId xmlns:a16="http://schemas.microsoft.com/office/drawing/2014/main" id="{AD4B5D02-F566-48E1-A805-123CDE9A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189" y="1644235"/>
            <a:ext cx="2631538" cy="4370876"/>
          </a:xfrm>
          <a:custGeom xmlns:a="http://schemas.openxmlformats.org/drawingml/2006/main">
            <a:pathLst>
              <a:path w="2781300" h="4619625">
                <a:moveTo>
                  <a:pt x="2781300" y="4448175"/>
                </a:moveTo>
                <a:lnTo>
                  <a:pt x="2609850" y="4619625"/>
                </a:lnTo>
                <a:lnTo>
                  <a:pt x="619125" y="628650"/>
                </a:lnTo>
                <a:lnTo>
                  <a:pt x="923925" y="800100"/>
                </a:lnTo>
                <a:lnTo>
                  <a:pt x="228600" y="0"/>
                </a:lnTo>
                <a:lnTo>
                  <a:pt x="371475" y="1057275"/>
                </a:lnTo>
                <a:lnTo>
                  <a:pt x="485775" y="723900"/>
                </a:lnTo>
                <a:lnTo>
                  <a:pt x="2495550" y="4581525"/>
                </a:lnTo>
                <a:close/>
              </a:path>
            </a:pathLst>
          </a:custGeom>
          <a:solidFill xmlns:a="http://schemas.openxmlformats.org/drawingml/2006/main">
            <a:srgbClr val="167A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PAGENT_QA|parent=hierarchy-level-0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663E238A-2E59-4885-9CA4-B74B84FF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869" y="1716332"/>
            <a:ext cx="1279720" cy="957537"/>
          </a:xfrm>
          <a:custGeom xmlns:a="http://schemas.openxmlformats.org/drawingml/2006/main">
            <a:pathLst>
              <a:path w="1352550" h="1012031">
                <a:moveTo>
                  <a:pt x="676275" y="0"/>
                </a:moveTo>
                <a:lnTo>
                  <a:pt x="1352550" y="1012031"/>
                </a:lnTo>
                <a:lnTo>
                  <a:pt x="0" y="1012031"/>
                </a:lnTo>
                <a:close/>
              </a:path>
            </a:pathLst>
          </a:custGeom>
          <a:solidFill xmlns:a="http://schemas.openxmlformats.org/drawingml/2006/main">
            <a:srgbClr val="338CF6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PPAGENT_QA|within=hierarchy-level-0|role=title">
            <a:extLst xmlns:a="http://schemas.openxmlformats.org/drawingml/2006/main">
              <a:ext uri="{FF2B5EF4-FFF2-40B4-BE49-F238E27FC236}">
                <a16:creationId xmlns:a16="http://schemas.microsoft.com/office/drawing/2014/main" id="{30157F47-D559-4475-A587-BF021731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2032319"/>
            <a:ext cx="991333" cy="270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愿景层</a:t>
            </a:r>
          </a:p>
        </p:txBody>
      </p:sp>
      <p:sp>
        <p:nvSpPr>
          <p:cNvPr id="19" name="PPAGENT_QA|parent=hierarchy-bottom-0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C42CB5B4-D315-4E80-B1B5-CAD5971F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869" y="2628808"/>
            <a:ext cx="1279720" cy="9012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B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PAGENT_QA|parent=hierarchy-note-0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00EFEC99-237A-409C-AA51-46AA94A1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454" y="1734356"/>
            <a:ext cx="4001379" cy="921489"/>
          </a:xfrm>
          <a:prstGeom xmlns:a="http://schemas.openxmlformats.org/drawingml/2006/main" prst="roundRect">
            <a:avLst>
              <a:gd name="adj" fmla="val 12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1" name="PPAGENT_QA|within=hierarchy-note-0|role=number">
            <a:extLst xmlns:a="http://schemas.openxmlformats.org/drawingml/2006/main">
              <a:ext uri="{FF2B5EF4-FFF2-40B4-BE49-F238E27FC236}">
                <a16:creationId xmlns:a16="http://schemas.microsoft.com/office/drawing/2014/main" id="{0B76EB9E-0A21-490D-A98F-5B1E6224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696" y="2014858"/>
            <a:ext cx="360485" cy="3604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8CF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2" name="PPAGENT_QA|within=hierarchy-note-0|role=body">
            <a:extLst xmlns:a="http://schemas.openxmlformats.org/drawingml/2006/main">
              <a:ext uri="{FF2B5EF4-FFF2-40B4-BE49-F238E27FC236}">
                <a16:creationId xmlns:a16="http://schemas.microsoft.com/office/drawing/2014/main" id="{2FFC6F1B-4C01-41C8-95ED-575EB169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423" y="1833489"/>
            <a:ext cx="3010047" cy="66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确定长期价值和目标方向</a:t>
            </a:r>
          </a:p>
        </p:txBody>
      </p:sp>
      <p:sp>
        <p:nvSpPr>
          <p:cNvPr id="23" name="PPAGENT_CONNECTOR|from=hierarchy-level-0|fromSide=right|to=hierarchy-note-0|toSide=left">
            <a:extLst xmlns:a="http://schemas.openxmlformats.org/drawingml/2006/main">
              <a:ext uri="{FF2B5EF4-FFF2-40B4-BE49-F238E27FC236}">
                <a16:creationId xmlns:a16="http://schemas.microsoft.com/office/drawing/2014/main" id="{90FC975D-EA00-43FB-8E59-9A0FA7D2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02589" y="2195100"/>
            <a:ext cx="287486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  <p:sp>
        <p:nvSpPr>
          <p:cNvPr id="24" name="PPAGENT_QA|parent=hierarchy-level-1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89115C45-5A41-4A90-B235-7D7276FE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004" y="2899172"/>
            <a:ext cx="2565449" cy="957537"/>
          </a:xfrm>
          <a:custGeom xmlns:a="http://schemas.openxmlformats.org/drawingml/2006/main">
            <a:pathLst>
              <a:path w="2711450" h="1012031">
                <a:moveTo>
                  <a:pt x="679450" y="0"/>
                </a:moveTo>
                <a:lnTo>
                  <a:pt x="2032000" y="0"/>
                </a:lnTo>
                <a:lnTo>
                  <a:pt x="2711450" y="840581"/>
                </a:lnTo>
                <a:lnTo>
                  <a:pt x="2711450" y="840581"/>
                </a:lnTo>
                <a:lnTo>
                  <a:pt x="2560814" y="870353"/>
                </a:lnTo>
                <a:lnTo>
                  <a:pt x="2410178" y="899221"/>
                </a:lnTo>
                <a:lnTo>
                  <a:pt x="2259542" y="926306"/>
                </a:lnTo>
                <a:lnTo>
                  <a:pt x="2108906" y="950787"/>
                </a:lnTo>
                <a:lnTo>
                  <a:pt x="1958269" y="971920"/>
                </a:lnTo>
                <a:lnTo>
                  <a:pt x="1807633" y="989061"/>
                </a:lnTo>
                <a:lnTo>
                  <a:pt x="1656997" y="1001692"/>
                </a:lnTo>
                <a:lnTo>
                  <a:pt x="1506361" y="1009427"/>
                </a:lnTo>
                <a:lnTo>
                  <a:pt x="1355725" y="1012031"/>
                </a:lnTo>
                <a:lnTo>
                  <a:pt x="1205089" y="1009427"/>
                </a:lnTo>
                <a:lnTo>
                  <a:pt x="1054453" y="1001692"/>
                </a:lnTo>
                <a:lnTo>
                  <a:pt x="903817" y="989061"/>
                </a:lnTo>
                <a:lnTo>
                  <a:pt x="753181" y="971920"/>
                </a:lnTo>
                <a:lnTo>
                  <a:pt x="602544" y="950787"/>
                </a:lnTo>
                <a:lnTo>
                  <a:pt x="451908" y="926306"/>
                </a:lnTo>
                <a:lnTo>
                  <a:pt x="301272" y="899221"/>
                </a:lnTo>
                <a:lnTo>
                  <a:pt x="150636" y="870353"/>
                </a:lnTo>
                <a:lnTo>
                  <a:pt x="0" y="840581"/>
                </a:lnTo>
                <a:lnTo>
                  <a:pt x="0" y="840581"/>
                </a:lnTo>
                <a:close/>
              </a:path>
            </a:pathLst>
          </a:custGeom>
          <a:solidFill xmlns:a="http://schemas.openxmlformats.org/drawingml/2006/main">
            <a:srgbClr val="2E87F3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PPAGENT_QA|within=hierarchy-level-1|role=title">
            <a:extLst xmlns:a="http://schemas.openxmlformats.org/drawingml/2006/main">
              <a:ext uri="{FF2B5EF4-FFF2-40B4-BE49-F238E27FC236}">
                <a16:creationId xmlns:a16="http://schemas.microsoft.com/office/drawing/2014/main" id="{3498F2FB-5799-4395-8D96-FF8C6D34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98" y="3215159"/>
            <a:ext cx="2277061" cy="270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方向层</a:t>
            </a:r>
          </a:p>
        </p:txBody>
      </p:sp>
      <p:sp>
        <p:nvSpPr>
          <p:cNvPr id="26" name="PPAGENT_QA|parent=hierarchy-face-1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7AFCAFF0-48E2-475C-8B2B-E0DAD56C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869" y="2791026"/>
            <a:ext cx="1279720" cy="2523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8C4"/>
          </a:solidFill>
          <a:ln xmlns:a="http://schemas.openxmlformats.org/drawingml/2006/main" w="7620">
            <a:solidFill>
              <a:srgbClr val="126BE5"/>
            </a:solidFill>
            <a:prstDash val="solid"/>
          </a:ln>
        </p:spPr>
      </p:sp>
      <p:sp>
        <p:nvSpPr>
          <p:cNvPr id="27" name="PPAGENT_QA|parent=hierarchy-note-1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DECB8042-1E18-4E63-9474-8E37B6DE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454" y="2917196"/>
            <a:ext cx="4001379" cy="921489"/>
          </a:xfrm>
          <a:prstGeom xmlns:a="http://schemas.openxmlformats.org/drawingml/2006/main" prst="roundRect">
            <a:avLst>
              <a:gd name="adj" fmla="val 12404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8" name="PPAGENT_QA|within=hierarchy-note-1|role=number">
            <a:extLst xmlns:a="http://schemas.openxmlformats.org/drawingml/2006/main">
              <a:ext uri="{FF2B5EF4-FFF2-40B4-BE49-F238E27FC236}">
                <a16:creationId xmlns:a16="http://schemas.microsoft.com/office/drawing/2014/main" id="{87D3D60F-991F-4750-A1CB-746F0FAD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696" y="3197698"/>
            <a:ext cx="360485" cy="3604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7F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9" name="PPAGENT_QA|within=hierarchy-note-1|role=body">
            <a:extLst xmlns:a="http://schemas.openxmlformats.org/drawingml/2006/main">
              <a:ext uri="{FF2B5EF4-FFF2-40B4-BE49-F238E27FC236}">
                <a16:creationId xmlns:a16="http://schemas.microsoft.com/office/drawing/2014/main" id="{0A3E6A6D-5E2A-4DA2-98EB-943D27D2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423" y="3016329"/>
            <a:ext cx="3010047" cy="66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明确问题范围与判断边界</a:t>
            </a:r>
          </a:p>
        </p:txBody>
      </p:sp>
      <p:sp>
        <p:nvSpPr>
          <p:cNvPr id="30" name="PPAGENT_CONNECTOR|from=hierarchy-level-1|fromSide=right|to=hierarchy-note-1|toSide=left">
            <a:extLst xmlns:a="http://schemas.openxmlformats.org/drawingml/2006/main">
              <a:ext uri="{FF2B5EF4-FFF2-40B4-BE49-F238E27FC236}">
                <a16:creationId xmlns:a16="http://schemas.microsoft.com/office/drawing/2014/main" id="{74895352-60B2-466B-8AAE-FD3FCA76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45453" y="3377941"/>
            <a:ext cx="22320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  <p:sp>
        <p:nvSpPr>
          <p:cNvPr id="31" name="PPAGENT_QA|parent=hierarchy-level-2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1EC3448F-E9EA-4CBF-9783-58474ADB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140" y="4082012"/>
            <a:ext cx="3851177" cy="957537"/>
          </a:xfrm>
          <a:custGeom xmlns:a="http://schemas.openxmlformats.org/drawingml/2006/main">
            <a:pathLst>
              <a:path w="4070350" h="1012031">
                <a:moveTo>
                  <a:pt x="679450" y="0"/>
                </a:moveTo>
                <a:lnTo>
                  <a:pt x="3390900" y="0"/>
                </a:lnTo>
                <a:lnTo>
                  <a:pt x="4070350" y="840581"/>
                </a:lnTo>
                <a:lnTo>
                  <a:pt x="4070350" y="840581"/>
                </a:lnTo>
                <a:lnTo>
                  <a:pt x="3844219" y="870353"/>
                </a:lnTo>
                <a:lnTo>
                  <a:pt x="3618089" y="899221"/>
                </a:lnTo>
                <a:lnTo>
                  <a:pt x="3391958" y="926306"/>
                </a:lnTo>
                <a:lnTo>
                  <a:pt x="3165828" y="950787"/>
                </a:lnTo>
                <a:lnTo>
                  <a:pt x="2939697" y="971920"/>
                </a:lnTo>
                <a:lnTo>
                  <a:pt x="2713567" y="989061"/>
                </a:lnTo>
                <a:lnTo>
                  <a:pt x="2487436" y="1001692"/>
                </a:lnTo>
                <a:lnTo>
                  <a:pt x="2261306" y="1009427"/>
                </a:lnTo>
                <a:lnTo>
                  <a:pt x="2035175" y="1012031"/>
                </a:lnTo>
                <a:lnTo>
                  <a:pt x="1809044" y="1009427"/>
                </a:lnTo>
                <a:lnTo>
                  <a:pt x="1582914" y="1001692"/>
                </a:lnTo>
                <a:lnTo>
                  <a:pt x="1356783" y="989061"/>
                </a:lnTo>
                <a:lnTo>
                  <a:pt x="1130653" y="971920"/>
                </a:lnTo>
                <a:lnTo>
                  <a:pt x="904522" y="950787"/>
                </a:lnTo>
                <a:lnTo>
                  <a:pt x="678392" y="926306"/>
                </a:lnTo>
                <a:lnTo>
                  <a:pt x="452261" y="899221"/>
                </a:lnTo>
                <a:lnTo>
                  <a:pt x="226131" y="870353"/>
                </a:lnTo>
                <a:lnTo>
                  <a:pt x="0" y="840581"/>
                </a:lnTo>
                <a:lnTo>
                  <a:pt x="0" y="840581"/>
                </a:lnTo>
                <a:close/>
              </a:path>
            </a:pathLst>
          </a:custGeom>
          <a:solidFill xmlns:a="http://schemas.openxmlformats.org/drawingml/2006/main">
            <a:srgbClr val="2A82EC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PPAGENT_QA|within=hierarchy-level-2|role=title">
            <a:extLst xmlns:a="http://schemas.openxmlformats.org/drawingml/2006/main">
              <a:ext uri="{FF2B5EF4-FFF2-40B4-BE49-F238E27FC236}">
                <a16:creationId xmlns:a16="http://schemas.microsoft.com/office/drawing/2014/main" id="{9644BC21-9A7C-4D66-AC2E-D7687D41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334" y="4397999"/>
            <a:ext cx="3562790" cy="270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33" name="PPAGENT_QA|parent=hierarchy-face-2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9641B31D-DB7A-4684-9245-DA7DD70D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004" y="3973867"/>
            <a:ext cx="2565449" cy="2523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8C4"/>
          </a:solidFill>
          <a:ln xmlns:a="http://schemas.openxmlformats.org/drawingml/2006/main" w="7620">
            <a:solidFill>
              <a:srgbClr val="126BE5"/>
            </a:solidFill>
            <a:prstDash val="solid"/>
          </a:ln>
        </p:spPr>
      </p:sp>
      <p:sp>
        <p:nvSpPr>
          <p:cNvPr id="34" name="PPAGENT_QA|parent=hierarchy-note-2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2222D6EF-AD4C-4C01-9173-C116E29E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454" y="4100036"/>
            <a:ext cx="4001379" cy="921489"/>
          </a:xfrm>
          <a:prstGeom xmlns:a="http://schemas.openxmlformats.org/drawingml/2006/main" prst="roundRect">
            <a:avLst>
              <a:gd name="adj" fmla="val 12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5" name="PPAGENT_QA|within=hierarchy-note-2|role=number">
            <a:extLst xmlns:a="http://schemas.openxmlformats.org/drawingml/2006/main">
              <a:ext uri="{FF2B5EF4-FFF2-40B4-BE49-F238E27FC236}">
                <a16:creationId xmlns:a16="http://schemas.microsoft.com/office/drawing/2014/main" id="{A0643E59-A8A5-40E9-BBDC-490EEB81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696" y="4380538"/>
            <a:ext cx="360485" cy="3604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82E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6" name="PPAGENT_QA|within=hierarchy-note-2|role=body">
            <a:extLst xmlns:a="http://schemas.openxmlformats.org/drawingml/2006/main">
              <a:ext uri="{FF2B5EF4-FFF2-40B4-BE49-F238E27FC236}">
                <a16:creationId xmlns:a16="http://schemas.microsoft.com/office/drawing/2014/main" id="{3DE88B91-E3B6-40DD-B87D-E5FE9140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423" y="4199170"/>
            <a:ext cx="3010047" cy="66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把经验沉淀为稳定规则</a:t>
            </a:r>
          </a:p>
        </p:txBody>
      </p:sp>
      <p:sp>
        <p:nvSpPr>
          <p:cNvPr id="37" name="PPAGENT_CONNECTOR|from=hierarchy-level-2|fromSide=right|to=hierarchy-note-2|toSide=left">
            <a:extLst xmlns:a="http://schemas.openxmlformats.org/drawingml/2006/main">
              <a:ext uri="{FF2B5EF4-FFF2-40B4-BE49-F238E27FC236}">
                <a16:creationId xmlns:a16="http://schemas.microsoft.com/office/drawing/2014/main" id="{F393604D-D87C-4F8E-A418-CB278298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88318" y="4560781"/>
            <a:ext cx="15891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  <p:sp>
        <p:nvSpPr>
          <p:cNvPr id="38" name="PPAGENT_QA|parent=hierarchy-level-3|domains=hierarchy-shape,hierarchy-content">
            <a:extLst xmlns:a="http://schemas.openxmlformats.org/drawingml/2006/main">
              <a:ext uri="{FF2B5EF4-FFF2-40B4-BE49-F238E27FC236}">
                <a16:creationId xmlns:a16="http://schemas.microsoft.com/office/drawing/2014/main" id="{A4E88EEC-607F-4AD2-8DEA-62C675C8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276" y="5264852"/>
            <a:ext cx="5136906" cy="957537"/>
          </a:xfrm>
          <a:custGeom xmlns:a="http://schemas.openxmlformats.org/drawingml/2006/main">
            <a:pathLst>
              <a:path w="5429250" h="1012031">
                <a:moveTo>
                  <a:pt x="679450" y="0"/>
                </a:moveTo>
                <a:lnTo>
                  <a:pt x="4749800" y="0"/>
                </a:lnTo>
                <a:lnTo>
                  <a:pt x="5429250" y="840581"/>
                </a:lnTo>
                <a:lnTo>
                  <a:pt x="5429250" y="840581"/>
                </a:lnTo>
                <a:lnTo>
                  <a:pt x="5127625" y="870353"/>
                </a:lnTo>
                <a:lnTo>
                  <a:pt x="4826000" y="899221"/>
                </a:lnTo>
                <a:lnTo>
                  <a:pt x="4524375" y="926306"/>
                </a:lnTo>
                <a:lnTo>
                  <a:pt x="4222750" y="950787"/>
                </a:lnTo>
                <a:lnTo>
                  <a:pt x="3921125" y="971920"/>
                </a:lnTo>
                <a:lnTo>
                  <a:pt x="3619500" y="989061"/>
                </a:lnTo>
                <a:lnTo>
                  <a:pt x="3317875" y="1001692"/>
                </a:lnTo>
                <a:lnTo>
                  <a:pt x="3016250" y="1009427"/>
                </a:lnTo>
                <a:lnTo>
                  <a:pt x="2714625" y="1012031"/>
                </a:lnTo>
                <a:lnTo>
                  <a:pt x="2413000" y="1009427"/>
                </a:lnTo>
                <a:lnTo>
                  <a:pt x="2111375" y="1001692"/>
                </a:lnTo>
                <a:lnTo>
                  <a:pt x="1809750" y="989061"/>
                </a:lnTo>
                <a:lnTo>
                  <a:pt x="1508125" y="971920"/>
                </a:lnTo>
                <a:lnTo>
                  <a:pt x="1206500" y="950787"/>
                </a:lnTo>
                <a:lnTo>
                  <a:pt x="904875" y="926306"/>
                </a:lnTo>
                <a:lnTo>
                  <a:pt x="603250" y="899221"/>
                </a:lnTo>
                <a:lnTo>
                  <a:pt x="301625" y="870353"/>
                </a:lnTo>
                <a:lnTo>
                  <a:pt x="0" y="840581"/>
                </a:lnTo>
                <a:lnTo>
                  <a:pt x="0" y="840581"/>
                </a:lnTo>
                <a:close/>
              </a:path>
            </a:pathLst>
          </a:custGeom>
          <a:solidFill xmlns:a="http://schemas.openxmlformats.org/drawingml/2006/main">
            <a:srgbClr val="267AE2"/>
          </a:solidFill>
          <a:ln xmlns:a="http://schemas.openxmlformats.org/drawingml/2006/main" w="10478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PPAGENT_QA|within=hierarchy-level-3|role=title">
            <a:extLst xmlns:a="http://schemas.openxmlformats.org/drawingml/2006/main">
              <a:ext uri="{FF2B5EF4-FFF2-40B4-BE49-F238E27FC236}">
                <a16:creationId xmlns:a16="http://schemas.microsoft.com/office/drawing/2014/main" id="{0FA31F22-5D95-4B0E-B316-1BA26A76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470" y="5580839"/>
            <a:ext cx="4848518" cy="270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40" name="PPAGENT_QA|parent=hierarchy-face-3|domains=hierarchy-face">
            <a:extLst xmlns:a="http://schemas.openxmlformats.org/drawingml/2006/main">
              <a:ext uri="{FF2B5EF4-FFF2-40B4-BE49-F238E27FC236}">
                <a16:creationId xmlns:a16="http://schemas.microsoft.com/office/drawing/2014/main" id="{9052C8E8-58E7-458F-8BF3-AF598790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140" y="5156707"/>
            <a:ext cx="3851177" cy="2523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8C4"/>
          </a:solidFill>
          <a:ln xmlns:a="http://schemas.openxmlformats.org/drawingml/2006/main" w="7620">
            <a:solidFill>
              <a:srgbClr val="126BE5"/>
            </a:solidFill>
            <a:prstDash val="solid"/>
          </a:ln>
        </p:spPr>
      </p:sp>
      <p:sp>
        <p:nvSpPr>
          <p:cNvPr id="41" name="PPAGENT_QA|parent=hierarchy-note-3|domains=hierarchy-note,hierarchy-content">
            <a:extLst xmlns:a="http://schemas.openxmlformats.org/drawingml/2006/main">
              <a:ext uri="{FF2B5EF4-FFF2-40B4-BE49-F238E27FC236}">
                <a16:creationId xmlns:a16="http://schemas.microsoft.com/office/drawing/2014/main" id="{95BA2695-F450-4D18-BB0C-3376855B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454" y="5282876"/>
            <a:ext cx="4001379" cy="921489"/>
          </a:xfrm>
          <a:prstGeom xmlns:a="http://schemas.openxmlformats.org/drawingml/2006/main" prst="roundRect">
            <a:avLst>
              <a:gd name="adj" fmla="val 12404"/>
            </a:avLst>
          </a:prstGeom>
          <a:solidFill xmlns:a="http://schemas.openxmlformats.org/drawingml/2006/main">
            <a:srgbClr val="F2F7FB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42" name="PPAGENT_QA|within=hierarchy-note-3|role=number">
            <a:extLst xmlns:a="http://schemas.openxmlformats.org/drawingml/2006/main">
              <a:ext uri="{FF2B5EF4-FFF2-40B4-BE49-F238E27FC236}">
                <a16:creationId xmlns:a16="http://schemas.microsoft.com/office/drawing/2014/main" id="{01EA0024-6549-489C-B007-F414D407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696" y="5563378"/>
            <a:ext cx="360485" cy="36048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AE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3" name="PPAGENT_QA|within=hierarchy-note-3|role=body">
            <a:extLst xmlns:a="http://schemas.openxmlformats.org/drawingml/2006/main">
              <a:ext uri="{FF2B5EF4-FFF2-40B4-BE49-F238E27FC236}">
                <a16:creationId xmlns:a16="http://schemas.microsoft.com/office/drawing/2014/main" id="{A4DFC46D-13BA-4A85-9E8D-3FE09E08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423" y="5382010"/>
            <a:ext cx="3010047" cy="66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提供可复用组件和工具</a:t>
            </a:r>
          </a:p>
        </p:txBody>
      </p:sp>
      <p:sp>
        <p:nvSpPr>
          <p:cNvPr id="44" name="PPAGENT_CONNECTOR|from=hierarchy-level-3|fromSide=right|to=hierarchy-note-3|toSide=left">
            <a:extLst xmlns:a="http://schemas.openxmlformats.org/drawingml/2006/main">
              <a:ext uri="{FF2B5EF4-FFF2-40B4-BE49-F238E27FC236}">
                <a16:creationId xmlns:a16="http://schemas.microsoft.com/office/drawing/2014/main" id="{B549BD87-9C6F-4683-85F1-5596523C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231182" y="5743621"/>
            <a:ext cx="9462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9DBBD3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2026-08-13T06:11:47.8970000Z</dcterms:created>
  <dcterms:modified xsi:type="dcterms:W3CDTF">2026-08-13T06:11:47.8970000Z</dcterms:modified>
</coreProperties>
</file>