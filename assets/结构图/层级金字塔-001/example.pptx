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e37cce2cd04e20" /><Relationship Type="http://schemas.openxmlformats.org/officeDocument/2006/relationships/extended-properties" Target="/docProps/app.xml" Id="Rf306e28d09b04268" /><Relationship Type="http://schemas.openxmlformats.org/officeDocument/2006/relationships/officeDocument" Target="/ppt/presentation.xml" Id="Rbacb48e82b2740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fd3fd58e7d4c45"/>
  </p:sldMasterIdLst>
  <p:notesMasterIdLst>
    <p:notesMasterId xmlns:r="http://schemas.openxmlformats.org/officeDocument/2006/relationships" r:id="R069847fb11b4417b"/>
  </p:notesMasterIdLst>
  <p:sldIdLst>
    <p:sldId xmlns:r="http://schemas.openxmlformats.org/officeDocument/2006/relationships" id="256" r:id="R3e3ab7e6d9884f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2ebedbc8754034" /><Relationship Type="http://schemas.openxmlformats.org/officeDocument/2006/relationships/slideMaster" Target="/ppt/slideMasters/slideMaster1.xml" Id="R30fd3fd58e7d4c45" /><Relationship Type="http://schemas.openxmlformats.org/officeDocument/2006/relationships/notesMaster" Target="/ppt/notesMasters/notesMaster1.xml" Id="R069847fb11b4417b" /><Relationship Type="http://schemas.openxmlformats.org/officeDocument/2006/relationships/presProps" Target="/ppt/presProps.xml" Id="Ra975278c78064aa0" /><Relationship Type="http://schemas.openxmlformats.org/officeDocument/2006/relationships/tableStyles" Target="/ppt/tableStyles.xml" Id="R6d528acfef8540ad" /><Relationship Type="http://schemas.openxmlformats.org/officeDocument/2006/relationships/slide" Target="/ppt/slides/slide1.xml" Id="R3e3ab7e6d9884f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5459d64a744c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93c01c2675414b" /><Relationship Type="http://schemas.openxmlformats.org/officeDocument/2006/relationships/notesMaster" Target="/ppt/notesMasters/notesMaster1.xml" Id="R5cd09bc2a3f34d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965b7d47b44c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07d4d918ed4d97" /><Relationship Type="http://schemas.openxmlformats.org/officeDocument/2006/relationships/slideLayout" Target="/ppt/slideLayouts/slideLayout1.xml" Id="R2401737f6c9f4f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1737f6c9f4f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d0bb1e6a8457e" /><Relationship Type="http://schemas.openxmlformats.org/officeDocument/2006/relationships/notesSlide" Target="/ppt/notesSlides/notesSlide1.xml" Id="R62c554b61e134c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CEDDF4-8D36-4EDC-A0E9-2F93FBAC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层级金字塔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330E1-86BE-43BC-B3E7-BCC8BD93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战略层级 · 能力递进</a:t>
            </a:r>
          </a:p>
        </p:txBody>
      </p:sp>
      <p:sp>
        <p:nvSpPr>
          <p:cNvPr id="3" name="PPAGENT_QA|parent=hierarchy-rail-left|domains=hierarchy-rail">
            <a:extLst xmlns:a="http://schemas.openxmlformats.org/drawingml/2006/main">
              <a:ext uri="{FF2B5EF4-FFF2-40B4-BE49-F238E27FC236}">
                <a16:creationId xmlns:a16="http://schemas.microsoft.com/office/drawing/2014/main" id="{34CDE326-3B9A-48C8-9195-35ED777C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2781300" cy="4619625"/>
          </a:xfrm>
          <a:custGeom xmlns:a="http://schemas.openxmlformats.org/drawingml/2006/main">
            <a:pathLst>
              <a:path w="2781300" h="4619625">
                <a:moveTo>
                  <a:pt x="0" y="4448175"/>
                </a:moveTo>
                <a:lnTo>
                  <a:pt x="171450" y="4619625"/>
                </a:lnTo>
                <a:lnTo>
                  <a:pt x="2162175" y="628650"/>
                </a:lnTo>
                <a:lnTo>
                  <a:pt x="1857375" y="800100"/>
                </a:lnTo>
                <a:lnTo>
                  <a:pt x="2552700" y="0"/>
                </a:lnTo>
                <a:lnTo>
                  <a:pt x="2409825" y="1057275"/>
                </a:lnTo>
                <a:lnTo>
                  <a:pt x="2295525" y="723900"/>
                </a:lnTo>
                <a:lnTo>
                  <a:pt x="285750" y="4581525"/>
                </a:lnTo>
                <a:close/>
              </a:path>
            </a:pathLst>
          </a:custGeom>
          <a:solidFill xmlns:a="http://schemas.openxmlformats.org/drawingml/2006/main">
            <a:srgbClr val="167A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PAGENT_QA|parent=hierarchy-rail-right|domains=hierarchy-rail">
            <a:extLst xmlns:a="http://schemas.openxmlformats.org/drawingml/2006/main">
              <a:ext uri="{FF2B5EF4-FFF2-40B4-BE49-F238E27FC236}">
                <a16:creationId xmlns:a16="http://schemas.microsoft.com/office/drawing/2014/main" id="{C3509BEB-505F-4D69-B87E-7B60CF0D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352550"/>
            <a:ext cx="2781300" cy="4619625"/>
          </a:xfrm>
          <a:custGeom xmlns:a="http://schemas.openxmlformats.org/drawingml/2006/main">
            <a:pathLst>
              <a:path w="2781300" h="4619625">
                <a:moveTo>
                  <a:pt x="2781300" y="4448175"/>
                </a:moveTo>
                <a:lnTo>
                  <a:pt x="2609850" y="4619625"/>
                </a:lnTo>
                <a:lnTo>
                  <a:pt x="619125" y="628650"/>
                </a:lnTo>
                <a:lnTo>
                  <a:pt x="923925" y="800100"/>
                </a:lnTo>
                <a:lnTo>
                  <a:pt x="228600" y="0"/>
                </a:lnTo>
                <a:lnTo>
                  <a:pt x="371475" y="1057275"/>
                </a:lnTo>
                <a:lnTo>
                  <a:pt x="485775" y="723900"/>
                </a:lnTo>
                <a:lnTo>
                  <a:pt x="2495550" y="4581525"/>
                </a:lnTo>
                <a:close/>
              </a:path>
            </a:pathLst>
          </a:custGeom>
          <a:solidFill xmlns:a="http://schemas.openxmlformats.org/drawingml/2006/main">
            <a:srgbClr val="167A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PAGENT_QA|parent=hierarchy-level-0|domains=hierarchy-shape,hierarchy-content">
            <a:extLst xmlns:a="http://schemas.openxmlformats.org/drawingml/2006/main">
              <a:ext uri="{FF2B5EF4-FFF2-40B4-BE49-F238E27FC236}">
                <a16:creationId xmlns:a16="http://schemas.microsoft.com/office/drawing/2014/main" id="{46762DD1-E831-49CA-B022-334383AB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428750"/>
            <a:ext cx="1352550" cy="1012031"/>
          </a:xfrm>
          <a:custGeom xmlns:a="http://schemas.openxmlformats.org/drawingml/2006/main">
            <a:pathLst>
              <a:path w="1352550" h="1012031">
                <a:moveTo>
                  <a:pt x="676275" y="0"/>
                </a:moveTo>
                <a:lnTo>
                  <a:pt x="1352550" y="1012031"/>
                </a:lnTo>
                <a:lnTo>
                  <a:pt x="0" y="1012031"/>
                </a:lnTo>
                <a:close/>
              </a:path>
            </a:pathLst>
          </a:custGeom>
          <a:solidFill xmlns:a="http://schemas.openxmlformats.org/drawingml/2006/main">
            <a:srgbClr val="338CF6"/>
          </a:solidFill>
          <a:ln xmlns:a="http://schemas.openxmlformats.org/drawingml/2006/main" w="1047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PPAGENT_QA|within=hierarchy-level-0|role=title">
            <a:extLst xmlns:a="http://schemas.openxmlformats.org/drawingml/2006/main">
              <a:ext uri="{FF2B5EF4-FFF2-40B4-BE49-F238E27FC236}">
                <a16:creationId xmlns:a16="http://schemas.microsoft.com/office/drawing/2014/main" id="{B6E9BFEC-EC6E-4140-951F-0FCEC700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6272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方向层</a:t>
            </a:r>
          </a:p>
        </p:txBody>
      </p:sp>
      <p:sp>
        <p:nvSpPr>
          <p:cNvPr id="7" name="PPAGENT_QA|within=hierarchy-level-0|role=share">
            <a:extLst xmlns:a="http://schemas.openxmlformats.org/drawingml/2006/main">
              <a:ext uri="{FF2B5EF4-FFF2-40B4-BE49-F238E27FC236}">
                <a16:creationId xmlns:a16="http://schemas.microsoft.com/office/drawing/2014/main" id="{67AFAAAE-2979-416F-97BF-94FE0BA8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85367"/>
            <a:ext cx="104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FF9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FF9FB"/>
                </a:solidFill>
                <a:latin typeface="Microsoft YaHei"/>
                <a:ea typeface="Microsoft YaHei"/>
                <a:cs typeface="Microsoft YaHei"/>
              </a:rPr>
              <a:t>WHY</a:t>
            </a:r>
          </a:p>
        </p:txBody>
      </p:sp>
      <p:sp>
        <p:nvSpPr>
          <p:cNvPr id="8" name="PPAGENT_QA|parent=hierarchy-bottom-0|domains=hierarchy-face">
            <a:extLst xmlns:a="http://schemas.openxmlformats.org/drawingml/2006/main">
              <a:ext uri="{FF2B5EF4-FFF2-40B4-BE49-F238E27FC236}">
                <a16:creationId xmlns:a16="http://schemas.microsoft.com/office/drawing/2014/main" id="{0597FD0E-5B32-4C1A-9B81-571EC331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393156"/>
            <a:ext cx="13525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PAGENT_QA|parent=hierarchy-note-0|domains=hierarchy-note,hierarchy-content">
            <a:extLst xmlns:a="http://schemas.openxmlformats.org/drawingml/2006/main">
              <a:ext uri="{FF2B5EF4-FFF2-40B4-BE49-F238E27FC236}">
                <a16:creationId xmlns:a16="http://schemas.microsoft.com/office/drawing/2014/main" id="{8B9C13BF-FAD1-425C-97AA-C5A10D0B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47800"/>
            <a:ext cx="4229100" cy="973931"/>
          </a:xfrm>
          <a:prstGeom xmlns:a="http://schemas.openxmlformats.org/drawingml/2006/main" prst="roundRect">
            <a:avLst>
              <a:gd name="adj" fmla="val 117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10" name="PPAGENT_QA|within=hierarchy-note-0|role=number">
            <a:extLst xmlns:a="http://schemas.openxmlformats.org/drawingml/2006/main">
              <a:ext uri="{FF2B5EF4-FFF2-40B4-BE49-F238E27FC236}">
                <a16:creationId xmlns:a16="http://schemas.microsoft.com/office/drawing/2014/main" id="{6501EEE0-97E5-483C-9F39-0C2E6397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44266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8CF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PPAGENT_QA|within=hierarchy-note-0|role=body">
            <a:extLst xmlns:a="http://schemas.openxmlformats.org/drawingml/2006/main">
              <a:ext uri="{FF2B5EF4-FFF2-40B4-BE49-F238E27FC236}">
                <a16:creationId xmlns:a16="http://schemas.microsoft.com/office/drawing/2014/main" id="{18801A90-5F7B-4E89-9AE6-92D8CD3F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52575"/>
            <a:ext cx="3181350" cy="7072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明确要解决的问题、价值判断和长期边界</a:t>
            </a:r>
          </a:p>
        </p:txBody>
      </p:sp>
      <p:sp>
        <p:nvSpPr>
          <p:cNvPr id="12" name="PPAGENT_CONNECTOR|from=hierarchy-level-0|fromSide=right|to=hierarchy-note-0|toSide=left">
            <a:extLst xmlns:a="http://schemas.openxmlformats.org/drawingml/2006/main">
              <a:ext uri="{FF2B5EF4-FFF2-40B4-BE49-F238E27FC236}">
                <a16:creationId xmlns:a16="http://schemas.microsoft.com/office/drawing/2014/main" id="{778D2D8D-E112-4C48-A725-594D8315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00525" y="1934766"/>
            <a:ext cx="3038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DBBD3"/>
            </a:solidFill>
            <a:prstDash val="solid"/>
          </a:ln>
        </p:spPr>
      </p:sp>
      <p:sp>
        <p:nvSpPr>
          <p:cNvPr id="13" name="PPAGENT_QA|parent=hierarchy-level-1|domains=hierarchy-shape,hierarchy-content">
            <a:extLst xmlns:a="http://schemas.openxmlformats.org/drawingml/2006/main">
              <a:ext uri="{FF2B5EF4-FFF2-40B4-BE49-F238E27FC236}">
                <a16:creationId xmlns:a16="http://schemas.microsoft.com/office/drawing/2014/main" id="{9F976CA4-DB51-4EDF-9188-54FB7225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525" y="2678906"/>
            <a:ext cx="2711450" cy="1012031"/>
          </a:xfrm>
          <a:custGeom xmlns:a="http://schemas.openxmlformats.org/drawingml/2006/main">
            <a:pathLst>
              <a:path w="2711450" h="1012031">
                <a:moveTo>
                  <a:pt x="679450" y="0"/>
                </a:moveTo>
                <a:lnTo>
                  <a:pt x="2032000" y="0"/>
                </a:lnTo>
                <a:lnTo>
                  <a:pt x="2711450" y="840581"/>
                </a:lnTo>
                <a:lnTo>
                  <a:pt x="2711450" y="840581"/>
                </a:lnTo>
                <a:lnTo>
                  <a:pt x="2560814" y="870353"/>
                </a:lnTo>
                <a:lnTo>
                  <a:pt x="2410178" y="899221"/>
                </a:lnTo>
                <a:lnTo>
                  <a:pt x="2259542" y="926306"/>
                </a:lnTo>
                <a:lnTo>
                  <a:pt x="2108906" y="950787"/>
                </a:lnTo>
                <a:lnTo>
                  <a:pt x="1958269" y="971920"/>
                </a:lnTo>
                <a:lnTo>
                  <a:pt x="1807633" y="989061"/>
                </a:lnTo>
                <a:lnTo>
                  <a:pt x="1656997" y="1001692"/>
                </a:lnTo>
                <a:lnTo>
                  <a:pt x="1506361" y="1009427"/>
                </a:lnTo>
                <a:lnTo>
                  <a:pt x="1355725" y="1012031"/>
                </a:lnTo>
                <a:lnTo>
                  <a:pt x="1205089" y="1009427"/>
                </a:lnTo>
                <a:lnTo>
                  <a:pt x="1054453" y="1001692"/>
                </a:lnTo>
                <a:lnTo>
                  <a:pt x="903817" y="989061"/>
                </a:lnTo>
                <a:lnTo>
                  <a:pt x="753181" y="971920"/>
                </a:lnTo>
                <a:lnTo>
                  <a:pt x="602544" y="950787"/>
                </a:lnTo>
                <a:lnTo>
                  <a:pt x="451908" y="926306"/>
                </a:lnTo>
                <a:lnTo>
                  <a:pt x="301272" y="899221"/>
                </a:lnTo>
                <a:lnTo>
                  <a:pt x="150636" y="870353"/>
                </a:lnTo>
                <a:lnTo>
                  <a:pt x="0" y="840581"/>
                </a:lnTo>
                <a:lnTo>
                  <a:pt x="0" y="840581"/>
                </a:lnTo>
                <a:close/>
              </a:path>
            </a:pathLst>
          </a:custGeom>
          <a:solidFill xmlns:a="http://schemas.openxmlformats.org/drawingml/2006/main">
            <a:srgbClr val="2E87F3"/>
          </a:solidFill>
          <a:ln xmlns:a="http://schemas.openxmlformats.org/drawingml/2006/main" w="1047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PPAGENT_QA|within=hierarchy-level-1|role=title">
            <a:extLst xmlns:a="http://schemas.openxmlformats.org/drawingml/2006/main">
              <a:ext uri="{FF2B5EF4-FFF2-40B4-BE49-F238E27FC236}">
                <a16:creationId xmlns:a16="http://schemas.microsoft.com/office/drawing/2014/main" id="{3BF64D8F-FE2D-4B90-8230-0106904C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925" y="3012877"/>
            <a:ext cx="2406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规则层</a:t>
            </a:r>
          </a:p>
        </p:txBody>
      </p:sp>
      <p:sp>
        <p:nvSpPr>
          <p:cNvPr id="15" name="PPAGENT_QA|within=hierarchy-level-1|role=share">
            <a:extLst xmlns:a="http://schemas.openxmlformats.org/drawingml/2006/main">
              <a:ext uri="{FF2B5EF4-FFF2-40B4-BE49-F238E27FC236}">
                <a16:creationId xmlns:a16="http://schemas.microsoft.com/office/drawing/2014/main" id="{480DDD0B-2599-41B6-8919-C857735C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925" y="3235523"/>
            <a:ext cx="2406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FF9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FF9FB"/>
                </a:solidFill>
                <a:latin typeface="Microsoft YaHei"/>
                <a:ea typeface="Microsoft YaHei"/>
                <a:cs typeface="Microsoft YaHei"/>
              </a:rPr>
              <a:t>HOW</a:t>
            </a:r>
          </a:p>
        </p:txBody>
      </p:sp>
      <p:sp>
        <p:nvSpPr>
          <p:cNvPr id="16" name="PPAGENT_QA|parent=hierarchy-face-1|domains=hierarchy-face">
            <a:extLst xmlns:a="http://schemas.openxmlformats.org/drawingml/2006/main">
              <a:ext uri="{FF2B5EF4-FFF2-40B4-BE49-F238E27FC236}">
                <a16:creationId xmlns:a16="http://schemas.microsoft.com/office/drawing/2014/main" id="{9A0A31C8-4DF2-45D7-A7A4-3349B2F1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564606"/>
            <a:ext cx="135255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8C4"/>
          </a:solidFill>
          <a:ln xmlns:a="http://schemas.openxmlformats.org/drawingml/2006/main" w="7620">
            <a:solidFill>
              <a:srgbClr val="126BE5"/>
            </a:solidFill>
            <a:prstDash val="solid"/>
          </a:ln>
        </p:spPr>
      </p:sp>
      <p:sp>
        <p:nvSpPr>
          <p:cNvPr id="17" name="PPAGENT_QA|parent=hierarchy-note-1|domains=hierarchy-note,hierarchy-content">
            <a:extLst xmlns:a="http://schemas.openxmlformats.org/drawingml/2006/main">
              <a:ext uri="{FF2B5EF4-FFF2-40B4-BE49-F238E27FC236}">
                <a16:creationId xmlns:a16="http://schemas.microsoft.com/office/drawing/2014/main" id="{B887BB5C-6266-4BDE-B2D6-47181EAA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97956"/>
            <a:ext cx="4229100" cy="973931"/>
          </a:xfrm>
          <a:prstGeom xmlns:a="http://schemas.openxmlformats.org/drawingml/2006/main" prst="roundRect">
            <a:avLst>
              <a:gd name="adj" fmla="val 11736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18" name="PPAGENT_QA|within=hierarchy-note-1|role=number">
            <a:extLst xmlns:a="http://schemas.openxmlformats.org/drawingml/2006/main">
              <a:ext uri="{FF2B5EF4-FFF2-40B4-BE49-F238E27FC236}">
                <a16:creationId xmlns:a16="http://schemas.microsoft.com/office/drawing/2014/main" id="{6F0211EA-8299-45AE-81BD-D283366D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94422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7F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9" name="PPAGENT_QA|within=hierarchy-note-1|role=body">
            <a:extLst xmlns:a="http://schemas.openxmlformats.org/drawingml/2006/main">
              <a:ext uri="{FF2B5EF4-FFF2-40B4-BE49-F238E27FC236}">
                <a16:creationId xmlns:a16="http://schemas.microsoft.com/office/drawing/2014/main" id="{84C87DDC-4B24-469A-AD5B-1BE5883C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2731"/>
            <a:ext cx="3181350" cy="7072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把经验变成可选择、可验证的工作规则</a:t>
            </a:r>
          </a:p>
        </p:txBody>
      </p:sp>
      <p:sp>
        <p:nvSpPr>
          <p:cNvPr id="20" name="PPAGENT_CONNECTOR|from=hierarchy-level-1|fromSide=right|to=hierarchy-note-1|toSide=left">
            <a:extLst xmlns:a="http://schemas.openxmlformats.org/drawingml/2006/main">
              <a:ext uri="{FF2B5EF4-FFF2-40B4-BE49-F238E27FC236}">
                <a16:creationId xmlns:a16="http://schemas.microsoft.com/office/drawing/2014/main" id="{480FD9A9-BDC3-4CBB-92D9-954E1091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79975" y="3184922"/>
            <a:ext cx="2359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DBBD3"/>
            </a:solidFill>
            <a:prstDash val="solid"/>
          </a:ln>
        </p:spPr>
      </p:sp>
      <p:sp>
        <p:nvSpPr>
          <p:cNvPr id="21" name="PPAGENT_QA|parent=hierarchy-level-2|domains=hierarchy-shape,hierarchy-content">
            <a:extLst xmlns:a="http://schemas.openxmlformats.org/drawingml/2006/main">
              <a:ext uri="{FF2B5EF4-FFF2-40B4-BE49-F238E27FC236}">
                <a16:creationId xmlns:a16="http://schemas.microsoft.com/office/drawing/2014/main" id="{FF9DB371-FA4F-464F-8DE7-25944D0C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9075" y="3929063"/>
            <a:ext cx="4070350" cy="1012031"/>
          </a:xfrm>
          <a:custGeom xmlns:a="http://schemas.openxmlformats.org/drawingml/2006/main">
            <a:pathLst>
              <a:path w="4070350" h="1012031">
                <a:moveTo>
                  <a:pt x="679450" y="0"/>
                </a:moveTo>
                <a:lnTo>
                  <a:pt x="3390900" y="0"/>
                </a:lnTo>
                <a:lnTo>
                  <a:pt x="4070350" y="840581"/>
                </a:lnTo>
                <a:lnTo>
                  <a:pt x="4070350" y="840581"/>
                </a:lnTo>
                <a:lnTo>
                  <a:pt x="3844219" y="870353"/>
                </a:lnTo>
                <a:lnTo>
                  <a:pt x="3618089" y="899221"/>
                </a:lnTo>
                <a:lnTo>
                  <a:pt x="3391958" y="926306"/>
                </a:lnTo>
                <a:lnTo>
                  <a:pt x="3165828" y="950787"/>
                </a:lnTo>
                <a:lnTo>
                  <a:pt x="2939697" y="971920"/>
                </a:lnTo>
                <a:lnTo>
                  <a:pt x="2713567" y="989061"/>
                </a:lnTo>
                <a:lnTo>
                  <a:pt x="2487436" y="1001692"/>
                </a:lnTo>
                <a:lnTo>
                  <a:pt x="2261306" y="1009427"/>
                </a:lnTo>
                <a:lnTo>
                  <a:pt x="2035175" y="1012031"/>
                </a:lnTo>
                <a:lnTo>
                  <a:pt x="1809044" y="1009427"/>
                </a:lnTo>
                <a:lnTo>
                  <a:pt x="1582914" y="1001692"/>
                </a:lnTo>
                <a:lnTo>
                  <a:pt x="1356783" y="989061"/>
                </a:lnTo>
                <a:lnTo>
                  <a:pt x="1130653" y="971920"/>
                </a:lnTo>
                <a:lnTo>
                  <a:pt x="904522" y="950787"/>
                </a:lnTo>
                <a:lnTo>
                  <a:pt x="678392" y="926306"/>
                </a:lnTo>
                <a:lnTo>
                  <a:pt x="452261" y="899221"/>
                </a:lnTo>
                <a:lnTo>
                  <a:pt x="226131" y="870353"/>
                </a:lnTo>
                <a:lnTo>
                  <a:pt x="0" y="840581"/>
                </a:lnTo>
                <a:lnTo>
                  <a:pt x="0" y="840581"/>
                </a:lnTo>
                <a:close/>
              </a:path>
            </a:pathLst>
          </a:custGeom>
          <a:solidFill xmlns:a="http://schemas.openxmlformats.org/drawingml/2006/main">
            <a:srgbClr val="2A82EC"/>
          </a:solidFill>
          <a:ln xmlns:a="http://schemas.openxmlformats.org/drawingml/2006/main" w="1047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PPAGENT_QA|within=hierarchy-level-2|role=title">
            <a:extLst xmlns:a="http://schemas.openxmlformats.org/drawingml/2006/main">
              <a:ext uri="{FF2B5EF4-FFF2-40B4-BE49-F238E27FC236}">
                <a16:creationId xmlns:a16="http://schemas.microsoft.com/office/drawing/2014/main" id="{605703F1-3C25-4F83-A97F-F3E65B8D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75" y="4263033"/>
            <a:ext cx="376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能力层</a:t>
            </a:r>
          </a:p>
        </p:txBody>
      </p:sp>
      <p:sp>
        <p:nvSpPr>
          <p:cNvPr id="23" name="PPAGENT_QA|within=hierarchy-level-2|role=share">
            <a:extLst xmlns:a="http://schemas.openxmlformats.org/drawingml/2006/main">
              <a:ext uri="{FF2B5EF4-FFF2-40B4-BE49-F238E27FC236}">
                <a16:creationId xmlns:a16="http://schemas.microsoft.com/office/drawing/2014/main" id="{D48C1628-18F4-4C24-B9BF-206D07AB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75" y="4485680"/>
            <a:ext cx="3765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FF9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FF9FB"/>
                </a:solidFill>
                <a:latin typeface="Microsoft YaHei"/>
                <a:ea typeface="Microsoft YaHei"/>
                <a:cs typeface="Microsoft YaHei"/>
              </a:rPr>
              <a:t>WHAT</a:t>
            </a:r>
          </a:p>
        </p:txBody>
      </p:sp>
      <p:sp>
        <p:nvSpPr>
          <p:cNvPr id="24" name="PPAGENT_QA|parent=hierarchy-face-2|domains=hierarchy-face">
            <a:extLst xmlns:a="http://schemas.openxmlformats.org/drawingml/2006/main">
              <a:ext uri="{FF2B5EF4-FFF2-40B4-BE49-F238E27FC236}">
                <a16:creationId xmlns:a16="http://schemas.microsoft.com/office/drawing/2014/main" id="{B4829B14-C3ED-4E8A-B36E-EC57BFF7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525" y="3814763"/>
            <a:ext cx="271145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8C4"/>
          </a:solidFill>
          <a:ln xmlns:a="http://schemas.openxmlformats.org/drawingml/2006/main" w="7620">
            <a:solidFill>
              <a:srgbClr val="126BE5"/>
            </a:solidFill>
            <a:prstDash val="solid"/>
          </a:ln>
        </p:spPr>
      </p:sp>
      <p:sp>
        <p:nvSpPr>
          <p:cNvPr id="25" name="PPAGENT_QA|parent=hierarchy-note-2|domains=hierarchy-note,hierarchy-content">
            <a:extLst xmlns:a="http://schemas.openxmlformats.org/drawingml/2006/main">
              <a:ext uri="{FF2B5EF4-FFF2-40B4-BE49-F238E27FC236}">
                <a16:creationId xmlns:a16="http://schemas.microsoft.com/office/drawing/2014/main" id="{3672B54B-2836-49A9-8DEA-26EC95BA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48113"/>
            <a:ext cx="4229100" cy="973931"/>
          </a:xfrm>
          <a:prstGeom xmlns:a="http://schemas.openxmlformats.org/drawingml/2006/main" prst="roundRect">
            <a:avLst>
              <a:gd name="adj" fmla="val 117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6" name="PPAGENT_QA|within=hierarchy-note-2|role=number">
            <a:extLst xmlns:a="http://schemas.openxmlformats.org/drawingml/2006/main">
              <a:ext uri="{FF2B5EF4-FFF2-40B4-BE49-F238E27FC236}">
                <a16:creationId xmlns:a16="http://schemas.microsoft.com/office/drawing/2014/main" id="{567DBA35-54EC-4206-A418-95723785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44578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82E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7" name="PPAGENT_QA|within=hierarchy-note-2|role=body">
            <a:extLst xmlns:a="http://schemas.openxmlformats.org/drawingml/2006/main">
              <a:ext uri="{FF2B5EF4-FFF2-40B4-BE49-F238E27FC236}">
                <a16:creationId xmlns:a16="http://schemas.microsoft.com/office/drawing/2014/main" id="{ACDC9221-A7B5-4DBC-B09D-6E2055B5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52888"/>
            <a:ext cx="3181350" cy="7072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提供可复用组件、版式和稳定的渲染能力</a:t>
            </a:r>
          </a:p>
        </p:txBody>
      </p:sp>
      <p:sp>
        <p:nvSpPr>
          <p:cNvPr id="28" name="PPAGENT_CONNECTOR|from=hierarchy-level-2|fromSide=right|to=hierarchy-note-2|toSide=left">
            <a:extLst xmlns:a="http://schemas.openxmlformats.org/drawingml/2006/main">
              <a:ext uri="{FF2B5EF4-FFF2-40B4-BE49-F238E27FC236}">
                <a16:creationId xmlns:a16="http://schemas.microsoft.com/office/drawing/2014/main" id="{49FB1577-138E-430C-98BB-3FDCE23E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59425" y="4435078"/>
            <a:ext cx="167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DBBD3"/>
            </a:solidFill>
            <a:prstDash val="solid"/>
          </a:ln>
        </p:spPr>
      </p:sp>
      <p:sp>
        <p:nvSpPr>
          <p:cNvPr id="29" name="PPAGENT_QA|parent=hierarchy-level-3|domains=hierarchy-shape,hierarchy-content">
            <a:extLst xmlns:a="http://schemas.openxmlformats.org/drawingml/2006/main">
              <a:ext uri="{FF2B5EF4-FFF2-40B4-BE49-F238E27FC236}">
                <a16:creationId xmlns:a16="http://schemas.microsoft.com/office/drawing/2014/main" id="{9565FC95-D62F-4322-9BD7-FF3A68DE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179219"/>
            <a:ext cx="5429250" cy="1012031"/>
          </a:xfrm>
          <a:custGeom xmlns:a="http://schemas.openxmlformats.org/drawingml/2006/main">
            <a:pathLst>
              <a:path w="5429250" h="1012031">
                <a:moveTo>
                  <a:pt x="679450" y="0"/>
                </a:moveTo>
                <a:lnTo>
                  <a:pt x="4749800" y="0"/>
                </a:lnTo>
                <a:lnTo>
                  <a:pt x="5429250" y="840581"/>
                </a:lnTo>
                <a:lnTo>
                  <a:pt x="5429250" y="840581"/>
                </a:lnTo>
                <a:lnTo>
                  <a:pt x="5127625" y="870353"/>
                </a:lnTo>
                <a:lnTo>
                  <a:pt x="4826000" y="899221"/>
                </a:lnTo>
                <a:lnTo>
                  <a:pt x="4524375" y="926306"/>
                </a:lnTo>
                <a:lnTo>
                  <a:pt x="4222750" y="950787"/>
                </a:lnTo>
                <a:lnTo>
                  <a:pt x="3921125" y="971920"/>
                </a:lnTo>
                <a:lnTo>
                  <a:pt x="3619500" y="989061"/>
                </a:lnTo>
                <a:lnTo>
                  <a:pt x="3317875" y="1001692"/>
                </a:lnTo>
                <a:lnTo>
                  <a:pt x="3016250" y="1009427"/>
                </a:lnTo>
                <a:lnTo>
                  <a:pt x="2714625" y="1012031"/>
                </a:lnTo>
                <a:lnTo>
                  <a:pt x="2413000" y="1009427"/>
                </a:lnTo>
                <a:lnTo>
                  <a:pt x="2111375" y="1001692"/>
                </a:lnTo>
                <a:lnTo>
                  <a:pt x="1809750" y="989061"/>
                </a:lnTo>
                <a:lnTo>
                  <a:pt x="1508125" y="971920"/>
                </a:lnTo>
                <a:lnTo>
                  <a:pt x="1206500" y="950787"/>
                </a:lnTo>
                <a:lnTo>
                  <a:pt x="904875" y="926306"/>
                </a:lnTo>
                <a:lnTo>
                  <a:pt x="603250" y="899221"/>
                </a:lnTo>
                <a:lnTo>
                  <a:pt x="301625" y="870353"/>
                </a:lnTo>
                <a:lnTo>
                  <a:pt x="0" y="840581"/>
                </a:lnTo>
                <a:lnTo>
                  <a:pt x="0" y="840581"/>
                </a:lnTo>
                <a:close/>
              </a:path>
            </a:pathLst>
          </a:custGeom>
          <a:solidFill xmlns:a="http://schemas.openxmlformats.org/drawingml/2006/main">
            <a:srgbClr val="267AE2"/>
          </a:solidFill>
          <a:ln xmlns:a="http://schemas.openxmlformats.org/drawingml/2006/main" w="1047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PPAGENT_QA|within=hierarchy-level-3|role=title">
            <a:extLst xmlns:a="http://schemas.openxmlformats.org/drawingml/2006/main">
              <a:ext uri="{FF2B5EF4-FFF2-40B4-BE49-F238E27FC236}">
                <a16:creationId xmlns:a16="http://schemas.microsoft.com/office/drawing/2014/main" id="{E44C010C-FD07-44C3-AB58-8406ADDB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513189"/>
            <a:ext cx="512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执行层</a:t>
            </a:r>
          </a:p>
        </p:txBody>
      </p:sp>
      <p:sp>
        <p:nvSpPr>
          <p:cNvPr id="31" name="PPAGENT_QA|within=hierarchy-level-3|role=share">
            <a:extLst xmlns:a="http://schemas.openxmlformats.org/drawingml/2006/main">
              <a:ext uri="{FF2B5EF4-FFF2-40B4-BE49-F238E27FC236}">
                <a16:creationId xmlns:a16="http://schemas.microsoft.com/office/drawing/2014/main" id="{E0307016-6D3C-419C-9DE0-1E39CC6C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735836"/>
            <a:ext cx="512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FF9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FF9FB"/>
                </a:solidFill>
                <a:latin typeface="Microsoft YaHei"/>
                <a:ea typeface="Microsoft YaHei"/>
                <a:cs typeface="Microsoft YaHei"/>
              </a:rPr>
              <a:t>DO</a:t>
            </a:r>
          </a:p>
        </p:txBody>
      </p:sp>
      <p:sp>
        <p:nvSpPr>
          <p:cNvPr id="32" name="PPAGENT_QA|parent=hierarchy-face-3|domains=hierarchy-face">
            <a:extLst xmlns:a="http://schemas.openxmlformats.org/drawingml/2006/main">
              <a:ext uri="{FF2B5EF4-FFF2-40B4-BE49-F238E27FC236}">
                <a16:creationId xmlns:a16="http://schemas.microsoft.com/office/drawing/2014/main" id="{15487BBD-9BA1-400C-BA61-8C176504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9075" y="5064919"/>
            <a:ext cx="407035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8C4"/>
          </a:solidFill>
          <a:ln xmlns:a="http://schemas.openxmlformats.org/drawingml/2006/main" w="7620">
            <a:solidFill>
              <a:srgbClr val="126BE5"/>
            </a:solidFill>
            <a:prstDash val="solid"/>
          </a:ln>
        </p:spPr>
      </p:sp>
      <p:sp>
        <p:nvSpPr>
          <p:cNvPr id="33" name="PPAGENT_QA|parent=hierarchy-note-3|domains=hierarchy-note,hierarchy-content">
            <a:extLst xmlns:a="http://schemas.openxmlformats.org/drawingml/2006/main">
              <a:ext uri="{FF2B5EF4-FFF2-40B4-BE49-F238E27FC236}">
                <a16:creationId xmlns:a16="http://schemas.microsoft.com/office/drawing/2014/main" id="{74FB9A5F-FDEE-464A-89AE-0A332DE0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98269"/>
            <a:ext cx="4229100" cy="973931"/>
          </a:xfrm>
          <a:prstGeom xmlns:a="http://schemas.openxmlformats.org/drawingml/2006/main" prst="roundRect">
            <a:avLst>
              <a:gd name="adj" fmla="val 11736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34" name="PPAGENT_QA|within=hierarchy-note-3|role=number">
            <a:extLst xmlns:a="http://schemas.openxmlformats.org/drawingml/2006/main">
              <a:ext uri="{FF2B5EF4-FFF2-40B4-BE49-F238E27FC236}">
                <a16:creationId xmlns:a16="http://schemas.microsoft.com/office/drawing/2014/main" id="{7E95F73C-4FDE-4C06-84E1-AD05BB9D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94734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AE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5" name="PPAGENT_QA|within=hierarchy-note-3|role=body">
            <a:extLst xmlns:a="http://schemas.openxmlformats.org/drawingml/2006/main">
              <a:ext uri="{FF2B5EF4-FFF2-40B4-BE49-F238E27FC236}">
                <a16:creationId xmlns:a16="http://schemas.microsoft.com/office/drawing/2014/main" id="{425DFA40-A914-406A-AA89-9F3D3017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03044"/>
            <a:ext cx="3181350" cy="7072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根据真实稿件完成生成、检查与最终交付</a:t>
            </a:r>
          </a:p>
        </p:txBody>
      </p:sp>
      <p:sp>
        <p:nvSpPr>
          <p:cNvPr id="36" name="PPAGENT_CONNECTOR|from=hierarchy-level-3|fromSide=right|to=hierarchy-note-3|toSide=left">
            <a:extLst xmlns:a="http://schemas.openxmlformats.org/drawingml/2006/main">
              <a:ext uri="{FF2B5EF4-FFF2-40B4-BE49-F238E27FC236}">
                <a16:creationId xmlns:a16="http://schemas.microsoft.com/office/drawing/2014/main" id="{02B138E2-D4DA-475A-A896-E0D71D6E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38875" y="5685234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DBBD3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474284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2026-08-11T11:44:47.6170000Z</dcterms:created>
  <dcterms:modified xsi:type="dcterms:W3CDTF">2026-08-11T11:44:47.6170000Z</dcterms:modified>
</coreProperties>
</file>