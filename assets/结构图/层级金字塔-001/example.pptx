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6f4772fcd7439c" /><Relationship Type="http://schemas.openxmlformats.org/officeDocument/2006/relationships/extended-properties" Target="/docProps/app.xml" Id="R172ddcc1cf8a4c8b" /><Relationship Type="http://schemas.openxmlformats.org/officeDocument/2006/relationships/officeDocument" Target="/ppt/presentation.xml" Id="R187de76479ab428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05c792f4654ba3"/>
  </p:sldMasterIdLst>
  <p:notesMasterIdLst>
    <p:notesMasterId xmlns:r="http://schemas.openxmlformats.org/officeDocument/2006/relationships" r:id="R843e2e0ab6e54770"/>
  </p:notesMasterIdLst>
  <p:sldIdLst>
    <p:sldId xmlns:r="http://schemas.openxmlformats.org/officeDocument/2006/relationships" id="256" r:id="R72c620bb9c11435b"/>
    <p:sldId xmlns:r="http://schemas.openxmlformats.org/officeDocument/2006/relationships" id="257" r:id="Rea20c018f2e64ee5"/>
    <p:sldId xmlns:r="http://schemas.openxmlformats.org/officeDocument/2006/relationships" id="258" r:id="R5e954934cbd14cd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b08b01040c4294" /><Relationship Type="http://schemas.openxmlformats.org/officeDocument/2006/relationships/slideMaster" Target="/ppt/slideMasters/slideMaster1.xml" Id="R6f05c792f4654ba3" /><Relationship Type="http://schemas.openxmlformats.org/officeDocument/2006/relationships/notesMaster" Target="/ppt/notesMasters/notesMaster1.xml" Id="R843e2e0ab6e54770" /><Relationship Type="http://schemas.openxmlformats.org/officeDocument/2006/relationships/presProps" Target="/ppt/presProps.xml" Id="R775b9f4fa15b4fe0" /><Relationship Type="http://schemas.openxmlformats.org/officeDocument/2006/relationships/tableStyles" Target="/ppt/tableStyles.xml" Id="R5c7254fa67d84ba1" /><Relationship Type="http://schemas.openxmlformats.org/officeDocument/2006/relationships/slide" Target="/ppt/slides/slide1.xml" Id="R72c620bb9c11435b" /><Relationship Type="http://schemas.openxmlformats.org/officeDocument/2006/relationships/slide" Target="/ppt/slides/slide2.xml" Id="Rea20c018f2e64ee5" /><Relationship Type="http://schemas.openxmlformats.org/officeDocument/2006/relationships/slide" Target="/ppt/slides/slide3.xml" Id="R5e954934cbd14c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672f900212748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45009703404208" /><Relationship Type="http://schemas.openxmlformats.org/officeDocument/2006/relationships/notesMaster" Target="/ppt/notesMasters/notesMaster1.xml" Id="R4765cfbd4f314f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2533f0b72848aa" /><Relationship Type="http://schemas.openxmlformats.org/officeDocument/2006/relationships/notesMaster" Target="/ppt/notesMasters/notesMaster1.xml" Id="Rdf0181e0d72b46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4090ab58f14af7" /><Relationship Type="http://schemas.openxmlformats.org/officeDocument/2006/relationships/notesMaster" Target="/ppt/notesMasters/notesMaster1.xml" Id="Rf89d8c74396d41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68007a197c4a1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2c0af3e12f4ec2" /><Relationship Type="http://schemas.openxmlformats.org/officeDocument/2006/relationships/slideLayout" Target="/ppt/slideLayouts/slideLayout1.xml" Id="Ra048958b503643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48958b503643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ab83ef02764cd4" /><Relationship Type="http://schemas.openxmlformats.org/officeDocument/2006/relationships/notesSlide" Target="/ppt/notesSlides/notesSlide1.xml" Id="Ra99c69f3d46641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1c7031e1d74e9a" /><Relationship Type="http://schemas.openxmlformats.org/officeDocument/2006/relationships/notesSlide" Target="/ppt/notesSlides/notesSlide2.xml" Id="Rdc753bafbd9940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62b2c84044d89" /><Relationship Type="http://schemas.openxmlformats.org/officeDocument/2006/relationships/notesSlide" Target="/ppt/notesSlides/notesSlide3.xml" Id="R616b1efb45d045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pyramid-tier-0">
            <a:extLst xmlns:a="http://schemas.openxmlformats.org/drawingml/2006/main">
              <a:ext uri="{FF2B5EF4-FFF2-40B4-BE49-F238E27FC236}">
                <a16:creationId xmlns:a16="http://schemas.microsoft.com/office/drawing/2014/main" id="{2ACE5DF0-D82E-4397-B869-F155DF86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952958" y="1924050"/>
            <a:ext cx="2285562" cy="1282703"/>
          </a:xfrm>
          <a:custGeom xmlns:a="http://schemas.openxmlformats.org/drawingml/2006/main">
            <a:pathLst>
              <a:path w="2285562" h="1282703">
                <a:moveTo>
                  <a:pt x="571167" y="0"/>
                </a:moveTo>
                <a:lnTo>
                  <a:pt x="597160" y="0"/>
                </a:lnTo>
                <a:lnTo>
                  <a:pt x="623145" y="0"/>
                </a:lnTo>
                <a:lnTo>
                  <a:pt x="649138" y="0"/>
                </a:lnTo>
                <a:lnTo>
                  <a:pt x="675122" y="0"/>
                </a:lnTo>
                <a:lnTo>
                  <a:pt x="701116" y="0"/>
                </a:lnTo>
                <a:lnTo>
                  <a:pt x="727110" y="0"/>
                </a:lnTo>
                <a:lnTo>
                  <a:pt x="753094" y="0"/>
                </a:lnTo>
                <a:lnTo>
                  <a:pt x="779088" y="0"/>
                </a:lnTo>
                <a:lnTo>
                  <a:pt x="805072" y="0"/>
                </a:lnTo>
                <a:lnTo>
                  <a:pt x="831066" y="0"/>
                </a:lnTo>
                <a:lnTo>
                  <a:pt x="857050" y="0"/>
                </a:lnTo>
                <a:lnTo>
                  <a:pt x="883044" y="0"/>
                </a:lnTo>
                <a:lnTo>
                  <a:pt x="909037" y="0"/>
                </a:lnTo>
                <a:lnTo>
                  <a:pt x="935022" y="0"/>
                </a:lnTo>
                <a:lnTo>
                  <a:pt x="961015" y="0"/>
                </a:lnTo>
                <a:lnTo>
                  <a:pt x="987000" y="0"/>
                </a:lnTo>
                <a:lnTo>
                  <a:pt x="1012993" y="0"/>
                </a:lnTo>
                <a:lnTo>
                  <a:pt x="1038977" y="0"/>
                </a:lnTo>
                <a:lnTo>
                  <a:pt x="1064971" y="0"/>
                </a:lnTo>
                <a:lnTo>
                  <a:pt x="1090965" y="0"/>
                </a:lnTo>
                <a:lnTo>
                  <a:pt x="1116949" y="0"/>
                </a:lnTo>
                <a:lnTo>
                  <a:pt x="1142943" y="0"/>
                </a:lnTo>
                <a:lnTo>
                  <a:pt x="1168927" y="0"/>
                </a:lnTo>
                <a:lnTo>
                  <a:pt x="1194921" y="0"/>
                </a:lnTo>
                <a:lnTo>
                  <a:pt x="1220905" y="0"/>
                </a:lnTo>
                <a:lnTo>
                  <a:pt x="1246899" y="0"/>
                </a:lnTo>
                <a:lnTo>
                  <a:pt x="1272892" y="0"/>
                </a:lnTo>
                <a:lnTo>
                  <a:pt x="1298877" y="0"/>
                </a:lnTo>
                <a:lnTo>
                  <a:pt x="1324870" y="0"/>
                </a:lnTo>
                <a:lnTo>
                  <a:pt x="1350855" y="0"/>
                </a:lnTo>
                <a:lnTo>
                  <a:pt x="1376848" y="0"/>
                </a:lnTo>
                <a:lnTo>
                  <a:pt x="1402832" y="0"/>
                </a:lnTo>
                <a:lnTo>
                  <a:pt x="1428826" y="0"/>
                </a:lnTo>
                <a:lnTo>
                  <a:pt x="1454820" y="0"/>
                </a:lnTo>
                <a:lnTo>
                  <a:pt x="1480804" y="0"/>
                </a:lnTo>
                <a:lnTo>
                  <a:pt x="1506798" y="0"/>
                </a:lnTo>
                <a:lnTo>
                  <a:pt x="1532782" y="0"/>
                </a:lnTo>
                <a:lnTo>
                  <a:pt x="1558776" y="0"/>
                </a:lnTo>
                <a:lnTo>
                  <a:pt x="1584760" y="0"/>
                </a:lnTo>
                <a:lnTo>
                  <a:pt x="1610754" y="0"/>
                </a:lnTo>
                <a:lnTo>
                  <a:pt x="1636747" y="0"/>
                </a:lnTo>
                <a:lnTo>
                  <a:pt x="1662732" y="0"/>
                </a:lnTo>
                <a:lnTo>
                  <a:pt x="1688725" y="0"/>
                </a:lnTo>
                <a:lnTo>
                  <a:pt x="1714386" y="495"/>
                </a:lnTo>
                <a:lnTo>
                  <a:pt x="1724968" y="24232"/>
                </a:lnTo>
                <a:lnTo>
                  <a:pt x="1735541" y="47977"/>
                </a:lnTo>
                <a:lnTo>
                  <a:pt x="1746123" y="71714"/>
                </a:lnTo>
                <a:lnTo>
                  <a:pt x="1756696" y="95460"/>
                </a:lnTo>
                <a:lnTo>
                  <a:pt x="1767278" y="119196"/>
                </a:lnTo>
                <a:lnTo>
                  <a:pt x="1777851" y="142932"/>
                </a:lnTo>
                <a:lnTo>
                  <a:pt x="1788433" y="166678"/>
                </a:lnTo>
                <a:lnTo>
                  <a:pt x="1799006" y="190414"/>
                </a:lnTo>
                <a:lnTo>
                  <a:pt x="1809588" y="214160"/>
                </a:lnTo>
                <a:lnTo>
                  <a:pt x="1820161" y="237896"/>
                </a:lnTo>
                <a:lnTo>
                  <a:pt x="1830743" y="261633"/>
                </a:lnTo>
                <a:lnTo>
                  <a:pt x="1841316" y="285379"/>
                </a:lnTo>
                <a:lnTo>
                  <a:pt x="1851889" y="309115"/>
                </a:lnTo>
                <a:lnTo>
                  <a:pt x="1862471" y="332851"/>
                </a:lnTo>
                <a:lnTo>
                  <a:pt x="1873044" y="356597"/>
                </a:lnTo>
                <a:lnTo>
                  <a:pt x="1883626" y="380333"/>
                </a:lnTo>
                <a:lnTo>
                  <a:pt x="1894199" y="404079"/>
                </a:lnTo>
                <a:lnTo>
                  <a:pt x="1904781" y="427815"/>
                </a:lnTo>
                <a:lnTo>
                  <a:pt x="1915354" y="451552"/>
                </a:lnTo>
                <a:lnTo>
                  <a:pt x="1925936" y="475298"/>
                </a:lnTo>
                <a:lnTo>
                  <a:pt x="1936509" y="499034"/>
                </a:lnTo>
                <a:lnTo>
                  <a:pt x="1947091" y="522770"/>
                </a:lnTo>
                <a:lnTo>
                  <a:pt x="1957664" y="546516"/>
                </a:lnTo>
                <a:lnTo>
                  <a:pt x="1968246" y="570252"/>
                </a:lnTo>
                <a:lnTo>
                  <a:pt x="1978819" y="593998"/>
                </a:lnTo>
                <a:lnTo>
                  <a:pt x="1989392" y="617734"/>
                </a:lnTo>
                <a:lnTo>
                  <a:pt x="1999974" y="641471"/>
                </a:lnTo>
                <a:lnTo>
                  <a:pt x="2010547" y="665216"/>
                </a:lnTo>
                <a:lnTo>
                  <a:pt x="2021129" y="688953"/>
                </a:lnTo>
                <a:lnTo>
                  <a:pt x="2031702" y="712689"/>
                </a:lnTo>
                <a:lnTo>
                  <a:pt x="2042284" y="736435"/>
                </a:lnTo>
                <a:lnTo>
                  <a:pt x="2052857" y="760171"/>
                </a:lnTo>
                <a:lnTo>
                  <a:pt x="2063439" y="783917"/>
                </a:lnTo>
                <a:lnTo>
                  <a:pt x="2074012" y="807653"/>
                </a:lnTo>
                <a:lnTo>
                  <a:pt x="2084594" y="831390"/>
                </a:lnTo>
                <a:lnTo>
                  <a:pt x="2095167" y="855135"/>
                </a:lnTo>
                <a:lnTo>
                  <a:pt x="2105749" y="878872"/>
                </a:lnTo>
                <a:lnTo>
                  <a:pt x="2116322" y="902618"/>
                </a:lnTo>
                <a:lnTo>
                  <a:pt x="2126904" y="926354"/>
                </a:lnTo>
                <a:lnTo>
                  <a:pt x="2137477" y="950090"/>
                </a:lnTo>
                <a:lnTo>
                  <a:pt x="2148059" y="973836"/>
                </a:lnTo>
                <a:lnTo>
                  <a:pt x="2158632" y="997572"/>
                </a:lnTo>
                <a:lnTo>
                  <a:pt x="2169204" y="1021309"/>
                </a:lnTo>
                <a:lnTo>
                  <a:pt x="2179787" y="1045054"/>
                </a:lnTo>
                <a:lnTo>
                  <a:pt x="2190359" y="1068791"/>
                </a:lnTo>
                <a:lnTo>
                  <a:pt x="2200942" y="1092537"/>
                </a:lnTo>
                <a:lnTo>
                  <a:pt x="2211515" y="1116273"/>
                </a:lnTo>
                <a:lnTo>
                  <a:pt x="2222097" y="1140009"/>
                </a:lnTo>
                <a:lnTo>
                  <a:pt x="2232670" y="1163755"/>
                </a:lnTo>
                <a:lnTo>
                  <a:pt x="2243252" y="1187491"/>
                </a:lnTo>
                <a:lnTo>
                  <a:pt x="2253825" y="1211228"/>
                </a:lnTo>
                <a:lnTo>
                  <a:pt x="2264407" y="1234973"/>
                </a:lnTo>
                <a:lnTo>
                  <a:pt x="2274980" y="1258710"/>
                </a:lnTo>
                <a:lnTo>
                  <a:pt x="2285562" y="1282456"/>
                </a:lnTo>
                <a:lnTo>
                  <a:pt x="2259949" y="1282703"/>
                </a:lnTo>
                <a:lnTo>
                  <a:pt x="2233965" y="1282703"/>
                </a:lnTo>
                <a:lnTo>
                  <a:pt x="2207971" y="1282703"/>
                </a:lnTo>
                <a:lnTo>
                  <a:pt x="2181977" y="1282703"/>
                </a:lnTo>
                <a:lnTo>
                  <a:pt x="2155993" y="1282703"/>
                </a:lnTo>
                <a:lnTo>
                  <a:pt x="2130000" y="1282703"/>
                </a:lnTo>
                <a:lnTo>
                  <a:pt x="2104015" y="1282703"/>
                </a:lnTo>
                <a:lnTo>
                  <a:pt x="2078022" y="1282703"/>
                </a:lnTo>
                <a:lnTo>
                  <a:pt x="2052037" y="1282703"/>
                </a:lnTo>
                <a:lnTo>
                  <a:pt x="2026044" y="1282703"/>
                </a:lnTo>
                <a:lnTo>
                  <a:pt x="2000050" y="1282703"/>
                </a:lnTo>
                <a:lnTo>
                  <a:pt x="1974066" y="1282703"/>
                </a:lnTo>
                <a:lnTo>
                  <a:pt x="1948072" y="1282703"/>
                </a:lnTo>
                <a:lnTo>
                  <a:pt x="1922088" y="1282703"/>
                </a:lnTo>
                <a:lnTo>
                  <a:pt x="1896094" y="1282703"/>
                </a:lnTo>
                <a:lnTo>
                  <a:pt x="1870110" y="1282703"/>
                </a:lnTo>
                <a:lnTo>
                  <a:pt x="1844116" y="1282703"/>
                </a:lnTo>
                <a:lnTo>
                  <a:pt x="1818122" y="1282703"/>
                </a:lnTo>
                <a:lnTo>
                  <a:pt x="1792138" y="1282703"/>
                </a:lnTo>
                <a:lnTo>
                  <a:pt x="1766145" y="1282703"/>
                </a:lnTo>
                <a:lnTo>
                  <a:pt x="1740160" y="1282703"/>
                </a:lnTo>
                <a:lnTo>
                  <a:pt x="1714167" y="1282703"/>
                </a:lnTo>
                <a:lnTo>
                  <a:pt x="1688182" y="1282703"/>
                </a:lnTo>
                <a:lnTo>
                  <a:pt x="1662189" y="1282703"/>
                </a:lnTo>
                <a:lnTo>
                  <a:pt x="1636195" y="1282703"/>
                </a:lnTo>
                <a:lnTo>
                  <a:pt x="1610211" y="1282703"/>
                </a:lnTo>
                <a:lnTo>
                  <a:pt x="1584217" y="1282703"/>
                </a:lnTo>
                <a:lnTo>
                  <a:pt x="1558233" y="1282703"/>
                </a:lnTo>
                <a:lnTo>
                  <a:pt x="1532239" y="1282703"/>
                </a:lnTo>
                <a:lnTo>
                  <a:pt x="1506255" y="1282703"/>
                </a:lnTo>
                <a:lnTo>
                  <a:pt x="1480261" y="1282703"/>
                </a:lnTo>
                <a:lnTo>
                  <a:pt x="1454267" y="1282703"/>
                </a:lnTo>
                <a:lnTo>
                  <a:pt x="1428283" y="1282703"/>
                </a:lnTo>
                <a:lnTo>
                  <a:pt x="1402290" y="1282703"/>
                </a:lnTo>
                <a:lnTo>
                  <a:pt x="1376305" y="1282703"/>
                </a:lnTo>
                <a:lnTo>
                  <a:pt x="1350312" y="1282703"/>
                </a:lnTo>
                <a:lnTo>
                  <a:pt x="1324327" y="1282703"/>
                </a:lnTo>
                <a:lnTo>
                  <a:pt x="1298334" y="1282703"/>
                </a:lnTo>
                <a:lnTo>
                  <a:pt x="1272340" y="1282703"/>
                </a:lnTo>
                <a:lnTo>
                  <a:pt x="1246356" y="1282703"/>
                </a:lnTo>
                <a:lnTo>
                  <a:pt x="1220362" y="1282703"/>
                </a:lnTo>
                <a:lnTo>
                  <a:pt x="1194378" y="1282703"/>
                </a:lnTo>
                <a:lnTo>
                  <a:pt x="1168384" y="1282703"/>
                </a:lnTo>
                <a:lnTo>
                  <a:pt x="1142400" y="1282703"/>
                </a:lnTo>
                <a:lnTo>
                  <a:pt x="1116406" y="1282703"/>
                </a:lnTo>
                <a:lnTo>
                  <a:pt x="1090422" y="1282703"/>
                </a:lnTo>
                <a:lnTo>
                  <a:pt x="1064428" y="1282703"/>
                </a:lnTo>
                <a:lnTo>
                  <a:pt x="1038435" y="1282703"/>
                </a:lnTo>
                <a:lnTo>
                  <a:pt x="1012450" y="1282703"/>
                </a:lnTo>
                <a:lnTo>
                  <a:pt x="986457" y="1282703"/>
                </a:lnTo>
                <a:lnTo>
                  <a:pt x="960472" y="1282703"/>
                </a:lnTo>
                <a:lnTo>
                  <a:pt x="934479" y="1282703"/>
                </a:lnTo>
                <a:lnTo>
                  <a:pt x="908495" y="1282703"/>
                </a:lnTo>
                <a:lnTo>
                  <a:pt x="882501" y="1282703"/>
                </a:lnTo>
                <a:lnTo>
                  <a:pt x="856507" y="1282703"/>
                </a:lnTo>
                <a:lnTo>
                  <a:pt x="830523" y="1282703"/>
                </a:lnTo>
                <a:lnTo>
                  <a:pt x="804529" y="1282703"/>
                </a:lnTo>
                <a:lnTo>
                  <a:pt x="778545" y="1282703"/>
                </a:lnTo>
                <a:lnTo>
                  <a:pt x="752551" y="1282703"/>
                </a:lnTo>
                <a:lnTo>
                  <a:pt x="726567" y="1282703"/>
                </a:lnTo>
                <a:lnTo>
                  <a:pt x="700573" y="1282703"/>
                </a:lnTo>
                <a:lnTo>
                  <a:pt x="674580" y="1282703"/>
                </a:lnTo>
                <a:lnTo>
                  <a:pt x="648595" y="1282703"/>
                </a:lnTo>
                <a:lnTo>
                  <a:pt x="622602" y="1282703"/>
                </a:lnTo>
                <a:lnTo>
                  <a:pt x="596617" y="1282703"/>
                </a:lnTo>
                <a:lnTo>
                  <a:pt x="570624" y="1282703"/>
                </a:lnTo>
                <a:lnTo>
                  <a:pt x="544640" y="1282703"/>
                </a:lnTo>
                <a:lnTo>
                  <a:pt x="518646" y="1282703"/>
                </a:lnTo>
                <a:lnTo>
                  <a:pt x="492652" y="1282703"/>
                </a:lnTo>
                <a:lnTo>
                  <a:pt x="466668" y="1282703"/>
                </a:lnTo>
                <a:lnTo>
                  <a:pt x="440674" y="1282703"/>
                </a:lnTo>
                <a:lnTo>
                  <a:pt x="414690" y="1282703"/>
                </a:lnTo>
                <a:lnTo>
                  <a:pt x="388696" y="1282703"/>
                </a:lnTo>
                <a:lnTo>
                  <a:pt x="362712" y="1282703"/>
                </a:lnTo>
                <a:lnTo>
                  <a:pt x="336718" y="1282703"/>
                </a:lnTo>
                <a:lnTo>
                  <a:pt x="310725" y="1282703"/>
                </a:lnTo>
                <a:lnTo>
                  <a:pt x="284740" y="1282703"/>
                </a:lnTo>
                <a:lnTo>
                  <a:pt x="258747" y="1282703"/>
                </a:lnTo>
                <a:lnTo>
                  <a:pt x="232762" y="1282703"/>
                </a:lnTo>
                <a:lnTo>
                  <a:pt x="206769" y="1282703"/>
                </a:lnTo>
                <a:lnTo>
                  <a:pt x="180785" y="1282703"/>
                </a:lnTo>
                <a:lnTo>
                  <a:pt x="154791" y="1282703"/>
                </a:lnTo>
                <a:lnTo>
                  <a:pt x="128797" y="1282703"/>
                </a:lnTo>
                <a:lnTo>
                  <a:pt x="102813" y="1282703"/>
                </a:lnTo>
                <a:lnTo>
                  <a:pt x="76819" y="1282703"/>
                </a:lnTo>
                <a:lnTo>
                  <a:pt x="50835" y="1282703"/>
                </a:lnTo>
                <a:lnTo>
                  <a:pt x="24841" y="1282703"/>
                </a:lnTo>
                <a:lnTo>
                  <a:pt x="0" y="1281960"/>
                </a:lnTo>
                <a:lnTo>
                  <a:pt x="10573" y="1258214"/>
                </a:lnTo>
                <a:lnTo>
                  <a:pt x="21155" y="1234478"/>
                </a:lnTo>
                <a:lnTo>
                  <a:pt x="31728" y="1210732"/>
                </a:lnTo>
                <a:lnTo>
                  <a:pt x="42310" y="1186996"/>
                </a:lnTo>
                <a:lnTo>
                  <a:pt x="52883" y="1163260"/>
                </a:lnTo>
                <a:lnTo>
                  <a:pt x="63465" y="1139514"/>
                </a:lnTo>
                <a:lnTo>
                  <a:pt x="74038" y="1115778"/>
                </a:lnTo>
                <a:lnTo>
                  <a:pt x="84620" y="1092032"/>
                </a:lnTo>
                <a:lnTo>
                  <a:pt x="95193" y="1068295"/>
                </a:lnTo>
                <a:lnTo>
                  <a:pt x="105775" y="1044559"/>
                </a:lnTo>
                <a:lnTo>
                  <a:pt x="116348" y="1020813"/>
                </a:lnTo>
                <a:lnTo>
                  <a:pt x="126930" y="997077"/>
                </a:lnTo>
                <a:lnTo>
                  <a:pt x="137503" y="973341"/>
                </a:lnTo>
                <a:lnTo>
                  <a:pt x="148085" y="949595"/>
                </a:lnTo>
                <a:lnTo>
                  <a:pt x="158658" y="925859"/>
                </a:lnTo>
                <a:lnTo>
                  <a:pt x="169231" y="902113"/>
                </a:lnTo>
                <a:lnTo>
                  <a:pt x="179813" y="878376"/>
                </a:lnTo>
                <a:lnTo>
                  <a:pt x="190386" y="854640"/>
                </a:lnTo>
                <a:lnTo>
                  <a:pt x="200968" y="830894"/>
                </a:lnTo>
                <a:lnTo>
                  <a:pt x="211541" y="807158"/>
                </a:lnTo>
                <a:lnTo>
                  <a:pt x="222123" y="783422"/>
                </a:lnTo>
                <a:lnTo>
                  <a:pt x="232696" y="759676"/>
                </a:lnTo>
                <a:lnTo>
                  <a:pt x="243278" y="735940"/>
                </a:lnTo>
                <a:lnTo>
                  <a:pt x="253851" y="712194"/>
                </a:lnTo>
                <a:lnTo>
                  <a:pt x="264433" y="688457"/>
                </a:lnTo>
                <a:lnTo>
                  <a:pt x="275006" y="664721"/>
                </a:lnTo>
                <a:lnTo>
                  <a:pt x="285588" y="640975"/>
                </a:lnTo>
                <a:lnTo>
                  <a:pt x="296161" y="617239"/>
                </a:lnTo>
                <a:lnTo>
                  <a:pt x="306743" y="593493"/>
                </a:lnTo>
                <a:lnTo>
                  <a:pt x="317316" y="569757"/>
                </a:lnTo>
                <a:lnTo>
                  <a:pt x="327889" y="546021"/>
                </a:lnTo>
                <a:lnTo>
                  <a:pt x="338471" y="522275"/>
                </a:lnTo>
                <a:lnTo>
                  <a:pt x="349044" y="498539"/>
                </a:lnTo>
                <a:lnTo>
                  <a:pt x="359626" y="474802"/>
                </a:lnTo>
                <a:lnTo>
                  <a:pt x="370199" y="451056"/>
                </a:lnTo>
                <a:lnTo>
                  <a:pt x="380781" y="427320"/>
                </a:lnTo>
                <a:lnTo>
                  <a:pt x="391354" y="403574"/>
                </a:lnTo>
                <a:lnTo>
                  <a:pt x="401936" y="379838"/>
                </a:lnTo>
                <a:lnTo>
                  <a:pt x="412509" y="356102"/>
                </a:lnTo>
                <a:lnTo>
                  <a:pt x="423091" y="332356"/>
                </a:lnTo>
                <a:lnTo>
                  <a:pt x="433664" y="308620"/>
                </a:lnTo>
                <a:lnTo>
                  <a:pt x="444246" y="284883"/>
                </a:lnTo>
                <a:lnTo>
                  <a:pt x="454819" y="261137"/>
                </a:lnTo>
                <a:lnTo>
                  <a:pt x="465401" y="237401"/>
                </a:lnTo>
                <a:lnTo>
                  <a:pt x="475974" y="213655"/>
                </a:lnTo>
                <a:lnTo>
                  <a:pt x="486547" y="189919"/>
                </a:lnTo>
                <a:lnTo>
                  <a:pt x="497129" y="166183"/>
                </a:lnTo>
                <a:lnTo>
                  <a:pt x="507702" y="142437"/>
                </a:lnTo>
                <a:lnTo>
                  <a:pt x="518284" y="118701"/>
                </a:lnTo>
                <a:lnTo>
                  <a:pt x="528857" y="94964"/>
                </a:lnTo>
                <a:lnTo>
                  <a:pt x="539439" y="71218"/>
                </a:lnTo>
                <a:lnTo>
                  <a:pt x="550012" y="47482"/>
                </a:lnTo>
                <a:lnTo>
                  <a:pt x="560594" y="23736"/>
                </a:lnTo>
                <a:lnTo>
                  <a:pt x="571167" y="0"/>
                </a:lnTo>
                <a:close/>
              </a:path>
            </a:pathLst>
          </a:custGeom>
          <a:solidFill xmlns:a="http://schemas.openxmlformats.org/drawingml/2006/main">
            <a:srgbClr val="0E559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" name="pyramid-tier-title-0">
            <a:extLst xmlns:a="http://schemas.openxmlformats.org/drawingml/2006/main">
              <a:ext uri="{FF2B5EF4-FFF2-40B4-BE49-F238E27FC236}">
                <a16:creationId xmlns:a16="http://schemas.microsoft.com/office/drawing/2014/main" id="{6613D444-E700-464E-87AE-8DE8638E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8438" y="2404662"/>
            <a:ext cx="704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规则层</a:t>
            </a:r>
          </a:p>
        </p:txBody>
      </p:sp>
      <p:sp>
        <p:nvSpPr>
          <p:cNvPr id="3" name="pyramid-tier-1">
            <a:extLst xmlns:a="http://schemas.openxmlformats.org/drawingml/2006/main">
              <a:ext uri="{FF2B5EF4-FFF2-40B4-BE49-F238E27FC236}">
                <a16:creationId xmlns:a16="http://schemas.microsoft.com/office/drawing/2014/main" id="{D5CEBD32-2FC4-4D30-9CDD-C5331323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388936" y="3282953"/>
            <a:ext cx="3417922" cy="1282703"/>
          </a:xfrm>
          <a:custGeom xmlns:a="http://schemas.openxmlformats.org/drawingml/2006/main">
            <a:pathLst>
              <a:path w="3417922" h="1282703">
                <a:moveTo>
                  <a:pt x="563690" y="0"/>
                </a:moveTo>
                <a:lnTo>
                  <a:pt x="599208" y="0"/>
                </a:lnTo>
                <a:lnTo>
                  <a:pt x="634717" y="0"/>
                </a:lnTo>
                <a:lnTo>
                  <a:pt x="670236" y="0"/>
                </a:lnTo>
                <a:lnTo>
                  <a:pt x="705755" y="0"/>
                </a:lnTo>
                <a:lnTo>
                  <a:pt x="741264" y="0"/>
                </a:lnTo>
                <a:lnTo>
                  <a:pt x="776783" y="0"/>
                </a:lnTo>
                <a:lnTo>
                  <a:pt x="812292" y="0"/>
                </a:lnTo>
                <a:lnTo>
                  <a:pt x="847811" y="0"/>
                </a:lnTo>
                <a:lnTo>
                  <a:pt x="883320" y="0"/>
                </a:lnTo>
                <a:lnTo>
                  <a:pt x="918839" y="0"/>
                </a:lnTo>
                <a:lnTo>
                  <a:pt x="954357" y="0"/>
                </a:lnTo>
                <a:lnTo>
                  <a:pt x="989867" y="0"/>
                </a:lnTo>
                <a:lnTo>
                  <a:pt x="1025385" y="0"/>
                </a:lnTo>
                <a:lnTo>
                  <a:pt x="1060895" y="0"/>
                </a:lnTo>
                <a:lnTo>
                  <a:pt x="1096413" y="0"/>
                </a:lnTo>
                <a:lnTo>
                  <a:pt x="1131922" y="0"/>
                </a:lnTo>
                <a:lnTo>
                  <a:pt x="1167441" y="0"/>
                </a:lnTo>
                <a:lnTo>
                  <a:pt x="1202960" y="0"/>
                </a:lnTo>
                <a:lnTo>
                  <a:pt x="1238469" y="0"/>
                </a:lnTo>
                <a:lnTo>
                  <a:pt x="1273988" y="0"/>
                </a:lnTo>
                <a:lnTo>
                  <a:pt x="1309497" y="0"/>
                </a:lnTo>
                <a:lnTo>
                  <a:pt x="1345016" y="0"/>
                </a:lnTo>
                <a:lnTo>
                  <a:pt x="1380525" y="0"/>
                </a:lnTo>
                <a:lnTo>
                  <a:pt x="1416044" y="0"/>
                </a:lnTo>
                <a:lnTo>
                  <a:pt x="1451562" y="0"/>
                </a:lnTo>
                <a:lnTo>
                  <a:pt x="1487072" y="0"/>
                </a:lnTo>
                <a:lnTo>
                  <a:pt x="1522590" y="0"/>
                </a:lnTo>
                <a:lnTo>
                  <a:pt x="1558100" y="0"/>
                </a:lnTo>
                <a:lnTo>
                  <a:pt x="1593618" y="0"/>
                </a:lnTo>
                <a:lnTo>
                  <a:pt x="1629127" y="0"/>
                </a:lnTo>
                <a:lnTo>
                  <a:pt x="1664646" y="0"/>
                </a:lnTo>
                <a:lnTo>
                  <a:pt x="1700165" y="0"/>
                </a:lnTo>
                <a:lnTo>
                  <a:pt x="1735674" y="0"/>
                </a:lnTo>
                <a:lnTo>
                  <a:pt x="1771193" y="0"/>
                </a:lnTo>
                <a:lnTo>
                  <a:pt x="1806702" y="0"/>
                </a:lnTo>
                <a:lnTo>
                  <a:pt x="1842221" y="0"/>
                </a:lnTo>
                <a:lnTo>
                  <a:pt x="1877730" y="0"/>
                </a:lnTo>
                <a:lnTo>
                  <a:pt x="1913249" y="0"/>
                </a:lnTo>
                <a:lnTo>
                  <a:pt x="1948767" y="0"/>
                </a:lnTo>
                <a:lnTo>
                  <a:pt x="1984277" y="0"/>
                </a:lnTo>
                <a:lnTo>
                  <a:pt x="2019795" y="0"/>
                </a:lnTo>
                <a:lnTo>
                  <a:pt x="2055305" y="0"/>
                </a:lnTo>
                <a:lnTo>
                  <a:pt x="2090823" y="0"/>
                </a:lnTo>
                <a:lnTo>
                  <a:pt x="2126332" y="0"/>
                </a:lnTo>
                <a:lnTo>
                  <a:pt x="2161851" y="0"/>
                </a:lnTo>
                <a:lnTo>
                  <a:pt x="2197370" y="0"/>
                </a:lnTo>
                <a:lnTo>
                  <a:pt x="2232879" y="0"/>
                </a:lnTo>
                <a:lnTo>
                  <a:pt x="2268398" y="0"/>
                </a:lnTo>
                <a:lnTo>
                  <a:pt x="2303907" y="0"/>
                </a:lnTo>
                <a:lnTo>
                  <a:pt x="2339426" y="0"/>
                </a:lnTo>
                <a:lnTo>
                  <a:pt x="2374935" y="0"/>
                </a:lnTo>
                <a:lnTo>
                  <a:pt x="2410454" y="0"/>
                </a:lnTo>
                <a:lnTo>
                  <a:pt x="2445963" y="0"/>
                </a:lnTo>
                <a:lnTo>
                  <a:pt x="2481482" y="0"/>
                </a:lnTo>
                <a:lnTo>
                  <a:pt x="2517000" y="0"/>
                </a:lnTo>
                <a:lnTo>
                  <a:pt x="2552510" y="0"/>
                </a:lnTo>
                <a:lnTo>
                  <a:pt x="2588028" y="0"/>
                </a:lnTo>
                <a:lnTo>
                  <a:pt x="2623537" y="0"/>
                </a:lnTo>
                <a:lnTo>
                  <a:pt x="2659056" y="0"/>
                </a:lnTo>
                <a:lnTo>
                  <a:pt x="2694565" y="0"/>
                </a:lnTo>
                <a:lnTo>
                  <a:pt x="2730084" y="0"/>
                </a:lnTo>
                <a:lnTo>
                  <a:pt x="2765603" y="0"/>
                </a:lnTo>
                <a:lnTo>
                  <a:pt x="2801112" y="0"/>
                </a:lnTo>
                <a:lnTo>
                  <a:pt x="2836631" y="0"/>
                </a:lnTo>
                <a:lnTo>
                  <a:pt x="2858834" y="20507"/>
                </a:lnTo>
                <a:lnTo>
                  <a:pt x="2873283" y="52949"/>
                </a:lnTo>
                <a:lnTo>
                  <a:pt x="2887732" y="85392"/>
                </a:lnTo>
                <a:lnTo>
                  <a:pt x="2902191" y="117824"/>
                </a:lnTo>
                <a:lnTo>
                  <a:pt x="2916641" y="150266"/>
                </a:lnTo>
                <a:lnTo>
                  <a:pt x="2931100" y="182709"/>
                </a:lnTo>
                <a:lnTo>
                  <a:pt x="2945549" y="215151"/>
                </a:lnTo>
                <a:lnTo>
                  <a:pt x="2960008" y="247593"/>
                </a:lnTo>
                <a:lnTo>
                  <a:pt x="2974457" y="280035"/>
                </a:lnTo>
                <a:lnTo>
                  <a:pt x="2988916" y="312468"/>
                </a:lnTo>
                <a:lnTo>
                  <a:pt x="3003366" y="344910"/>
                </a:lnTo>
                <a:lnTo>
                  <a:pt x="3017815" y="377352"/>
                </a:lnTo>
                <a:lnTo>
                  <a:pt x="3032274" y="409794"/>
                </a:lnTo>
                <a:lnTo>
                  <a:pt x="3046724" y="442236"/>
                </a:lnTo>
                <a:lnTo>
                  <a:pt x="3061183" y="474669"/>
                </a:lnTo>
                <a:lnTo>
                  <a:pt x="3075632" y="507111"/>
                </a:lnTo>
                <a:lnTo>
                  <a:pt x="3090091" y="539553"/>
                </a:lnTo>
                <a:lnTo>
                  <a:pt x="3104540" y="571995"/>
                </a:lnTo>
                <a:lnTo>
                  <a:pt x="3118999" y="604437"/>
                </a:lnTo>
                <a:lnTo>
                  <a:pt x="3133449" y="636880"/>
                </a:lnTo>
                <a:lnTo>
                  <a:pt x="3147898" y="669312"/>
                </a:lnTo>
                <a:lnTo>
                  <a:pt x="3162357" y="701754"/>
                </a:lnTo>
                <a:lnTo>
                  <a:pt x="3176807" y="734197"/>
                </a:lnTo>
                <a:lnTo>
                  <a:pt x="3191266" y="766639"/>
                </a:lnTo>
                <a:lnTo>
                  <a:pt x="3205715" y="799081"/>
                </a:lnTo>
                <a:lnTo>
                  <a:pt x="3220174" y="831513"/>
                </a:lnTo>
                <a:lnTo>
                  <a:pt x="3234623" y="863956"/>
                </a:lnTo>
                <a:lnTo>
                  <a:pt x="3249082" y="896398"/>
                </a:lnTo>
                <a:lnTo>
                  <a:pt x="3263532" y="928840"/>
                </a:lnTo>
                <a:lnTo>
                  <a:pt x="3277981" y="961282"/>
                </a:lnTo>
                <a:lnTo>
                  <a:pt x="3292440" y="993724"/>
                </a:lnTo>
                <a:lnTo>
                  <a:pt x="3306890" y="1026157"/>
                </a:lnTo>
                <a:lnTo>
                  <a:pt x="3321348" y="1058599"/>
                </a:lnTo>
                <a:lnTo>
                  <a:pt x="3335798" y="1091041"/>
                </a:lnTo>
                <a:lnTo>
                  <a:pt x="3350257" y="1123483"/>
                </a:lnTo>
                <a:lnTo>
                  <a:pt x="3364706" y="1155925"/>
                </a:lnTo>
                <a:lnTo>
                  <a:pt x="3379165" y="1188358"/>
                </a:lnTo>
                <a:lnTo>
                  <a:pt x="3393615" y="1220800"/>
                </a:lnTo>
                <a:lnTo>
                  <a:pt x="3408064" y="1253242"/>
                </a:lnTo>
                <a:lnTo>
                  <a:pt x="3417922" y="1282703"/>
                </a:lnTo>
                <a:lnTo>
                  <a:pt x="3382413" y="1282703"/>
                </a:lnTo>
                <a:lnTo>
                  <a:pt x="3346895" y="1282703"/>
                </a:lnTo>
                <a:lnTo>
                  <a:pt x="3311385" y="1282703"/>
                </a:lnTo>
                <a:lnTo>
                  <a:pt x="3275867" y="1282703"/>
                </a:lnTo>
                <a:lnTo>
                  <a:pt x="3240357" y="1282703"/>
                </a:lnTo>
                <a:lnTo>
                  <a:pt x="3204839" y="1282703"/>
                </a:lnTo>
                <a:lnTo>
                  <a:pt x="3169320" y="1282703"/>
                </a:lnTo>
                <a:lnTo>
                  <a:pt x="3133811" y="1282703"/>
                </a:lnTo>
                <a:lnTo>
                  <a:pt x="3098292" y="1282703"/>
                </a:lnTo>
                <a:lnTo>
                  <a:pt x="3062783" y="1282703"/>
                </a:lnTo>
                <a:lnTo>
                  <a:pt x="3027264" y="1282703"/>
                </a:lnTo>
                <a:lnTo>
                  <a:pt x="2991755" y="1282703"/>
                </a:lnTo>
                <a:lnTo>
                  <a:pt x="2956236" y="1282703"/>
                </a:lnTo>
                <a:lnTo>
                  <a:pt x="2920717" y="1282703"/>
                </a:lnTo>
                <a:lnTo>
                  <a:pt x="2885208" y="1282703"/>
                </a:lnTo>
                <a:lnTo>
                  <a:pt x="2849690" y="1282703"/>
                </a:lnTo>
                <a:lnTo>
                  <a:pt x="2814180" y="1282703"/>
                </a:lnTo>
                <a:lnTo>
                  <a:pt x="2778662" y="1282703"/>
                </a:lnTo>
                <a:lnTo>
                  <a:pt x="2743152" y="1282703"/>
                </a:lnTo>
                <a:lnTo>
                  <a:pt x="2707634" y="1282703"/>
                </a:lnTo>
                <a:lnTo>
                  <a:pt x="2672115" y="1282703"/>
                </a:lnTo>
                <a:lnTo>
                  <a:pt x="2636606" y="1282703"/>
                </a:lnTo>
                <a:lnTo>
                  <a:pt x="2601087" y="1282703"/>
                </a:lnTo>
                <a:lnTo>
                  <a:pt x="2565578" y="1282703"/>
                </a:lnTo>
                <a:lnTo>
                  <a:pt x="2530059" y="1282703"/>
                </a:lnTo>
                <a:lnTo>
                  <a:pt x="2494550" y="1282703"/>
                </a:lnTo>
                <a:lnTo>
                  <a:pt x="2459031" y="1282703"/>
                </a:lnTo>
                <a:lnTo>
                  <a:pt x="2423512" y="1282703"/>
                </a:lnTo>
                <a:lnTo>
                  <a:pt x="2388003" y="1282703"/>
                </a:lnTo>
                <a:lnTo>
                  <a:pt x="2352485" y="1282703"/>
                </a:lnTo>
                <a:lnTo>
                  <a:pt x="2316975" y="1282703"/>
                </a:lnTo>
                <a:lnTo>
                  <a:pt x="2281457" y="1282703"/>
                </a:lnTo>
                <a:lnTo>
                  <a:pt x="2245947" y="1282703"/>
                </a:lnTo>
                <a:lnTo>
                  <a:pt x="2210429" y="1282703"/>
                </a:lnTo>
                <a:lnTo>
                  <a:pt x="2174910" y="1282703"/>
                </a:lnTo>
                <a:lnTo>
                  <a:pt x="2139401" y="1282703"/>
                </a:lnTo>
                <a:lnTo>
                  <a:pt x="2103882" y="1282703"/>
                </a:lnTo>
                <a:lnTo>
                  <a:pt x="2068373" y="1282703"/>
                </a:lnTo>
                <a:lnTo>
                  <a:pt x="2032854" y="1282703"/>
                </a:lnTo>
                <a:lnTo>
                  <a:pt x="1997345" y="1282703"/>
                </a:lnTo>
                <a:lnTo>
                  <a:pt x="1961826" y="1282703"/>
                </a:lnTo>
                <a:lnTo>
                  <a:pt x="1926307" y="1282703"/>
                </a:lnTo>
                <a:lnTo>
                  <a:pt x="1890798" y="1282703"/>
                </a:lnTo>
                <a:lnTo>
                  <a:pt x="1855280" y="1282703"/>
                </a:lnTo>
                <a:lnTo>
                  <a:pt x="1819770" y="1282703"/>
                </a:lnTo>
                <a:lnTo>
                  <a:pt x="1784252" y="1282703"/>
                </a:lnTo>
                <a:lnTo>
                  <a:pt x="1748742" y="1282703"/>
                </a:lnTo>
                <a:lnTo>
                  <a:pt x="1713224" y="1282703"/>
                </a:lnTo>
                <a:lnTo>
                  <a:pt x="1677714" y="1282703"/>
                </a:lnTo>
                <a:lnTo>
                  <a:pt x="1642196" y="1282703"/>
                </a:lnTo>
                <a:lnTo>
                  <a:pt x="1606677" y="1282703"/>
                </a:lnTo>
                <a:lnTo>
                  <a:pt x="1571168" y="1282703"/>
                </a:lnTo>
                <a:lnTo>
                  <a:pt x="1535649" y="1282703"/>
                </a:lnTo>
                <a:lnTo>
                  <a:pt x="1500140" y="1282703"/>
                </a:lnTo>
                <a:lnTo>
                  <a:pt x="1464621" y="1282703"/>
                </a:lnTo>
                <a:lnTo>
                  <a:pt x="1429112" y="1282703"/>
                </a:lnTo>
                <a:lnTo>
                  <a:pt x="1393593" y="1282703"/>
                </a:lnTo>
                <a:lnTo>
                  <a:pt x="1358075" y="1282703"/>
                </a:lnTo>
                <a:lnTo>
                  <a:pt x="1322565" y="1282703"/>
                </a:lnTo>
                <a:lnTo>
                  <a:pt x="1287047" y="1282703"/>
                </a:lnTo>
                <a:lnTo>
                  <a:pt x="1251537" y="1282703"/>
                </a:lnTo>
                <a:lnTo>
                  <a:pt x="1216019" y="1282703"/>
                </a:lnTo>
                <a:lnTo>
                  <a:pt x="1180500" y="1282703"/>
                </a:lnTo>
                <a:lnTo>
                  <a:pt x="1144991" y="1282703"/>
                </a:lnTo>
                <a:lnTo>
                  <a:pt x="1109472" y="1282703"/>
                </a:lnTo>
                <a:lnTo>
                  <a:pt x="1073963" y="1282703"/>
                </a:lnTo>
                <a:lnTo>
                  <a:pt x="1038444" y="1282703"/>
                </a:lnTo>
                <a:lnTo>
                  <a:pt x="1002935" y="1282703"/>
                </a:lnTo>
                <a:lnTo>
                  <a:pt x="967416" y="1282703"/>
                </a:lnTo>
                <a:lnTo>
                  <a:pt x="931907" y="1282703"/>
                </a:lnTo>
                <a:lnTo>
                  <a:pt x="896388" y="1282703"/>
                </a:lnTo>
                <a:lnTo>
                  <a:pt x="860870" y="1282703"/>
                </a:lnTo>
                <a:lnTo>
                  <a:pt x="825360" y="1282703"/>
                </a:lnTo>
                <a:lnTo>
                  <a:pt x="789842" y="1282703"/>
                </a:lnTo>
                <a:lnTo>
                  <a:pt x="754332" y="1282703"/>
                </a:lnTo>
                <a:lnTo>
                  <a:pt x="718814" y="1282703"/>
                </a:lnTo>
                <a:lnTo>
                  <a:pt x="683304" y="1282703"/>
                </a:lnTo>
                <a:lnTo>
                  <a:pt x="647786" y="1282703"/>
                </a:lnTo>
                <a:lnTo>
                  <a:pt x="612267" y="1282703"/>
                </a:lnTo>
                <a:lnTo>
                  <a:pt x="576758" y="1282703"/>
                </a:lnTo>
                <a:lnTo>
                  <a:pt x="541239" y="1282703"/>
                </a:lnTo>
                <a:lnTo>
                  <a:pt x="505730" y="1282703"/>
                </a:lnTo>
                <a:lnTo>
                  <a:pt x="470211" y="1282703"/>
                </a:lnTo>
                <a:lnTo>
                  <a:pt x="434702" y="1282703"/>
                </a:lnTo>
                <a:lnTo>
                  <a:pt x="399183" y="1282703"/>
                </a:lnTo>
                <a:lnTo>
                  <a:pt x="363665" y="1282703"/>
                </a:lnTo>
                <a:lnTo>
                  <a:pt x="328155" y="1282703"/>
                </a:lnTo>
                <a:lnTo>
                  <a:pt x="292637" y="1282703"/>
                </a:lnTo>
                <a:lnTo>
                  <a:pt x="257127" y="1282703"/>
                </a:lnTo>
                <a:lnTo>
                  <a:pt x="221609" y="1282703"/>
                </a:lnTo>
                <a:lnTo>
                  <a:pt x="186099" y="1282703"/>
                </a:lnTo>
                <a:lnTo>
                  <a:pt x="150581" y="1282703"/>
                </a:lnTo>
                <a:lnTo>
                  <a:pt x="115062" y="1282703"/>
                </a:lnTo>
                <a:lnTo>
                  <a:pt x="79553" y="1282703"/>
                </a:lnTo>
                <a:lnTo>
                  <a:pt x="44034" y="1282703"/>
                </a:lnTo>
                <a:lnTo>
                  <a:pt x="8525" y="1282703"/>
                </a:lnTo>
                <a:lnTo>
                  <a:pt x="0" y="1265177"/>
                </a:lnTo>
                <a:lnTo>
                  <a:pt x="14449" y="1232735"/>
                </a:lnTo>
                <a:lnTo>
                  <a:pt x="28908" y="1200293"/>
                </a:lnTo>
                <a:lnTo>
                  <a:pt x="43358" y="1167851"/>
                </a:lnTo>
                <a:lnTo>
                  <a:pt x="57817" y="1135418"/>
                </a:lnTo>
                <a:lnTo>
                  <a:pt x="72266" y="1102976"/>
                </a:lnTo>
                <a:lnTo>
                  <a:pt x="86725" y="1070534"/>
                </a:lnTo>
                <a:lnTo>
                  <a:pt x="101175" y="1038092"/>
                </a:lnTo>
                <a:lnTo>
                  <a:pt x="115634" y="1005650"/>
                </a:lnTo>
                <a:lnTo>
                  <a:pt x="130083" y="973217"/>
                </a:lnTo>
                <a:lnTo>
                  <a:pt x="144532" y="940775"/>
                </a:lnTo>
                <a:lnTo>
                  <a:pt x="158991" y="908333"/>
                </a:lnTo>
                <a:lnTo>
                  <a:pt x="173441" y="875890"/>
                </a:lnTo>
                <a:lnTo>
                  <a:pt x="187900" y="843448"/>
                </a:lnTo>
                <a:lnTo>
                  <a:pt x="202349" y="811006"/>
                </a:lnTo>
                <a:lnTo>
                  <a:pt x="216808" y="778574"/>
                </a:lnTo>
                <a:lnTo>
                  <a:pt x="231257" y="746131"/>
                </a:lnTo>
                <a:lnTo>
                  <a:pt x="245716" y="713689"/>
                </a:lnTo>
                <a:lnTo>
                  <a:pt x="260166" y="681247"/>
                </a:lnTo>
                <a:lnTo>
                  <a:pt x="274615" y="648805"/>
                </a:lnTo>
                <a:lnTo>
                  <a:pt x="289074" y="616372"/>
                </a:lnTo>
                <a:lnTo>
                  <a:pt x="303524" y="583930"/>
                </a:lnTo>
                <a:lnTo>
                  <a:pt x="317983" y="551488"/>
                </a:lnTo>
                <a:lnTo>
                  <a:pt x="332432" y="519046"/>
                </a:lnTo>
                <a:lnTo>
                  <a:pt x="346891" y="486604"/>
                </a:lnTo>
                <a:lnTo>
                  <a:pt x="361340" y="454162"/>
                </a:lnTo>
                <a:lnTo>
                  <a:pt x="375799" y="421729"/>
                </a:lnTo>
                <a:lnTo>
                  <a:pt x="390249" y="389287"/>
                </a:lnTo>
                <a:lnTo>
                  <a:pt x="404698" y="356845"/>
                </a:lnTo>
                <a:lnTo>
                  <a:pt x="419157" y="324402"/>
                </a:lnTo>
                <a:lnTo>
                  <a:pt x="433607" y="291960"/>
                </a:lnTo>
                <a:lnTo>
                  <a:pt x="448066" y="259528"/>
                </a:lnTo>
                <a:lnTo>
                  <a:pt x="462515" y="227086"/>
                </a:lnTo>
                <a:lnTo>
                  <a:pt x="476974" y="194643"/>
                </a:lnTo>
                <a:lnTo>
                  <a:pt x="491423" y="162201"/>
                </a:lnTo>
                <a:lnTo>
                  <a:pt x="505882" y="129759"/>
                </a:lnTo>
                <a:lnTo>
                  <a:pt x="520332" y="97317"/>
                </a:lnTo>
                <a:lnTo>
                  <a:pt x="534781" y="64884"/>
                </a:lnTo>
                <a:lnTo>
                  <a:pt x="549240" y="32442"/>
                </a:lnTo>
                <a:lnTo>
                  <a:pt x="563690" y="0"/>
                </a:lnTo>
                <a:close/>
              </a:path>
            </a:pathLst>
          </a:custGeom>
          <a:solidFill xmlns:a="http://schemas.openxmlformats.org/drawingml/2006/main">
            <a:srgbClr val="176FC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" name="pyramid-tier-title-1">
            <a:extLst xmlns:a="http://schemas.openxmlformats.org/drawingml/2006/main">
              <a:ext uri="{FF2B5EF4-FFF2-40B4-BE49-F238E27FC236}">
                <a16:creationId xmlns:a16="http://schemas.microsoft.com/office/drawing/2014/main" id="{29193DDC-466B-4F0D-B80A-5071692F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3763566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能力层</a:t>
            </a:r>
          </a:p>
        </p:txBody>
      </p:sp>
      <p:sp>
        <p:nvSpPr>
          <p:cNvPr id="5" name="pyramid-tier-2">
            <a:extLst xmlns:a="http://schemas.openxmlformats.org/drawingml/2006/main">
              <a:ext uri="{FF2B5EF4-FFF2-40B4-BE49-F238E27FC236}">
                <a16:creationId xmlns:a16="http://schemas.microsoft.com/office/drawing/2014/main" id="{1DFF808F-3A5C-4842-8DDA-74D9E25D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2892" y="4641847"/>
            <a:ext cx="4563027" cy="1282703"/>
          </a:xfrm>
          <a:custGeom xmlns:a="http://schemas.openxmlformats.org/drawingml/2006/main">
            <a:pathLst>
              <a:path w="4563027" h="1282703">
                <a:moveTo>
                  <a:pt x="568233" y="0"/>
                </a:moveTo>
                <a:lnTo>
                  <a:pt x="613277" y="0"/>
                </a:lnTo>
                <a:lnTo>
                  <a:pt x="658311" y="0"/>
                </a:lnTo>
                <a:lnTo>
                  <a:pt x="703355" y="0"/>
                </a:lnTo>
                <a:lnTo>
                  <a:pt x="748389" y="0"/>
                </a:lnTo>
                <a:lnTo>
                  <a:pt x="793433" y="0"/>
                </a:lnTo>
                <a:lnTo>
                  <a:pt x="838467" y="0"/>
                </a:lnTo>
                <a:lnTo>
                  <a:pt x="883510" y="0"/>
                </a:lnTo>
                <a:lnTo>
                  <a:pt x="928554" y="0"/>
                </a:lnTo>
                <a:lnTo>
                  <a:pt x="973588" y="0"/>
                </a:lnTo>
                <a:lnTo>
                  <a:pt x="1018632" y="0"/>
                </a:lnTo>
                <a:lnTo>
                  <a:pt x="1063666" y="0"/>
                </a:lnTo>
                <a:lnTo>
                  <a:pt x="1108710" y="0"/>
                </a:lnTo>
                <a:lnTo>
                  <a:pt x="1153744" y="0"/>
                </a:lnTo>
                <a:lnTo>
                  <a:pt x="1198788" y="0"/>
                </a:lnTo>
                <a:lnTo>
                  <a:pt x="1243832" y="0"/>
                </a:lnTo>
                <a:lnTo>
                  <a:pt x="1288866" y="0"/>
                </a:lnTo>
                <a:lnTo>
                  <a:pt x="1333910" y="0"/>
                </a:lnTo>
                <a:lnTo>
                  <a:pt x="1378944" y="0"/>
                </a:lnTo>
                <a:lnTo>
                  <a:pt x="1423988" y="0"/>
                </a:lnTo>
                <a:lnTo>
                  <a:pt x="1469022" y="0"/>
                </a:lnTo>
                <a:lnTo>
                  <a:pt x="1514065" y="0"/>
                </a:lnTo>
                <a:lnTo>
                  <a:pt x="1559109" y="0"/>
                </a:lnTo>
                <a:lnTo>
                  <a:pt x="1604143" y="0"/>
                </a:lnTo>
                <a:lnTo>
                  <a:pt x="1649187" y="0"/>
                </a:lnTo>
                <a:lnTo>
                  <a:pt x="1694221" y="0"/>
                </a:lnTo>
                <a:lnTo>
                  <a:pt x="1739265" y="0"/>
                </a:lnTo>
                <a:lnTo>
                  <a:pt x="1784299" y="0"/>
                </a:lnTo>
                <a:lnTo>
                  <a:pt x="1829343" y="0"/>
                </a:lnTo>
                <a:lnTo>
                  <a:pt x="1874387" y="0"/>
                </a:lnTo>
                <a:lnTo>
                  <a:pt x="1919421" y="0"/>
                </a:lnTo>
                <a:lnTo>
                  <a:pt x="1964465" y="0"/>
                </a:lnTo>
                <a:lnTo>
                  <a:pt x="2009499" y="0"/>
                </a:lnTo>
                <a:lnTo>
                  <a:pt x="2054543" y="0"/>
                </a:lnTo>
                <a:lnTo>
                  <a:pt x="2099577" y="0"/>
                </a:lnTo>
                <a:lnTo>
                  <a:pt x="2144620" y="0"/>
                </a:lnTo>
                <a:lnTo>
                  <a:pt x="2189664" y="0"/>
                </a:lnTo>
                <a:lnTo>
                  <a:pt x="2234698" y="0"/>
                </a:lnTo>
                <a:lnTo>
                  <a:pt x="2279742" y="0"/>
                </a:lnTo>
                <a:lnTo>
                  <a:pt x="2324776" y="0"/>
                </a:lnTo>
                <a:lnTo>
                  <a:pt x="2369820" y="0"/>
                </a:lnTo>
                <a:lnTo>
                  <a:pt x="2414854" y="0"/>
                </a:lnTo>
                <a:lnTo>
                  <a:pt x="2459898" y="0"/>
                </a:lnTo>
                <a:lnTo>
                  <a:pt x="2504942" y="0"/>
                </a:lnTo>
                <a:lnTo>
                  <a:pt x="2549976" y="0"/>
                </a:lnTo>
                <a:lnTo>
                  <a:pt x="2595020" y="0"/>
                </a:lnTo>
                <a:lnTo>
                  <a:pt x="2640054" y="0"/>
                </a:lnTo>
                <a:lnTo>
                  <a:pt x="2685098" y="0"/>
                </a:lnTo>
                <a:lnTo>
                  <a:pt x="2730132" y="0"/>
                </a:lnTo>
                <a:lnTo>
                  <a:pt x="2775175" y="0"/>
                </a:lnTo>
                <a:lnTo>
                  <a:pt x="2820219" y="0"/>
                </a:lnTo>
                <a:lnTo>
                  <a:pt x="2865253" y="0"/>
                </a:lnTo>
                <a:lnTo>
                  <a:pt x="2910297" y="0"/>
                </a:lnTo>
                <a:lnTo>
                  <a:pt x="2955331" y="0"/>
                </a:lnTo>
                <a:lnTo>
                  <a:pt x="3000375" y="0"/>
                </a:lnTo>
                <a:lnTo>
                  <a:pt x="3045409" y="0"/>
                </a:lnTo>
                <a:lnTo>
                  <a:pt x="3090453" y="0"/>
                </a:lnTo>
                <a:lnTo>
                  <a:pt x="3135497" y="0"/>
                </a:lnTo>
                <a:lnTo>
                  <a:pt x="3180531" y="0"/>
                </a:lnTo>
                <a:lnTo>
                  <a:pt x="3225575" y="0"/>
                </a:lnTo>
                <a:lnTo>
                  <a:pt x="3270609" y="0"/>
                </a:lnTo>
                <a:lnTo>
                  <a:pt x="3315653" y="0"/>
                </a:lnTo>
                <a:lnTo>
                  <a:pt x="3360687" y="0"/>
                </a:lnTo>
                <a:lnTo>
                  <a:pt x="3405730" y="0"/>
                </a:lnTo>
                <a:lnTo>
                  <a:pt x="3450774" y="0"/>
                </a:lnTo>
                <a:lnTo>
                  <a:pt x="3495808" y="0"/>
                </a:lnTo>
                <a:lnTo>
                  <a:pt x="3540852" y="0"/>
                </a:lnTo>
                <a:lnTo>
                  <a:pt x="3585886" y="0"/>
                </a:lnTo>
                <a:lnTo>
                  <a:pt x="3630930" y="0"/>
                </a:lnTo>
                <a:lnTo>
                  <a:pt x="3675964" y="0"/>
                </a:lnTo>
                <a:lnTo>
                  <a:pt x="3721008" y="0"/>
                </a:lnTo>
                <a:lnTo>
                  <a:pt x="3766042" y="0"/>
                </a:lnTo>
                <a:lnTo>
                  <a:pt x="3811086" y="0"/>
                </a:lnTo>
                <a:lnTo>
                  <a:pt x="3856130" y="0"/>
                </a:lnTo>
                <a:lnTo>
                  <a:pt x="3901164" y="0"/>
                </a:lnTo>
                <a:lnTo>
                  <a:pt x="3946208" y="0"/>
                </a:lnTo>
                <a:lnTo>
                  <a:pt x="3991242" y="0"/>
                </a:lnTo>
                <a:lnTo>
                  <a:pt x="4013130" y="35671"/>
                </a:lnTo>
                <a:lnTo>
                  <a:pt x="4031456" y="76810"/>
                </a:lnTo>
                <a:lnTo>
                  <a:pt x="4049782" y="117948"/>
                </a:lnTo>
                <a:lnTo>
                  <a:pt x="4068118" y="159096"/>
                </a:lnTo>
                <a:lnTo>
                  <a:pt x="4086444" y="200235"/>
                </a:lnTo>
                <a:lnTo>
                  <a:pt x="4104780" y="241373"/>
                </a:lnTo>
                <a:lnTo>
                  <a:pt x="4123106" y="282521"/>
                </a:lnTo>
                <a:lnTo>
                  <a:pt x="4141441" y="323659"/>
                </a:lnTo>
                <a:lnTo>
                  <a:pt x="4159768" y="364798"/>
                </a:lnTo>
                <a:lnTo>
                  <a:pt x="4178094" y="405936"/>
                </a:lnTo>
                <a:lnTo>
                  <a:pt x="4196429" y="447084"/>
                </a:lnTo>
                <a:lnTo>
                  <a:pt x="4214755" y="488223"/>
                </a:lnTo>
                <a:lnTo>
                  <a:pt x="4233091" y="529361"/>
                </a:lnTo>
                <a:lnTo>
                  <a:pt x="4251417" y="570500"/>
                </a:lnTo>
                <a:lnTo>
                  <a:pt x="4269743" y="611648"/>
                </a:lnTo>
                <a:lnTo>
                  <a:pt x="4288079" y="652786"/>
                </a:lnTo>
                <a:lnTo>
                  <a:pt x="4306405" y="693925"/>
                </a:lnTo>
                <a:lnTo>
                  <a:pt x="4324741" y="735063"/>
                </a:lnTo>
                <a:lnTo>
                  <a:pt x="4343067" y="776211"/>
                </a:lnTo>
                <a:lnTo>
                  <a:pt x="4361402" y="817350"/>
                </a:lnTo>
                <a:lnTo>
                  <a:pt x="4379728" y="858488"/>
                </a:lnTo>
                <a:lnTo>
                  <a:pt x="4398054" y="899627"/>
                </a:lnTo>
                <a:lnTo>
                  <a:pt x="4416390" y="940775"/>
                </a:lnTo>
                <a:lnTo>
                  <a:pt x="4434716" y="981913"/>
                </a:lnTo>
                <a:lnTo>
                  <a:pt x="4453052" y="1023052"/>
                </a:lnTo>
                <a:lnTo>
                  <a:pt x="4471378" y="1064190"/>
                </a:lnTo>
                <a:lnTo>
                  <a:pt x="4489714" y="1105338"/>
                </a:lnTo>
                <a:lnTo>
                  <a:pt x="4508040" y="1146477"/>
                </a:lnTo>
                <a:lnTo>
                  <a:pt x="4526366" y="1187615"/>
                </a:lnTo>
                <a:lnTo>
                  <a:pt x="4544701" y="1228754"/>
                </a:lnTo>
                <a:lnTo>
                  <a:pt x="4563027" y="1269902"/>
                </a:lnTo>
                <a:lnTo>
                  <a:pt x="4537710" y="1282703"/>
                </a:lnTo>
                <a:lnTo>
                  <a:pt x="4492666" y="1282703"/>
                </a:lnTo>
                <a:lnTo>
                  <a:pt x="4447632" y="1282703"/>
                </a:lnTo>
                <a:lnTo>
                  <a:pt x="4402588" y="1282703"/>
                </a:lnTo>
                <a:lnTo>
                  <a:pt x="4357554" y="1282703"/>
                </a:lnTo>
                <a:lnTo>
                  <a:pt x="4312510" y="1282703"/>
                </a:lnTo>
                <a:lnTo>
                  <a:pt x="4267467" y="1282703"/>
                </a:lnTo>
                <a:lnTo>
                  <a:pt x="4222433" y="1282703"/>
                </a:lnTo>
                <a:lnTo>
                  <a:pt x="4177389" y="1282703"/>
                </a:lnTo>
                <a:lnTo>
                  <a:pt x="4132355" y="1282703"/>
                </a:lnTo>
                <a:lnTo>
                  <a:pt x="4087311" y="1282703"/>
                </a:lnTo>
                <a:lnTo>
                  <a:pt x="4042277" y="1282703"/>
                </a:lnTo>
                <a:lnTo>
                  <a:pt x="3997233" y="1282703"/>
                </a:lnTo>
                <a:lnTo>
                  <a:pt x="3952189" y="1282703"/>
                </a:lnTo>
                <a:lnTo>
                  <a:pt x="3907155" y="1282703"/>
                </a:lnTo>
                <a:lnTo>
                  <a:pt x="3862111" y="1282703"/>
                </a:lnTo>
                <a:lnTo>
                  <a:pt x="3817077" y="1282703"/>
                </a:lnTo>
                <a:lnTo>
                  <a:pt x="3772033" y="1282703"/>
                </a:lnTo>
                <a:lnTo>
                  <a:pt x="3726999" y="1282703"/>
                </a:lnTo>
                <a:lnTo>
                  <a:pt x="3681955" y="1282703"/>
                </a:lnTo>
                <a:lnTo>
                  <a:pt x="3636921" y="1282703"/>
                </a:lnTo>
                <a:lnTo>
                  <a:pt x="3591878" y="1282703"/>
                </a:lnTo>
                <a:lnTo>
                  <a:pt x="3546834" y="1282703"/>
                </a:lnTo>
                <a:lnTo>
                  <a:pt x="3501800" y="1282703"/>
                </a:lnTo>
                <a:lnTo>
                  <a:pt x="3456756" y="1282703"/>
                </a:lnTo>
                <a:lnTo>
                  <a:pt x="3411722" y="1282703"/>
                </a:lnTo>
                <a:lnTo>
                  <a:pt x="3366678" y="1282703"/>
                </a:lnTo>
                <a:lnTo>
                  <a:pt x="3321644" y="1282703"/>
                </a:lnTo>
                <a:lnTo>
                  <a:pt x="3276600" y="1282703"/>
                </a:lnTo>
                <a:lnTo>
                  <a:pt x="3231556" y="1282703"/>
                </a:lnTo>
                <a:lnTo>
                  <a:pt x="3186522" y="1282703"/>
                </a:lnTo>
                <a:lnTo>
                  <a:pt x="3141478" y="1282703"/>
                </a:lnTo>
                <a:lnTo>
                  <a:pt x="3096444" y="1282703"/>
                </a:lnTo>
                <a:lnTo>
                  <a:pt x="3051400" y="1282703"/>
                </a:lnTo>
                <a:lnTo>
                  <a:pt x="3006366" y="1282703"/>
                </a:lnTo>
                <a:lnTo>
                  <a:pt x="2961323" y="1282703"/>
                </a:lnTo>
                <a:lnTo>
                  <a:pt x="2916279" y="1282703"/>
                </a:lnTo>
                <a:lnTo>
                  <a:pt x="2871245" y="1282703"/>
                </a:lnTo>
                <a:lnTo>
                  <a:pt x="2826201" y="1282703"/>
                </a:lnTo>
                <a:lnTo>
                  <a:pt x="2781167" y="1282703"/>
                </a:lnTo>
                <a:lnTo>
                  <a:pt x="2736123" y="1282703"/>
                </a:lnTo>
                <a:lnTo>
                  <a:pt x="2691089" y="1282703"/>
                </a:lnTo>
                <a:lnTo>
                  <a:pt x="2646045" y="1282703"/>
                </a:lnTo>
                <a:lnTo>
                  <a:pt x="2601001" y="1282703"/>
                </a:lnTo>
                <a:lnTo>
                  <a:pt x="2555967" y="1282703"/>
                </a:lnTo>
                <a:lnTo>
                  <a:pt x="2510923" y="1282703"/>
                </a:lnTo>
                <a:lnTo>
                  <a:pt x="2465889" y="1282703"/>
                </a:lnTo>
                <a:lnTo>
                  <a:pt x="2420845" y="1282703"/>
                </a:lnTo>
                <a:lnTo>
                  <a:pt x="2375811" y="1282703"/>
                </a:lnTo>
                <a:lnTo>
                  <a:pt x="2330768" y="1282703"/>
                </a:lnTo>
                <a:lnTo>
                  <a:pt x="2285724" y="1282703"/>
                </a:lnTo>
                <a:lnTo>
                  <a:pt x="2240690" y="1282703"/>
                </a:lnTo>
                <a:lnTo>
                  <a:pt x="2195646" y="1282703"/>
                </a:lnTo>
                <a:lnTo>
                  <a:pt x="2150612" y="1282703"/>
                </a:lnTo>
                <a:lnTo>
                  <a:pt x="2105568" y="1282703"/>
                </a:lnTo>
                <a:lnTo>
                  <a:pt x="2060534" y="1282703"/>
                </a:lnTo>
                <a:lnTo>
                  <a:pt x="2015490" y="1282703"/>
                </a:lnTo>
                <a:lnTo>
                  <a:pt x="1970446" y="1282703"/>
                </a:lnTo>
                <a:lnTo>
                  <a:pt x="1925412" y="1282703"/>
                </a:lnTo>
                <a:lnTo>
                  <a:pt x="1880368" y="1282703"/>
                </a:lnTo>
                <a:lnTo>
                  <a:pt x="1835334" y="1282703"/>
                </a:lnTo>
                <a:lnTo>
                  <a:pt x="1790290" y="1282703"/>
                </a:lnTo>
                <a:lnTo>
                  <a:pt x="1745256" y="1282703"/>
                </a:lnTo>
                <a:lnTo>
                  <a:pt x="1700213" y="1282703"/>
                </a:lnTo>
                <a:lnTo>
                  <a:pt x="1655169" y="1282703"/>
                </a:lnTo>
                <a:lnTo>
                  <a:pt x="1610135" y="1282703"/>
                </a:lnTo>
                <a:lnTo>
                  <a:pt x="1565091" y="1282703"/>
                </a:lnTo>
                <a:lnTo>
                  <a:pt x="1520057" y="1282703"/>
                </a:lnTo>
                <a:lnTo>
                  <a:pt x="1475013" y="1282703"/>
                </a:lnTo>
                <a:lnTo>
                  <a:pt x="1429979" y="1282703"/>
                </a:lnTo>
                <a:lnTo>
                  <a:pt x="1384935" y="1282703"/>
                </a:lnTo>
                <a:lnTo>
                  <a:pt x="1339891" y="1282703"/>
                </a:lnTo>
                <a:lnTo>
                  <a:pt x="1294857" y="1282703"/>
                </a:lnTo>
                <a:lnTo>
                  <a:pt x="1249813" y="1282703"/>
                </a:lnTo>
                <a:lnTo>
                  <a:pt x="1204779" y="1282703"/>
                </a:lnTo>
                <a:lnTo>
                  <a:pt x="1159735" y="1282703"/>
                </a:lnTo>
                <a:lnTo>
                  <a:pt x="1114701" y="1282703"/>
                </a:lnTo>
                <a:lnTo>
                  <a:pt x="1069658" y="1282703"/>
                </a:lnTo>
                <a:lnTo>
                  <a:pt x="1024614" y="1282703"/>
                </a:lnTo>
                <a:lnTo>
                  <a:pt x="979580" y="1282703"/>
                </a:lnTo>
                <a:lnTo>
                  <a:pt x="934536" y="1282703"/>
                </a:lnTo>
                <a:lnTo>
                  <a:pt x="889502" y="1282703"/>
                </a:lnTo>
                <a:lnTo>
                  <a:pt x="844458" y="1282703"/>
                </a:lnTo>
                <a:lnTo>
                  <a:pt x="799424" y="1282703"/>
                </a:lnTo>
                <a:lnTo>
                  <a:pt x="754380" y="1282703"/>
                </a:lnTo>
                <a:lnTo>
                  <a:pt x="709346" y="1282703"/>
                </a:lnTo>
                <a:lnTo>
                  <a:pt x="664302" y="1282703"/>
                </a:lnTo>
                <a:lnTo>
                  <a:pt x="619258" y="1282703"/>
                </a:lnTo>
                <a:lnTo>
                  <a:pt x="574224" y="1282703"/>
                </a:lnTo>
                <a:lnTo>
                  <a:pt x="529180" y="1282703"/>
                </a:lnTo>
                <a:lnTo>
                  <a:pt x="484146" y="1282703"/>
                </a:lnTo>
                <a:lnTo>
                  <a:pt x="439103" y="1282703"/>
                </a:lnTo>
                <a:lnTo>
                  <a:pt x="394059" y="1282703"/>
                </a:lnTo>
                <a:lnTo>
                  <a:pt x="349025" y="1282703"/>
                </a:lnTo>
                <a:lnTo>
                  <a:pt x="303981" y="1282703"/>
                </a:lnTo>
                <a:lnTo>
                  <a:pt x="258947" y="1282703"/>
                </a:lnTo>
                <a:lnTo>
                  <a:pt x="213903" y="1282703"/>
                </a:lnTo>
                <a:lnTo>
                  <a:pt x="168869" y="1282703"/>
                </a:lnTo>
                <a:lnTo>
                  <a:pt x="123825" y="1282703"/>
                </a:lnTo>
                <a:lnTo>
                  <a:pt x="78781" y="1282703"/>
                </a:lnTo>
                <a:lnTo>
                  <a:pt x="33747" y="1282703"/>
                </a:lnTo>
                <a:lnTo>
                  <a:pt x="0" y="1275369"/>
                </a:lnTo>
                <a:lnTo>
                  <a:pt x="18326" y="1234230"/>
                </a:lnTo>
                <a:lnTo>
                  <a:pt x="36662" y="1193082"/>
                </a:lnTo>
                <a:lnTo>
                  <a:pt x="54988" y="1151944"/>
                </a:lnTo>
                <a:lnTo>
                  <a:pt x="73323" y="1110806"/>
                </a:lnTo>
                <a:lnTo>
                  <a:pt x="91650" y="1069667"/>
                </a:lnTo>
                <a:lnTo>
                  <a:pt x="109985" y="1028519"/>
                </a:lnTo>
                <a:lnTo>
                  <a:pt x="128311" y="987381"/>
                </a:lnTo>
                <a:lnTo>
                  <a:pt x="146637" y="946242"/>
                </a:lnTo>
                <a:lnTo>
                  <a:pt x="164973" y="905104"/>
                </a:lnTo>
                <a:lnTo>
                  <a:pt x="183299" y="863956"/>
                </a:lnTo>
                <a:lnTo>
                  <a:pt x="201635" y="822817"/>
                </a:lnTo>
                <a:lnTo>
                  <a:pt x="219961" y="781679"/>
                </a:lnTo>
                <a:lnTo>
                  <a:pt x="238287" y="740540"/>
                </a:lnTo>
                <a:lnTo>
                  <a:pt x="256623" y="699392"/>
                </a:lnTo>
                <a:lnTo>
                  <a:pt x="274949" y="658254"/>
                </a:lnTo>
                <a:lnTo>
                  <a:pt x="293284" y="617115"/>
                </a:lnTo>
                <a:lnTo>
                  <a:pt x="311610" y="575977"/>
                </a:lnTo>
                <a:lnTo>
                  <a:pt x="329946" y="534829"/>
                </a:lnTo>
                <a:lnTo>
                  <a:pt x="348272" y="493690"/>
                </a:lnTo>
                <a:lnTo>
                  <a:pt x="366598" y="452552"/>
                </a:lnTo>
                <a:lnTo>
                  <a:pt x="384934" y="411413"/>
                </a:lnTo>
                <a:lnTo>
                  <a:pt x="403260" y="370265"/>
                </a:lnTo>
                <a:lnTo>
                  <a:pt x="421596" y="329127"/>
                </a:lnTo>
                <a:lnTo>
                  <a:pt x="439922" y="287988"/>
                </a:lnTo>
                <a:lnTo>
                  <a:pt x="458257" y="246850"/>
                </a:lnTo>
                <a:lnTo>
                  <a:pt x="476583" y="205702"/>
                </a:lnTo>
                <a:lnTo>
                  <a:pt x="494909" y="164563"/>
                </a:lnTo>
                <a:lnTo>
                  <a:pt x="513245" y="123425"/>
                </a:lnTo>
                <a:lnTo>
                  <a:pt x="531571" y="82286"/>
                </a:lnTo>
                <a:lnTo>
                  <a:pt x="549907" y="41138"/>
                </a:lnTo>
                <a:lnTo>
                  <a:pt x="568233" y="0"/>
                </a:lnTo>
                <a:close/>
              </a:path>
            </a:pathLst>
          </a:custGeom>
          <a:solidFill xmlns:a="http://schemas.openxmlformats.org/drawingml/2006/main">
            <a:srgbClr val="2585D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" name="pyramid-tier-title-2">
            <a:extLst xmlns:a="http://schemas.openxmlformats.org/drawingml/2006/main">
              <a:ext uri="{FF2B5EF4-FFF2-40B4-BE49-F238E27FC236}">
                <a16:creationId xmlns:a16="http://schemas.microsoft.com/office/drawing/2014/main" id="{D97464C1-B592-48FE-B509-E6AE02B1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5122469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执行层</a:t>
            </a:r>
          </a:p>
        </p:txBody>
      </p:sp>
      <p:sp>
        <p:nvSpPr>
          <p:cNvPr id="7" name="pyramid-note-0">
            <a:extLst xmlns:a="http://schemas.openxmlformats.org/drawingml/2006/main">
              <a:ext uri="{FF2B5EF4-FFF2-40B4-BE49-F238E27FC236}">
                <a16:creationId xmlns:a16="http://schemas.microsoft.com/office/drawing/2014/main" id="{5425E3EA-7D3B-415A-AB99-EBF22100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1924050"/>
            <a:ext cx="5619750" cy="1282598"/>
          </a:xfrm>
          <a:prstGeom xmlns:a="http://schemas.openxmlformats.org/drawingml/2006/main" prst="roundRect">
            <a:avLst>
              <a:gd name="adj" fmla="val 8912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8" name="pyramid-note-title-0">
            <a:extLst xmlns:a="http://schemas.openxmlformats.org/drawingml/2006/main">
              <a:ext uri="{FF2B5EF4-FFF2-40B4-BE49-F238E27FC236}">
                <a16:creationId xmlns:a16="http://schemas.microsoft.com/office/drawing/2014/main" id="{0D11CBD5-009C-49B0-AE3A-E5C2AAB0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规则层</a:t>
            </a:r>
          </a:p>
        </p:txBody>
      </p:sp>
      <p:sp>
        <p:nvSpPr>
          <p:cNvPr id="9" name="pyramid-note-body-0">
            <a:extLst xmlns:a="http://schemas.openxmlformats.org/drawingml/2006/main">
              <a:ext uri="{FF2B5EF4-FFF2-40B4-BE49-F238E27FC236}">
                <a16:creationId xmlns:a16="http://schemas.microsoft.com/office/drawing/2014/main" id="{24FEDD3E-3C51-4FF8-A562-F628D64D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2019300"/>
            <a:ext cx="3609975" cy="11111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把经验沉淀为稳定规则</a:t>
            </a:r>
          </a:p>
        </p:txBody>
      </p:sp>
      <p:sp>
        <p:nvSpPr>
          <p:cNvPr id="10" name="pyramid-note-1">
            <a:extLst xmlns:a="http://schemas.openxmlformats.org/drawingml/2006/main">
              <a:ext uri="{FF2B5EF4-FFF2-40B4-BE49-F238E27FC236}">
                <a16:creationId xmlns:a16="http://schemas.microsoft.com/office/drawing/2014/main" id="{D27CE294-6E06-45DA-A4CC-88090AA7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3282848"/>
            <a:ext cx="5619750" cy="1282751"/>
          </a:xfrm>
          <a:prstGeom xmlns:a="http://schemas.openxmlformats.org/drawingml/2006/main" prst="roundRect">
            <a:avLst>
              <a:gd name="adj" fmla="val 8911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1" name="pyramid-note-title-1">
            <a:extLst xmlns:a="http://schemas.openxmlformats.org/drawingml/2006/main">
              <a:ext uri="{FF2B5EF4-FFF2-40B4-BE49-F238E27FC236}">
                <a16:creationId xmlns:a16="http://schemas.microsoft.com/office/drawing/2014/main" id="{77BB5310-C7CF-4BD1-A59E-CE67D6F0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3378098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能力层</a:t>
            </a:r>
          </a:p>
        </p:txBody>
      </p:sp>
      <p:sp>
        <p:nvSpPr>
          <p:cNvPr id="12" name="pyramid-note-body-1">
            <a:extLst xmlns:a="http://schemas.openxmlformats.org/drawingml/2006/main">
              <a:ext uri="{FF2B5EF4-FFF2-40B4-BE49-F238E27FC236}">
                <a16:creationId xmlns:a16="http://schemas.microsoft.com/office/drawing/2014/main" id="{35AEF364-9F35-4F64-9B9E-6084D0504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3378098"/>
            <a:ext cx="3609975" cy="1111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提供可复用组件和工具</a:t>
            </a:r>
          </a:p>
        </p:txBody>
      </p:sp>
      <p:sp>
        <p:nvSpPr>
          <p:cNvPr id="13" name="pyramid-note-2">
            <a:extLst xmlns:a="http://schemas.openxmlformats.org/drawingml/2006/main">
              <a:ext uri="{FF2B5EF4-FFF2-40B4-BE49-F238E27FC236}">
                <a16:creationId xmlns:a16="http://schemas.microsoft.com/office/drawing/2014/main" id="{B0EAF294-0281-4001-AC26-B91CF63B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4641799"/>
            <a:ext cx="5619750" cy="1282751"/>
          </a:xfrm>
          <a:prstGeom xmlns:a="http://schemas.openxmlformats.org/drawingml/2006/main" prst="roundRect">
            <a:avLst>
              <a:gd name="adj" fmla="val 8911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4" name="pyramid-note-title-2">
            <a:extLst xmlns:a="http://schemas.openxmlformats.org/drawingml/2006/main">
              <a:ext uri="{FF2B5EF4-FFF2-40B4-BE49-F238E27FC236}">
                <a16:creationId xmlns:a16="http://schemas.microsoft.com/office/drawing/2014/main" id="{C48A822E-2C13-4450-9A51-4636D0FCA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4737049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执行层</a:t>
            </a:r>
          </a:p>
        </p:txBody>
      </p:sp>
      <p:sp>
        <p:nvSpPr>
          <p:cNvPr id="15" name="pyramid-note-body-2">
            <a:extLst xmlns:a="http://schemas.openxmlformats.org/drawingml/2006/main">
              <a:ext uri="{FF2B5EF4-FFF2-40B4-BE49-F238E27FC236}">
                <a16:creationId xmlns:a16="http://schemas.microsoft.com/office/drawing/2014/main" id="{9C9A5B87-0C72-49C2-81C5-DC070CB1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4737049"/>
            <a:ext cx="3609975" cy="1111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面向真实稿件稳定交付</a:t>
            </a:r>
          </a:p>
        </p:txBody>
      </p:sp>
    </p:spTree>
    <p:extLst>
      <p:ext uri="{BB962C8B-B14F-4D97-AF65-F5344CB8AC3E}">
        <p14:creationId xmlns:p14="http://schemas.microsoft.com/office/powerpoint/2010/main" val="3740397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pyramid-tier-0">
            <a:extLst xmlns:a="http://schemas.openxmlformats.org/drawingml/2006/main">
              <a:ext uri="{FF2B5EF4-FFF2-40B4-BE49-F238E27FC236}">
                <a16:creationId xmlns:a16="http://schemas.microsoft.com/office/drawing/2014/main" id="{DD337865-D598-4042-B1E6-0DD407EC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01529" y="1924050"/>
            <a:ext cx="1991763" cy="942975"/>
          </a:xfrm>
          <a:custGeom xmlns:a="http://schemas.openxmlformats.org/drawingml/2006/main">
            <a:pathLst>
              <a:path w="1991763" h="942975">
                <a:moveTo>
                  <a:pt x="422596" y="0"/>
                </a:moveTo>
                <a:lnTo>
                  <a:pt x="444322" y="0"/>
                </a:lnTo>
                <a:lnTo>
                  <a:pt x="466049" y="0"/>
                </a:lnTo>
                <a:lnTo>
                  <a:pt x="487785" y="0"/>
                </a:lnTo>
                <a:lnTo>
                  <a:pt x="509511" y="0"/>
                </a:lnTo>
                <a:lnTo>
                  <a:pt x="531238" y="0"/>
                </a:lnTo>
                <a:lnTo>
                  <a:pt x="552964" y="0"/>
                </a:lnTo>
                <a:lnTo>
                  <a:pt x="574700" y="0"/>
                </a:lnTo>
                <a:lnTo>
                  <a:pt x="596427" y="0"/>
                </a:lnTo>
                <a:lnTo>
                  <a:pt x="618153" y="0"/>
                </a:lnTo>
                <a:lnTo>
                  <a:pt x="639880" y="0"/>
                </a:lnTo>
                <a:lnTo>
                  <a:pt x="661616" y="0"/>
                </a:lnTo>
                <a:lnTo>
                  <a:pt x="683343" y="0"/>
                </a:lnTo>
                <a:lnTo>
                  <a:pt x="705069" y="0"/>
                </a:lnTo>
                <a:lnTo>
                  <a:pt x="726796" y="0"/>
                </a:lnTo>
                <a:lnTo>
                  <a:pt x="748522" y="0"/>
                </a:lnTo>
                <a:lnTo>
                  <a:pt x="770258" y="0"/>
                </a:lnTo>
                <a:lnTo>
                  <a:pt x="791985" y="0"/>
                </a:lnTo>
                <a:lnTo>
                  <a:pt x="813711" y="0"/>
                </a:lnTo>
                <a:lnTo>
                  <a:pt x="835438" y="0"/>
                </a:lnTo>
                <a:lnTo>
                  <a:pt x="857174" y="0"/>
                </a:lnTo>
                <a:lnTo>
                  <a:pt x="878900" y="0"/>
                </a:lnTo>
                <a:lnTo>
                  <a:pt x="900627" y="0"/>
                </a:lnTo>
                <a:lnTo>
                  <a:pt x="922353" y="0"/>
                </a:lnTo>
                <a:lnTo>
                  <a:pt x="944089" y="0"/>
                </a:lnTo>
                <a:lnTo>
                  <a:pt x="965816" y="0"/>
                </a:lnTo>
                <a:lnTo>
                  <a:pt x="987542" y="0"/>
                </a:lnTo>
                <a:lnTo>
                  <a:pt x="1009269" y="0"/>
                </a:lnTo>
                <a:lnTo>
                  <a:pt x="1030996" y="0"/>
                </a:lnTo>
                <a:lnTo>
                  <a:pt x="1052732" y="0"/>
                </a:lnTo>
                <a:lnTo>
                  <a:pt x="1074458" y="0"/>
                </a:lnTo>
                <a:lnTo>
                  <a:pt x="1096185" y="0"/>
                </a:lnTo>
                <a:lnTo>
                  <a:pt x="1117911" y="0"/>
                </a:lnTo>
                <a:lnTo>
                  <a:pt x="1139647" y="0"/>
                </a:lnTo>
                <a:lnTo>
                  <a:pt x="1161374" y="0"/>
                </a:lnTo>
                <a:lnTo>
                  <a:pt x="1183100" y="0"/>
                </a:lnTo>
                <a:lnTo>
                  <a:pt x="1204827" y="0"/>
                </a:lnTo>
                <a:lnTo>
                  <a:pt x="1226553" y="0"/>
                </a:lnTo>
                <a:lnTo>
                  <a:pt x="1248289" y="0"/>
                </a:lnTo>
                <a:lnTo>
                  <a:pt x="1270016" y="0"/>
                </a:lnTo>
                <a:lnTo>
                  <a:pt x="1291742" y="0"/>
                </a:lnTo>
                <a:lnTo>
                  <a:pt x="1313469" y="0"/>
                </a:lnTo>
                <a:lnTo>
                  <a:pt x="1335205" y="0"/>
                </a:lnTo>
                <a:lnTo>
                  <a:pt x="1356932" y="0"/>
                </a:lnTo>
                <a:lnTo>
                  <a:pt x="1378658" y="0"/>
                </a:lnTo>
                <a:lnTo>
                  <a:pt x="1400385" y="0"/>
                </a:lnTo>
                <a:lnTo>
                  <a:pt x="1422121" y="0"/>
                </a:lnTo>
                <a:lnTo>
                  <a:pt x="1443847" y="0"/>
                </a:lnTo>
                <a:lnTo>
                  <a:pt x="1465574" y="0"/>
                </a:lnTo>
                <a:lnTo>
                  <a:pt x="1487300" y="0"/>
                </a:lnTo>
                <a:lnTo>
                  <a:pt x="1509027" y="0"/>
                </a:lnTo>
                <a:lnTo>
                  <a:pt x="1530763" y="0"/>
                </a:lnTo>
                <a:lnTo>
                  <a:pt x="1552489" y="0"/>
                </a:lnTo>
                <a:lnTo>
                  <a:pt x="1569168" y="7849"/>
                </a:lnTo>
                <a:lnTo>
                  <a:pt x="1578159" y="27632"/>
                </a:lnTo>
                <a:lnTo>
                  <a:pt x="1587151" y="47406"/>
                </a:lnTo>
                <a:lnTo>
                  <a:pt x="1596142" y="67189"/>
                </a:lnTo>
                <a:lnTo>
                  <a:pt x="1605124" y="86973"/>
                </a:lnTo>
                <a:lnTo>
                  <a:pt x="1614116" y="106756"/>
                </a:lnTo>
                <a:lnTo>
                  <a:pt x="1623108" y="126540"/>
                </a:lnTo>
                <a:lnTo>
                  <a:pt x="1632099" y="146314"/>
                </a:lnTo>
                <a:lnTo>
                  <a:pt x="1641091" y="166097"/>
                </a:lnTo>
                <a:lnTo>
                  <a:pt x="1650082" y="185880"/>
                </a:lnTo>
                <a:lnTo>
                  <a:pt x="1659074" y="205664"/>
                </a:lnTo>
                <a:lnTo>
                  <a:pt x="1668066" y="225438"/>
                </a:lnTo>
                <a:lnTo>
                  <a:pt x="1677057" y="245221"/>
                </a:lnTo>
                <a:lnTo>
                  <a:pt x="1686049" y="265005"/>
                </a:lnTo>
                <a:lnTo>
                  <a:pt x="1695040" y="284788"/>
                </a:lnTo>
                <a:lnTo>
                  <a:pt x="1704032" y="304562"/>
                </a:lnTo>
                <a:lnTo>
                  <a:pt x="1713024" y="324345"/>
                </a:lnTo>
                <a:lnTo>
                  <a:pt x="1722015" y="344129"/>
                </a:lnTo>
                <a:lnTo>
                  <a:pt x="1731007" y="363912"/>
                </a:lnTo>
                <a:lnTo>
                  <a:pt x="1739998" y="383686"/>
                </a:lnTo>
                <a:lnTo>
                  <a:pt x="1748990" y="403469"/>
                </a:lnTo>
                <a:lnTo>
                  <a:pt x="1757982" y="423253"/>
                </a:lnTo>
                <a:lnTo>
                  <a:pt x="1766973" y="443036"/>
                </a:lnTo>
                <a:lnTo>
                  <a:pt x="1775965" y="462810"/>
                </a:lnTo>
                <a:lnTo>
                  <a:pt x="1784956" y="482594"/>
                </a:lnTo>
                <a:lnTo>
                  <a:pt x="1793948" y="502377"/>
                </a:lnTo>
                <a:lnTo>
                  <a:pt x="1802940" y="522161"/>
                </a:lnTo>
                <a:lnTo>
                  <a:pt x="1811931" y="541934"/>
                </a:lnTo>
                <a:lnTo>
                  <a:pt x="1820923" y="561718"/>
                </a:lnTo>
                <a:lnTo>
                  <a:pt x="1829914" y="581501"/>
                </a:lnTo>
                <a:lnTo>
                  <a:pt x="1838906" y="601285"/>
                </a:lnTo>
                <a:lnTo>
                  <a:pt x="1847898" y="621059"/>
                </a:lnTo>
                <a:lnTo>
                  <a:pt x="1856889" y="640842"/>
                </a:lnTo>
                <a:lnTo>
                  <a:pt x="1865881" y="660625"/>
                </a:lnTo>
                <a:lnTo>
                  <a:pt x="1874872" y="680409"/>
                </a:lnTo>
                <a:lnTo>
                  <a:pt x="1883864" y="700183"/>
                </a:lnTo>
                <a:lnTo>
                  <a:pt x="1892856" y="719966"/>
                </a:lnTo>
                <a:lnTo>
                  <a:pt x="1901847" y="739750"/>
                </a:lnTo>
                <a:lnTo>
                  <a:pt x="1910839" y="759533"/>
                </a:lnTo>
                <a:lnTo>
                  <a:pt x="1919830" y="779307"/>
                </a:lnTo>
                <a:lnTo>
                  <a:pt x="1928822" y="799090"/>
                </a:lnTo>
                <a:lnTo>
                  <a:pt x="1937814" y="818874"/>
                </a:lnTo>
                <a:lnTo>
                  <a:pt x="1946805" y="838657"/>
                </a:lnTo>
                <a:lnTo>
                  <a:pt x="1955797" y="858431"/>
                </a:lnTo>
                <a:lnTo>
                  <a:pt x="1964788" y="878215"/>
                </a:lnTo>
                <a:lnTo>
                  <a:pt x="1973780" y="897998"/>
                </a:lnTo>
                <a:lnTo>
                  <a:pt x="1982772" y="917781"/>
                </a:lnTo>
                <a:lnTo>
                  <a:pt x="1991763" y="937555"/>
                </a:lnTo>
                <a:lnTo>
                  <a:pt x="1978438" y="942975"/>
                </a:lnTo>
                <a:lnTo>
                  <a:pt x="1956711" y="942975"/>
                </a:lnTo>
                <a:lnTo>
                  <a:pt x="1934985" y="942975"/>
                </a:lnTo>
                <a:lnTo>
                  <a:pt x="1913258" y="942975"/>
                </a:lnTo>
                <a:lnTo>
                  <a:pt x="1891522" y="942975"/>
                </a:lnTo>
                <a:lnTo>
                  <a:pt x="1869796" y="942975"/>
                </a:lnTo>
                <a:lnTo>
                  <a:pt x="1848069" y="942975"/>
                </a:lnTo>
                <a:lnTo>
                  <a:pt x="1826343" y="942975"/>
                </a:lnTo>
                <a:lnTo>
                  <a:pt x="1804616" y="942975"/>
                </a:lnTo>
                <a:lnTo>
                  <a:pt x="1782880" y="942975"/>
                </a:lnTo>
                <a:lnTo>
                  <a:pt x="1761153" y="942975"/>
                </a:lnTo>
                <a:lnTo>
                  <a:pt x="1739427" y="942975"/>
                </a:lnTo>
                <a:lnTo>
                  <a:pt x="1717700" y="942975"/>
                </a:lnTo>
                <a:lnTo>
                  <a:pt x="1695964" y="942975"/>
                </a:lnTo>
                <a:lnTo>
                  <a:pt x="1674238" y="942975"/>
                </a:lnTo>
                <a:lnTo>
                  <a:pt x="1652511" y="942975"/>
                </a:lnTo>
                <a:lnTo>
                  <a:pt x="1630785" y="942975"/>
                </a:lnTo>
                <a:lnTo>
                  <a:pt x="1609049" y="942975"/>
                </a:lnTo>
                <a:lnTo>
                  <a:pt x="1587322" y="942975"/>
                </a:lnTo>
                <a:lnTo>
                  <a:pt x="1565596" y="942975"/>
                </a:lnTo>
                <a:lnTo>
                  <a:pt x="1543869" y="942975"/>
                </a:lnTo>
                <a:lnTo>
                  <a:pt x="1522143" y="942975"/>
                </a:lnTo>
                <a:lnTo>
                  <a:pt x="1500407" y="942975"/>
                </a:lnTo>
                <a:lnTo>
                  <a:pt x="1478680" y="942975"/>
                </a:lnTo>
                <a:lnTo>
                  <a:pt x="1456954" y="942975"/>
                </a:lnTo>
                <a:lnTo>
                  <a:pt x="1435227" y="942975"/>
                </a:lnTo>
                <a:lnTo>
                  <a:pt x="1413491" y="942975"/>
                </a:lnTo>
                <a:lnTo>
                  <a:pt x="1391764" y="942975"/>
                </a:lnTo>
                <a:lnTo>
                  <a:pt x="1370038" y="942975"/>
                </a:lnTo>
                <a:lnTo>
                  <a:pt x="1348311" y="942975"/>
                </a:lnTo>
                <a:lnTo>
                  <a:pt x="1326585" y="942975"/>
                </a:lnTo>
                <a:lnTo>
                  <a:pt x="1304849" y="942975"/>
                </a:lnTo>
                <a:lnTo>
                  <a:pt x="1283122" y="942975"/>
                </a:lnTo>
                <a:lnTo>
                  <a:pt x="1261396" y="942975"/>
                </a:lnTo>
                <a:lnTo>
                  <a:pt x="1239669" y="942975"/>
                </a:lnTo>
                <a:lnTo>
                  <a:pt x="1217933" y="942975"/>
                </a:lnTo>
                <a:lnTo>
                  <a:pt x="1196207" y="942975"/>
                </a:lnTo>
                <a:lnTo>
                  <a:pt x="1174480" y="942975"/>
                </a:lnTo>
                <a:lnTo>
                  <a:pt x="1152754" y="942975"/>
                </a:lnTo>
                <a:lnTo>
                  <a:pt x="1131018" y="942975"/>
                </a:lnTo>
                <a:lnTo>
                  <a:pt x="1109291" y="942975"/>
                </a:lnTo>
                <a:lnTo>
                  <a:pt x="1087565" y="942975"/>
                </a:lnTo>
                <a:lnTo>
                  <a:pt x="1065838" y="942975"/>
                </a:lnTo>
                <a:lnTo>
                  <a:pt x="1044111" y="942975"/>
                </a:lnTo>
                <a:lnTo>
                  <a:pt x="1022375" y="942975"/>
                </a:lnTo>
                <a:lnTo>
                  <a:pt x="1000649" y="942975"/>
                </a:lnTo>
                <a:lnTo>
                  <a:pt x="978922" y="942975"/>
                </a:lnTo>
                <a:lnTo>
                  <a:pt x="957196" y="942975"/>
                </a:lnTo>
                <a:lnTo>
                  <a:pt x="935460" y="942975"/>
                </a:lnTo>
                <a:lnTo>
                  <a:pt x="913733" y="942975"/>
                </a:lnTo>
                <a:lnTo>
                  <a:pt x="892007" y="942975"/>
                </a:lnTo>
                <a:lnTo>
                  <a:pt x="870280" y="942975"/>
                </a:lnTo>
                <a:lnTo>
                  <a:pt x="848544" y="942975"/>
                </a:lnTo>
                <a:lnTo>
                  <a:pt x="826818" y="942975"/>
                </a:lnTo>
                <a:lnTo>
                  <a:pt x="805091" y="942975"/>
                </a:lnTo>
                <a:lnTo>
                  <a:pt x="783365" y="942975"/>
                </a:lnTo>
                <a:lnTo>
                  <a:pt x="761638" y="942975"/>
                </a:lnTo>
                <a:lnTo>
                  <a:pt x="739902" y="942975"/>
                </a:lnTo>
                <a:lnTo>
                  <a:pt x="718175" y="942975"/>
                </a:lnTo>
                <a:lnTo>
                  <a:pt x="696449" y="942975"/>
                </a:lnTo>
                <a:lnTo>
                  <a:pt x="674722" y="942975"/>
                </a:lnTo>
                <a:lnTo>
                  <a:pt x="652986" y="942975"/>
                </a:lnTo>
                <a:lnTo>
                  <a:pt x="631260" y="942975"/>
                </a:lnTo>
                <a:lnTo>
                  <a:pt x="609533" y="942975"/>
                </a:lnTo>
                <a:lnTo>
                  <a:pt x="587807" y="942975"/>
                </a:lnTo>
                <a:lnTo>
                  <a:pt x="566080" y="942975"/>
                </a:lnTo>
                <a:lnTo>
                  <a:pt x="544344" y="942975"/>
                </a:lnTo>
                <a:lnTo>
                  <a:pt x="522618" y="942975"/>
                </a:lnTo>
                <a:lnTo>
                  <a:pt x="500891" y="942975"/>
                </a:lnTo>
                <a:lnTo>
                  <a:pt x="479165" y="942975"/>
                </a:lnTo>
                <a:lnTo>
                  <a:pt x="457429" y="942975"/>
                </a:lnTo>
                <a:lnTo>
                  <a:pt x="435702" y="942975"/>
                </a:lnTo>
                <a:lnTo>
                  <a:pt x="413976" y="942975"/>
                </a:lnTo>
                <a:lnTo>
                  <a:pt x="392249" y="942975"/>
                </a:lnTo>
                <a:lnTo>
                  <a:pt x="370513" y="942975"/>
                </a:lnTo>
                <a:lnTo>
                  <a:pt x="348786" y="942975"/>
                </a:lnTo>
                <a:lnTo>
                  <a:pt x="327060" y="942975"/>
                </a:lnTo>
                <a:lnTo>
                  <a:pt x="305333" y="942975"/>
                </a:lnTo>
                <a:lnTo>
                  <a:pt x="283607" y="942975"/>
                </a:lnTo>
                <a:lnTo>
                  <a:pt x="261871" y="942975"/>
                </a:lnTo>
                <a:lnTo>
                  <a:pt x="240144" y="942975"/>
                </a:lnTo>
                <a:lnTo>
                  <a:pt x="218418" y="942975"/>
                </a:lnTo>
                <a:lnTo>
                  <a:pt x="196691" y="942975"/>
                </a:lnTo>
                <a:lnTo>
                  <a:pt x="174955" y="942975"/>
                </a:lnTo>
                <a:lnTo>
                  <a:pt x="153229" y="942975"/>
                </a:lnTo>
                <a:lnTo>
                  <a:pt x="131502" y="942975"/>
                </a:lnTo>
                <a:lnTo>
                  <a:pt x="109776" y="942975"/>
                </a:lnTo>
                <a:lnTo>
                  <a:pt x="88040" y="942975"/>
                </a:lnTo>
                <a:lnTo>
                  <a:pt x="66313" y="942975"/>
                </a:lnTo>
                <a:lnTo>
                  <a:pt x="44587" y="942975"/>
                </a:lnTo>
                <a:lnTo>
                  <a:pt x="22860" y="942975"/>
                </a:lnTo>
                <a:lnTo>
                  <a:pt x="1133" y="942975"/>
                </a:lnTo>
                <a:lnTo>
                  <a:pt x="0" y="929707"/>
                </a:lnTo>
                <a:lnTo>
                  <a:pt x="8992" y="909933"/>
                </a:lnTo>
                <a:lnTo>
                  <a:pt x="17983" y="890149"/>
                </a:lnTo>
                <a:lnTo>
                  <a:pt x="26975" y="870366"/>
                </a:lnTo>
                <a:lnTo>
                  <a:pt x="35966" y="850583"/>
                </a:lnTo>
                <a:lnTo>
                  <a:pt x="44958" y="830809"/>
                </a:lnTo>
                <a:lnTo>
                  <a:pt x="53950" y="811025"/>
                </a:lnTo>
                <a:lnTo>
                  <a:pt x="62941" y="791242"/>
                </a:lnTo>
                <a:lnTo>
                  <a:pt x="71933" y="771458"/>
                </a:lnTo>
                <a:lnTo>
                  <a:pt x="80924" y="751684"/>
                </a:lnTo>
                <a:lnTo>
                  <a:pt x="89916" y="731901"/>
                </a:lnTo>
                <a:lnTo>
                  <a:pt x="98908" y="712118"/>
                </a:lnTo>
                <a:lnTo>
                  <a:pt x="107899" y="692334"/>
                </a:lnTo>
                <a:lnTo>
                  <a:pt x="116891" y="672560"/>
                </a:lnTo>
                <a:lnTo>
                  <a:pt x="125882" y="652777"/>
                </a:lnTo>
                <a:lnTo>
                  <a:pt x="134874" y="632993"/>
                </a:lnTo>
                <a:lnTo>
                  <a:pt x="143866" y="613210"/>
                </a:lnTo>
                <a:lnTo>
                  <a:pt x="152857" y="593436"/>
                </a:lnTo>
                <a:lnTo>
                  <a:pt x="161849" y="573653"/>
                </a:lnTo>
                <a:lnTo>
                  <a:pt x="170840" y="553869"/>
                </a:lnTo>
                <a:lnTo>
                  <a:pt x="179832" y="534086"/>
                </a:lnTo>
                <a:lnTo>
                  <a:pt x="188824" y="514312"/>
                </a:lnTo>
                <a:lnTo>
                  <a:pt x="197815" y="494528"/>
                </a:lnTo>
                <a:lnTo>
                  <a:pt x="206807" y="474745"/>
                </a:lnTo>
                <a:lnTo>
                  <a:pt x="215798" y="454962"/>
                </a:lnTo>
                <a:lnTo>
                  <a:pt x="224780" y="435188"/>
                </a:lnTo>
                <a:lnTo>
                  <a:pt x="233772" y="415404"/>
                </a:lnTo>
                <a:lnTo>
                  <a:pt x="242764" y="395621"/>
                </a:lnTo>
                <a:lnTo>
                  <a:pt x="251755" y="375837"/>
                </a:lnTo>
                <a:lnTo>
                  <a:pt x="260747" y="356064"/>
                </a:lnTo>
                <a:lnTo>
                  <a:pt x="269738" y="336280"/>
                </a:lnTo>
                <a:lnTo>
                  <a:pt x="278730" y="316497"/>
                </a:lnTo>
                <a:lnTo>
                  <a:pt x="287722" y="296713"/>
                </a:lnTo>
                <a:lnTo>
                  <a:pt x="296713" y="276939"/>
                </a:lnTo>
                <a:lnTo>
                  <a:pt x="305705" y="257156"/>
                </a:lnTo>
                <a:lnTo>
                  <a:pt x="314696" y="237373"/>
                </a:lnTo>
                <a:lnTo>
                  <a:pt x="323688" y="217589"/>
                </a:lnTo>
                <a:lnTo>
                  <a:pt x="332680" y="197815"/>
                </a:lnTo>
                <a:lnTo>
                  <a:pt x="341671" y="178032"/>
                </a:lnTo>
                <a:lnTo>
                  <a:pt x="350663" y="158248"/>
                </a:lnTo>
                <a:lnTo>
                  <a:pt x="359654" y="138465"/>
                </a:lnTo>
                <a:lnTo>
                  <a:pt x="368646" y="118691"/>
                </a:lnTo>
                <a:lnTo>
                  <a:pt x="377638" y="98908"/>
                </a:lnTo>
                <a:lnTo>
                  <a:pt x="386629" y="79124"/>
                </a:lnTo>
                <a:lnTo>
                  <a:pt x="395621" y="59341"/>
                </a:lnTo>
                <a:lnTo>
                  <a:pt x="404612" y="39557"/>
                </a:lnTo>
                <a:lnTo>
                  <a:pt x="413604" y="19783"/>
                </a:lnTo>
                <a:lnTo>
                  <a:pt x="422596" y="0"/>
                </a:lnTo>
                <a:close/>
              </a:path>
            </a:pathLst>
          </a:custGeom>
          <a:solidFill xmlns:a="http://schemas.openxmlformats.org/drawingml/2006/main">
            <a:srgbClr val="0E559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" name="pyramid-tier-title-0">
            <a:extLst xmlns:a="http://schemas.openxmlformats.org/drawingml/2006/main">
              <a:ext uri="{FF2B5EF4-FFF2-40B4-BE49-F238E27FC236}">
                <a16:creationId xmlns:a16="http://schemas.microsoft.com/office/drawing/2014/main" id="{143897E0-3884-4924-A01A-29D164B06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2234803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方向层</a:t>
            </a:r>
          </a:p>
        </p:txBody>
      </p:sp>
      <p:sp>
        <p:nvSpPr>
          <p:cNvPr id="3" name="pyramid-tier-1">
            <a:extLst xmlns:a="http://schemas.openxmlformats.org/drawingml/2006/main">
              <a:ext uri="{FF2B5EF4-FFF2-40B4-BE49-F238E27FC236}">
                <a16:creationId xmlns:a16="http://schemas.microsoft.com/office/drawing/2014/main" id="{52A8B4E2-C17F-4E05-9997-02BCFD17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670466" y="2943225"/>
            <a:ext cx="2852061" cy="942975"/>
          </a:xfrm>
          <a:custGeom xmlns:a="http://schemas.openxmlformats.org/drawingml/2006/main">
            <a:pathLst>
              <a:path w="2852061" h="942975">
                <a:moveTo>
                  <a:pt x="425034" y="0"/>
                </a:moveTo>
                <a:lnTo>
                  <a:pt x="453904" y="0"/>
                </a:lnTo>
                <a:lnTo>
                  <a:pt x="482784" y="0"/>
                </a:lnTo>
                <a:lnTo>
                  <a:pt x="511654" y="0"/>
                </a:lnTo>
                <a:lnTo>
                  <a:pt x="540525" y="0"/>
                </a:lnTo>
                <a:lnTo>
                  <a:pt x="569395" y="0"/>
                </a:lnTo>
                <a:lnTo>
                  <a:pt x="598275" y="0"/>
                </a:lnTo>
                <a:lnTo>
                  <a:pt x="627145" y="0"/>
                </a:lnTo>
                <a:lnTo>
                  <a:pt x="656015" y="0"/>
                </a:lnTo>
                <a:lnTo>
                  <a:pt x="684886" y="0"/>
                </a:lnTo>
                <a:lnTo>
                  <a:pt x="713765" y="0"/>
                </a:lnTo>
                <a:lnTo>
                  <a:pt x="742636" y="0"/>
                </a:lnTo>
                <a:lnTo>
                  <a:pt x="771506" y="0"/>
                </a:lnTo>
                <a:lnTo>
                  <a:pt x="800376" y="0"/>
                </a:lnTo>
                <a:lnTo>
                  <a:pt x="829247" y="0"/>
                </a:lnTo>
                <a:lnTo>
                  <a:pt x="858126" y="0"/>
                </a:lnTo>
                <a:lnTo>
                  <a:pt x="886997" y="0"/>
                </a:lnTo>
                <a:lnTo>
                  <a:pt x="915867" y="0"/>
                </a:lnTo>
                <a:lnTo>
                  <a:pt x="944737" y="0"/>
                </a:lnTo>
                <a:lnTo>
                  <a:pt x="973617" y="0"/>
                </a:lnTo>
                <a:lnTo>
                  <a:pt x="1002487" y="0"/>
                </a:lnTo>
                <a:lnTo>
                  <a:pt x="1031357" y="0"/>
                </a:lnTo>
                <a:lnTo>
                  <a:pt x="1060228" y="0"/>
                </a:lnTo>
                <a:lnTo>
                  <a:pt x="1089098" y="0"/>
                </a:lnTo>
                <a:lnTo>
                  <a:pt x="1117978" y="0"/>
                </a:lnTo>
                <a:lnTo>
                  <a:pt x="1146848" y="0"/>
                </a:lnTo>
                <a:lnTo>
                  <a:pt x="1175718" y="0"/>
                </a:lnTo>
                <a:lnTo>
                  <a:pt x="1204589" y="0"/>
                </a:lnTo>
                <a:lnTo>
                  <a:pt x="1233468" y="0"/>
                </a:lnTo>
                <a:lnTo>
                  <a:pt x="1262339" y="0"/>
                </a:lnTo>
                <a:lnTo>
                  <a:pt x="1291209" y="0"/>
                </a:lnTo>
                <a:lnTo>
                  <a:pt x="1320079" y="0"/>
                </a:lnTo>
                <a:lnTo>
                  <a:pt x="1348959" y="0"/>
                </a:lnTo>
                <a:lnTo>
                  <a:pt x="1377829" y="0"/>
                </a:lnTo>
                <a:lnTo>
                  <a:pt x="1406700" y="0"/>
                </a:lnTo>
                <a:lnTo>
                  <a:pt x="1435570" y="0"/>
                </a:lnTo>
                <a:lnTo>
                  <a:pt x="1464440" y="0"/>
                </a:lnTo>
                <a:lnTo>
                  <a:pt x="1493320" y="0"/>
                </a:lnTo>
                <a:lnTo>
                  <a:pt x="1522190" y="0"/>
                </a:lnTo>
                <a:lnTo>
                  <a:pt x="1551061" y="0"/>
                </a:lnTo>
                <a:lnTo>
                  <a:pt x="1579931" y="0"/>
                </a:lnTo>
                <a:lnTo>
                  <a:pt x="1608811" y="0"/>
                </a:lnTo>
                <a:lnTo>
                  <a:pt x="1637681" y="0"/>
                </a:lnTo>
                <a:lnTo>
                  <a:pt x="1666551" y="0"/>
                </a:lnTo>
                <a:lnTo>
                  <a:pt x="1695421" y="0"/>
                </a:lnTo>
                <a:lnTo>
                  <a:pt x="1724301" y="0"/>
                </a:lnTo>
                <a:lnTo>
                  <a:pt x="1753172" y="0"/>
                </a:lnTo>
                <a:lnTo>
                  <a:pt x="1782042" y="0"/>
                </a:lnTo>
                <a:lnTo>
                  <a:pt x="1810912" y="0"/>
                </a:lnTo>
                <a:lnTo>
                  <a:pt x="1839782" y="0"/>
                </a:lnTo>
                <a:lnTo>
                  <a:pt x="1868662" y="0"/>
                </a:lnTo>
                <a:lnTo>
                  <a:pt x="1897532" y="0"/>
                </a:lnTo>
                <a:lnTo>
                  <a:pt x="1926403" y="0"/>
                </a:lnTo>
                <a:lnTo>
                  <a:pt x="1955273" y="0"/>
                </a:lnTo>
                <a:lnTo>
                  <a:pt x="1984153" y="0"/>
                </a:lnTo>
                <a:lnTo>
                  <a:pt x="2013023" y="0"/>
                </a:lnTo>
                <a:lnTo>
                  <a:pt x="2041893" y="0"/>
                </a:lnTo>
                <a:lnTo>
                  <a:pt x="2070764" y="0"/>
                </a:lnTo>
                <a:lnTo>
                  <a:pt x="2099643" y="0"/>
                </a:lnTo>
                <a:lnTo>
                  <a:pt x="2128514" y="0"/>
                </a:lnTo>
                <a:lnTo>
                  <a:pt x="2157384" y="0"/>
                </a:lnTo>
                <a:lnTo>
                  <a:pt x="2186254" y="0"/>
                </a:lnTo>
                <a:lnTo>
                  <a:pt x="2215124" y="0"/>
                </a:lnTo>
                <a:lnTo>
                  <a:pt x="2244004" y="0"/>
                </a:lnTo>
                <a:lnTo>
                  <a:pt x="2272875" y="0"/>
                </a:lnTo>
                <a:lnTo>
                  <a:pt x="2301745" y="0"/>
                </a:lnTo>
                <a:lnTo>
                  <a:pt x="2330615" y="0"/>
                </a:lnTo>
                <a:lnTo>
                  <a:pt x="2359495" y="0"/>
                </a:lnTo>
                <a:lnTo>
                  <a:pt x="2388365" y="0"/>
                </a:lnTo>
                <a:lnTo>
                  <a:pt x="2417235" y="0"/>
                </a:lnTo>
                <a:lnTo>
                  <a:pt x="2433904" y="18955"/>
                </a:lnTo>
                <a:lnTo>
                  <a:pt x="2445849" y="45244"/>
                </a:lnTo>
                <a:lnTo>
                  <a:pt x="2457793" y="71523"/>
                </a:lnTo>
                <a:lnTo>
                  <a:pt x="2469747" y="97812"/>
                </a:lnTo>
                <a:lnTo>
                  <a:pt x="2481691" y="124092"/>
                </a:lnTo>
                <a:lnTo>
                  <a:pt x="2493635" y="150381"/>
                </a:lnTo>
                <a:lnTo>
                  <a:pt x="2505589" y="176660"/>
                </a:lnTo>
                <a:lnTo>
                  <a:pt x="2517534" y="202949"/>
                </a:lnTo>
                <a:lnTo>
                  <a:pt x="2529478" y="229229"/>
                </a:lnTo>
                <a:lnTo>
                  <a:pt x="2541432" y="255518"/>
                </a:lnTo>
                <a:lnTo>
                  <a:pt x="2553376" y="281797"/>
                </a:lnTo>
                <a:lnTo>
                  <a:pt x="2565321" y="308086"/>
                </a:lnTo>
                <a:lnTo>
                  <a:pt x="2577275" y="334366"/>
                </a:lnTo>
                <a:lnTo>
                  <a:pt x="2589219" y="360655"/>
                </a:lnTo>
                <a:lnTo>
                  <a:pt x="2601163" y="386934"/>
                </a:lnTo>
                <a:lnTo>
                  <a:pt x="2613117" y="413223"/>
                </a:lnTo>
                <a:lnTo>
                  <a:pt x="2625061" y="439512"/>
                </a:lnTo>
                <a:lnTo>
                  <a:pt x="2637006" y="465792"/>
                </a:lnTo>
                <a:lnTo>
                  <a:pt x="2648960" y="492081"/>
                </a:lnTo>
                <a:lnTo>
                  <a:pt x="2660904" y="518360"/>
                </a:lnTo>
                <a:lnTo>
                  <a:pt x="2672848" y="544649"/>
                </a:lnTo>
                <a:lnTo>
                  <a:pt x="2684802" y="570929"/>
                </a:lnTo>
                <a:lnTo>
                  <a:pt x="2696747" y="597218"/>
                </a:lnTo>
                <a:lnTo>
                  <a:pt x="2708691" y="623497"/>
                </a:lnTo>
                <a:lnTo>
                  <a:pt x="2720645" y="649786"/>
                </a:lnTo>
                <a:lnTo>
                  <a:pt x="2732589" y="676065"/>
                </a:lnTo>
                <a:lnTo>
                  <a:pt x="2744534" y="702354"/>
                </a:lnTo>
                <a:lnTo>
                  <a:pt x="2756487" y="728634"/>
                </a:lnTo>
                <a:lnTo>
                  <a:pt x="2768432" y="754923"/>
                </a:lnTo>
                <a:lnTo>
                  <a:pt x="2780376" y="781202"/>
                </a:lnTo>
                <a:lnTo>
                  <a:pt x="2792330" y="807491"/>
                </a:lnTo>
                <a:lnTo>
                  <a:pt x="2804274" y="833771"/>
                </a:lnTo>
                <a:lnTo>
                  <a:pt x="2816219" y="860060"/>
                </a:lnTo>
                <a:lnTo>
                  <a:pt x="2828173" y="886349"/>
                </a:lnTo>
                <a:lnTo>
                  <a:pt x="2840117" y="912628"/>
                </a:lnTo>
                <a:lnTo>
                  <a:pt x="2852061" y="938917"/>
                </a:lnTo>
                <a:lnTo>
                  <a:pt x="2829497" y="942975"/>
                </a:lnTo>
                <a:lnTo>
                  <a:pt x="2800626" y="942975"/>
                </a:lnTo>
                <a:lnTo>
                  <a:pt x="2771756" y="942975"/>
                </a:lnTo>
                <a:lnTo>
                  <a:pt x="2742886" y="942975"/>
                </a:lnTo>
                <a:lnTo>
                  <a:pt x="2714015" y="942975"/>
                </a:lnTo>
                <a:lnTo>
                  <a:pt x="2685136" y="942975"/>
                </a:lnTo>
                <a:lnTo>
                  <a:pt x="2656265" y="942975"/>
                </a:lnTo>
                <a:lnTo>
                  <a:pt x="2627395" y="942975"/>
                </a:lnTo>
                <a:lnTo>
                  <a:pt x="2598525" y="942975"/>
                </a:lnTo>
                <a:lnTo>
                  <a:pt x="2569645" y="942975"/>
                </a:lnTo>
                <a:lnTo>
                  <a:pt x="2540775" y="942975"/>
                </a:lnTo>
                <a:lnTo>
                  <a:pt x="2511904" y="942975"/>
                </a:lnTo>
                <a:lnTo>
                  <a:pt x="2483034" y="942975"/>
                </a:lnTo>
                <a:lnTo>
                  <a:pt x="2454154" y="942975"/>
                </a:lnTo>
                <a:lnTo>
                  <a:pt x="2425284" y="942975"/>
                </a:lnTo>
                <a:lnTo>
                  <a:pt x="2396414" y="942975"/>
                </a:lnTo>
                <a:lnTo>
                  <a:pt x="2367544" y="942975"/>
                </a:lnTo>
                <a:lnTo>
                  <a:pt x="2338673" y="942975"/>
                </a:lnTo>
                <a:lnTo>
                  <a:pt x="2309793" y="942975"/>
                </a:lnTo>
                <a:lnTo>
                  <a:pt x="2280923" y="942975"/>
                </a:lnTo>
                <a:lnTo>
                  <a:pt x="2252053" y="942975"/>
                </a:lnTo>
                <a:lnTo>
                  <a:pt x="2223183" y="942975"/>
                </a:lnTo>
                <a:lnTo>
                  <a:pt x="2194303" y="942975"/>
                </a:lnTo>
                <a:lnTo>
                  <a:pt x="2165433" y="942975"/>
                </a:lnTo>
                <a:lnTo>
                  <a:pt x="2136562" y="942975"/>
                </a:lnTo>
                <a:lnTo>
                  <a:pt x="2107692" y="942975"/>
                </a:lnTo>
                <a:lnTo>
                  <a:pt x="2078812" y="942975"/>
                </a:lnTo>
                <a:lnTo>
                  <a:pt x="2049942" y="942975"/>
                </a:lnTo>
                <a:lnTo>
                  <a:pt x="2021072" y="942975"/>
                </a:lnTo>
                <a:lnTo>
                  <a:pt x="1992201" y="942975"/>
                </a:lnTo>
                <a:lnTo>
                  <a:pt x="1963331" y="942975"/>
                </a:lnTo>
                <a:lnTo>
                  <a:pt x="1934451" y="942975"/>
                </a:lnTo>
                <a:lnTo>
                  <a:pt x="1905581" y="942975"/>
                </a:lnTo>
                <a:lnTo>
                  <a:pt x="1876711" y="942975"/>
                </a:lnTo>
                <a:lnTo>
                  <a:pt x="1847840" y="942975"/>
                </a:lnTo>
                <a:lnTo>
                  <a:pt x="1818961" y="942975"/>
                </a:lnTo>
                <a:lnTo>
                  <a:pt x="1790090" y="942975"/>
                </a:lnTo>
                <a:lnTo>
                  <a:pt x="1761220" y="942975"/>
                </a:lnTo>
                <a:lnTo>
                  <a:pt x="1732350" y="942975"/>
                </a:lnTo>
                <a:lnTo>
                  <a:pt x="1703480" y="942975"/>
                </a:lnTo>
                <a:lnTo>
                  <a:pt x="1674600" y="942975"/>
                </a:lnTo>
                <a:lnTo>
                  <a:pt x="1645730" y="942975"/>
                </a:lnTo>
                <a:lnTo>
                  <a:pt x="1616859" y="942975"/>
                </a:lnTo>
                <a:lnTo>
                  <a:pt x="1587989" y="942975"/>
                </a:lnTo>
                <a:lnTo>
                  <a:pt x="1559109" y="942975"/>
                </a:lnTo>
                <a:lnTo>
                  <a:pt x="1530239" y="942975"/>
                </a:lnTo>
                <a:lnTo>
                  <a:pt x="1501369" y="942975"/>
                </a:lnTo>
                <a:lnTo>
                  <a:pt x="1472498" y="942975"/>
                </a:lnTo>
                <a:lnTo>
                  <a:pt x="1443619" y="942975"/>
                </a:lnTo>
                <a:lnTo>
                  <a:pt x="1414748" y="942975"/>
                </a:lnTo>
                <a:lnTo>
                  <a:pt x="1385878" y="942975"/>
                </a:lnTo>
                <a:lnTo>
                  <a:pt x="1357008" y="942975"/>
                </a:lnTo>
                <a:lnTo>
                  <a:pt x="1328137" y="942975"/>
                </a:lnTo>
                <a:lnTo>
                  <a:pt x="1299258" y="942975"/>
                </a:lnTo>
                <a:lnTo>
                  <a:pt x="1270387" y="942975"/>
                </a:lnTo>
                <a:lnTo>
                  <a:pt x="1241517" y="942975"/>
                </a:lnTo>
                <a:lnTo>
                  <a:pt x="1212647" y="942975"/>
                </a:lnTo>
                <a:lnTo>
                  <a:pt x="1183767" y="942975"/>
                </a:lnTo>
                <a:lnTo>
                  <a:pt x="1154897" y="942975"/>
                </a:lnTo>
                <a:lnTo>
                  <a:pt x="1126026" y="942975"/>
                </a:lnTo>
                <a:lnTo>
                  <a:pt x="1097156" y="942975"/>
                </a:lnTo>
                <a:lnTo>
                  <a:pt x="1068276" y="942975"/>
                </a:lnTo>
                <a:lnTo>
                  <a:pt x="1039406" y="942975"/>
                </a:lnTo>
                <a:lnTo>
                  <a:pt x="1010536" y="942975"/>
                </a:lnTo>
                <a:lnTo>
                  <a:pt x="981666" y="942975"/>
                </a:lnTo>
                <a:lnTo>
                  <a:pt x="952795" y="942975"/>
                </a:lnTo>
                <a:lnTo>
                  <a:pt x="923915" y="942975"/>
                </a:lnTo>
                <a:lnTo>
                  <a:pt x="895045" y="942975"/>
                </a:lnTo>
                <a:lnTo>
                  <a:pt x="866175" y="942975"/>
                </a:lnTo>
                <a:lnTo>
                  <a:pt x="837305" y="942975"/>
                </a:lnTo>
                <a:lnTo>
                  <a:pt x="808425" y="942975"/>
                </a:lnTo>
                <a:lnTo>
                  <a:pt x="779555" y="942975"/>
                </a:lnTo>
                <a:lnTo>
                  <a:pt x="750684" y="942975"/>
                </a:lnTo>
                <a:lnTo>
                  <a:pt x="721814" y="942975"/>
                </a:lnTo>
                <a:lnTo>
                  <a:pt x="692944" y="942975"/>
                </a:lnTo>
                <a:lnTo>
                  <a:pt x="664064" y="942975"/>
                </a:lnTo>
                <a:lnTo>
                  <a:pt x="635194" y="942975"/>
                </a:lnTo>
                <a:lnTo>
                  <a:pt x="606323" y="942975"/>
                </a:lnTo>
                <a:lnTo>
                  <a:pt x="577453" y="942975"/>
                </a:lnTo>
                <a:lnTo>
                  <a:pt x="548573" y="942975"/>
                </a:lnTo>
                <a:lnTo>
                  <a:pt x="519703" y="942975"/>
                </a:lnTo>
                <a:lnTo>
                  <a:pt x="490833" y="942975"/>
                </a:lnTo>
                <a:lnTo>
                  <a:pt x="461963" y="942975"/>
                </a:lnTo>
                <a:lnTo>
                  <a:pt x="433083" y="942975"/>
                </a:lnTo>
                <a:lnTo>
                  <a:pt x="404212" y="942975"/>
                </a:lnTo>
                <a:lnTo>
                  <a:pt x="375342" y="942975"/>
                </a:lnTo>
                <a:lnTo>
                  <a:pt x="346472" y="942975"/>
                </a:lnTo>
                <a:lnTo>
                  <a:pt x="317602" y="942975"/>
                </a:lnTo>
                <a:lnTo>
                  <a:pt x="288722" y="942975"/>
                </a:lnTo>
                <a:lnTo>
                  <a:pt x="259852" y="942975"/>
                </a:lnTo>
                <a:lnTo>
                  <a:pt x="230981" y="942975"/>
                </a:lnTo>
                <a:lnTo>
                  <a:pt x="202111" y="942975"/>
                </a:lnTo>
                <a:lnTo>
                  <a:pt x="173231" y="942975"/>
                </a:lnTo>
                <a:lnTo>
                  <a:pt x="144361" y="942975"/>
                </a:lnTo>
                <a:lnTo>
                  <a:pt x="115491" y="942975"/>
                </a:lnTo>
                <a:lnTo>
                  <a:pt x="86620" y="942975"/>
                </a:lnTo>
                <a:lnTo>
                  <a:pt x="57750" y="942975"/>
                </a:lnTo>
                <a:lnTo>
                  <a:pt x="28870" y="942975"/>
                </a:lnTo>
                <a:lnTo>
                  <a:pt x="0" y="942975"/>
                </a:lnTo>
                <a:lnTo>
                  <a:pt x="6877" y="919963"/>
                </a:lnTo>
                <a:lnTo>
                  <a:pt x="18821" y="893674"/>
                </a:lnTo>
                <a:lnTo>
                  <a:pt x="30766" y="867385"/>
                </a:lnTo>
                <a:lnTo>
                  <a:pt x="42720" y="841105"/>
                </a:lnTo>
                <a:lnTo>
                  <a:pt x="54664" y="814816"/>
                </a:lnTo>
                <a:lnTo>
                  <a:pt x="66608" y="788537"/>
                </a:lnTo>
                <a:lnTo>
                  <a:pt x="78562" y="762248"/>
                </a:lnTo>
                <a:lnTo>
                  <a:pt x="90507" y="735968"/>
                </a:lnTo>
                <a:lnTo>
                  <a:pt x="102451" y="709679"/>
                </a:lnTo>
                <a:lnTo>
                  <a:pt x="114405" y="683400"/>
                </a:lnTo>
                <a:lnTo>
                  <a:pt x="126349" y="657111"/>
                </a:lnTo>
                <a:lnTo>
                  <a:pt x="138293" y="630831"/>
                </a:lnTo>
                <a:lnTo>
                  <a:pt x="150247" y="604542"/>
                </a:lnTo>
                <a:lnTo>
                  <a:pt x="162192" y="578263"/>
                </a:lnTo>
                <a:lnTo>
                  <a:pt x="174136" y="551974"/>
                </a:lnTo>
                <a:lnTo>
                  <a:pt x="186090" y="525694"/>
                </a:lnTo>
                <a:lnTo>
                  <a:pt x="198034" y="499405"/>
                </a:lnTo>
                <a:lnTo>
                  <a:pt x="209979" y="473126"/>
                </a:lnTo>
                <a:lnTo>
                  <a:pt x="221933" y="446837"/>
                </a:lnTo>
                <a:lnTo>
                  <a:pt x="233877" y="420548"/>
                </a:lnTo>
                <a:lnTo>
                  <a:pt x="245821" y="394268"/>
                </a:lnTo>
                <a:lnTo>
                  <a:pt x="257775" y="367979"/>
                </a:lnTo>
                <a:lnTo>
                  <a:pt x="269719" y="341700"/>
                </a:lnTo>
                <a:lnTo>
                  <a:pt x="281664" y="315411"/>
                </a:lnTo>
                <a:lnTo>
                  <a:pt x="293618" y="289131"/>
                </a:lnTo>
                <a:lnTo>
                  <a:pt x="305562" y="262842"/>
                </a:lnTo>
                <a:lnTo>
                  <a:pt x="317506" y="236563"/>
                </a:lnTo>
                <a:lnTo>
                  <a:pt x="329460" y="210274"/>
                </a:lnTo>
                <a:lnTo>
                  <a:pt x="341405" y="183994"/>
                </a:lnTo>
                <a:lnTo>
                  <a:pt x="353349" y="157705"/>
                </a:lnTo>
                <a:lnTo>
                  <a:pt x="365303" y="131426"/>
                </a:lnTo>
                <a:lnTo>
                  <a:pt x="377247" y="105137"/>
                </a:lnTo>
                <a:lnTo>
                  <a:pt x="389192" y="78857"/>
                </a:lnTo>
                <a:lnTo>
                  <a:pt x="401145" y="52568"/>
                </a:lnTo>
                <a:lnTo>
                  <a:pt x="413090" y="26289"/>
                </a:lnTo>
                <a:lnTo>
                  <a:pt x="425034" y="0"/>
                </a:lnTo>
                <a:close/>
              </a:path>
            </a:pathLst>
          </a:custGeom>
          <a:solidFill xmlns:a="http://schemas.openxmlformats.org/drawingml/2006/main">
            <a:srgbClr val="176FC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" name="pyramid-tier-title-1">
            <a:extLst xmlns:a="http://schemas.openxmlformats.org/drawingml/2006/main">
              <a:ext uri="{FF2B5EF4-FFF2-40B4-BE49-F238E27FC236}">
                <a16:creationId xmlns:a16="http://schemas.microsoft.com/office/drawing/2014/main" id="{693EBDD5-3CC1-402C-B3A1-4D0D2B18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8438" y="3253978"/>
            <a:ext cx="704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规则层</a:t>
            </a:r>
          </a:p>
        </p:txBody>
      </p:sp>
      <p:sp>
        <p:nvSpPr>
          <p:cNvPr id="5" name="pyramid-tier-2">
            <a:extLst xmlns:a="http://schemas.openxmlformats.org/drawingml/2006/main">
              <a:ext uri="{FF2B5EF4-FFF2-40B4-BE49-F238E27FC236}">
                <a16:creationId xmlns:a16="http://schemas.microsoft.com/office/drawing/2014/main" id="{1E3F5312-3909-49B6-A05F-69B7515F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246899" y="3962400"/>
            <a:ext cx="3704625" cy="942975"/>
          </a:xfrm>
          <a:custGeom xmlns:a="http://schemas.openxmlformats.org/drawingml/2006/main">
            <a:pathLst>
              <a:path w="3704625" h="942975">
                <a:moveTo>
                  <a:pt x="419976" y="0"/>
                </a:moveTo>
                <a:lnTo>
                  <a:pt x="455990" y="0"/>
                </a:lnTo>
                <a:lnTo>
                  <a:pt x="492004" y="0"/>
                </a:lnTo>
                <a:lnTo>
                  <a:pt x="528018" y="0"/>
                </a:lnTo>
                <a:lnTo>
                  <a:pt x="564042" y="0"/>
                </a:lnTo>
                <a:lnTo>
                  <a:pt x="600056" y="0"/>
                </a:lnTo>
                <a:lnTo>
                  <a:pt x="636070" y="0"/>
                </a:lnTo>
                <a:lnTo>
                  <a:pt x="672084" y="0"/>
                </a:lnTo>
                <a:lnTo>
                  <a:pt x="708108" y="0"/>
                </a:lnTo>
                <a:lnTo>
                  <a:pt x="744122" y="0"/>
                </a:lnTo>
                <a:lnTo>
                  <a:pt x="780136" y="0"/>
                </a:lnTo>
                <a:lnTo>
                  <a:pt x="816150" y="0"/>
                </a:lnTo>
                <a:lnTo>
                  <a:pt x="852173" y="0"/>
                </a:lnTo>
                <a:lnTo>
                  <a:pt x="888187" y="0"/>
                </a:lnTo>
                <a:lnTo>
                  <a:pt x="924201" y="0"/>
                </a:lnTo>
                <a:lnTo>
                  <a:pt x="960215" y="0"/>
                </a:lnTo>
                <a:lnTo>
                  <a:pt x="996229" y="0"/>
                </a:lnTo>
                <a:lnTo>
                  <a:pt x="1032253" y="0"/>
                </a:lnTo>
                <a:lnTo>
                  <a:pt x="1068267" y="0"/>
                </a:lnTo>
                <a:lnTo>
                  <a:pt x="1104281" y="0"/>
                </a:lnTo>
                <a:lnTo>
                  <a:pt x="1140295" y="0"/>
                </a:lnTo>
                <a:lnTo>
                  <a:pt x="1176318" y="0"/>
                </a:lnTo>
                <a:lnTo>
                  <a:pt x="1212332" y="0"/>
                </a:lnTo>
                <a:lnTo>
                  <a:pt x="1248347" y="0"/>
                </a:lnTo>
                <a:lnTo>
                  <a:pt x="1284361" y="0"/>
                </a:lnTo>
                <a:lnTo>
                  <a:pt x="1320384" y="0"/>
                </a:lnTo>
                <a:lnTo>
                  <a:pt x="1356398" y="0"/>
                </a:lnTo>
                <a:lnTo>
                  <a:pt x="1392412" y="0"/>
                </a:lnTo>
                <a:lnTo>
                  <a:pt x="1428426" y="0"/>
                </a:lnTo>
                <a:lnTo>
                  <a:pt x="1464440" y="0"/>
                </a:lnTo>
                <a:lnTo>
                  <a:pt x="1500464" y="0"/>
                </a:lnTo>
                <a:lnTo>
                  <a:pt x="1536478" y="0"/>
                </a:lnTo>
                <a:lnTo>
                  <a:pt x="1572492" y="0"/>
                </a:lnTo>
                <a:lnTo>
                  <a:pt x="1608506" y="0"/>
                </a:lnTo>
                <a:lnTo>
                  <a:pt x="1644529" y="0"/>
                </a:lnTo>
                <a:lnTo>
                  <a:pt x="1680543" y="0"/>
                </a:lnTo>
                <a:lnTo>
                  <a:pt x="1716557" y="0"/>
                </a:lnTo>
                <a:lnTo>
                  <a:pt x="1752571" y="0"/>
                </a:lnTo>
                <a:lnTo>
                  <a:pt x="1788585" y="0"/>
                </a:lnTo>
                <a:lnTo>
                  <a:pt x="1824609" y="0"/>
                </a:lnTo>
                <a:lnTo>
                  <a:pt x="1860623" y="0"/>
                </a:lnTo>
                <a:lnTo>
                  <a:pt x="1896637" y="0"/>
                </a:lnTo>
                <a:lnTo>
                  <a:pt x="1932651" y="0"/>
                </a:lnTo>
                <a:lnTo>
                  <a:pt x="1968675" y="0"/>
                </a:lnTo>
                <a:lnTo>
                  <a:pt x="2004689" y="0"/>
                </a:lnTo>
                <a:lnTo>
                  <a:pt x="2040703" y="0"/>
                </a:lnTo>
                <a:lnTo>
                  <a:pt x="2076717" y="0"/>
                </a:lnTo>
                <a:lnTo>
                  <a:pt x="2112740" y="0"/>
                </a:lnTo>
                <a:lnTo>
                  <a:pt x="2148754" y="0"/>
                </a:lnTo>
                <a:lnTo>
                  <a:pt x="2184768" y="0"/>
                </a:lnTo>
                <a:lnTo>
                  <a:pt x="2220782" y="0"/>
                </a:lnTo>
                <a:lnTo>
                  <a:pt x="2256796" y="0"/>
                </a:lnTo>
                <a:lnTo>
                  <a:pt x="2292820" y="0"/>
                </a:lnTo>
                <a:lnTo>
                  <a:pt x="2328834" y="0"/>
                </a:lnTo>
                <a:lnTo>
                  <a:pt x="2364848" y="0"/>
                </a:lnTo>
                <a:lnTo>
                  <a:pt x="2400862" y="0"/>
                </a:lnTo>
                <a:lnTo>
                  <a:pt x="2436886" y="0"/>
                </a:lnTo>
                <a:lnTo>
                  <a:pt x="2472900" y="0"/>
                </a:lnTo>
                <a:lnTo>
                  <a:pt x="2508914" y="0"/>
                </a:lnTo>
                <a:lnTo>
                  <a:pt x="2544928" y="0"/>
                </a:lnTo>
                <a:lnTo>
                  <a:pt x="2580951" y="0"/>
                </a:lnTo>
                <a:lnTo>
                  <a:pt x="2616965" y="0"/>
                </a:lnTo>
                <a:lnTo>
                  <a:pt x="2652979" y="0"/>
                </a:lnTo>
                <a:lnTo>
                  <a:pt x="2688993" y="0"/>
                </a:lnTo>
                <a:lnTo>
                  <a:pt x="2725007" y="0"/>
                </a:lnTo>
                <a:lnTo>
                  <a:pt x="2761031" y="0"/>
                </a:lnTo>
                <a:lnTo>
                  <a:pt x="2797045" y="0"/>
                </a:lnTo>
                <a:lnTo>
                  <a:pt x="2833059" y="0"/>
                </a:lnTo>
                <a:lnTo>
                  <a:pt x="2869073" y="0"/>
                </a:lnTo>
                <a:lnTo>
                  <a:pt x="2905096" y="0"/>
                </a:lnTo>
                <a:lnTo>
                  <a:pt x="2941110" y="0"/>
                </a:lnTo>
                <a:lnTo>
                  <a:pt x="2977124" y="0"/>
                </a:lnTo>
                <a:lnTo>
                  <a:pt x="3013138" y="0"/>
                </a:lnTo>
                <a:lnTo>
                  <a:pt x="3049153" y="0"/>
                </a:lnTo>
                <a:lnTo>
                  <a:pt x="3085176" y="0"/>
                </a:lnTo>
                <a:lnTo>
                  <a:pt x="3121190" y="0"/>
                </a:lnTo>
                <a:lnTo>
                  <a:pt x="3157204" y="0"/>
                </a:lnTo>
                <a:lnTo>
                  <a:pt x="3193218" y="0"/>
                </a:lnTo>
                <a:lnTo>
                  <a:pt x="3229242" y="0"/>
                </a:lnTo>
                <a:lnTo>
                  <a:pt x="3265256" y="0"/>
                </a:lnTo>
                <a:lnTo>
                  <a:pt x="3287325" y="21660"/>
                </a:lnTo>
                <a:lnTo>
                  <a:pt x="3302222" y="54454"/>
                </a:lnTo>
                <a:lnTo>
                  <a:pt x="3317129" y="87239"/>
                </a:lnTo>
                <a:lnTo>
                  <a:pt x="3332036" y="120025"/>
                </a:lnTo>
                <a:lnTo>
                  <a:pt x="3346933" y="152819"/>
                </a:lnTo>
                <a:lnTo>
                  <a:pt x="3361839" y="185604"/>
                </a:lnTo>
                <a:lnTo>
                  <a:pt x="3376746" y="218389"/>
                </a:lnTo>
                <a:lnTo>
                  <a:pt x="3391643" y="251174"/>
                </a:lnTo>
                <a:lnTo>
                  <a:pt x="3406550" y="283969"/>
                </a:lnTo>
                <a:lnTo>
                  <a:pt x="3421456" y="316754"/>
                </a:lnTo>
                <a:lnTo>
                  <a:pt x="3436353" y="349539"/>
                </a:lnTo>
                <a:lnTo>
                  <a:pt x="3451260" y="382334"/>
                </a:lnTo>
                <a:lnTo>
                  <a:pt x="3466167" y="415119"/>
                </a:lnTo>
                <a:lnTo>
                  <a:pt x="3481064" y="447904"/>
                </a:lnTo>
                <a:lnTo>
                  <a:pt x="3495970" y="480698"/>
                </a:lnTo>
                <a:lnTo>
                  <a:pt x="3510877" y="513483"/>
                </a:lnTo>
                <a:lnTo>
                  <a:pt x="3525784" y="546268"/>
                </a:lnTo>
                <a:lnTo>
                  <a:pt x="3540681" y="579063"/>
                </a:lnTo>
                <a:lnTo>
                  <a:pt x="3555587" y="611848"/>
                </a:lnTo>
                <a:lnTo>
                  <a:pt x="3570494" y="644633"/>
                </a:lnTo>
                <a:lnTo>
                  <a:pt x="3585391" y="677418"/>
                </a:lnTo>
                <a:lnTo>
                  <a:pt x="3600298" y="710213"/>
                </a:lnTo>
                <a:lnTo>
                  <a:pt x="3615204" y="742998"/>
                </a:lnTo>
                <a:lnTo>
                  <a:pt x="3630101" y="775783"/>
                </a:lnTo>
                <a:lnTo>
                  <a:pt x="3645008" y="808577"/>
                </a:lnTo>
                <a:lnTo>
                  <a:pt x="3659915" y="841362"/>
                </a:lnTo>
                <a:lnTo>
                  <a:pt x="3674812" y="874147"/>
                </a:lnTo>
                <a:lnTo>
                  <a:pt x="3689718" y="906942"/>
                </a:lnTo>
                <a:lnTo>
                  <a:pt x="3704625" y="939727"/>
                </a:lnTo>
                <a:lnTo>
                  <a:pt x="3673650" y="942975"/>
                </a:lnTo>
                <a:lnTo>
                  <a:pt x="3637636" y="942975"/>
                </a:lnTo>
                <a:lnTo>
                  <a:pt x="3601622" y="942975"/>
                </a:lnTo>
                <a:lnTo>
                  <a:pt x="3565608" y="942975"/>
                </a:lnTo>
                <a:lnTo>
                  <a:pt x="3529584" y="942975"/>
                </a:lnTo>
                <a:lnTo>
                  <a:pt x="3493570" y="942975"/>
                </a:lnTo>
                <a:lnTo>
                  <a:pt x="3457556" y="942975"/>
                </a:lnTo>
                <a:lnTo>
                  <a:pt x="3421542" y="942975"/>
                </a:lnTo>
                <a:lnTo>
                  <a:pt x="3385518" y="942975"/>
                </a:lnTo>
                <a:lnTo>
                  <a:pt x="3349504" y="942975"/>
                </a:lnTo>
                <a:lnTo>
                  <a:pt x="3313490" y="942975"/>
                </a:lnTo>
                <a:lnTo>
                  <a:pt x="3277476" y="942975"/>
                </a:lnTo>
                <a:lnTo>
                  <a:pt x="3241462" y="942975"/>
                </a:lnTo>
                <a:lnTo>
                  <a:pt x="3205439" y="942975"/>
                </a:lnTo>
                <a:lnTo>
                  <a:pt x="3169425" y="942975"/>
                </a:lnTo>
                <a:lnTo>
                  <a:pt x="3133411" y="942975"/>
                </a:lnTo>
                <a:lnTo>
                  <a:pt x="3097397" y="942975"/>
                </a:lnTo>
                <a:lnTo>
                  <a:pt x="3061373" y="942975"/>
                </a:lnTo>
                <a:lnTo>
                  <a:pt x="3025359" y="942975"/>
                </a:lnTo>
                <a:lnTo>
                  <a:pt x="2989345" y="942975"/>
                </a:lnTo>
                <a:lnTo>
                  <a:pt x="2953331" y="942975"/>
                </a:lnTo>
                <a:lnTo>
                  <a:pt x="2917317" y="942975"/>
                </a:lnTo>
                <a:lnTo>
                  <a:pt x="2881293" y="942975"/>
                </a:lnTo>
                <a:lnTo>
                  <a:pt x="2845279" y="942975"/>
                </a:lnTo>
                <a:lnTo>
                  <a:pt x="2809265" y="942975"/>
                </a:lnTo>
                <a:lnTo>
                  <a:pt x="2773251" y="942975"/>
                </a:lnTo>
                <a:lnTo>
                  <a:pt x="2737228" y="942975"/>
                </a:lnTo>
                <a:lnTo>
                  <a:pt x="2701214" y="942975"/>
                </a:lnTo>
                <a:lnTo>
                  <a:pt x="2665200" y="942975"/>
                </a:lnTo>
                <a:lnTo>
                  <a:pt x="2629186" y="942975"/>
                </a:lnTo>
                <a:lnTo>
                  <a:pt x="2593162" y="942975"/>
                </a:lnTo>
                <a:lnTo>
                  <a:pt x="2557148" y="942975"/>
                </a:lnTo>
                <a:lnTo>
                  <a:pt x="2521134" y="942975"/>
                </a:lnTo>
                <a:lnTo>
                  <a:pt x="2485120" y="942975"/>
                </a:lnTo>
                <a:lnTo>
                  <a:pt x="2449106" y="942975"/>
                </a:lnTo>
                <a:lnTo>
                  <a:pt x="2413083" y="942975"/>
                </a:lnTo>
                <a:lnTo>
                  <a:pt x="2377069" y="942975"/>
                </a:lnTo>
                <a:lnTo>
                  <a:pt x="2341055" y="942975"/>
                </a:lnTo>
                <a:lnTo>
                  <a:pt x="2305040" y="942975"/>
                </a:lnTo>
                <a:lnTo>
                  <a:pt x="2269017" y="942975"/>
                </a:lnTo>
                <a:lnTo>
                  <a:pt x="2233003" y="942975"/>
                </a:lnTo>
                <a:lnTo>
                  <a:pt x="2196989" y="942975"/>
                </a:lnTo>
                <a:lnTo>
                  <a:pt x="2160975" y="942975"/>
                </a:lnTo>
                <a:lnTo>
                  <a:pt x="2124951" y="942975"/>
                </a:lnTo>
                <a:lnTo>
                  <a:pt x="2088937" y="942975"/>
                </a:lnTo>
                <a:lnTo>
                  <a:pt x="2052923" y="942975"/>
                </a:lnTo>
                <a:lnTo>
                  <a:pt x="2016909" y="942975"/>
                </a:lnTo>
                <a:lnTo>
                  <a:pt x="1980895" y="942975"/>
                </a:lnTo>
                <a:lnTo>
                  <a:pt x="1944872" y="942975"/>
                </a:lnTo>
                <a:lnTo>
                  <a:pt x="1908858" y="942975"/>
                </a:lnTo>
                <a:lnTo>
                  <a:pt x="1872844" y="942975"/>
                </a:lnTo>
                <a:lnTo>
                  <a:pt x="1836830" y="942975"/>
                </a:lnTo>
                <a:lnTo>
                  <a:pt x="1800806" y="942975"/>
                </a:lnTo>
                <a:lnTo>
                  <a:pt x="1764792" y="942975"/>
                </a:lnTo>
                <a:lnTo>
                  <a:pt x="1728778" y="942975"/>
                </a:lnTo>
                <a:lnTo>
                  <a:pt x="1692764" y="942975"/>
                </a:lnTo>
                <a:lnTo>
                  <a:pt x="1656750" y="942975"/>
                </a:lnTo>
                <a:lnTo>
                  <a:pt x="1620726" y="942975"/>
                </a:lnTo>
                <a:lnTo>
                  <a:pt x="1584712" y="942975"/>
                </a:lnTo>
                <a:lnTo>
                  <a:pt x="1548698" y="942975"/>
                </a:lnTo>
                <a:lnTo>
                  <a:pt x="1512684" y="942975"/>
                </a:lnTo>
                <a:lnTo>
                  <a:pt x="1476661" y="942975"/>
                </a:lnTo>
                <a:lnTo>
                  <a:pt x="1440647" y="942975"/>
                </a:lnTo>
                <a:lnTo>
                  <a:pt x="1404633" y="942975"/>
                </a:lnTo>
                <a:lnTo>
                  <a:pt x="1368619" y="942975"/>
                </a:lnTo>
                <a:lnTo>
                  <a:pt x="1332595" y="942975"/>
                </a:lnTo>
                <a:lnTo>
                  <a:pt x="1296581" y="942975"/>
                </a:lnTo>
                <a:lnTo>
                  <a:pt x="1260567" y="942975"/>
                </a:lnTo>
                <a:lnTo>
                  <a:pt x="1224553" y="942975"/>
                </a:lnTo>
                <a:lnTo>
                  <a:pt x="1188539" y="942975"/>
                </a:lnTo>
                <a:lnTo>
                  <a:pt x="1152515" y="942975"/>
                </a:lnTo>
                <a:lnTo>
                  <a:pt x="1116501" y="942975"/>
                </a:lnTo>
                <a:lnTo>
                  <a:pt x="1080487" y="942975"/>
                </a:lnTo>
                <a:lnTo>
                  <a:pt x="1044473" y="942975"/>
                </a:lnTo>
                <a:lnTo>
                  <a:pt x="1008450" y="942975"/>
                </a:lnTo>
                <a:lnTo>
                  <a:pt x="972436" y="942975"/>
                </a:lnTo>
                <a:lnTo>
                  <a:pt x="936422" y="942975"/>
                </a:lnTo>
                <a:lnTo>
                  <a:pt x="900408" y="942975"/>
                </a:lnTo>
                <a:lnTo>
                  <a:pt x="864384" y="942975"/>
                </a:lnTo>
                <a:lnTo>
                  <a:pt x="828370" y="942975"/>
                </a:lnTo>
                <a:lnTo>
                  <a:pt x="792356" y="942975"/>
                </a:lnTo>
                <a:lnTo>
                  <a:pt x="756342" y="942975"/>
                </a:lnTo>
                <a:lnTo>
                  <a:pt x="720328" y="942975"/>
                </a:lnTo>
                <a:lnTo>
                  <a:pt x="684305" y="942975"/>
                </a:lnTo>
                <a:lnTo>
                  <a:pt x="648291" y="942975"/>
                </a:lnTo>
                <a:lnTo>
                  <a:pt x="612277" y="942975"/>
                </a:lnTo>
                <a:lnTo>
                  <a:pt x="576263" y="942975"/>
                </a:lnTo>
                <a:lnTo>
                  <a:pt x="540239" y="942975"/>
                </a:lnTo>
                <a:lnTo>
                  <a:pt x="504225" y="942975"/>
                </a:lnTo>
                <a:lnTo>
                  <a:pt x="468211" y="942975"/>
                </a:lnTo>
                <a:lnTo>
                  <a:pt x="432197" y="942975"/>
                </a:lnTo>
                <a:lnTo>
                  <a:pt x="396183" y="942975"/>
                </a:lnTo>
                <a:lnTo>
                  <a:pt x="360159" y="942975"/>
                </a:lnTo>
                <a:lnTo>
                  <a:pt x="324145" y="942975"/>
                </a:lnTo>
                <a:lnTo>
                  <a:pt x="288131" y="942975"/>
                </a:lnTo>
                <a:lnTo>
                  <a:pt x="252117" y="942975"/>
                </a:lnTo>
                <a:lnTo>
                  <a:pt x="216094" y="942975"/>
                </a:lnTo>
                <a:lnTo>
                  <a:pt x="180080" y="942975"/>
                </a:lnTo>
                <a:lnTo>
                  <a:pt x="144066" y="942975"/>
                </a:lnTo>
                <a:lnTo>
                  <a:pt x="108052" y="942975"/>
                </a:lnTo>
                <a:lnTo>
                  <a:pt x="72028" y="942975"/>
                </a:lnTo>
                <a:lnTo>
                  <a:pt x="36014" y="942975"/>
                </a:lnTo>
                <a:lnTo>
                  <a:pt x="0" y="942975"/>
                </a:lnTo>
                <a:lnTo>
                  <a:pt x="2677" y="918058"/>
                </a:lnTo>
                <a:lnTo>
                  <a:pt x="17574" y="885273"/>
                </a:lnTo>
                <a:lnTo>
                  <a:pt x="32480" y="852488"/>
                </a:lnTo>
                <a:lnTo>
                  <a:pt x="47387" y="819702"/>
                </a:lnTo>
                <a:lnTo>
                  <a:pt x="62284" y="786908"/>
                </a:lnTo>
                <a:lnTo>
                  <a:pt x="77191" y="754123"/>
                </a:lnTo>
                <a:lnTo>
                  <a:pt x="92097" y="721338"/>
                </a:lnTo>
                <a:lnTo>
                  <a:pt x="106994" y="688543"/>
                </a:lnTo>
                <a:lnTo>
                  <a:pt x="121901" y="655758"/>
                </a:lnTo>
                <a:lnTo>
                  <a:pt x="136808" y="622973"/>
                </a:lnTo>
                <a:lnTo>
                  <a:pt x="151705" y="590179"/>
                </a:lnTo>
                <a:lnTo>
                  <a:pt x="166611" y="557393"/>
                </a:lnTo>
                <a:lnTo>
                  <a:pt x="181518" y="524608"/>
                </a:lnTo>
                <a:lnTo>
                  <a:pt x="196425" y="491823"/>
                </a:lnTo>
                <a:lnTo>
                  <a:pt x="211322" y="459029"/>
                </a:lnTo>
                <a:lnTo>
                  <a:pt x="226228" y="426244"/>
                </a:lnTo>
                <a:lnTo>
                  <a:pt x="241135" y="393459"/>
                </a:lnTo>
                <a:lnTo>
                  <a:pt x="256032" y="360664"/>
                </a:lnTo>
                <a:lnTo>
                  <a:pt x="270939" y="327879"/>
                </a:lnTo>
                <a:lnTo>
                  <a:pt x="285845" y="295094"/>
                </a:lnTo>
                <a:lnTo>
                  <a:pt x="300742" y="262299"/>
                </a:lnTo>
                <a:lnTo>
                  <a:pt x="315649" y="229514"/>
                </a:lnTo>
                <a:lnTo>
                  <a:pt x="330556" y="196729"/>
                </a:lnTo>
                <a:lnTo>
                  <a:pt x="345453" y="163944"/>
                </a:lnTo>
                <a:lnTo>
                  <a:pt x="360359" y="131150"/>
                </a:lnTo>
                <a:lnTo>
                  <a:pt x="375266" y="98365"/>
                </a:lnTo>
                <a:lnTo>
                  <a:pt x="390163" y="65580"/>
                </a:lnTo>
                <a:lnTo>
                  <a:pt x="405070" y="32785"/>
                </a:lnTo>
                <a:lnTo>
                  <a:pt x="419976" y="0"/>
                </a:lnTo>
                <a:close/>
              </a:path>
            </a:pathLst>
          </a:custGeom>
          <a:solidFill xmlns:a="http://schemas.openxmlformats.org/drawingml/2006/main">
            <a:srgbClr val="2585D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" name="pyramid-tier-title-2">
            <a:extLst xmlns:a="http://schemas.openxmlformats.org/drawingml/2006/main">
              <a:ext uri="{FF2B5EF4-FFF2-40B4-BE49-F238E27FC236}">
                <a16:creationId xmlns:a16="http://schemas.microsoft.com/office/drawing/2014/main" id="{CC79726C-0067-4574-AF75-C5135898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4273153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能力层</a:t>
            </a:r>
          </a:p>
        </p:txBody>
      </p:sp>
      <p:sp>
        <p:nvSpPr>
          <p:cNvPr id="7" name="pyramid-tier-3">
            <a:extLst xmlns:a="http://schemas.openxmlformats.org/drawingml/2006/main">
              <a:ext uri="{FF2B5EF4-FFF2-40B4-BE49-F238E27FC236}">
                <a16:creationId xmlns:a16="http://schemas.microsoft.com/office/drawing/2014/main" id="{A237EACA-DE6A-4A2D-A7DE-B85F0C9C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9644" y="4981575"/>
            <a:ext cx="4570752" cy="942975"/>
          </a:xfrm>
          <a:custGeom xmlns:a="http://schemas.openxmlformats.org/drawingml/2006/main">
            <a:pathLst>
              <a:path w="4570752" h="942975">
                <a:moveTo>
                  <a:pt x="428606" y="0"/>
                </a:moveTo>
                <a:lnTo>
                  <a:pt x="471764" y="0"/>
                </a:lnTo>
                <a:lnTo>
                  <a:pt x="514922" y="0"/>
                </a:lnTo>
                <a:lnTo>
                  <a:pt x="558089" y="0"/>
                </a:lnTo>
                <a:lnTo>
                  <a:pt x="601247" y="0"/>
                </a:lnTo>
                <a:lnTo>
                  <a:pt x="644404" y="0"/>
                </a:lnTo>
                <a:lnTo>
                  <a:pt x="687562" y="0"/>
                </a:lnTo>
                <a:lnTo>
                  <a:pt x="730729" y="0"/>
                </a:lnTo>
                <a:lnTo>
                  <a:pt x="773887" y="0"/>
                </a:lnTo>
                <a:lnTo>
                  <a:pt x="817045" y="0"/>
                </a:lnTo>
                <a:lnTo>
                  <a:pt x="860203" y="0"/>
                </a:lnTo>
                <a:lnTo>
                  <a:pt x="903361" y="0"/>
                </a:lnTo>
                <a:lnTo>
                  <a:pt x="946528" y="0"/>
                </a:lnTo>
                <a:lnTo>
                  <a:pt x="989686" y="0"/>
                </a:lnTo>
                <a:lnTo>
                  <a:pt x="1032843" y="0"/>
                </a:lnTo>
                <a:lnTo>
                  <a:pt x="1076001" y="0"/>
                </a:lnTo>
                <a:lnTo>
                  <a:pt x="1119168" y="0"/>
                </a:lnTo>
                <a:lnTo>
                  <a:pt x="1162326" y="0"/>
                </a:lnTo>
                <a:lnTo>
                  <a:pt x="1205484" y="0"/>
                </a:lnTo>
                <a:lnTo>
                  <a:pt x="1248642" y="0"/>
                </a:lnTo>
                <a:lnTo>
                  <a:pt x="1291800" y="0"/>
                </a:lnTo>
                <a:lnTo>
                  <a:pt x="1334967" y="0"/>
                </a:lnTo>
                <a:lnTo>
                  <a:pt x="1378125" y="0"/>
                </a:lnTo>
                <a:lnTo>
                  <a:pt x="1421282" y="0"/>
                </a:lnTo>
                <a:lnTo>
                  <a:pt x="1464440" y="0"/>
                </a:lnTo>
                <a:lnTo>
                  <a:pt x="1507607" y="0"/>
                </a:lnTo>
                <a:lnTo>
                  <a:pt x="1550765" y="0"/>
                </a:lnTo>
                <a:lnTo>
                  <a:pt x="1593923" y="0"/>
                </a:lnTo>
                <a:lnTo>
                  <a:pt x="1637081" y="0"/>
                </a:lnTo>
                <a:lnTo>
                  <a:pt x="1680248" y="0"/>
                </a:lnTo>
                <a:lnTo>
                  <a:pt x="1723406" y="0"/>
                </a:lnTo>
                <a:lnTo>
                  <a:pt x="1766564" y="0"/>
                </a:lnTo>
                <a:lnTo>
                  <a:pt x="1809721" y="0"/>
                </a:lnTo>
                <a:lnTo>
                  <a:pt x="1852879" y="0"/>
                </a:lnTo>
                <a:lnTo>
                  <a:pt x="1896047" y="0"/>
                </a:lnTo>
                <a:lnTo>
                  <a:pt x="1939204" y="0"/>
                </a:lnTo>
                <a:lnTo>
                  <a:pt x="1982362" y="0"/>
                </a:lnTo>
                <a:lnTo>
                  <a:pt x="2025520" y="0"/>
                </a:lnTo>
                <a:lnTo>
                  <a:pt x="2068687" y="0"/>
                </a:lnTo>
                <a:lnTo>
                  <a:pt x="2111845" y="0"/>
                </a:lnTo>
                <a:lnTo>
                  <a:pt x="2155003" y="0"/>
                </a:lnTo>
                <a:lnTo>
                  <a:pt x="2198160" y="0"/>
                </a:lnTo>
                <a:lnTo>
                  <a:pt x="2241328" y="0"/>
                </a:lnTo>
                <a:lnTo>
                  <a:pt x="2284486" y="0"/>
                </a:lnTo>
                <a:lnTo>
                  <a:pt x="2327643" y="0"/>
                </a:lnTo>
                <a:lnTo>
                  <a:pt x="2370801" y="0"/>
                </a:lnTo>
                <a:lnTo>
                  <a:pt x="2413959" y="0"/>
                </a:lnTo>
                <a:lnTo>
                  <a:pt x="2457126" y="0"/>
                </a:lnTo>
                <a:lnTo>
                  <a:pt x="2500284" y="0"/>
                </a:lnTo>
                <a:lnTo>
                  <a:pt x="2543442" y="0"/>
                </a:lnTo>
                <a:lnTo>
                  <a:pt x="2586599" y="0"/>
                </a:lnTo>
                <a:lnTo>
                  <a:pt x="2629767" y="0"/>
                </a:lnTo>
                <a:lnTo>
                  <a:pt x="2672925" y="0"/>
                </a:lnTo>
                <a:lnTo>
                  <a:pt x="2716082" y="0"/>
                </a:lnTo>
                <a:lnTo>
                  <a:pt x="2759240" y="0"/>
                </a:lnTo>
                <a:lnTo>
                  <a:pt x="2802407" y="0"/>
                </a:lnTo>
                <a:lnTo>
                  <a:pt x="2845565" y="0"/>
                </a:lnTo>
                <a:lnTo>
                  <a:pt x="2888723" y="0"/>
                </a:lnTo>
                <a:lnTo>
                  <a:pt x="2931881" y="0"/>
                </a:lnTo>
                <a:lnTo>
                  <a:pt x="2975038" y="0"/>
                </a:lnTo>
                <a:lnTo>
                  <a:pt x="3018206" y="0"/>
                </a:lnTo>
                <a:lnTo>
                  <a:pt x="3061364" y="0"/>
                </a:lnTo>
                <a:lnTo>
                  <a:pt x="3104521" y="0"/>
                </a:lnTo>
                <a:lnTo>
                  <a:pt x="3147679" y="0"/>
                </a:lnTo>
                <a:lnTo>
                  <a:pt x="3190846" y="0"/>
                </a:lnTo>
                <a:lnTo>
                  <a:pt x="3234004" y="0"/>
                </a:lnTo>
                <a:lnTo>
                  <a:pt x="3277162" y="0"/>
                </a:lnTo>
                <a:lnTo>
                  <a:pt x="3320320" y="0"/>
                </a:lnTo>
                <a:lnTo>
                  <a:pt x="3363478" y="0"/>
                </a:lnTo>
                <a:lnTo>
                  <a:pt x="3406645" y="0"/>
                </a:lnTo>
                <a:lnTo>
                  <a:pt x="3449803" y="0"/>
                </a:lnTo>
                <a:lnTo>
                  <a:pt x="3492960" y="0"/>
                </a:lnTo>
                <a:lnTo>
                  <a:pt x="3536118" y="0"/>
                </a:lnTo>
                <a:lnTo>
                  <a:pt x="3579285" y="0"/>
                </a:lnTo>
                <a:lnTo>
                  <a:pt x="3622443" y="0"/>
                </a:lnTo>
                <a:lnTo>
                  <a:pt x="3665601" y="0"/>
                </a:lnTo>
                <a:lnTo>
                  <a:pt x="3708759" y="0"/>
                </a:lnTo>
                <a:lnTo>
                  <a:pt x="3751926" y="0"/>
                </a:lnTo>
                <a:lnTo>
                  <a:pt x="3795084" y="0"/>
                </a:lnTo>
                <a:lnTo>
                  <a:pt x="3838242" y="0"/>
                </a:lnTo>
                <a:lnTo>
                  <a:pt x="3881399" y="0"/>
                </a:lnTo>
                <a:lnTo>
                  <a:pt x="3924557" y="0"/>
                </a:lnTo>
                <a:lnTo>
                  <a:pt x="3967724" y="0"/>
                </a:lnTo>
                <a:lnTo>
                  <a:pt x="4010882" y="0"/>
                </a:lnTo>
                <a:lnTo>
                  <a:pt x="4054040" y="0"/>
                </a:lnTo>
                <a:lnTo>
                  <a:pt x="4097198" y="0"/>
                </a:lnTo>
                <a:lnTo>
                  <a:pt x="4140365" y="0"/>
                </a:lnTo>
                <a:lnTo>
                  <a:pt x="4159977" y="36566"/>
                </a:lnTo>
                <a:lnTo>
                  <a:pt x="4177836" y="75857"/>
                </a:lnTo>
                <a:lnTo>
                  <a:pt x="4195696" y="115148"/>
                </a:lnTo>
                <a:lnTo>
                  <a:pt x="4213555" y="154438"/>
                </a:lnTo>
                <a:lnTo>
                  <a:pt x="4231415" y="193729"/>
                </a:lnTo>
                <a:lnTo>
                  <a:pt x="4249274" y="233020"/>
                </a:lnTo>
                <a:lnTo>
                  <a:pt x="4267133" y="272310"/>
                </a:lnTo>
                <a:lnTo>
                  <a:pt x="4284993" y="311601"/>
                </a:lnTo>
                <a:lnTo>
                  <a:pt x="4302852" y="350901"/>
                </a:lnTo>
                <a:lnTo>
                  <a:pt x="4320711" y="390192"/>
                </a:lnTo>
                <a:lnTo>
                  <a:pt x="4338571" y="429482"/>
                </a:lnTo>
                <a:lnTo>
                  <a:pt x="4356430" y="468773"/>
                </a:lnTo>
                <a:lnTo>
                  <a:pt x="4374290" y="508064"/>
                </a:lnTo>
                <a:lnTo>
                  <a:pt x="4392149" y="547354"/>
                </a:lnTo>
                <a:lnTo>
                  <a:pt x="4410008" y="586645"/>
                </a:lnTo>
                <a:lnTo>
                  <a:pt x="4427868" y="625935"/>
                </a:lnTo>
                <a:lnTo>
                  <a:pt x="4445727" y="665226"/>
                </a:lnTo>
                <a:lnTo>
                  <a:pt x="4463586" y="704517"/>
                </a:lnTo>
                <a:lnTo>
                  <a:pt x="4481455" y="743807"/>
                </a:lnTo>
                <a:lnTo>
                  <a:pt x="4499315" y="783098"/>
                </a:lnTo>
                <a:lnTo>
                  <a:pt x="4517174" y="822389"/>
                </a:lnTo>
                <a:lnTo>
                  <a:pt x="4535033" y="861689"/>
                </a:lnTo>
                <a:lnTo>
                  <a:pt x="4552893" y="900979"/>
                </a:lnTo>
                <a:lnTo>
                  <a:pt x="4570752" y="940270"/>
                </a:lnTo>
                <a:lnTo>
                  <a:pt x="4531795" y="942975"/>
                </a:lnTo>
                <a:lnTo>
                  <a:pt x="4488637" y="942975"/>
                </a:lnTo>
                <a:lnTo>
                  <a:pt x="4445479" y="942975"/>
                </a:lnTo>
                <a:lnTo>
                  <a:pt x="4402312" y="942975"/>
                </a:lnTo>
                <a:lnTo>
                  <a:pt x="4359154" y="942975"/>
                </a:lnTo>
                <a:lnTo>
                  <a:pt x="4315997" y="942975"/>
                </a:lnTo>
                <a:lnTo>
                  <a:pt x="4272839" y="942975"/>
                </a:lnTo>
                <a:lnTo>
                  <a:pt x="4229672" y="942975"/>
                </a:lnTo>
                <a:lnTo>
                  <a:pt x="4186514" y="942975"/>
                </a:lnTo>
                <a:lnTo>
                  <a:pt x="4143356" y="942975"/>
                </a:lnTo>
                <a:lnTo>
                  <a:pt x="4100198" y="942975"/>
                </a:lnTo>
                <a:lnTo>
                  <a:pt x="4057031" y="942975"/>
                </a:lnTo>
                <a:lnTo>
                  <a:pt x="4013873" y="942975"/>
                </a:lnTo>
                <a:lnTo>
                  <a:pt x="3970715" y="942975"/>
                </a:lnTo>
                <a:lnTo>
                  <a:pt x="3927558" y="942975"/>
                </a:lnTo>
                <a:lnTo>
                  <a:pt x="3884400" y="942975"/>
                </a:lnTo>
                <a:lnTo>
                  <a:pt x="3841232" y="942975"/>
                </a:lnTo>
                <a:lnTo>
                  <a:pt x="3798075" y="942975"/>
                </a:lnTo>
                <a:lnTo>
                  <a:pt x="3754917" y="942975"/>
                </a:lnTo>
                <a:lnTo>
                  <a:pt x="3711759" y="942975"/>
                </a:lnTo>
                <a:lnTo>
                  <a:pt x="3668592" y="942975"/>
                </a:lnTo>
                <a:lnTo>
                  <a:pt x="3625434" y="942975"/>
                </a:lnTo>
                <a:lnTo>
                  <a:pt x="3582276" y="942975"/>
                </a:lnTo>
                <a:lnTo>
                  <a:pt x="3539119" y="942975"/>
                </a:lnTo>
                <a:lnTo>
                  <a:pt x="3495951" y="942975"/>
                </a:lnTo>
                <a:lnTo>
                  <a:pt x="3452793" y="942975"/>
                </a:lnTo>
                <a:lnTo>
                  <a:pt x="3409636" y="942975"/>
                </a:lnTo>
                <a:lnTo>
                  <a:pt x="3366478" y="942975"/>
                </a:lnTo>
                <a:lnTo>
                  <a:pt x="3323320" y="942975"/>
                </a:lnTo>
                <a:lnTo>
                  <a:pt x="3280153" y="942975"/>
                </a:lnTo>
                <a:lnTo>
                  <a:pt x="3236995" y="942975"/>
                </a:lnTo>
                <a:lnTo>
                  <a:pt x="3193837" y="942975"/>
                </a:lnTo>
                <a:lnTo>
                  <a:pt x="3150679" y="942975"/>
                </a:lnTo>
                <a:lnTo>
                  <a:pt x="3107512" y="942975"/>
                </a:lnTo>
                <a:lnTo>
                  <a:pt x="3064354" y="942975"/>
                </a:lnTo>
                <a:lnTo>
                  <a:pt x="3021197" y="942975"/>
                </a:lnTo>
                <a:lnTo>
                  <a:pt x="2978039" y="942975"/>
                </a:lnTo>
                <a:lnTo>
                  <a:pt x="2934881" y="942975"/>
                </a:lnTo>
                <a:lnTo>
                  <a:pt x="2891714" y="942975"/>
                </a:lnTo>
                <a:lnTo>
                  <a:pt x="2848556" y="942975"/>
                </a:lnTo>
                <a:lnTo>
                  <a:pt x="2805398" y="942975"/>
                </a:lnTo>
                <a:lnTo>
                  <a:pt x="2762240" y="942975"/>
                </a:lnTo>
                <a:lnTo>
                  <a:pt x="2719073" y="942975"/>
                </a:lnTo>
                <a:lnTo>
                  <a:pt x="2675915" y="942975"/>
                </a:lnTo>
                <a:lnTo>
                  <a:pt x="2632758" y="942975"/>
                </a:lnTo>
                <a:lnTo>
                  <a:pt x="2589600" y="942975"/>
                </a:lnTo>
                <a:lnTo>
                  <a:pt x="2546433" y="942975"/>
                </a:lnTo>
                <a:lnTo>
                  <a:pt x="2503275" y="942975"/>
                </a:lnTo>
                <a:lnTo>
                  <a:pt x="2460117" y="942975"/>
                </a:lnTo>
                <a:lnTo>
                  <a:pt x="2416959" y="942975"/>
                </a:lnTo>
                <a:lnTo>
                  <a:pt x="2373801" y="942975"/>
                </a:lnTo>
                <a:lnTo>
                  <a:pt x="2330634" y="942975"/>
                </a:lnTo>
                <a:lnTo>
                  <a:pt x="2287476" y="942975"/>
                </a:lnTo>
                <a:lnTo>
                  <a:pt x="2244319" y="942975"/>
                </a:lnTo>
                <a:lnTo>
                  <a:pt x="2201161" y="942975"/>
                </a:lnTo>
                <a:lnTo>
                  <a:pt x="2157994" y="942975"/>
                </a:lnTo>
                <a:lnTo>
                  <a:pt x="2114836" y="942975"/>
                </a:lnTo>
                <a:lnTo>
                  <a:pt x="2071678" y="942975"/>
                </a:lnTo>
                <a:lnTo>
                  <a:pt x="2028520" y="942975"/>
                </a:lnTo>
                <a:lnTo>
                  <a:pt x="1985362" y="942975"/>
                </a:lnTo>
                <a:lnTo>
                  <a:pt x="1942195" y="942975"/>
                </a:lnTo>
                <a:lnTo>
                  <a:pt x="1899037" y="942975"/>
                </a:lnTo>
                <a:lnTo>
                  <a:pt x="1855880" y="942975"/>
                </a:lnTo>
                <a:lnTo>
                  <a:pt x="1812722" y="942975"/>
                </a:lnTo>
                <a:lnTo>
                  <a:pt x="1769555" y="942975"/>
                </a:lnTo>
                <a:lnTo>
                  <a:pt x="1726397" y="942975"/>
                </a:lnTo>
                <a:lnTo>
                  <a:pt x="1683239" y="942975"/>
                </a:lnTo>
                <a:lnTo>
                  <a:pt x="1640081" y="942975"/>
                </a:lnTo>
                <a:lnTo>
                  <a:pt x="1596914" y="942975"/>
                </a:lnTo>
                <a:lnTo>
                  <a:pt x="1553756" y="942975"/>
                </a:lnTo>
                <a:lnTo>
                  <a:pt x="1510598" y="942975"/>
                </a:lnTo>
                <a:lnTo>
                  <a:pt x="1467441" y="942975"/>
                </a:lnTo>
                <a:lnTo>
                  <a:pt x="1424283" y="942975"/>
                </a:lnTo>
                <a:lnTo>
                  <a:pt x="1381115" y="942975"/>
                </a:lnTo>
                <a:lnTo>
                  <a:pt x="1337958" y="942975"/>
                </a:lnTo>
                <a:lnTo>
                  <a:pt x="1294800" y="942975"/>
                </a:lnTo>
                <a:lnTo>
                  <a:pt x="1251642" y="942975"/>
                </a:lnTo>
                <a:lnTo>
                  <a:pt x="1208475" y="942975"/>
                </a:lnTo>
                <a:lnTo>
                  <a:pt x="1165317" y="942975"/>
                </a:lnTo>
                <a:lnTo>
                  <a:pt x="1122159" y="942975"/>
                </a:lnTo>
                <a:lnTo>
                  <a:pt x="1079002" y="942975"/>
                </a:lnTo>
                <a:lnTo>
                  <a:pt x="1035834" y="942975"/>
                </a:lnTo>
                <a:lnTo>
                  <a:pt x="992676" y="942975"/>
                </a:lnTo>
                <a:lnTo>
                  <a:pt x="949519" y="942975"/>
                </a:lnTo>
                <a:lnTo>
                  <a:pt x="906361" y="942975"/>
                </a:lnTo>
                <a:lnTo>
                  <a:pt x="863203" y="942975"/>
                </a:lnTo>
                <a:lnTo>
                  <a:pt x="820036" y="942975"/>
                </a:lnTo>
                <a:lnTo>
                  <a:pt x="776878" y="942975"/>
                </a:lnTo>
                <a:lnTo>
                  <a:pt x="733720" y="942975"/>
                </a:lnTo>
                <a:lnTo>
                  <a:pt x="690563" y="942975"/>
                </a:lnTo>
                <a:lnTo>
                  <a:pt x="647395" y="942975"/>
                </a:lnTo>
                <a:lnTo>
                  <a:pt x="604237" y="942975"/>
                </a:lnTo>
                <a:lnTo>
                  <a:pt x="561080" y="942975"/>
                </a:lnTo>
                <a:lnTo>
                  <a:pt x="517922" y="942975"/>
                </a:lnTo>
                <a:lnTo>
                  <a:pt x="474764" y="942975"/>
                </a:lnTo>
                <a:lnTo>
                  <a:pt x="431597" y="942975"/>
                </a:lnTo>
                <a:lnTo>
                  <a:pt x="388439" y="942975"/>
                </a:lnTo>
                <a:lnTo>
                  <a:pt x="345281" y="942975"/>
                </a:lnTo>
                <a:lnTo>
                  <a:pt x="302123" y="942975"/>
                </a:lnTo>
                <a:lnTo>
                  <a:pt x="258956" y="942975"/>
                </a:lnTo>
                <a:lnTo>
                  <a:pt x="215798" y="942975"/>
                </a:lnTo>
                <a:lnTo>
                  <a:pt x="172641" y="942975"/>
                </a:lnTo>
                <a:lnTo>
                  <a:pt x="129483" y="942975"/>
                </a:lnTo>
                <a:lnTo>
                  <a:pt x="86316" y="942975"/>
                </a:lnTo>
                <a:lnTo>
                  <a:pt x="43158" y="942975"/>
                </a:lnTo>
                <a:lnTo>
                  <a:pt x="0" y="942975"/>
                </a:lnTo>
                <a:lnTo>
                  <a:pt x="17831" y="903703"/>
                </a:lnTo>
                <a:lnTo>
                  <a:pt x="35690" y="864413"/>
                </a:lnTo>
                <a:lnTo>
                  <a:pt x="53550" y="825122"/>
                </a:lnTo>
                <a:lnTo>
                  <a:pt x="71409" y="785832"/>
                </a:lnTo>
                <a:lnTo>
                  <a:pt x="89268" y="746531"/>
                </a:lnTo>
                <a:lnTo>
                  <a:pt x="107128" y="707241"/>
                </a:lnTo>
                <a:lnTo>
                  <a:pt x="124987" y="667950"/>
                </a:lnTo>
                <a:lnTo>
                  <a:pt x="142846" y="628660"/>
                </a:lnTo>
                <a:lnTo>
                  <a:pt x="160706" y="589369"/>
                </a:lnTo>
                <a:lnTo>
                  <a:pt x="178565" y="550078"/>
                </a:lnTo>
                <a:lnTo>
                  <a:pt x="196425" y="510788"/>
                </a:lnTo>
                <a:lnTo>
                  <a:pt x="214284" y="471497"/>
                </a:lnTo>
                <a:lnTo>
                  <a:pt x="232153" y="432206"/>
                </a:lnTo>
                <a:lnTo>
                  <a:pt x="250012" y="392916"/>
                </a:lnTo>
                <a:lnTo>
                  <a:pt x="267872" y="353625"/>
                </a:lnTo>
                <a:lnTo>
                  <a:pt x="285731" y="314335"/>
                </a:lnTo>
                <a:lnTo>
                  <a:pt x="303590" y="275044"/>
                </a:lnTo>
                <a:lnTo>
                  <a:pt x="321450" y="235744"/>
                </a:lnTo>
                <a:lnTo>
                  <a:pt x="339309" y="196453"/>
                </a:lnTo>
                <a:lnTo>
                  <a:pt x="357168" y="157163"/>
                </a:lnTo>
                <a:lnTo>
                  <a:pt x="375028" y="117872"/>
                </a:lnTo>
                <a:lnTo>
                  <a:pt x="392887" y="78581"/>
                </a:lnTo>
                <a:lnTo>
                  <a:pt x="410747" y="39291"/>
                </a:lnTo>
                <a:lnTo>
                  <a:pt x="428606" y="0"/>
                </a:lnTo>
                <a:close/>
              </a:path>
            </a:pathLst>
          </a:custGeom>
          <a:solidFill xmlns:a="http://schemas.openxmlformats.org/drawingml/2006/main">
            <a:srgbClr val="3D98E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pyramid-tier-title-3">
            <a:extLst xmlns:a="http://schemas.openxmlformats.org/drawingml/2006/main">
              <a:ext uri="{FF2B5EF4-FFF2-40B4-BE49-F238E27FC236}">
                <a16:creationId xmlns:a16="http://schemas.microsoft.com/office/drawing/2014/main" id="{24E731C9-5A9D-484A-A46B-2774B072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5292328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执行层</a:t>
            </a:r>
          </a:p>
        </p:txBody>
      </p:sp>
      <p:sp>
        <p:nvSpPr>
          <p:cNvPr id="9" name="pyramid-note-0">
            <a:extLst xmlns:a="http://schemas.openxmlformats.org/drawingml/2006/main">
              <a:ext uri="{FF2B5EF4-FFF2-40B4-BE49-F238E27FC236}">
                <a16:creationId xmlns:a16="http://schemas.microsoft.com/office/drawing/2014/main" id="{46857A74-E323-4C39-A9C8-2E9D8B72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1924050"/>
            <a:ext cx="561975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0" name="pyramid-note-title-0">
            <a:extLst xmlns:a="http://schemas.openxmlformats.org/drawingml/2006/main">
              <a:ext uri="{FF2B5EF4-FFF2-40B4-BE49-F238E27FC236}">
                <a16:creationId xmlns:a16="http://schemas.microsoft.com/office/drawing/2014/main" id="{7980F9FE-FBD4-4909-A269-D4B7D9CE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方向层</a:t>
            </a:r>
          </a:p>
        </p:txBody>
      </p:sp>
      <p:sp>
        <p:nvSpPr>
          <p:cNvPr id="11" name="pyramid-note-body-0">
            <a:extLst xmlns:a="http://schemas.openxmlformats.org/drawingml/2006/main">
              <a:ext uri="{FF2B5EF4-FFF2-40B4-BE49-F238E27FC236}">
                <a16:creationId xmlns:a16="http://schemas.microsoft.com/office/drawing/2014/main" id="{C4C77B39-43E1-4548-ACB7-02F68D8B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2019300"/>
            <a:ext cx="360997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明确问题范围与判断边界</a:t>
            </a:r>
          </a:p>
        </p:txBody>
      </p:sp>
      <p:sp>
        <p:nvSpPr>
          <p:cNvPr id="12" name="pyramid-note-1">
            <a:extLst xmlns:a="http://schemas.openxmlformats.org/drawingml/2006/main">
              <a:ext uri="{FF2B5EF4-FFF2-40B4-BE49-F238E27FC236}">
                <a16:creationId xmlns:a16="http://schemas.microsoft.com/office/drawing/2014/main" id="{57C4AA10-BF1C-4DEC-B14E-61F15B2F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2943225"/>
            <a:ext cx="561975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3" name="pyramid-note-title-1">
            <a:extLst xmlns:a="http://schemas.openxmlformats.org/drawingml/2006/main">
              <a:ext uri="{FF2B5EF4-FFF2-40B4-BE49-F238E27FC236}">
                <a16:creationId xmlns:a16="http://schemas.microsoft.com/office/drawing/2014/main" id="{649DE553-5996-4D47-AEBB-9064A78D1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30384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规则层</a:t>
            </a:r>
          </a:p>
        </p:txBody>
      </p:sp>
      <p:sp>
        <p:nvSpPr>
          <p:cNvPr id="14" name="pyramid-note-body-1">
            <a:extLst xmlns:a="http://schemas.openxmlformats.org/drawingml/2006/main">
              <a:ext uri="{FF2B5EF4-FFF2-40B4-BE49-F238E27FC236}">
                <a16:creationId xmlns:a16="http://schemas.microsoft.com/office/drawing/2014/main" id="{A1B83D71-DB77-401C-98E6-18867CE0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3038475"/>
            <a:ext cx="360997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把经验沉淀为稳定规则</a:t>
            </a:r>
          </a:p>
        </p:txBody>
      </p:sp>
      <p:sp>
        <p:nvSpPr>
          <p:cNvPr id="15" name="pyramid-note-2">
            <a:extLst xmlns:a="http://schemas.openxmlformats.org/drawingml/2006/main">
              <a:ext uri="{FF2B5EF4-FFF2-40B4-BE49-F238E27FC236}">
                <a16:creationId xmlns:a16="http://schemas.microsoft.com/office/drawing/2014/main" id="{9893E00B-8680-4E8C-A584-22D774E7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3962400"/>
            <a:ext cx="561975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6" name="pyramid-note-title-2">
            <a:extLst xmlns:a="http://schemas.openxmlformats.org/drawingml/2006/main">
              <a:ext uri="{FF2B5EF4-FFF2-40B4-BE49-F238E27FC236}">
                <a16:creationId xmlns:a16="http://schemas.microsoft.com/office/drawing/2014/main" id="{84069866-E6B4-4428-B232-18BA67C2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4057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能力层</a:t>
            </a:r>
          </a:p>
        </p:txBody>
      </p:sp>
      <p:sp>
        <p:nvSpPr>
          <p:cNvPr id="17" name="pyramid-note-body-2">
            <a:extLst xmlns:a="http://schemas.openxmlformats.org/drawingml/2006/main">
              <a:ext uri="{FF2B5EF4-FFF2-40B4-BE49-F238E27FC236}">
                <a16:creationId xmlns:a16="http://schemas.microsoft.com/office/drawing/2014/main" id="{B1E6D11F-2AEF-422E-90D2-D9EA3F07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4057650"/>
            <a:ext cx="360997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提供可复用组件和工具</a:t>
            </a:r>
          </a:p>
        </p:txBody>
      </p:sp>
      <p:sp>
        <p:nvSpPr>
          <p:cNvPr id="18" name="pyramid-note-3">
            <a:extLst xmlns:a="http://schemas.openxmlformats.org/drawingml/2006/main">
              <a:ext uri="{FF2B5EF4-FFF2-40B4-BE49-F238E27FC236}">
                <a16:creationId xmlns:a16="http://schemas.microsoft.com/office/drawing/2014/main" id="{4CBFB0C7-FFDB-485A-974E-8E12E263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4981575"/>
            <a:ext cx="561975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9" name="pyramid-note-title-3">
            <a:extLst xmlns:a="http://schemas.openxmlformats.org/drawingml/2006/main">
              <a:ext uri="{FF2B5EF4-FFF2-40B4-BE49-F238E27FC236}">
                <a16:creationId xmlns:a16="http://schemas.microsoft.com/office/drawing/2014/main" id="{122DD2D7-65E0-494A-B557-65F4DE891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50768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执行层</a:t>
            </a:r>
          </a:p>
        </p:txBody>
      </p:sp>
      <p:sp>
        <p:nvSpPr>
          <p:cNvPr id="20" name="pyramid-note-body-3">
            <a:extLst xmlns:a="http://schemas.openxmlformats.org/drawingml/2006/main">
              <a:ext uri="{FF2B5EF4-FFF2-40B4-BE49-F238E27FC236}">
                <a16:creationId xmlns:a16="http://schemas.microsoft.com/office/drawing/2014/main" id="{4074D30C-D6CE-4101-B32B-A0139328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5076825"/>
            <a:ext cx="360997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面向真实稿件稳定交付</a:t>
            </a:r>
          </a:p>
        </p:txBody>
      </p:sp>
    </p:spTree>
    <p:extLst>
      <p:ext uri="{BB962C8B-B14F-4D97-AF65-F5344CB8AC3E}">
        <p14:creationId xmlns:p14="http://schemas.microsoft.com/office/powerpoint/2010/main" val="254644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yramid-tier-0">
            <a:extLst xmlns:a="http://schemas.openxmlformats.org/drawingml/2006/main">
              <a:ext uri="{FF2B5EF4-FFF2-40B4-BE49-F238E27FC236}">
                <a16:creationId xmlns:a16="http://schemas.microsoft.com/office/drawing/2014/main" id="{11EDE341-B89E-492F-8092-6D4379CE8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185245" y="1924050"/>
            <a:ext cx="1823847" cy="739140"/>
          </a:xfrm>
          <a:custGeom xmlns:a="http://schemas.openxmlformats.org/drawingml/2006/main">
            <a:pathLst>
              <a:path w="1823847" h="739140">
                <a:moveTo>
                  <a:pt x="338880" y="0"/>
                </a:moveTo>
                <a:lnTo>
                  <a:pt x="358054" y="0"/>
                </a:lnTo>
                <a:lnTo>
                  <a:pt x="377219" y="0"/>
                </a:lnTo>
                <a:lnTo>
                  <a:pt x="396392" y="0"/>
                </a:lnTo>
                <a:lnTo>
                  <a:pt x="415566" y="0"/>
                </a:lnTo>
                <a:lnTo>
                  <a:pt x="434740" y="0"/>
                </a:lnTo>
                <a:lnTo>
                  <a:pt x="453914" y="0"/>
                </a:lnTo>
                <a:lnTo>
                  <a:pt x="473088" y="0"/>
                </a:lnTo>
                <a:lnTo>
                  <a:pt x="492262" y="0"/>
                </a:lnTo>
                <a:lnTo>
                  <a:pt x="511426" y="0"/>
                </a:lnTo>
                <a:lnTo>
                  <a:pt x="530600" y="0"/>
                </a:lnTo>
                <a:lnTo>
                  <a:pt x="549773" y="0"/>
                </a:lnTo>
                <a:lnTo>
                  <a:pt x="568947" y="0"/>
                </a:lnTo>
                <a:lnTo>
                  <a:pt x="588121" y="0"/>
                </a:lnTo>
                <a:lnTo>
                  <a:pt x="607295" y="0"/>
                </a:lnTo>
                <a:lnTo>
                  <a:pt x="626469" y="0"/>
                </a:lnTo>
                <a:lnTo>
                  <a:pt x="645643" y="0"/>
                </a:lnTo>
                <a:lnTo>
                  <a:pt x="664807" y="0"/>
                </a:lnTo>
                <a:lnTo>
                  <a:pt x="683981" y="0"/>
                </a:lnTo>
                <a:lnTo>
                  <a:pt x="703155" y="0"/>
                </a:lnTo>
                <a:lnTo>
                  <a:pt x="722328" y="0"/>
                </a:lnTo>
                <a:lnTo>
                  <a:pt x="741502" y="0"/>
                </a:lnTo>
                <a:lnTo>
                  <a:pt x="760676" y="0"/>
                </a:lnTo>
                <a:lnTo>
                  <a:pt x="779850" y="0"/>
                </a:lnTo>
                <a:lnTo>
                  <a:pt x="799014" y="0"/>
                </a:lnTo>
                <a:lnTo>
                  <a:pt x="818188" y="0"/>
                </a:lnTo>
                <a:lnTo>
                  <a:pt x="837362" y="0"/>
                </a:lnTo>
                <a:lnTo>
                  <a:pt x="856536" y="0"/>
                </a:lnTo>
                <a:lnTo>
                  <a:pt x="875709" y="0"/>
                </a:lnTo>
                <a:lnTo>
                  <a:pt x="894883" y="0"/>
                </a:lnTo>
                <a:lnTo>
                  <a:pt x="914057" y="0"/>
                </a:lnTo>
                <a:lnTo>
                  <a:pt x="933231" y="0"/>
                </a:lnTo>
                <a:lnTo>
                  <a:pt x="952395" y="0"/>
                </a:lnTo>
                <a:lnTo>
                  <a:pt x="971569" y="0"/>
                </a:lnTo>
                <a:lnTo>
                  <a:pt x="990743" y="0"/>
                </a:lnTo>
                <a:lnTo>
                  <a:pt x="1009917" y="0"/>
                </a:lnTo>
                <a:lnTo>
                  <a:pt x="1029091" y="0"/>
                </a:lnTo>
                <a:lnTo>
                  <a:pt x="1048264" y="0"/>
                </a:lnTo>
                <a:lnTo>
                  <a:pt x="1067438" y="0"/>
                </a:lnTo>
                <a:lnTo>
                  <a:pt x="1086602" y="0"/>
                </a:lnTo>
                <a:lnTo>
                  <a:pt x="1105776" y="0"/>
                </a:lnTo>
                <a:lnTo>
                  <a:pt x="1124950" y="0"/>
                </a:lnTo>
                <a:lnTo>
                  <a:pt x="1144124" y="0"/>
                </a:lnTo>
                <a:lnTo>
                  <a:pt x="1163298" y="0"/>
                </a:lnTo>
                <a:lnTo>
                  <a:pt x="1182472" y="0"/>
                </a:lnTo>
                <a:lnTo>
                  <a:pt x="1201645" y="0"/>
                </a:lnTo>
                <a:lnTo>
                  <a:pt x="1220810" y="0"/>
                </a:lnTo>
                <a:lnTo>
                  <a:pt x="1239984" y="0"/>
                </a:lnTo>
                <a:lnTo>
                  <a:pt x="1259157" y="0"/>
                </a:lnTo>
                <a:lnTo>
                  <a:pt x="1278331" y="0"/>
                </a:lnTo>
                <a:lnTo>
                  <a:pt x="1297505" y="0"/>
                </a:lnTo>
                <a:lnTo>
                  <a:pt x="1316679" y="0"/>
                </a:lnTo>
                <a:lnTo>
                  <a:pt x="1335853" y="0"/>
                </a:lnTo>
                <a:lnTo>
                  <a:pt x="1355027" y="0"/>
                </a:lnTo>
                <a:lnTo>
                  <a:pt x="1374191" y="0"/>
                </a:lnTo>
                <a:lnTo>
                  <a:pt x="1393365" y="0"/>
                </a:lnTo>
                <a:lnTo>
                  <a:pt x="1412538" y="0"/>
                </a:lnTo>
                <a:lnTo>
                  <a:pt x="1431712" y="0"/>
                </a:lnTo>
                <a:lnTo>
                  <a:pt x="1450886" y="0"/>
                </a:lnTo>
                <a:lnTo>
                  <a:pt x="1470060" y="0"/>
                </a:lnTo>
                <a:lnTo>
                  <a:pt x="1484976" y="6668"/>
                </a:lnTo>
                <a:lnTo>
                  <a:pt x="1493044" y="24060"/>
                </a:lnTo>
                <a:lnTo>
                  <a:pt x="1501111" y="41453"/>
                </a:lnTo>
                <a:lnTo>
                  <a:pt x="1509179" y="58845"/>
                </a:lnTo>
                <a:lnTo>
                  <a:pt x="1517247" y="76238"/>
                </a:lnTo>
                <a:lnTo>
                  <a:pt x="1525314" y="93631"/>
                </a:lnTo>
                <a:lnTo>
                  <a:pt x="1533382" y="111023"/>
                </a:lnTo>
                <a:lnTo>
                  <a:pt x="1541450" y="128416"/>
                </a:lnTo>
                <a:lnTo>
                  <a:pt x="1549517" y="145809"/>
                </a:lnTo>
                <a:lnTo>
                  <a:pt x="1557585" y="163201"/>
                </a:lnTo>
                <a:lnTo>
                  <a:pt x="1565653" y="180594"/>
                </a:lnTo>
                <a:lnTo>
                  <a:pt x="1573721" y="197987"/>
                </a:lnTo>
                <a:lnTo>
                  <a:pt x="1581798" y="215379"/>
                </a:lnTo>
                <a:lnTo>
                  <a:pt x="1589865" y="232772"/>
                </a:lnTo>
                <a:lnTo>
                  <a:pt x="1597933" y="250155"/>
                </a:lnTo>
                <a:lnTo>
                  <a:pt x="1606001" y="267548"/>
                </a:lnTo>
                <a:lnTo>
                  <a:pt x="1614068" y="284940"/>
                </a:lnTo>
                <a:lnTo>
                  <a:pt x="1622136" y="302333"/>
                </a:lnTo>
                <a:lnTo>
                  <a:pt x="1630204" y="319726"/>
                </a:lnTo>
                <a:lnTo>
                  <a:pt x="1638271" y="337118"/>
                </a:lnTo>
                <a:lnTo>
                  <a:pt x="1646339" y="354511"/>
                </a:lnTo>
                <a:lnTo>
                  <a:pt x="1654407" y="371904"/>
                </a:lnTo>
                <a:lnTo>
                  <a:pt x="1662474" y="389296"/>
                </a:lnTo>
                <a:lnTo>
                  <a:pt x="1670552" y="406689"/>
                </a:lnTo>
                <a:lnTo>
                  <a:pt x="1678619" y="424082"/>
                </a:lnTo>
                <a:lnTo>
                  <a:pt x="1686687" y="441474"/>
                </a:lnTo>
                <a:lnTo>
                  <a:pt x="1694755" y="458867"/>
                </a:lnTo>
                <a:lnTo>
                  <a:pt x="1702822" y="476260"/>
                </a:lnTo>
                <a:lnTo>
                  <a:pt x="1710890" y="493652"/>
                </a:lnTo>
                <a:lnTo>
                  <a:pt x="1718958" y="511045"/>
                </a:lnTo>
                <a:lnTo>
                  <a:pt x="1727025" y="528437"/>
                </a:lnTo>
                <a:lnTo>
                  <a:pt x="1735093" y="545830"/>
                </a:lnTo>
                <a:lnTo>
                  <a:pt x="1743161" y="563213"/>
                </a:lnTo>
                <a:lnTo>
                  <a:pt x="1751228" y="580606"/>
                </a:lnTo>
                <a:lnTo>
                  <a:pt x="1759296" y="597999"/>
                </a:lnTo>
                <a:lnTo>
                  <a:pt x="1767373" y="615391"/>
                </a:lnTo>
                <a:lnTo>
                  <a:pt x="1775441" y="632784"/>
                </a:lnTo>
                <a:lnTo>
                  <a:pt x="1783509" y="650177"/>
                </a:lnTo>
                <a:lnTo>
                  <a:pt x="1791576" y="667569"/>
                </a:lnTo>
                <a:lnTo>
                  <a:pt x="1799644" y="684962"/>
                </a:lnTo>
                <a:lnTo>
                  <a:pt x="1807712" y="702354"/>
                </a:lnTo>
                <a:lnTo>
                  <a:pt x="1815779" y="719747"/>
                </a:lnTo>
                <a:lnTo>
                  <a:pt x="1823847" y="737140"/>
                </a:lnTo>
                <a:lnTo>
                  <a:pt x="1807807" y="739140"/>
                </a:lnTo>
                <a:lnTo>
                  <a:pt x="1788643" y="739140"/>
                </a:lnTo>
                <a:lnTo>
                  <a:pt x="1769469" y="739140"/>
                </a:lnTo>
                <a:lnTo>
                  <a:pt x="1750295" y="739140"/>
                </a:lnTo>
                <a:lnTo>
                  <a:pt x="1731121" y="739140"/>
                </a:lnTo>
                <a:lnTo>
                  <a:pt x="1711947" y="739140"/>
                </a:lnTo>
                <a:lnTo>
                  <a:pt x="1692773" y="739140"/>
                </a:lnTo>
                <a:lnTo>
                  <a:pt x="1673600" y="739140"/>
                </a:lnTo>
                <a:lnTo>
                  <a:pt x="1654426" y="739140"/>
                </a:lnTo>
                <a:lnTo>
                  <a:pt x="1635262" y="739140"/>
                </a:lnTo>
                <a:lnTo>
                  <a:pt x="1616088" y="739140"/>
                </a:lnTo>
                <a:lnTo>
                  <a:pt x="1596914" y="739140"/>
                </a:lnTo>
                <a:lnTo>
                  <a:pt x="1577740" y="739140"/>
                </a:lnTo>
                <a:lnTo>
                  <a:pt x="1558566" y="739140"/>
                </a:lnTo>
                <a:lnTo>
                  <a:pt x="1539392" y="739140"/>
                </a:lnTo>
                <a:lnTo>
                  <a:pt x="1520219" y="739140"/>
                </a:lnTo>
                <a:lnTo>
                  <a:pt x="1501054" y="739140"/>
                </a:lnTo>
                <a:lnTo>
                  <a:pt x="1481880" y="739140"/>
                </a:lnTo>
                <a:lnTo>
                  <a:pt x="1462707" y="739140"/>
                </a:lnTo>
                <a:lnTo>
                  <a:pt x="1443533" y="739140"/>
                </a:lnTo>
                <a:lnTo>
                  <a:pt x="1424359" y="739140"/>
                </a:lnTo>
                <a:lnTo>
                  <a:pt x="1405185" y="739140"/>
                </a:lnTo>
                <a:lnTo>
                  <a:pt x="1386011" y="739140"/>
                </a:lnTo>
                <a:lnTo>
                  <a:pt x="1366838" y="739140"/>
                </a:lnTo>
                <a:lnTo>
                  <a:pt x="1347673" y="739140"/>
                </a:lnTo>
                <a:lnTo>
                  <a:pt x="1328499" y="739140"/>
                </a:lnTo>
                <a:lnTo>
                  <a:pt x="1309326" y="739140"/>
                </a:lnTo>
                <a:lnTo>
                  <a:pt x="1290152" y="739140"/>
                </a:lnTo>
                <a:lnTo>
                  <a:pt x="1270978" y="739140"/>
                </a:lnTo>
                <a:lnTo>
                  <a:pt x="1251804" y="739140"/>
                </a:lnTo>
                <a:lnTo>
                  <a:pt x="1232630" y="739140"/>
                </a:lnTo>
                <a:lnTo>
                  <a:pt x="1213466" y="739140"/>
                </a:lnTo>
                <a:lnTo>
                  <a:pt x="1194292" y="739140"/>
                </a:lnTo>
                <a:lnTo>
                  <a:pt x="1175118" y="739140"/>
                </a:lnTo>
                <a:lnTo>
                  <a:pt x="1155944" y="739140"/>
                </a:lnTo>
                <a:lnTo>
                  <a:pt x="1136771" y="739140"/>
                </a:lnTo>
                <a:lnTo>
                  <a:pt x="1117597" y="739140"/>
                </a:lnTo>
                <a:lnTo>
                  <a:pt x="1098423" y="739140"/>
                </a:lnTo>
                <a:lnTo>
                  <a:pt x="1079249" y="739140"/>
                </a:lnTo>
                <a:lnTo>
                  <a:pt x="1060085" y="739140"/>
                </a:lnTo>
                <a:lnTo>
                  <a:pt x="1040911" y="739140"/>
                </a:lnTo>
                <a:lnTo>
                  <a:pt x="1021737" y="739140"/>
                </a:lnTo>
                <a:lnTo>
                  <a:pt x="1002563" y="739140"/>
                </a:lnTo>
                <a:lnTo>
                  <a:pt x="983390" y="739140"/>
                </a:lnTo>
                <a:lnTo>
                  <a:pt x="964216" y="739140"/>
                </a:lnTo>
                <a:lnTo>
                  <a:pt x="945042" y="739140"/>
                </a:lnTo>
                <a:lnTo>
                  <a:pt x="925878" y="739140"/>
                </a:lnTo>
                <a:lnTo>
                  <a:pt x="906704" y="739140"/>
                </a:lnTo>
                <a:lnTo>
                  <a:pt x="887530" y="739140"/>
                </a:lnTo>
                <a:lnTo>
                  <a:pt x="868356" y="739140"/>
                </a:lnTo>
                <a:lnTo>
                  <a:pt x="849182" y="739140"/>
                </a:lnTo>
                <a:lnTo>
                  <a:pt x="830009" y="739140"/>
                </a:lnTo>
                <a:lnTo>
                  <a:pt x="810835" y="739140"/>
                </a:lnTo>
                <a:lnTo>
                  <a:pt x="791670" y="739140"/>
                </a:lnTo>
                <a:lnTo>
                  <a:pt x="772497" y="739140"/>
                </a:lnTo>
                <a:lnTo>
                  <a:pt x="753323" y="739140"/>
                </a:lnTo>
                <a:lnTo>
                  <a:pt x="734149" y="739140"/>
                </a:lnTo>
                <a:lnTo>
                  <a:pt x="714975" y="739140"/>
                </a:lnTo>
                <a:lnTo>
                  <a:pt x="695801" y="739140"/>
                </a:lnTo>
                <a:lnTo>
                  <a:pt x="676627" y="739140"/>
                </a:lnTo>
                <a:lnTo>
                  <a:pt x="657454" y="739140"/>
                </a:lnTo>
                <a:lnTo>
                  <a:pt x="638289" y="739140"/>
                </a:lnTo>
                <a:lnTo>
                  <a:pt x="619115" y="739140"/>
                </a:lnTo>
                <a:lnTo>
                  <a:pt x="599942" y="739140"/>
                </a:lnTo>
                <a:lnTo>
                  <a:pt x="580768" y="739140"/>
                </a:lnTo>
                <a:lnTo>
                  <a:pt x="561594" y="739140"/>
                </a:lnTo>
                <a:lnTo>
                  <a:pt x="542420" y="739140"/>
                </a:lnTo>
                <a:lnTo>
                  <a:pt x="523246" y="739140"/>
                </a:lnTo>
                <a:lnTo>
                  <a:pt x="504082" y="739140"/>
                </a:lnTo>
                <a:lnTo>
                  <a:pt x="484908" y="739140"/>
                </a:lnTo>
                <a:lnTo>
                  <a:pt x="465734" y="739140"/>
                </a:lnTo>
                <a:lnTo>
                  <a:pt x="446561" y="739140"/>
                </a:lnTo>
                <a:lnTo>
                  <a:pt x="427387" y="739140"/>
                </a:lnTo>
                <a:lnTo>
                  <a:pt x="408213" y="739140"/>
                </a:lnTo>
                <a:lnTo>
                  <a:pt x="389039" y="739140"/>
                </a:lnTo>
                <a:lnTo>
                  <a:pt x="369865" y="739140"/>
                </a:lnTo>
                <a:lnTo>
                  <a:pt x="350701" y="739140"/>
                </a:lnTo>
                <a:lnTo>
                  <a:pt x="331527" y="739140"/>
                </a:lnTo>
                <a:lnTo>
                  <a:pt x="312353" y="739140"/>
                </a:lnTo>
                <a:lnTo>
                  <a:pt x="293180" y="739140"/>
                </a:lnTo>
                <a:lnTo>
                  <a:pt x="274006" y="739140"/>
                </a:lnTo>
                <a:lnTo>
                  <a:pt x="254832" y="739140"/>
                </a:lnTo>
                <a:lnTo>
                  <a:pt x="235658" y="739140"/>
                </a:lnTo>
                <a:lnTo>
                  <a:pt x="216494" y="739140"/>
                </a:lnTo>
                <a:lnTo>
                  <a:pt x="197320" y="739140"/>
                </a:lnTo>
                <a:lnTo>
                  <a:pt x="178146" y="739140"/>
                </a:lnTo>
                <a:lnTo>
                  <a:pt x="158972" y="739140"/>
                </a:lnTo>
                <a:lnTo>
                  <a:pt x="139798" y="739140"/>
                </a:lnTo>
                <a:lnTo>
                  <a:pt x="120625" y="739140"/>
                </a:lnTo>
                <a:lnTo>
                  <a:pt x="101451" y="739140"/>
                </a:lnTo>
                <a:lnTo>
                  <a:pt x="82277" y="739140"/>
                </a:lnTo>
                <a:lnTo>
                  <a:pt x="63113" y="739140"/>
                </a:lnTo>
                <a:lnTo>
                  <a:pt x="43939" y="739140"/>
                </a:lnTo>
                <a:lnTo>
                  <a:pt x="24765" y="739140"/>
                </a:lnTo>
                <a:lnTo>
                  <a:pt x="5591" y="739140"/>
                </a:lnTo>
                <a:lnTo>
                  <a:pt x="0" y="730472"/>
                </a:lnTo>
                <a:lnTo>
                  <a:pt x="8068" y="713080"/>
                </a:lnTo>
                <a:lnTo>
                  <a:pt x="16135" y="695687"/>
                </a:lnTo>
                <a:lnTo>
                  <a:pt x="24203" y="678294"/>
                </a:lnTo>
                <a:lnTo>
                  <a:pt x="32271" y="660902"/>
                </a:lnTo>
                <a:lnTo>
                  <a:pt x="40338" y="643509"/>
                </a:lnTo>
                <a:lnTo>
                  <a:pt x="48416" y="626116"/>
                </a:lnTo>
                <a:lnTo>
                  <a:pt x="56483" y="608724"/>
                </a:lnTo>
                <a:lnTo>
                  <a:pt x="64551" y="591331"/>
                </a:lnTo>
                <a:lnTo>
                  <a:pt x="72619" y="573938"/>
                </a:lnTo>
                <a:lnTo>
                  <a:pt x="80686" y="556546"/>
                </a:lnTo>
                <a:lnTo>
                  <a:pt x="88754" y="539153"/>
                </a:lnTo>
                <a:lnTo>
                  <a:pt x="96822" y="521760"/>
                </a:lnTo>
                <a:lnTo>
                  <a:pt x="104889" y="504368"/>
                </a:lnTo>
                <a:lnTo>
                  <a:pt x="112957" y="486975"/>
                </a:lnTo>
                <a:lnTo>
                  <a:pt x="121025" y="469583"/>
                </a:lnTo>
                <a:lnTo>
                  <a:pt x="129092" y="452199"/>
                </a:lnTo>
                <a:lnTo>
                  <a:pt x="137160" y="434807"/>
                </a:lnTo>
                <a:lnTo>
                  <a:pt x="145237" y="417414"/>
                </a:lnTo>
                <a:lnTo>
                  <a:pt x="153305" y="400021"/>
                </a:lnTo>
                <a:lnTo>
                  <a:pt x="161373" y="382629"/>
                </a:lnTo>
                <a:lnTo>
                  <a:pt x="169440" y="365236"/>
                </a:lnTo>
                <a:lnTo>
                  <a:pt x="177508" y="347843"/>
                </a:lnTo>
                <a:lnTo>
                  <a:pt x="185576" y="330451"/>
                </a:lnTo>
                <a:lnTo>
                  <a:pt x="193643" y="313058"/>
                </a:lnTo>
                <a:lnTo>
                  <a:pt x="201711" y="295666"/>
                </a:lnTo>
                <a:lnTo>
                  <a:pt x="209779" y="278273"/>
                </a:lnTo>
                <a:lnTo>
                  <a:pt x="217846" y="260880"/>
                </a:lnTo>
                <a:lnTo>
                  <a:pt x="225914" y="243488"/>
                </a:lnTo>
                <a:lnTo>
                  <a:pt x="233991" y="226095"/>
                </a:lnTo>
                <a:lnTo>
                  <a:pt x="242059" y="208702"/>
                </a:lnTo>
                <a:lnTo>
                  <a:pt x="250127" y="191310"/>
                </a:lnTo>
                <a:lnTo>
                  <a:pt x="258194" y="173917"/>
                </a:lnTo>
                <a:lnTo>
                  <a:pt x="266262" y="156524"/>
                </a:lnTo>
                <a:lnTo>
                  <a:pt x="274330" y="139141"/>
                </a:lnTo>
                <a:lnTo>
                  <a:pt x="282397" y="121749"/>
                </a:lnTo>
                <a:lnTo>
                  <a:pt x="290465" y="104356"/>
                </a:lnTo>
                <a:lnTo>
                  <a:pt x="298533" y="86963"/>
                </a:lnTo>
                <a:lnTo>
                  <a:pt x="306600" y="69571"/>
                </a:lnTo>
                <a:lnTo>
                  <a:pt x="314668" y="52178"/>
                </a:lnTo>
                <a:lnTo>
                  <a:pt x="322736" y="34785"/>
                </a:lnTo>
                <a:lnTo>
                  <a:pt x="330813" y="17393"/>
                </a:lnTo>
                <a:lnTo>
                  <a:pt x="338880" y="0"/>
                </a:lnTo>
                <a:close/>
              </a:path>
            </a:pathLst>
          </a:custGeom>
          <a:solidFill xmlns:a="http://schemas.openxmlformats.org/drawingml/2006/main">
            <a:srgbClr val="0E559F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2" name="pyramid-tier-title-0">
            <a:extLst xmlns:a="http://schemas.openxmlformats.org/drawingml/2006/main">
              <a:ext uri="{FF2B5EF4-FFF2-40B4-BE49-F238E27FC236}">
                <a16:creationId xmlns:a16="http://schemas.microsoft.com/office/drawing/2014/main" id="{903203D0-7770-4F96-AFD3-98782B49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2132886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愿景层</a:t>
            </a:r>
          </a:p>
        </p:txBody>
      </p:sp>
      <p:sp>
        <p:nvSpPr>
          <p:cNvPr id="3" name="pyramid-tier-1">
            <a:extLst xmlns:a="http://schemas.openxmlformats.org/drawingml/2006/main">
              <a:ext uri="{FF2B5EF4-FFF2-40B4-BE49-F238E27FC236}">
                <a16:creationId xmlns:a16="http://schemas.microsoft.com/office/drawing/2014/main" id="{ABA3BBC3-97F4-401A-B17D-975F89C9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44812" y="2739390"/>
            <a:ext cx="2505789" cy="739140"/>
          </a:xfrm>
          <a:custGeom xmlns:a="http://schemas.openxmlformats.org/drawingml/2006/main">
            <a:pathLst>
              <a:path w="2505789" h="739140">
                <a:moveTo>
                  <a:pt x="336413" y="0"/>
                </a:moveTo>
                <a:lnTo>
                  <a:pt x="361302" y="0"/>
                </a:lnTo>
                <a:lnTo>
                  <a:pt x="386191" y="0"/>
                </a:lnTo>
                <a:lnTo>
                  <a:pt x="411080" y="0"/>
                </a:lnTo>
                <a:lnTo>
                  <a:pt x="435969" y="0"/>
                </a:lnTo>
                <a:lnTo>
                  <a:pt x="460858" y="0"/>
                </a:lnTo>
                <a:lnTo>
                  <a:pt x="485746" y="0"/>
                </a:lnTo>
                <a:lnTo>
                  <a:pt x="510626" y="0"/>
                </a:lnTo>
                <a:lnTo>
                  <a:pt x="535515" y="0"/>
                </a:lnTo>
                <a:lnTo>
                  <a:pt x="560403" y="0"/>
                </a:lnTo>
                <a:lnTo>
                  <a:pt x="585292" y="0"/>
                </a:lnTo>
                <a:lnTo>
                  <a:pt x="610181" y="0"/>
                </a:lnTo>
                <a:lnTo>
                  <a:pt x="635070" y="0"/>
                </a:lnTo>
                <a:lnTo>
                  <a:pt x="659959" y="0"/>
                </a:lnTo>
                <a:lnTo>
                  <a:pt x="684838" y="0"/>
                </a:lnTo>
                <a:lnTo>
                  <a:pt x="709727" y="0"/>
                </a:lnTo>
                <a:lnTo>
                  <a:pt x="734616" y="0"/>
                </a:lnTo>
                <a:lnTo>
                  <a:pt x="759504" y="0"/>
                </a:lnTo>
                <a:lnTo>
                  <a:pt x="784393" y="0"/>
                </a:lnTo>
                <a:lnTo>
                  <a:pt x="809282" y="0"/>
                </a:lnTo>
                <a:lnTo>
                  <a:pt x="834171" y="0"/>
                </a:lnTo>
                <a:lnTo>
                  <a:pt x="859060" y="0"/>
                </a:lnTo>
                <a:lnTo>
                  <a:pt x="883939" y="0"/>
                </a:lnTo>
                <a:lnTo>
                  <a:pt x="908828" y="0"/>
                </a:lnTo>
                <a:lnTo>
                  <a:pt x="933717" y="0"/>
                </a:lnTo>
                <a:lnTo>
                  <a:pt x="958606" y="0"/>
                </a:lnTo>
                <a:lnTo>
                  <a:pt x="983494" y="0"/>
                </a:lnTo>
                <a:lnTo>
                  <a:pt x="1008383" y="0"/>
                </a:lnTo>
                <a:lnTo>
                  <a:pt x="1033272" y="0"/>
                </a:lnTo>
                <a:lnTo>
                  <a:pt x="1058151" y="0"/>
                </a:lnTo>
                <a:lnTo>
                  <a:pt x="1083040" y="0"/>
                </a:lnTo>
                <a:lnTo>
                  <a:pt x="1107929" y="0"/>
                </a:lnTo>
                <a:lnTo>
                  <a:pt x="1132818" y="0"/>
                </a:lnTo>
                <a:lnTo>
                  <a:pt x="1157707" y="0"/>
                </a:lnTo>
                <a:lnTo>
                  <a:pt x="1182595" y="0"/>
                </a:lnTo>
                <a:lnTo>
                  <a:pt x="1207484" y="0"/>
                </a:lnTo>
                <a:lnTo>
                  <a:pt x="1232373" y="0"/>
                </a:lnTo>
                <a:lnTo>
                  <a:pt x="1257252" y="0"/>
                </a:lnTo>
                <a:lnTo>
                  <a:pt x="1282141" y="0"/>
                </a:lnTo>
                <a:lnTo>
                  <a:pt x="1307030" y="0"/>
                </a:lnTo>
                <a:lnTo>
                  <a:pt x="1331919" y="0"/>
                </a:lnTo>
                <a:lnTo>
                  <a:pt x="1356808" y="0"/>
                </a:lnTo>
                <a:lnTo>
                  <a:pt x="1381697" y="0"/>
                </a:lnTo>
                <a:lnTo>
                  <a:pt x="1406585" y="0"/>
                </a:lnTo>
                <a:lnTo>
                  <a:pt x="1431465" y="0"/>
                </a:lnTo>
                <a:lnTo>
                  <a:pt x="1456353" y="0"/>
                </a:lnTo>
                <a:lnTo>
                  <a:pt x="1481242" y="0"/>
                </a:lnTo>
                <a:lnTo>
                  <a:pt x="1506131" y="0"/>
                </a:lnTo>
                <a:lnTo>
                  <a:pt x="1531020" y="0"/>
                </a:lnTo>
                <a:lnTo>
                  <a:pt x="1555909" y="0"/>
                </a:lnTo>
                <a:lnTo>
                  <a:pt x="1580798" y="0"/>
                </a:lnTo>
                <a:lnTo>
                  <a:pt x="1605686" y="0"/>
                </a:lnTo>
                <a:lnTo>
                  <a:pt x="1630566" y="0"/>
                </a:lnTo>
                <a:lnTo>
                  <a:pt x="1655455" y="0"/>
                </a:lnTo>
                <a:lnTo>
                  <a:pt x="1680343" y="0"/>
                </a:lnTo>
                <a:lnTo>
                  <a:pt x="1705232" y="0"/>
                </a:lnTo>
                <a:lnTo>
                  <a:pt x="1730121" y="0"/>
                </a:lnTo>
                <a:lnTo>
                  <a:pt x="1755010" y="0"/>
                </a:lnTo>
                <a:lnTo>
                  <a:pt x="1779899" y="0"/>
                </a:lnTo>
                <a:lnTo>
                  <a:pt x="1804778" y="0"/>
                </a:lnTo>
                <a:lnTo>
                  <a:pt x="1829667" y="0"/>
                </a:lnTo>
                <a:lnTo>
                  <a:pt x="1854556" y="0"/>
                </a:lnTo>
                <a:lnTo>
                  <a:pt x="1879444" y="0"/>
                </a:lnTo>
                <a:lnTo>
                  <a:pt x="1904333" y="0"/>
                </a:lnTo>
                <a:lnTo>
                  <a:pt x="1929222" y="0"/>
                </a:lnTo>
                <a:lnTo>
                  <a:pt x="1954111" y="0"/>
                </a:lnTo>
                <a:lnTo>
                  <a:pt x="1978990" y="0"/>
                </a:lnTo>
                <a:lnTo>
                  <a:pt x="2003879" y="0"/>
                </a:lnTo>
                <a:lnTo>
                  <a:pt x="2028768" y="0"/>
                </a:lnTo>
                <a:lnTo>
                  <a:pt x="2053657" y="0"/>
                </a:lnTo>
                <a:lnTo>
                  <a:pt x="2078546" y="0"/>
                </a:lnTo>
                <a:lnTo>
                  <a:pt x="2103434" y="0"/>
                </a:lnTo>
                <a:lnTo>
                  <a:pt x="2128323" y="0"/>
                </a:lnTo>
                <a:lnTo>
                  <a:pt x="2153212" y="0"/>
                </a:lnTo>
                <a:lnTo>
                  <a:pt x="2170633" y="11687"/>
                </a:lnTo>
                <a:lnTo>
                  <a:pt x="2181111" y="34261"/>
                </a:lnTo>
                <a:lnTo>
                  <a:pt x="2191588" y="56836"/>
                </a:lnTo>
                <a:lnTo>
                  <a:pt x="2202056" y="79410"/>
                </a:lnTo>
                <a:lnTo>
                  <a:pt x="2212534" y="101984"/>
                </a:lnTo>
                <a:lnTo>
                  <a:pt x="2223002" y="124568"/>
                </a:lnTo>
                <a:lnTo>
                  <a:pt x="2233479" y="147142"/>
                </a:lnTo>
                <a:lnTo>
                  <a:pt x="2243947" y="169716"/>
                </a:lnTo>
                <a:lnTo>
                  <a:pt x="2254425" y="192291"/>
                </a:lnTo>
                <a:lnTo>
                  <a:pt x="2264902" y="214874"/>
                </a:lnTo>
                <a:lnTo>
                  <a:pt x="2275370" y="237449"/>
                </a:lnTo>
                <a:lnTo>
                  <a:pt x="2285848" y="260023"/>
                </a:lnTo>
                <a:lnTo>
                  <a:pt x="2296316" y="282597"/>
                </a:lnTo>
                <a:lnTo>
                  <a:pt x="2306793" y="305171"/>
                </a:lnTo>
                <a:lnTo>
                  <a:pt x="2317271" y="327755"/>
                </a:lnTo>
                <a:lnTo>
                  <a:pt x="2327739" y="350330"/>
                </a:lnTo>
                <a:lnTo>
                  <a:pt x="2338216" y="372904"/>
                </a:lnTo>
                <a:lnTo>
                  <a:pt x="2348684" y="395478"/>
                </a:lnTo>
                <a:lnTo>
                  <a:pt x="2359162" y="418062"/>
                </a:lnTo>
                <a:lnTo>
                  <a:pt x="2369639" y="440636"/>
                </a:lnTo>
                <a:lnTo>
                  <a:pt x="2380107" y="463210"/>
                </a:lnTo>
                <a:lnTo>
                  <a:pt x="2390585" y="485785"/>
                </a:lnTo>
                <a:lnTo>
                  <a:pt x="2401052" y="508359"/>
                </a:lnTo>
                <a:lnTo>
                  <a:pt x="2411530" y="530943"/>
                </a:lnTo>
                <a:lnTo>
                  <a:pt x="2421998" y="553517"/>
                </a:lnTo>
                <a:lnTo>
                  <a:pt x="2432475" y="576091"/>
                </a:lnTo>
                <a:lnTo>
                  <a:pt x="2442953" y="598665"/>
                </a:lnTo>
                <a:lnTo>
                  <a:pt x="2453421" y="621249"/>
                </a:lnTo>
                <a:lnTo>
                  <a:pt x="2463898" y="643823"/>
                </a:lnTo>
                <a:lnTo>
                  <a:pt x="2474366" y="666398"/>
                </a:lnTo>
                <a:lnTo>
                  <a:pt x="2484844" y="688972"/>
                </a:lnTo>
                <a:lnTo>
                  <a:pt x="2495321" y="711556"/>
                </a:lnTo>
                <a:lnTo>
                  <a:pt x="2505789" y="734130"/>
                </a:lnTo>
                <a:lnTo>
                  <a:pt x="2488759" y="739140"/>
                </a:lnTo>
                <a:lnTo>
                  <a:pt x="2463870" y="739140"/>
                </a:lnTo>
                <a:lnTo>
                  <a:pt x="2438981" y="739140"/>
                </a:lnTo>
                <a:lnTo>
                  <a:pt x="2414092" y="739140"/>
                </a:lnTo>
                <a:lnTo>
                  <a:pt x="2389203" y="739140"/>
                </a:lnTo>
                <a:lnTo>
                  <a:pt x="2364315" y="739140"/>
                </a:lnTo>
                <a:lnTo>
                  <a:pt x="2339426" y="739140"/>
                </a:lnTo>
                <a:lnTo>
                  <a:pt x="2314546" y="739140"/>
                </a:lnTo>
                <a:lnTo>
                  <a:pt x="2289658" y="739140"/>
                </a:lnTo>
                <a:lnTo>
                  <a:pt x="2264769" y="739140"/>
                </a:lnTo>
                <a:lnTo>
                  <a:pt x="2239880" y="739140"/>
                </a:lnTo>
                <a:lnTo>
                  <a:pt x="2214991" y="739140"/>
                </a:lnTo>
                <a:lnTo>
                  <a:pt x="2190102" y="739140"/>
                </a:lnTo>
                <a:lnTo>
                  <a:pt x="2165213" y="739140"/>
                </a:lnTo>
                <a:lnTo>
                  <a:pt x="2140334" y="739140"/>
                </a:lnTo>
                <a:lnTo>
                  <a:pt x="2115445" y="739140"/>
                </a:lnTo>
                <a:lnTo>
                  <a:pt x="2090557" y="739140"/>
                </a:lnTo>
                <a:lnTo>
                  <a:pt x="2065668" y="739140"/>
                </a:lnTo>
                <a:lnTo>
                  <a:pt x="2040779" y="739140"/>
                </a:lnTo>
                <a:lnTo>
                  <a:pt x="2015890" y="739140"/>
                </a:lnTo>
                <a:lnTo>
                  <a:pt x="1991001" y="739140"/>
                </a:lnTo>
                <a:lnTo>
                  <a:pt x="1966112" y="739140"/>
                </a:lnTo>
                <a:lnTo>
                  <a:pt x="1941233" y="739140"/>
                </a:lnTo>
                <a:lnTo>
                  <a:pt x="1916344" y="739140"/>
                </a:lnTo>
                <a:lnTo>
                  <a:pt x="1891455" y="739140"/>
                </a:lnTo>
                <a:lnTo>
                  <a:pt x="1866567" y="739140"/>
                </a:lnTo>
                <a:lnTo>
                  <a:pt x="1841678" y="739140"/>
                </a:lnTo>
                <a:lnTo>
                  <a:pt x="1816789" y="739140"/>
                </a:lnTo>
                <a:lnTo>
                  <a:pt x="1791900" y="739140"/>
                </a:lnTo>
                <a:lnTo>
                  <a:pt x="1767021" y="739140"/>
                </a:lnTo>
                <a:lnTo>
                  <a:pt x="1742132" y="739140"/>
                </a:lnTo>
                <a:lnTo>
                  <a:pt x="1717243" y="739140"/>
                </a:lnTo>
                <a:lnTo>
                  <a:pt x="1692354" y="739140"/>
                </a:lnTo>
                <a:lnTo>
                  <a:pt x="1667466" y="739140"/>
                </a:lnTo>
                <a:lnTo>
                  <a:pt x="1642577" y="739140"/>
                </a:lnTo>
                <a:lnTo>
                  <a:pt x="1617688" y="739140"/>
                </a:lnTo>
                <a:lnTo>
                  <a:pt x="1592799" y="739140"/>
                </a:lnTo>
                <a:lnTo>
                  <a:pt x="1567920" y="739140"/>
                </a:lnTo>
                <a:lnTo>
                  <a:pt x="1543031" y="739140"/>
                </a:lnTo>
                <a:lnTo>
                  <a:pt x="1518142" y="739140"/>
                </a:lnTo>
                <a:lnTo>
                  <a:pt x="1493253" y="739140"/>
                </a:lnTo>
                <a:lnTo>
                  <a:pt x="1468364" y="739140"/>
                </a:lnTo>
                <a:lnTo>
                  <a:pt x="1443476" y="739140"/>
                </a:lnTo>
                <a:lnTo>
                  <a:pt x="1418587" y="739140"/>
                </a:lnTo>
                <a:lnTo>
                  <a:pt x="1393708" y="739140"/>
                </a:lnTo>
                <a:lnTo>
                  <a:pt x="1368819" y="739140"/>
                </a:lnTo>
                <a:lnTo>
                  <a:pt x="1343930" y="739140"/>
                </a:lnTo>
                <a:lnTo>
                  <a:pt x="1319041" y="739140"/>
                </a:lnTo>
                <a:lnTo>
                  <a:pt x="1294152" y="739140"/>
                </a:lnTo>
                <a:lnTo>
                  <a:pt x="1269263" y="739140"/>
                </a:lnTo>
                <a:lnTo>
                  <a:pt x="1244375" y="739140"/>
                </a:lnTo>
                <a:lnTo>
                  <a:pt x="1219486" y="739140"/>
                </a:lnTo>
                <a:lnTo>
                  <a:pt x="1194606" y="739140"/>
                </a:lnTo>
                <a:lnTo>
                  <a:pt x="1169718" y="739140"/>
                </a:lnTo>
                <a:lnTo>
                  <a:pt x="1144829" y="739140"/>
                </a:lnTo>
                <a:lnTo>
                  <a:pt x="1119940" y="739140"/>
                </a:lnTo>
                <a:lnTo>
                  <a:pt x="1095051" y="739140"/>
                </a:lnTo>
                <a:lnTo>
                  <a:pt x="1070162" y="739140"/>
                </a:lnTo>
                <a:lnTo>
                  <a:pt x="1045274" y="739140"/>
                </a:lnTo>
                <a:lnTo>
                  <a:pt x="1020394" y="739140"/>
                </a:lnTo>
                <a:lnTo>
                  <a:pt x="995505" y="739140"/>
                </a:lnTo>
                <a:lnTo>
                  <a:pt x="970617" y="739140"/>
                </a:lnTo>
                <a:lnTo>
                  <a:pt x="945728" y="739140"/>
                </a:lnTo>
                <a:lnTo>
                  <a:pt x="920839" y="739140"/>
                </a:lnTo>
                <a:lnTo>
                  <a:pt x="895950" y="739140"/>
                </a:lnTo>
                <a:lnTo>
                  <a:pt x="871061" y="739140"/>
                </a:lnTo>
                <a:lnTo>
                  <a:pt x="846172" y="739140"/>
                </a:lnTo>
                <a:lnTo>
                  <a:pt x="821293" y="739140"/>
                </a:lnTo>
                <a:lnTo>
                  <a:pt x="796404" y="739140"/>
                </a:lnTo>
                <a:lnTo>
                  <a:pt x="771515" y="739140"/>
                </a:lnTo>
                <a:lnTo>
                  <a:pt x="746627" y="739140"/>
                </a:lnTo>
                <a:lnTo>
                  <a:pt x="721738" y="739140"/>
                </a:lnTo>
                <a:lnTo>
                  <a:pt x="696849" y="739140"/>
                </a:lnTo>
                <a:lnTo>
                  <a:pt x="671960" y="739140"/>
                </a:lnTo>
                <a:lnTo>
                  <a:pt x="647081" y="739140"/>
                </a:lnTo>
                <a:lnTo>
                  <a:pt x="622192" y="739140"/>
                </a:lnTo>
                <a:lnTo>
                  <a:pt x="597303" y="739140"/>
                </a:lnTo>
                <a:lnTo>
                  <a:pt x="572414" y="739140"/>
                </a:lnTo>
                <a:lnTo>
                  <a:pt x="547526" y="739140"/>
                </a:lnTo>
                <a:lnTo>
                  <a:pt x="522637" y="739140"/>
                </a:lnTo>
                <a:lnTo>
                  <a:pt x="497748" y="739140"/>
                </a:lnTo>
                <a:lnTo>
                  <a:pt x="472859" y="739140"/>
                </a:lnTo>
                <a:lnTo>
                  <a:pt x="447980" y="739140"/>
                </a:lnTo>
                <a:lnTo>
                  <a:pt x="423091" y="739140"/>
                </a:lnTo>
                <a:lnTo>
                  <a:pt x="398202" y="739140"/>
                </a:lnTo>
                <a:lnTo>
                  <a:pt x="373313" y="739140"/>
                </a:lnTo>
                <a:lnTo>
                  <a:pt x="348425" y="739140"/>
                </a:lnTo>
                <a:lnTo>
                  <a:pt x="323536" y="739140"/>
                </a:lnTo>
                <a:lnTo>
                  <a:pt x="298647" y="739140"/>
                </a:lnTo>
                <a:lnTo>
                  <a:pt x="273768" y="739140"/>
                </a:lnTo>
                <a:lnTo>
                  <a:pt x="248879" y="739140"/>
                </a:lnTo>
                <a:lnTo>
                  <a:pt x="223990" y="739140"/>
                </a:lnTo>
                <a:lnTo>
                  <a:pt x="199101" y="739140"/>
                </a:lnTo>
                <a:lnTo>
                  <a:pt x="174212" y="739140"/>
                </a:lnTo>
                <a:lnTo>
                  <a:pt x="149323" y="739140"/>
                </a:lnTo>
                <a:lnTo>
                  <a:pt x="124435" y="739140"/>
                </a:lnTo>
                <a:lnTo>
                  <a:pt x="99546" y="739140"/>
                </a:lnTo>
                <a:lnTo>
                  <a:pt x="74666" y="739140"/>
                </a:lnTo>
                <a:lnTo>
                  <a:pt x="49778" y="739140"/>
                </a:lnTo>
                <a:lnTo>
                  <a:pt x="24889" y="739140"/>
                </a:lnTo>
                <a:lnTo>
                  <a:pt x="0" y="739140"/>
                </a:lnTo>
                <a:lnTo>
                  <a:pt x="1257" y="722443"/>
                </a:lnTo>
                <a:lnTo>
                  <a:pt x="11735" y="699868"/>
                </a:lnTo>
                <a:lnTo>
                  <a:pt x="22212" y="677294"/>
                </a:lnTo>
                <a:lnTo>
                  <a:pt x="32680" y="654720"/>
                </a:lnTo>
                <a:lnTo>
                  <a:pt x="43158" y="632136"/>
                </a:lnTo>
                <a:lnTo>
                  <a:pt x="53626" y="609562"/>
                </a:lnTo>
                <a:lnTo>
                  <a:pt x="64103" y="586988"/>
                </a:lnTo>
                <a:lnTo>
                  <a:pt x="74581" y="564413"/>
                </a:lnTo>
                <a:lnTo>
                  <a:pt x="85049" y="541830"/>
                </a:lnTo>
                <a:lnTo>
                  <a:pt x="95526" y="519255"/>
                </a:lnTo>
                <a:lnTo>
                  <a:pt x="105994" y="496681"/>
                </a:lnTo>
                <a:lnTo>
                  <a:pt x="116472" y="474107"/>
                </a:lnTo>
                <a:lnTo>
                  <a:pt x="126949" y="451533"/>
                </a:lnTo>
                <a:lnTo>
                  <a:pt x="137417" y="428949"/>
                </a:lnTo>
                <a:lnTo>
                  <a:pt x="147895" y="406375"/>
                </a:lnTo>
                <a:lnTo>
                  <a:pt x="158363" y="383800"/>
                </a:lnTo>
                <a:lnTo>
                  <a:pt x="168840" y="361226"/>
                </a:lnTo>
                <a:lnTo>
                  <a:pt x="179308" y="338642"/>
                </a:lnTo>
                <a:lnTo>
                  <a:pt x="189786" y="316068"/>
                </a:lnTo>
                <a:lnTo>
                  <a:pt x="200263" y="293494"/>
                </a:lnTo>
                <a:lnTo>
                  <a:pt x="210731" y="270920"/>
                </a:lnTo>
                <a:lnTo>
                  <a:pt x="221209" y="248336"/>
                </a:lnTo>
                <a:lnTo>
                  <a:pt x="231677" y="225762"/>
                </a:lnTo>
                <a:lnTo>
                  <a:pt x="242154" y="203187"/>
                </a:lnTo>
                <a:lnTo>
                  <a:pt x="252632" y="180613"/>
                </a:lnTo>
                <a:lnTo>
                  <a:pt x="263100" y="158039"/>
                </a:lnTo>
                <a:lnTo>
                  <a:pt x="273577" y="135455"/>
                </a:lnTo>
                <a:lnTo>
                  <a:pt x="284045" y="112881"/>
                </a:lnTo>
                <a:lnTo>
                  <a:pt x="294523" y="90307"/>
                </a:lnTo>
                <a:lnTo>
                  <a:pt x="305000" y="67732"/>
                </a:lnTo>
                <a:lnTo>
                  <a:pt x="315468" y="45149"/>
                </a:lnTo>
                <a:lnTo>
                  <a:pt x="325946" y="22574"/>
                </a:lnTo>
                <a:lnTo>
                  <a:pt x="336413" y="0"/>
                </a:lnTo>
                <a:close/>
              </a:path>
            </a:pathLst>
          </a:custGeom>
          <a:solidFill xmlns:a="http://schemas.openxmlformats.org/drawingml/2006/main">
            <a:srgbClr val="176FC7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4" name="pyramid-tier-title-1">
            <a:extLst xmlns:a="http://schemas.openxmlformats.org/drawingml/2006/main">
              <a:ext uri="{FF2B5EF4-FFF2-40B4-BE49-F238E27FC236}">
                <a16:creationId xmlns:a16="http://schemas.microsoft.com/office/drawing/2014/main" id="{EBFFC95B-2E0D-4476-A1A7-0AB130D1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2948226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方向层</a:t>
            </a:r>
          </a:p>
        </p:txBody>
      </p:sp>
      <p:sp>
        <p:nvSpPr>
          <p:cNvPr id="5" name="pyramid-tier-2">
            <a:extLst xmlns:a="http://schemas.openxmlformats.org/drawingml/2006/main">
              <a:ext uri="{FF2B5EF4-FFF2-40B4-BE49-F238E27FC236}">
                <a16:creationId xmlns:a16="http://schemas.microsoft.com/office/drawing/2014/main" id="{81B3320D-C64D-4AF4-AFC4-38526D79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503483" y="3554730"/>
            <a:ext cx="3186074" cy="739140"/>
          </a:xfrm>
          <a:custGeom xmlns:a="http://schemas.openxmlformats.org/drawingml/2006/main">
            <a:pathLst>
              <a:path w="3186074" h="739140">
                <a:moveTo>
                  <a:pt x="334842" y="0"/>
                </a:moveTo>
                <a:lnTo>
                  <a:pt x="365446" y="0"/>
                </a:lnTo>
                <a:lnTo>
                  <a:pt x="396050" y="0"/>
                </a:lnTo>
                <a:lnTo>
                  <a:pt x="426653" y="0"/>
                </a:lnTo>
                <a:lnTo>
                  <a:pt x="457257" y="0"/>
                </a:lnTo>
                <a:lnTo>
                  <a:pt x="487861" y="0"/>
                </a:lnTo>
                <a:lnTo>
                  <a:pt x="518465" y="0"/>
                </a:lnTo>
                <a:lnTo>
                  <a:pt x="549059" y="0"/>
                </a:lnTo>
                <a:lnTo>
                  <a:pt x="579663" y="0"/>
                </a:lnTo>
                <a:lnTo>
                  <a:pt x="610267" y="0"/>
                </a:lnTo>
                <a:lnTo>
                  <a:pt x="640871" y="0"/>
                </a:lnTo>
                <a:lnTo>
                  <a:pt x="671474" y="0"/>
                </a:lnTo>
                <a:lnTo>
                  <a:pt x="702078" y="0"/>
                </a:lnTo>
                <a:lnTo>
                  <a:pt x="732682" y="0"/>
                </a:lnTo>
                <a:lnTo>
                  <a:pt x="763286" y="0"/>
                </a:lnTo>
                <a:lnTo>
                  <a:pt x="793880" y="0"/>
                </a:lnTo>
                <a:lnTo>
                  <a:pt x="824484" y="0"/>
                </a:lnTo>
                <a:lnTo>
                  <a:pt x="855088" y="0"/>
                </a:lnTo>
                <a:lnTo>
                  <a:pt x="885692" y="0"/>
                </a:lnTo>
                <a:lnTo>
                  <a:pt x="916295" y="0"/>
                </a:lnTo>
                <a:lnTo>
                  <a:pt x="946899" y="0"/>
                </a:lnTo>
                <a:lnTo>
                  <a:pt x="977503" y="0"/>
                </a:lnTo>
                <a:lnTo>
                  <a:pt x="1008097" y="0"/>
                </a:lnTo>
                <a:lnTo>
                  <a:pt x="1038701" y="0"/>
                </a:lnTo>
                <a:lnTo>
                  <a:pt x="1069305" y="0"/>
                </a:lnTo>
                <a:lnTo>
                  <a:pt x="1099909" y="0"/>
                </a:lnTo>
                <a:lnTo>
                  <a:pt x="1130513" y="0"/>
                </a:lnTo>
                <a:lnTo>
                  <a:pt x="1161117" y="0"/>
                </a:lnTo>
                <a:lnTo>
                  <a:pt x="1191720" y="0"/>
                </a:lnTo>
                <a:lnTo>
                  <a:pt x="1222324" y="0"/>
                </a:lnTo>
                <a:lnTo>
                  <a:pt x="1252919" y="0"/>
                </a:lnTo>
                <a:lnTo>
                  <a:pt x="1283522" y="0"/>
                </a:lnTo>
                <a:lnTo>
                  <a:pt x="1314126" y="0"/>
                </a:lnTo>
                <a:lnTo>
                  <a:pt x="1344730" y="0"/>
                </a:lnTo>
                <a:lnTo>
                  <a:pt x="1375334" y="0"/>
                </a:lnTo>
                <a:lnTo>
                  <a:pt x="1405938" y="0"/>
                </a:lnTo>
                <a:lnTo>
                  <a:pt x="1436541" y="0"/>
                </a:lnTo>
                <a:lnTo>
                  <a:pt x="1467136" y="0"/>
                </a:lnTo>
                <a:lnTo>
                  <a:pt x="1497740" y="0"/>
                </a:lnTo>
                <a:lnTo>
                  <a:pt x="1528343" y="0"/>
                </a:lnTo>
                <a:lnTo>
                  <a:pt x="1558947" y="0"/>
                </a:lnTo>
                <a:lnTo>
                  <a:pt x="1589551" y="0"/>
                </a:lnTo>
                <a:lnTo>
                  <a:pt x="1620155" y="0"/>
                </a:lnTo>
                <a:lnTo>
                  <a:pt x="1650759" y="0"/>
                </a:lnTo>
                <a:lnTo>
                  <a:pt x="1681363" y="0"/>
                </a:lnTo>
                <a:lnTo>
                  <a:pt x="1711957" y="0"/>
                </a:lnTo>
                <a:lnTo>
                  <a:pt x="1742561" y="0"/>
                </a:lnTo>
                <a:lnTo>
                  <a:pt x="1773164" y="0"/>
                </a:lnTo>
                <a:lnTo>
                  <a:pt x="1803768" y="0"/>
                </a:lnTo>
                <a:lnTo>
                  <a:pt x="1834372" y="0"/>
                </a:lnTo>
                <a:lnTo>
                  <a:pt x="1864976" y="0"/>
                </a:lnTo>
                <a:lnTo>
                  <a:pt x="1895580" y="0"/>
                </a:lnTo>
                <a:lnTo>
                  <a:pt x="1926174" y="0"/>
                </a:lnTo>
                <a:lnTo>
                  <a:pt x="1956778" y="0"/>
                </a:lnTo>
                <a:lnTo>
                  <a:pt x="1987382" y="0"/>
                </a:lnTo>
                <a:lnTo>
                  <a:pt x="2017986" y="0"/>
                </a:lnTo>
                <a:lnTo>
                  <a:pt x="2048589" y="0"/>
                </a:lnTo>
                <a:lnTo>
                  <a:pt x="2079193" y="0"/>
                </a:lnTo>
                <a:lnTo>
                  <a:pt x="2109797" y="0"/>
                </a:lnTo>
                <a:lnTo>
                  <a:pt x="2140401" y="0"/>
                </a:lnTo>
                <a:lnTo>
                  <a:pt x="2170995" y="0"/>
                </a:lnTo>
                <a:lnTo>
                  <a:pt x="2201599" y="0"/>
                </a:lnTo>
                <a:lnTo>
                  <a:pt x="2232203" y="0"/>
                </a:lnTo>
                <a:lnTo>
                  <a:pt x="2262807" y="0"/>
                </a:lnTo>
                <a:lnTo>
                  <a:pt x="2293410" y="0"/>
                </a:lnTo>
                <a:lnTo>
                  <a:pt x="2324014" y="0"/>
                </a:lnTo>
                <a:lnTo>
                  <a:pt x="2354618" y="0"/>
                </a:lnTo>
                <a:lnTo>
                  <a:pt x="2385212" y="0"/>
                </a:lnTo>
                <a:lnTo>
                  <a:pt x="2415816" y="0"/>
                </a:lnTo>
                <a:lnTo>
                  <a:pt x="2446420" y="0"/>
                </a:lnTo>
                <a:lnTo>
                  <a:pt x="2477024" y="0"/>
                </a:lnTo>
                <a:lnTo>
                  <a:pt x="2507628" y="0"/>
                </a:lnTo>
                <a:lnTo>
                  <a:pt x="2538232" y="0"/>
                </a:lnTo>
                <a:lnTo>
                  <a:pt x="2568835" y="0"/>
                </a:lnTo>
                <a:lnTo>
                  <a:pt x="2599430" y="0"/>
                </a:lnTo>
                <a:lnTo>
                  <a:pt x="2630033" y="0"/>
                </a:lnTo>
                <a:lnTo>
                  <a:pt x="2660637" y="0"/>
                </a:lnTo>
                <a:lnTo>
                  <a:pt x="2691241" y="0"/>
                </a:lnTo>
                <a:lnTo>
                  <a:pt x="2721845" y="0"/>
                </a:lnTo>
                <a:lnTo>
                  <a:pt x="2752449" y="0"/>
                </a:lnTo>
                <a:lnTo>
                  <a:pt x="2783053" y="0"/>
                </a:lnTo>
                <a:lnTo>
                  <a:pt x="2813656" y="0"/>
                </a:lnTo>
                <a:lnTo>
                  <a:pt x="2844251" y="0"/>
                </a:lnTo>
                <a:lnTo>
                  <a:pt x="2860138" y="23051"/>
                </a:lnTo>
                <a:lnTo>
                  <a:pt x="2873016" y="50816"/>
                </a:lnTo>
                <a:lnTo>
                  <a:pt x="2885894" y="78572"/>
                </a:lnTo>
                <a:lnTo>
                  <a:pt x="2898772" y="106337"/>
                </a:lnTo>
                <a:lnTo>
                  <a:pt x="2911650" y="134093"/>
                </a:lnTo>
                <a:lnTo>
                  <a:pt x="2924537" y="161858"/>
                </a:lnTo>
                <a:lnTo>
                  <a:pt x="2937415" y="189614"/>
                </a:lnTo>
                <a:lnTo>
                  <a:pt x="2950293" y="217380"/>
                </a:lnTo>
                <a:lnTo>
                  <a:pt x="2963170" y="245135"/>
                </a:lnTo>
                <a:lnTo>
                  <a:pt x="2976048" y="272901"/>
                </a:lnTo>
                <a:lnTo>
                  <a:pt x="2988926" y="300657"/>
                </a:lnTo>
                <a:lnTo>
                  <a:pt x="3001804" y="328422"/>
                </a:lnTo>
                <a:lnTo>
                  <a:pt x="3014682" y="356178"/>
                </a:lnTo>
                <a:lnTo>
                  <a:pt x="3027559" y="383943"/>
                </a:lnTo>
                <a:lnTo>
                  <a:pt x="3040437" y="411699"/>
                </a:lnTo>
                <a:lnTo>
                  <a:pt x="3053324" y="439464"/>
                </a:lnTo>
                <a:lnTo>
                  <a:pt x="3066202" y="467220"/>
                </a:lnTo>
                <a:lnTo>
                  <a:pt x="3079080" y="494986"/>
                </a:lnTo>
                <a:lnTo>
                  <a:pt x="3091958" y="522742"/>
                </a:lnTo>
                <a:lnTo>
                  <a:pt x="3104836" y="550507"/>
                </a:lnTo>
                <a:lnTo>
                  <a:pt x="3117713" y="578263"/>
                </a:lnTo>
                <a:lnTo>
                  <a:pt x="3130591" y="606028"/>
                </a:lnTo>
                <a:lnTo>
                  <a:pt x="3143469" y="633784"/>
                </a:lnTo>
                <a:lnTo>
                  <a:pt x="3156347" y="661549"/>
                </a:lnTo>
                <a:lnTo>
                  <a:pt x="3169225" y="689305"/>
                </a:lnTo>
                <a:lnTo>
                  <a:pt x="3182102" y="717071"/>
                </a:lnTo>
                <a:lnTo>
                  <a:pt x="3186074" y="739140"/>
                </a:lnTo>
                <a:lnTo>
                  <a:pt x="3155471" y="739140"/>
                </a:lnTo>
                <a:lnTo>
                  <a:pt x="3124867" y="739140"/>
                </a:lnTo>
                <a:lnTo>
                  <a:pt x="3094263" y="739140"/>
                </a:lnTo>
                <a:lnTo>
                  <a:pt x="3063659" y="739140"/>
                </a:lnTo>
                <a:lnTo>
                  <a:pt x="3033065" y="739140"/>
                </a:lnTo>
                <a:lnTo>
                  <a:pt x="3002461" y="739140"/>
                </a:lnTo>
                <a:lnTo>
                  <a:pt x="2971857" y="739140"/>
                </a:lnTo>
                <a:lnTo>
                  <a:pt x="2941253" y="739140"/>
                </a:lnTo>
                <a:lnTo>
                  <a:pt x="2910650" y="739140"/>
                </a:lnTo>
                <a:lnTo>
                  <a:pt x="2880046" y="739140"/>
                </a:lnTo>
                <a:lnTo>
                  <a:pt x="2849442" y="739140"/>
                </a:lnTo>
                <a:lnTo>
                  <a:pt x="2818848" y="739140"/>
                </a:lnTo>
                <a:lnTo>
                  <a:pt x="2788244" y="739140"/>
                </a:lnTo>
                <a:lnTo>
                  <a:pt x="2757640" y="739140"/>
                </a:lnTo>
                <a:lnTo>
                  <a:pt x="2727036" y="739140"/>
                </a:lnTo>
                <a:lnTo>
                  <a:pt x="2696432" y="739140"/>
                </a:lnTo>
                <a:lnTo>
                  <a:pt x="2665828" y="739140"/>
                </a:lnTo>
                <a:lnTo>
                  <a:pt x="2635225" y="739140"/>
                </a:lnTo>
                <a:lnTo>
                  <a:pt x="2604621" y="739140"/>
                </a:lnTo>
                <a:lnTo>
                  <a:pt x="2574026" y="739140"/>
                </a:lnTo>
                <a:lnTo>
                  <a:pt x="2543423" y="739140"/>
                </a:lnTo>
                <a:lnTo>
                  <a:pt x="2512819" y="739140"/>
                </a:lnTo>
                <a:lnTo>
                  <a:pt x="2482215" y="739140"/>
                </a:lnTo>
                <a:lnTo>
                  <a:pt x="2451611" y="739140"/>
                </a:lnTo>
                <a:lnTo>
                  <a:pt x="2421007" y="739140"/>
                </a:lnTo>
                <a:lnTo>
                  <a:pt x="2390404" y="739140"/>
                </a:lnTo>
                <a:lnTo>
                  <a:pt x="2359809" y="739140"/>
                </a:lnTo>
                <a:lnTo>
                  <a:pt x="2329205" y="739140"/>
                </a:lnTo>
                <a:lnTo>
                  <a:pt x="2298602" y="739140"/>
                </a:lnTo>
                <a:lnTo>
                  <a:pt x="2267998" y="739140"/>
                </a:lnTo>
                <a:lnTo>
                  <a:pt x="2237394" y="739140"/>
                </a:lnTo>
                <a:lnTo>
                  <a:pt x="2206790" y="739140"/>
                </a:lnTo>
                <a:lnTo>
                  <a:pt x="2176186" y="739140"/>
                </a:lnTo>
                <a:lnTo>
                  <a:pt x="2145582" y="739140"/>
                </a:lnTo>
                <a:lnTo>
                  <a:pt x="2114988" y="739140"/>
                </a:lnTo>
                <a:lnTo>
                  <a:pt x="2084384" y="739140"/>
                </a:lnTo>
                <a:lnTo>
                  <a:pt x="2053781" y="739140"/>
                </a:lnTo>
                <a:lnTo>
                  <a:pt x="2023177" y="739140"/>
                </a:lnTo>
                <a:lnTo>
                  <a:pt x="1992573" y="739140"/>
                </a:lnTo>
                <a:lnTo>
                  <a:pt x="1961969" y="739140"/>
                </a:lnTo>
                <a:lnTo>
                  <a:pt x="1931365" y="739140"/>
                </a:lnTo>
                <a:lnTo>
                  <a:pt x="1900771" y="739140"/>
                </a:lnTo>
                <a:lnTo>
                  <a:pt x="1870167" y="739140"/>
                </a:lnTo>
                <a:lnTo>
                  <a:pt x="1839563" y="739140"/>
                </a:lnTo>
                <a:lnTo>
                  <a:pt x="1808959" y="739140"/>
                </a:lnTo>
                <a:lnTo>
                  <a:pt x="1778356" y="739140"/>
                </a:lnTo>
                <a:lnTo>
                  <a:pt x="1747752" y="739140"/>
                </a:lnTo>
                <a:lnTo>
                  <a:pt x="1717148" y="739140"/>
                </a:lnTo>
                <a:lnTo>
                  <a:pt x="1686544" y="739140"/>
                </a:lnTo>
                <a:lnTo>
                  <a:pt x="1655950" y="739140"/>
                </a:lnTo>
                <a:lnTo>
                  <a:pt x="1625346" y="739140"/>
                </a:lnTo>
                <a:lnTo>
                  <a:pt x="1594742" y="739140"/>
                </a:lnTo>
                <a:lnTo>
                  <a:pt x="1564138" y="739140"/>
                </a:lnTo>
                <a:lnTo>
                  <a:pt x="1533535" y="739140"/>
                </a:lnTo>
                <a:lnTo>
                  <a:pt x="1502931" y="739140"/>
                </a:lnTo>
                <a:lnTo>
                  <a:pt x="1472327" y="739140"/>
                </a:lnTo>
                <a:lnTo>
                  <a:pt x="1441733" y="739140"/>
                </a:lnTo>
                <a:lnTo>
                  <a:pt x="1411129" y="739140"/>
                </a:lnTo>
                <a:lnTo>
                  <a:pt x="1380525" y="739140"/>
                </a:lnTo>
                <a:lnTo>
                  <a:pt x="1349921" y="739140"/>
                </a:lnTo>
                <a:lnTo>
                  <a:pt x="1319317" y="739140"/>
                </a:lnTo>
                <a:lnTo>
                  <a:pt x="1288713" y="739140"/>
                </a:lnTo>
                <a:lnTo>
                  <a:pt x="1258110" y="739140"/>
                </a:lnTo>
                <a:lnTo>
                  <a:pt x="1227506" y="739140"/>
                </a:lnTo>
                <a:lnTo>
                  <a:pt x="1196912" y="739140"/>
                </a:lnTo>
                <a:lnTo>
                  <a:pt x="1166308" y="739140"/>
                </a:lnTo>
                <a:lnTo>
                  <a:pt x="1135704" y="739140"/>
                </a:lnTo>
                <a:lnTo>
                  <a:pt x="1105100" y="739140"/>
                </a:lnTo>
                <a:lnTo>
                  <a:pt x="1074496" y="739140"/>
                </a:lnTo>
                <a:lnTo>
                  <a:pt x="1043892" y="739140"/>
                </a:lnTo>
                <a:lnTo>
                  <a:pt x="1013289" y="739140"/>
                </a:lnTo>
                <a:lnTo>
                  <a:pt x="982694" y="739140"/>
                </a:lnTo>
                <a:lnTo>
                  <a:pt x="952090" y="739140"/>
                </a:lnTo>
                <a:lnTo>
                  <a:pt x="921487" y="739140"/>
                </a:lnTo>
                <a:lnTo>
                  <a:pt x="890883" y="739140"/>
                </a:lnTo>
                <a:lnTo>
                  <a:pt x="860279" y="739140"/>
                </a:lnTo>
                <a:lnTo>
                  <a:pt x="829675" y="739140"/>
                </a:lnTo>
                <a:lnTo>
                  <a:pt x="799071" y="739140"/>
                </a:lnTo>
                <a:lnTo>
                  <a:pt x="768467" y="739140"/>
                </a:lnTo>
                <a:lnTo>
                  <a:pt x="737873" y="739140"/>
                </a:lnTo>
                <a:lnTo>
                  <a:pt x="707269" y="739140"/>
                </a:lnTo>
                <a:lnTo>
                  <a:pt x="676666" y="739140"/>
                </a:lnTo>
                <a:lnTo>
                  <a:pt x="646062" y="739140"/>
                </a:lnTo>
                <a:lnTo>
                  <a:pt x="615458" y="739140"/>
                </a:lnTo>
                <a:lnTo>
                  <a:pt x="584854" y="739140"/>
                </a:lnTo>
                <a:lnTo>
                  <a:pt x="554250" y="739140"/>
                </a:lnTo>
                <a:lnTo>
                  <a:pt x="523656" y="739140"/>
                </a:lnTo>
                <a:lnTo>
                  <a:pt x="493052" y="739140"/>
                </a:lnTo>
                <a:lnTo>
                  <a:pt x="462448" y="739140"/>
                </a:lnTo>
                <a:lnTo>
                  <a:pt x="431844" y="739140"/>
                </a:lnTo>
                <a:lnTo>
                  <a:pt x="401241" y="739140"/>
                </a:lnTo>
                <a:lnTo>
                  <a:pt x="370637" y="739140"/>
                </a:lnTo>
                <a:lnTo>
                  <a:pt x="340033" y="739140"/>
                </a:lnTo>
                <a:lnTo>
                  <a:pt x="309429" y="739140"/>
                </a:lnTo>
                <a:lnTo>
                  <a:pt x="278835" y="739140"/>
                </a:lnTo>
                <a:lnTo>
                  <a:pt x="248231" y="739140"/>
                </a:lnTo>
                <a:lnTo>
                  <a:pt x="217627" y="739140"/>
                </a:lnTo>
                <a:lnTo>
                  <a:pt x="187023" y="739140"/>
                </a:lnTo>
                <a:lnTo>
                  <a:pt x="156420" y="739140"/>
                </a:lnTo>
                <a:lnTo>
                  <a:pt x="125816" y="739140"/>
                </a:lnTo>
                <a:lnTo>
                  <a:pt x="95212" y="739140"/>
                </a:lnTo>
                <a:lnTo>
                  <a:pt x="64618" y="739140"/>
                </a:lnTo>
                <a:lnTo>
                  <a:pt x="34014" y="739140"/>
                </a:lnTo>
                <a:lnTo>
                  <a:pt x="3410" y="739140"/>
                </a:lnTo>
                <a:lnTo>
                  <a:pt x="0" y="721776"/>
                </a:lnTo>
                <a:lnTo>
                  <a:pt x="12878" y="694020"/>
                </a:lnTo>
                <a:lnTo>
                  <a:pt x="25756" y="666255"/>
                </a:lnTo>
                <a:lnTo>
                  <a:pt x="38633" y="638499"/>
                </a:lnTo>
                <a:lnTo>
                  <a:pt x="51511" y="610733"/>
                </a:lnTo>
                <a:lnTo>
                  <a:pt x="64389" y="582978"/>
                </a:lnTo>
                <a:lnTo>
                  <a:pt x="77276" y="555212"/>
                </a:lnTo>
                <a:lnTo>
                  <a:pt x="90154" y="527456"/>
                </a:lnTo>
                <a:lnTo>
                  <a:pt x="103032" y="499691"/>
                </a:lnTo>
                <a:lnTo>
                  <a:pt x="115910" y="471935"/>
                </a:lnTo>
                <a:lnTo>
                  <a:pt x="128788" y="444170"/>
                </a:lnTo>
                <a:lnTo>
                  <a:pt x="141665" y="416414"/>
                </a:lnTo>
                <a:lnTo>
                  <a:pt x="154543" y="388649"/>
                </a:lnTo>
                <a:lnTo>
                  <a:pt x="167421" y="360893"/>
                </a:lnTo>
                <a:lnTo>
                  <a:pt x="180299" y="333127"/>
                </a:lnTo>
                <a:lnTo>
                  <a:pt x="193177" y="305372"/>
                </a:lnTo>
                <a:lnTo>
                  <a:pt x="206054" y="277606"/>
                </a:lnTo>
                <a:lnTo>
                  <a:pt x="218942" y="249850"/>
                </a:lnTo>
                <a:lnTo>
                  <a:pt x="231819" y="222085"/>
                </a:lnTo>
                <a:lnTo>
                  <a:pt x="244697" y="194329"/>
                </a:lnTo>
                <a:lnTo>
                  <a:pt x="257575" y="166564"/>
                </a:lnTo>
                <a:lnTo>
                  <a:pt x="270453" y="138808"/>
                </a:lnTo>
                <a:lnTo>
                  <a:pt x="283331" y="111042"/>
                </a:lnTo>
                <a:lnTo>
                  <a:pt x="296208" y="83287"/>
                </a:lnTo>
                <a:lnTo>
                  <a:pt x="309086" y="55521"/>
                </a:lnTo>
                <a:lnTo>
                  <a:pt x="321964" y="27765"/>
                </a:lnTo>
                <a:lnTo>
                  <a:pt x="334842" y="0"/>
                </a:lnTo>
                <a:close/>
              </a:path>
            </a:pathLst>
          </a:custGeom>
          <a:solidFill xmlns:a="http://schemas.openxmlformats.org/drawingml/2006/main">
            <a:srgbClr val="2585D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6" name="pyramid-tier-title-2">
            <a:extLst xmlns:a="http://schemas.openxmlformats.org/drawingml/2006/main">
              <a:ext uri="{FF2B5EF4-FFF2-40B4-BE49-F238E27FC236}">
                <a16:creationId xmlns:a16="http://schemas.microsoft.com/office/drawing/2014/main" id="{5D5509CA-4AE1-4BA2-B560-2C3B8303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38438" y="3763566"/>
            <a:ext cx="704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规则层</a:t>
            </a:r>
          </a:p>
        </p:txBody>
      </p:sp>
      <p:sp>
        <p:nvSpPr>
          <p:cNvPr id="7" name="pyramid-tier-3">
            <a:extLst xmlns:a="http://schemas.openxmlformats.org/drawingml/2006/main">
              <a:ext uri="{FF2B5EF4-FFF2-40B4-BE49-F238E27FC236}">
                <a16:creationId xmlns:a16="http://schemas.microsoft.com/office/drawing/2014/main" id="{78B89DC9-18F4-4262-959C-E319E170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59183" y="4370070"/>
            <a:ext cx="3871008" cy="739140"/>
          </a:xfrm>
          <a:custGeom xmlns:a="http://schemas.openxmlformats.org/drawingml/2006/main">
            <a:pathLst>
              <a:path w="3871008" h="739140">
                <a:moveTo>
                  <a:pt x="336242" y="0"/>
                </a:moveTo>
                <a:lnTo>
                  <a:pt x="372561" y="0"/>
                </a:lnTo>
                <a:lnTo>
                  <a:pt x="408880" y="0"/>
                </a:lnTo>
                <a:lnTo>
                  <a:pt x="445199" y="0"/>
                </a:lnTo>
                <a:lnTo>
                  <a:pt x="481517" y="0"/>
                </a:lnTo>
                <a:lnTo>
                  <a:pt x="517827" y="0"/>
                </a:lnTo>
                <a:lnTo>
                  <a:pt x="554145" y="0"/>
                </a:lnTo>
                <a:lnTo>
                  <a:pt x="590464" y="0"/>
                </a:lnTo>
                <a:lnTo>
                  <a:pt x="626783" y="0"/>
                </a:lnTo>
                <a:lnTo>
                  <a:pt x="663102" y="0"/>
                </a:lnTo>
                <a:lnTo>
                  <a:pt x="699421" y="0"/>
                </a:lnTo>
                <a:lnTo>
                  <a:pt x="735740" y="0"/>
                </a:lnTo>
                <a:lnTo>
                  <a:pt x="772049" y="0"/>
                </a:lnTo>
                <a:lnTo>
                  <a:pt x="808368" y="0"/>
                </a:lnTo>
                <a:lnTo>
                  <a:pt x="844687" y="0"/>
                </a:lnTo>
                <a:lnTo>
                  <a:pt x="881005" y="0"/>
                </a:lnTo>
                <a:lnTo>
                  <a:pt x="917324" y="0"/>
                </a:lnTo>
                <a:lnTo>
                  <a:pt x="953643" y="0"/>
                </a:lnTo>
                <a:lnTo>
                  <a:pt x="989962" y="0"/>
                </a:lnTo>
                <a:lnTo>
                  <a:pt x="1026281" y="0"/>
                </a:lnTo>
                <a:lnTo>
                  <a:pt x="1062590" y="0"/>
                </a:lnTo>
                <a:lnTo>
                  <a:pt x="1098909" y="0"/>
                </a:lnTo>
                <a:lnTo>
                  <a:pt x="1135228" y="0"/>
                </a:lnTo>
                <a:lnTo>
                  <a:pt x="1171546" y="0"/>
                </a:lnTo>
                <a:lnTo>
                  <a:pt x="1207865" y="0"/>
                </a:lnTo>
                <a:lnTo>
                  <a:pt x="1244184" y="0"/>
                </a:lnTo>
                <a:lnTo>
                  <a:pt x="1280503" y="0"/>
                </a:lnTo>
                <a:lnTo>
                  <a:pt x="1316812" y="0"/>
                </a:lnTo>
                <a:lnTo>
                  <a:pt x="1353131" y="0"/>
                </a:lnTo>
                <a:lnTo>
                  <a:pt x="1389450" y="0"/>
                </a:lnTo>
                <a:lnTo>
                  <a:pt x="1425769" y="0"/>
                </a:lnTo>
                <a:lnTo>
                  <a:pt x="1462088" y="0"/>
                </a:lnTo>
                <a:lnTo>
                  <a:pt x="1498406" y="0"/>
                </a:lnTo>
                <a:lnTo>
                  <a:pt x="1534725" y="0"/>
                </a:lnTo>
                <a:lnTo>
                  <a:pt x="1571044" y="0"/>
                </a:lnTo>
                <a:lnTo>
                  <a:pt x="1607353" y="0"/>
                </a:lnTo>
                <a:lnTo>
                  <a:pt x="1643672" y="0"/>
                </a:lnTo>
                <a:lnTo>
                  <a:pt x="1679991" y="0"/>
                </a:lnTo>
                <a:lnTo>
                  <a:pt x="1716310" y="0"/>
                </a:lnTo>
                <a:lnTo>
                  <a:pt x="1752629" y="0"/>
                </a:lnTo>
                <a:lnTo>
                  <a:pt x="1788947" y="0"/>
                </a:lnTo>
                <a:lnTo>
                  <a:pt x="1825266" y="0"/>
                </a:lnTo>
                <a:lnTo>
                  <a:pt x="1861576" y="0"/>
                </a:lnTo>
                <a:lnTo>
                  <a:pt x="1897894" y="0"/>
                </a:lnTo>
                <a:lnTo>
                  <a:pt x="1934213" y="0"/>
                </a:lnTo>
                <a:lnTo>
                  <a:pt x="1970532" y="0"/>
                </a:lnTo>
                <a:lnTo>
                  <a:pt x="2006851" y="0"/>
                </a:lnTo>
                <a:lnTo>
                  <a:pt x="2043170" y="0"/>
                </a:lnTo>
                <a:lnTo>
                  <a:pt x="2079488" y="0"/>
                </a:lnTo>
                <a:lnTo>
                  <a:pt x="2115798" y="0"/>
                </a:lnTo>
                <a:lnTo>
                  <a:pt x="2152117" y="0"/>
                </a:lnTo>
                <a:lnTo>
                  <a:pt x="2188435" y="0"/>
                </a:lnTo>
                <a:lnTo>
                  <a:pt x="2224754" y="0"/>
                </a:lnTo>
                <a:lnTo>
                  <a:pt x="2261073" y="0"/>
                </a:lnTo>
                <a:lnTo>
                  <a:pt x="2297392" y="0"/>
                </a:lnTo>
                <a:lnTo>
                  <a:pt x="2333711" y="0"/>
                </a:lnTo>
                <a:lnTo>
                  <a:pt x="2370030" y="0"/>
                </a:lnTo>
                <a:lnTo>
                  <a:pt x="2406339" y="0"/>
                </a:lnTo>
                <a:lnTo>
                  <a:pt x="2442658" y="0"/>
                </a:lnTo>
                <a:lnTo>
                  <a:pt x="2478977" y="0"/>
                </a:lnTo>
                <a:lnTo>
                  <a:pt x="2515295" y="0"/>
                </a:lnTo>
                <a:lnTo>
                  <a:pt x="2551614" y="0"/>
                </a:lnTo>
                <a:lnTo>
                  <a:pt x="2587933" y="0"/>
                </a:lnTo>
                <a:lnTo>
                  <a:pt x="2624252" y="0"/>
                </a:lnTo>
                <a:lnTo>
                  <a:pt x="2660561" y="0"/>
                </a:lnTo>
                <a:lnTo>
                  <a:pt x="2696880" y="0"/>
                </a:lnTo>
                <a:lnTo>
                  <a:pt x="2733199" y="0"/>
                </a:lnTo>
                <a:lnTo>
                  <a:pt x="2769518" y="0"/>
                </a:lnTo>
                <a:lnTo>
                  <a:pt x="2805836" y="0"/>
                </a:lnTo>
                <a:lnTo>
                  <a:pt x="2842155" y="0"/>
                </a:lnTo>
                <a:lnTo>
                  <a:pt x="2878474" y="0"/>
                </a:lnTo>
                <a:lnTo>
                  <a:pt x="2914793" y="0"/>
                </a:lnTo>
                <a:lnTo>
                  <a:pt x="2951102" y="0"/>
                </a:lnTo>
                <a:lnTo>
                  <a:pt x="2987421" y="0"/>
                </a:lnTo>
                <a:lnTo>
                  <a:pt x="3023740" y="0"/>
                </a:lnTo>
                <a:lnTo>
                  <a:pt x="3060059" y="0"/>
                </a:lnTo>
                <a:lnTo>
                  <a:pt x="3096377" y="0"/>
                </a:lnTo>
                <a:lnTo>
                  <a:pt x="3132696" y="0"/>
                </a:lnTo>
                <a:lnTo>
                  <a:pt x="3169015" y="0"/>
                </a:lnTo>
                <a:lnTo>
                  <a:pt x="3205324" y="0"/>
                </a:lnTo>
                <a:lnTo>
                  <a:pt x="3241643" y="0"/>
                </a:lnTo>
                <a:lnTo>
                  <a:pt x="3277962" y="0"/>
                </a:lnTo>
                <a:lnTo>
                  <a:pt x="3314281" y="0"/>
                </a:lnTo>
                <a:lnTo>
                  <a:pt x="3350600" y="0"/>
                </a:lnTo>
                <a:lnTo>
                  <a:pt x="3386919" y="0"/>
                </a:lnTo>
                <a:lnTo>
                  <a:pt x="3423237" y="0"/>
                </a:lnTo>
                <a:lnTo>
                  <a:pt x="3459556" y="0"/>
                </a:lnTo>
                <a:lnTo>
                  <a:pt x="3495866" y="0"/>
                </a:lnTo>
                <a:lnTo>
                  <a:pt x="3532184" y="0"/>
                </a:lnTo>
                <a:lnTo>
                  <a:pt x="3550053" y="28899"/>
                </a:lnTo>
                <a:lnTo>
                  <a:pt x="3565331" y="61846"/>
                </a:lnTo>
                <a:lnTo>
                  <a:pt x="3580619" y="94793"/>
                </a:lnTo>
                <a:lnTo>
                  <a:pt x="3595907" y="127740"/>
                </a:lnTo>
                <a:lnTo>
                  <a:pt x="3611185" y="160687"/>
                </a:lnTo>
                <a:lnTo>
                  <a:pt x="3626472" y="193624"/>
                </a:lnTo>
                <a:lnTo>
                  <a:pt x="3641750" y="226571"/>
                </a:lnTo>
                <a:lnTo>
                  <a:pt x="3657038" y="259518"/>
                </a:lnTo>
                <a:lnTo>
                  <a:pt x="3672326" y="292465"/>
                </a:lnTo>
                <a:lnTo>
                  <a:pt x="3687604" y="325412"/>
                </a:lnTo>
                <a:lnTo>
                  <a:pt x="3702891" y="358350"/>
                </a:lnTo>
                <a:lnTo>
                  <a:pt x="3718169" y="391297"/>
                </a:lnTo>
                <a:lnTo>
                  <a:pt x="3733457" y="424244"/>
                </a:lnTo>
                <a:lnTo>
                  <a:pt x="3748745" y="457190"/>
                </a:lnTo>
                <a:lnTo>
                  <a:pt x="3764023" y="490137"/>
                </a:lnTo>
                <a:lnTo>
                  <a:pt x="3779310" y="523075"/>
                </a:lnTo>
                <a:lnTo>
                  <a:pt x="3794589" y="556022"/>
                </a:lnTo>
                <a:lnTo>
                  <a:pt x="3809876" y="588969"/>
                </a:lnTo>
                <a:lnTo>
                  <a:pt x="3825154" y="621916"/>
                </a:lnTo>
                <a:lnTo>
                  <a:pt x="3840442" y="654853"/>
                </a:lnTo>
                <a:lnTo>
                  <a:pt x="3855730" y="687800"/>
                </a:lnTo>
                <a:lnTo>
                  <a:pt x="3871008" y="720747"/>
                </a:lnTo>
                <a:lnTo>
                  <a:pt x="3863502" y="739140"/>
                </a:lnTo>
                <a:lnTo>
                  <a:pt x="3827183" y="739140"/>
                </a:lnTo>
                <a:lnTo>
                  <a:pt x="3790864" y="739140"/>
                </a:lnTo>
                <a:lnTo>
                  <a:pt x="3754545" y="739140"/>
                </a:lnTo>
                <a:lnTo>
                  <a:pt x="3718227" y="739140"/>
                </a:lnTo>
                <a:lnTo>
                  <a:pt x="3681917" y="739140"/>
                </a:lnTo>
                <a:lnTo>
                  <a:pt x="3645599" y="739140"/>
                </a:lnTo>
                <a:lnTo>
                  <a:pt x="3609280" y="739140"/>
                </a:lnTo>
                <a:lnTo>
                  <a:pt x="3572961" y="739140"/>
                </a:lnTo>
                <a:lnTo>
                  <a:pt x="3536642" y="739140"/>
                </a:lnTo>
                <a:lnTo>
                  <a:pt x="3500323" y="739140"/>
                </a:lnTo>
                <a:lnTo>
                  <a:pt x="3464004" y="739140"/>
                </a:lnTo>
                <a:lnTo>
                  <a:pt x="3427686" y="739140"/>
                </a:lnTo>
                <a:lnTo>
                  <a:pt x="3391376" y="739140"/>
                </a:lnTo>
                <a:lnTo>
                  <a:pt x="3355057" y="739140"/>
                </a:lnTo>
                <a:lnTo>
                  <a:pt x="3318739" y="739140"/>
                </a:lnTo>
                <a:lnTo>
                  <a:pt x="3282420" y="739140"/>
                </a:lnTo>
                <a:lnTo>
                  <a:pt x="3246101" y="739140"/>
                </a:lnTo>
                <a:lnTo>
                  <a:pt x="3209782" y="739140"/>
                </a:lnTo>
                <a:lnTo>
                  <a:pt x="3173463" y="739140"/>
                </a:lnTo>
                <a:lnTo>
                  <a:pt x="3137154" y="739140"/>
                </a:lnTo>
                <a:lnTo>
                  <a:pt x="3100835" y="739140"/>
                </a:lnTo>
                <a:lnTo>
                  <a:pt x="3064516" y="739140"/>
                </a:lnTo>
                <a:lnTo>
                  <a:pt x="3028198" y="739140"/>
                </a:lnTo>
                <a:lnTo>
                  <a:pt x="2991879" y="739140"/>
                </a:lnTo>
                <a:lnTo>
                  <a:pt x="2955560" y="739140"/>
                </a:lnTo>
                <a:lnTo>
                  <a:pt x="2919241" y="739140"/>
                </a:lnTo>
                <a:lnTo>
                  <a:pt x="2882922" y="739140"/>
                </a:lnTo>
                <a:lnTo>
                  <a:pt x="2846613" y="739140"/>
                </a:lnTo>
                <a:lnTo>
                  <a:pt x="2810294" y="739140"/>
                </a:lnTo>
                <a:lnTo>
                  <a:pt x="2773975" y="739140"/>
                </a:lnTo>
                <a:lnTo>
                  <a:pt x="2737656" y="739140"/>
                </a:lnTo>
                <a:lnTo>
                  <a:pt x="2701338" y="739140"/>
                </a:lnTo>
                <a:lnTo>
                  <a:pt x="2665019" y="739140"/>
                </a:lnTo>
                <a:lnTo>
                  <a:pt x="2628700" y="739140"/>
                </a:lnTo>
                <a:lnTo>
                  <a:pt x="2592391" y="739140"/>
                </a:lnTo>
                <a:lnTo>
                  <a:pt x="2556072" y="739140"/>
                </a:lnTo>
                <a:lnTo>
                  <a:pt x="2519753" y="739140"/>
                </a:lnTo>
                <a:lnTo>
                  <a:pt x="2483434" y="739140"/>
                </a:lnTo>
                <a:lnTo>
                  <a:pt x="2447115" y="739140"/>
                </a:lnTo>
                <a:lnTo>
                  <a:pt x="2410797" y="739140"/>
                </a:lnTo>
                <a:lnTo>
                  <a:pt x="2374478" y="739140"/>
                </a:lnTo>
                <a:lnTo>
                  <a:pt x="2338159" y="739140"/>
                </a:lnTo>
                <a:lnTo>
                  <a:pt x="2301850" y="739140"/>
                </a:lnTo>
                <a:lnTo>
                  <a:pt x="2265531" y="739140"/>
                </a:lnTo>
                <a:lnTo>
                  <a:pt x="2229212" y="739140"/>
                </a:lnTo>
                <a:lnTo>
                  <a:pt x="2192893" y="739140"/>
                </a:lnTo>
                <a:lnTo>
                  <a:pt x="2156574" y="739140"/>
                </a:lnTo>
                <a:lnTo>
                  <a:pt x="2120255" y="739140"/>
                </a:lnTo>
                <a:lnTo>
                  <a:pt x="2083937" y="739140"/>
                </a:lnTo>
                <a:lnTo>
                  <a:pt x="2047627" y="739140"/>
                </a:lnTo>
                <a:lnTo>
                  <a:pt x="2011309" y="739140"/>
                </a:lnTo>
                <a:lnTo>
                  <a:pt x="1974990" y="739140"/>
                </a:lnTo>
                <a:lnTo>
                  <a:pt x="1938671" y="739140"/>
                </a:lnTo>
                <a:lnTo>
                  <a:pt x="1902352" y="739140"/>
                </a:lnTo>
                <a:lnTo>
                  <a:pt x="1866033" y="739140"/>
                </a:lnTo>
                <a:lnTo>
                  <a:pt x="1829714" y="739140"/>
                </a:lnTo>
                <a:lnTo>
                  <a:pt x="1793396" y="739140"/>
                </a:lnTo>
                <a:lnTo>
                  <a:pt x="1757086" y="739140"/>
                </a:lnTo>
                <a:lnTo>
                  <a:pt x="1720767" y="739140"/>
                </a:lnTo>
                <a:lnTo>
                  <a:pt x="1684449" y="739140"/>
                </a:lnTo>
                <a:lnTo>
                  <a:pt x="1648130" y="739140"/>
                </a:lnTo>
                <a:lnTo>
                  <a:pt x="1611811" y="739140"/>
                </a:lnTo>
                <a:lnTo>
                  <a:pt x="1575492" y="739140"/>
                </a:lnTo>
                <a:lnTo>
                  <a:pt x="1539173" y="739140"/>
                </a:lnTo>
                <a:lnTo>
                  <a:pt x="1502864" y="739140"/>
                </a:lnTo>
                <a:lnTo>
                  <a:pt x="1466545" y="739140"/>
                </a:lnTo>
                <a:lnTo>
                  <a:pt x="1430226" y="739140"/>
                </a:lnTo>
                <a:lnTo>
                  <a:pt x="1393908" y="739140"/>
                </a:lnTo>
                <a:lnTo>
                  <a:pt x="1357589" y="739140"/>
                </a:lnTo>
                <a:lnTo>
                  <a:pt x="1321270" y="739140"/>
                </a:lnTo>
                <a:lnTo>
                  <a:pt x="1284951" y="739140"/>
                </a:lnTo>
                <a:lnTo>
                  <a:pt x="1248632" y="739140"/>
                </a:lnTo>
                <a:lnTo>
                  <a:pt x="1212323" y="739140"/>
                </a:lnTo>
                <a:lnTo>
                  <a:pt x="1176004" y="739140"/>
                </a:lnTo>
                <a:lnTo>
                  <a:pt x="1139685" y="739140"/>
                </a:lnTo>
                <a:lnTo>
                  <a:pt x="1103366" y="739140"/>
                </a:lnTo>
                <a:lnTo>
                  <a:pt x="1067048" y="739140"/>
                </a:lnTo>
                <a:lnTo>
                  <a:pt x="1030729" y="739140"/>
                </a:lnTo>
                <a:lnTo>
                  <a:pt x="994410" y="739140"/>
                </a:lnTo>
                <a:lnTo>
                  <a:pt x="958101" y="739140"/>
                </a:lnTo>
                <a:lnTo>
                  <a:pt x="921782" y="739140"/>
                </a:lnTo>
                <a:lnTo>
                  <a:pt x="885463" y="739140"/>
                </a:lnTo>
                <a:lnTo>
                  <a:pt x="849144" y="739140"/>
                </a:lnTo>
                <a:lnTo>
                  <a:pt x="812825" y="739140"/>
                </a:lnTo>
                <a:lnTo>
                  <a:pt x="776507" y="739140"/>
                </a:lnTo>
                <a:lnTo>
                  <a:pt x="740188" y="739140"/>
                </a:lnTo>
                <a:lnTo>
                  <a:pt x="703869" y="739140"/>
                </a:lnTo>
                <a:lnTo>
                  <a:pt x="667560" y="739140"/>
                </a:lnTo>
                <a:lnTo>
                  <a:pt x="631241" y="739140"/>
                </a:lnTo>
                <a:lnTo>
                  <a:pt x="594922" y="739140"/>
                </a:lnTo>
                <a:lnTo>
                  <a:pt x="558603" y="739140"/>
                </a:lnTo>
                <a:lnTo>
                  <a:pt x="522284" y="739140"/>
                </a:lnTo>
                <a:lnTo>
                  <a:pt x="485966" y="739140"/>
                </a:lnTo>
                <a:lnTo>
                  <a:pt x="449647" y="739140"/>
                </a:lnTo>
                <a:lnTo>
                  <a:pt x="413337" y="739140"/>
                </a:lnTo>
                <a:lnTo>
                  <a:pt x="377019" y="739140"/>
                </a:lnTo>
                <a:lnTo>
                  <a:pt x="340700" y="739140"/>
                </a:lnTo>
                <a:lnTo>
                  <a:pt x="304381" y="739140"/>
                </a:lnTo>
                <a:lnTo>
                  <a:pt x="268062" y="739140"/>
                </a:lnTo>
                <a:lnTo>
                  <a:pt x="231743" y="739140"/>
                </a:lnTo>
                <a:lnTo>
                  <a:pt x="195424" y="739140"/>
                </a:lnTo>
                <a:lnTo>
                  <a:pt x="159106" y="739140"/>
                </a:lnTo>
                <a:lnTo>
                  <a:pt x="122796" y="739140"/>
                </a:lnTo>
                <a:lnTo>
                  <a:pt x="86477" y="739140"/>
                </a:lnTo>
                <a:lnTo>
                  <a:pt x="50159" y="739140"/>
                </a:lnTo>
                <a:lnTo>
                  <a:pt x="13840" y="739140"/>
                </a:lnTo>
                <a:lnTo>
                  <a:pt x="0" y="724786"/>
                </a:lnTo>
                <a:lnTo>
                  <a:pt x="15288" y="691848"/>
                </a:lnTo>
                <a:lnTo>
                  <a:pt x="30566" y="658901"/>
                </a:lnTo>
                <a:lnTo>
                  <a:pt x="45853" y="625954"/>
                </a:lnTo>
                <a:lnTo>
                  <a:pt x="61131" y="593007"/>
                </a:lnTo>
                <a:lnTo>
                  <a:pt x="76419" y="560060"/>
                </a:lnTo>
                <a:lnTo>
                  <a:pt x="91707" y="527123"/>
                </a:lnTo>
                <a:lnTo>
                  <a:pt x="106985" y="494176"/>
                </a:lnTo>
                <a:lnTo>
                  <a:pt x="122272" y="461229"/>
                </a:lnTo>
                <a:lnTo>
                  <a:pt x="137551" y="428282"/>
                </a:lnTo>
                <a:lnTo>
                  <a:pt x="152838" y="395335"/>
                </a:lnTo>
                <a:lnTo>
                  <a:pt x="168126" y="362398"/>
                </a:lnTo>
                <a:lnTo>
                  <a:pt x="183404" y="329451"/>
                </a:lnTo>
                <a:lnTo>
                  <a:pt x="198692" y="296504"/>
                </a:lnTo>
                <a:lnTo>
                  <a:pt x="213970" y="263557"/>
                </a:lnTo>
                <a:lnTo>
                  <a:pt x="229257" y="230619"/>
                </a:lnTo>
                <a:lnTo>
                  <a:pt x="244535" y="197672"/>
                </a:lnTo>
                <a:lnTo>
                  <a:pt x="259823" y="164725"/>
                </a:lnTo>
                <a:lnTo>
                  <a:pt x="275111" y="131778"/>
                </a:lnTo>
                <a:lnTo>
                  <a:pt x="290389" y="98831"/>
                </a:lnTo>
                <a:lnTo>
                  <a:pt x="305676" y="65894"/>
                </a:lnTo>
                <a:lnTo>
                  <a:pt x="320954" y="32947"/>
                </a:lnTo>
                <a:lnTo>
                  <a:pt x="336242" y="0"/>
                </a:lnTo>
                <a:close/>
              </a:path>
            </a:pathLst>
          </a:custGeom>
          <a:solidFill xmlns:a="http://schemas.openxmlformats.org/drawingml/2006/main">
            <a:srgbClr val="3D98E5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pyramid-tier-title-3">
            <a:extLst xmlns:a="http://schemas.openxmlformats.org/drawingml/2006/main">
              <a:ext uri="{FF2B5EF4-FFF2-40B4-BE49-F238E27FC236}">
                <a16:creationId xmlns:a16="http://schemas.microsoft.com/office/drawing/2014/main" id="{E19BFE26-AA9A-4CF5-B94E-3778175FF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4578906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能力层</a:t>
            </a:r>
          </a:p>
        </p:txBody>
      </p:sp>
      <p:sp>
        <p:nvSpPr>
          <p:cNvPr id="9" name="pyramid-tier-4">
            <a:extLst xmlns:a="http://schemas.openxmlformats.org/drawingml/2006/main">
              <a:ext uri="{FF2B5EF4-FFF2-40B4-BE49-F238E27FC236}">
                <a16:creationId xmlns:a16="http://schemas.microsoft.com/office/drawing/2014/main" id="{FCBDA65A-A767-48F1-8E02-E2AE525A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6435" y="5185410"/>
            <a:ext cx="4558551" cy="739140"/>
          </a:xfrm>
          <a:custGeom xmlns:a="http://schemas.openxmlformats.org/drawingml/2006/main">
            <a:pathLst>
              <a:path w="4558551" h="739140">
                <a:moveTo>
                  <a:pt x="336090" y="0"/>
                </a:moveTo>
                <a:lnTo>
                  <a:pt x="378123" y="0"/>
                </a:lnTo>
                <a:lnTo>
                  <a:pt x="420157" y="0"/>
                </a:lnTo>
                <a:lnTo>
                  <a:pt x="462182" y="0"/>
                </a:lnTo>
                <a:lnTo>
                  <a:pt x="504215" y="0"/>
                </a:lnTo>
                <a:lnTo>
                  <a:pt x="546249" y="0"/>
                </a:lnTo>
                <a:lnTo>
                  <a:pt x="588283" y="0"/>
                </a:lnTo>
                <a:lnTo>
                  <a:pt x="630317" y="0"/>
                </a:lnTo>
                <a:lnTo>
                  <a:pt x="672351" y="0"/>
                </a:lnTo>
                <a:lnTo>
                  <a:pt x="714385" y="0"/>
                </a:lnTo>
                <a:lnTo>
                  <a:pt x="756409" y="0"/>
                </a:lnTo>
                <a:lnTo>
                  <a:pt x="798443" y="0"/>
                </a:lnTo>
                <a:lnTo>
                  <a:pt x="840476" y="0"/>
                </a:lnTo>
                <a:lnTo>
                  <a:pt x="882510" y="0"/>
                </a:lnTo>
                <a:lnTo>
                  <a:pt x="924544" y="0"/>
                </a:lnTo>
                <a:lnTo>
                  <a:pt x="966578" y="0"/>
                </a:lnTo>
                <a:lnTo>
                  <a:pt x="1008612" y="0"/>
                </a:lnTo>
                <a:lnTo>
                  <a:pt x="1050646" y="0"/>
                </a:lnTo>
                <a:lnTo>
                  <a:pt x="1092670" y="0"/>
                </a:lnTo>
                <a:lnTo>
                  <a:pt x="1134704" y="0"/>
                </a:lnTo>
                <a:lnTo>
                  <a:pt x="1176738" y="0"/>
                </a:lnTo>
                <a:lnTo>
                  <a:pt x="1218771" y="0"/>
                </a:lnTo>
                <a:lnTo>
                  <a:pt x="1260805" y="0"/>
                </a:lnTo>
                <a:lnTo>
                  <a:pt x="1302839" y="0"/>
                </a:lnTo>
                <a:lnTo>
                  <a:pt x="1344873" y="0"/>
                </a:lnTo>
                <a:lnTo>
                  <a:pt x="1386897" y="0"/>
                </a:lnTo>
                <a:lnTo>
                  <a:pt x="1428931" y="0"/>
                </a:lnTo>
                <a:lnTo>
                  <a:pt x="1470965" y="0"/>
                </a:lnTo>
                <a:lnTo>
                  <a:pt x="1512999" y="0"/>
                </a:lnTo>
                <a:lnTo>
                  <a:pt x="1555032" y="0"/>
                </a:lnTo>
                <a:lnTo>
                  <a:pt x="1597066" y="0"/>
                </a:lnTo>
                <a:lnTo>
                  <a:pt x="1639100" y="0"/>
                </a:lnTo>
                <a:lnTo>
                  <a:pt x="1681134" y="0"/>
                </a:lnTo>
                <a:lnTo>
                  <a:pt x="1723158" y="0"/>
                </a:lnTo>
                <a:lnTo>
                  <a:pt x="1765192" y="0"/>
                </a:lnTo>
                <a:lnTo>
                  <a:pt x="1807226" y="0"/>
                </a:lnTo>
                <a:lnTo>
                  <a:pt x="1849260" y="0"/>
                </a:lnTo>
                <a:lnTo>
                  <a:pt x="1891294" y="0"/>
                </a:lnTo>
                <a:lnTo>
                  <a:pt x="1933327" y="0"/>
                </a:lnTo>
                <a:lnTo>
                  <a:pt x="1975361" y="0"/>
                </a:lnTo>
                <a:lnTo>
                  <a:pt x="2017385" y="0"/>
                </a:lnTo>
                <a:lnTo>
                  <a:pt x="2059419" y="0"/>
                </a:lnTo>
                <a:lnTo>
                  <a:pt x="2101453" y="0"/>
                </a:lnTo>
                <a:lnTo>
                  <a:pt x="2143487" y="0"/>
                </a:lnTo>
                <a:lnTo>
                  <a:pt x="2185521" y="0"/>
                </a:lnTo>
                <a:lnTo>
                  <a:pt x="2227555" y="0"/>
                </a:lnTo>
                <a:lnTo>
                  <a:pt x="2269588" y="0"/>
                </a:lnTo>
                <a:lnTo>
                  <a:pt x="2311622" y="0"/>
                </a:lnTo>
                <a:lnTo>
                  <a:pt x="2353647" y="0"/>
                </a:lnTo>
                <a:lnTo>
                  <a:pt x="2395680" y="0"/>
                </a:lnTo>
                <a:lnTo>
                  <a:pt x="2437714" y="0"/>
                </a:lnTo>
                <a:lnTo>
                  <a:pt x="2479748" y="0"/>
                </a:lnTo>
                <a:lnTo>
                  <a:pt x="2521782" y="0"/>
                </a:lnTo>
                <a:lnTo>
                  <a:pt x="2563816" y="0"/>
                </a:lnTo>
                <a:lnTo>
                  <a:pt x="2605850" y="0"/>
                </a:lnTo>
                <a:lnTo>
                  <a:pt x="2647874" y="0"/>
                </a:lnTo>
                <a:lnTo>
                  <a:pt x="2689908" y="0"/>
                </a:lnTo>
                <a:lnTo>
                  <a:pt x="2731941" y="0"/>
                </a:lnTo>
                <a:lnTo>
                  <a:pt x="2773975" y="0"/>
                </a:lnTo>
                <a:lnTo>
                  <a:pt x="2816009" y="0"/>
                </a:lnTo>
                <a:lnTo>
                  <a:pt x="2858043" y="0"/>
                </a:lnTo>
                <a:lnTo>
                  <a:pt x="2900077" y="0"/>
                </a:lnTo>
                <a:lnTo>
                  <a:pt x="2942111" y="0"/>
                </a:lnTo>
                <a:lnTo>
                  <a:pt x="2984135" y="0"/>
                </a:lnTo>
                <a:lnTo>
                  <a:pt x="3026169" y="0"/>
                </a:lnTo>
                <a:lnTo>
                  <a:pt x="3068203" y="0"/>
                </a:lnTo>
                <a:lnTo>
                  <a:pt x="3110236" y="0"/>
                </a:lnTo>
                <a:lnTo>
                  <a:pt x="3152270" y="0"/>
                </a:lnTo>
                <a:lnTo>
                  <a:pt x="3194304" y="0"/>
                </a:lnTo>
                <a:lnTo>
                  <a:pt x="3236338" y="0"/>
                </a:lnTo>
                <a:lnTo>
                  <a:pt x="3278362" y="0"/>
                </a:lnTo>
                <a:lnTo>
                  <a:pt x="3320396" y="0"/>
                </a:lnTo>
                <a:lnTo>
                  <a:pt x="3362430" y="0"/>
                </a:lnTo>
                <a:lnTo>
                  <a:pt x="3404464" y="0"/>
                </a:lnTo>
                <a:lnTo>
                  <a:pt x="3446497" y="0"/>
                </a:lnTo>
                <a:lnTo>
                  <a:pt x="3488531" y="0"/>
                </a:lnTo>
                <a:lnTo>
                  <a:pt x="3530565" y="0"/>
                </a:lnTo>
                <a:lnTo>
                  <a:pt x="3572599" y="0"/>
                </a:lnTo>
                <a:lnTo>
                  <a:pt x="3614623" y="0"/>
                </a:lnTo>
                <a:lnTo>
                  <a:pt x="3656657" y="0"/>
                </a:lnTo>
                <a:lnTo>
                  <a:pt x="3698691" y="0"/>
                </a:lnTo>
                <a:lnTo>
                  <a:pt x="3740725" y="0"/>
                </a:lnTo>
                <a:lnTo>
                  <a:pt x="3782759" y="0"/>
                </a:lnTo>
                <a:lnTo>
                  <a:pt x="3824792" y="0"/>
                </a:lnTo>
                <a:lnTo>
                  <a:pt x="3866826" y="0"/>
                </a:lnTo>
                <a:lnTo>
                  <a:pt x="3908850" y="0"/>
                </a:lnTo>
                <a:lnTo>
                  <a:pt x="3950884" y="0"/>
                </a:lnTo>
                <a:lnTo>
                  <a:pt x="3992918" y="0"/>
                </a:lnTo>
                <a:lnTo>
                  <a:pt x="4034952" y="0"/>
                </a:lnTo>
                <a:lnTo>
                  <a:pt x="4076986" y="0"/>
                </a:lnTo>
                <a:lnTo>
                  <a:pt x="4119020" y="0"/>
                </a:lnTo>
                <a:lnTo>
                  <a:pt x="4161053" y="0"/>
                </a:lnTo>
                <a:lnTo>
                  <a:pt x="4203087" y="0"/>
                </a:lnTo>
                <a:lnTo>
                  <a:pt x="4231891" y="20707"/>
                </a:lnTo>
                <a:lnTo>
                  <a:pt x="4249579" y="58836"/>
                </a:lnTo>
                <a:lnTo>
                  <a:pt x="4267276" y="96965"/>
                </a:lnTo>
                <a:lnTo>
                  <a:pt x="4284964" y="135093"/>
                </a:lnTo>
                <a:lnTo>
                  <a:pt x="4302652" y="173222"/>
                </a:lnTo>
                <a:lnTo>
                  <a:pt x="4320340" y="211350"/>
                </a:lnTo>
                <a:lnTo>
                  <a:pt x="4338028" y="249479"/>
                </a:lnTo>
                <a:lnTo>
                  <a:pt x="4355716" y="287607"/>
                </a:lnTo>
                <a:lnTo>
                  <a:pt x="4373404" y="325745"/>
                </a:lnTo>
                <a:lnTo>
                  <a:pt x="4391092" y="363874"/>
                </a:lnTo>
                <a:lnTo>
                  <a:pt x="4408780" y="402003"/>
                </a:lnTo>
                <a:lnTo>
                  <a:pt x="4426468" y="440131"/>
                </a:lnTo>
                <a:lnTo>
                  <a:pt x="4444165" y="478260"/>
                </a:lnTo>
                <a:lnTo>
                  <a:pt x="4461853" y="516388"/>
                </a:lnTo>
                <a:lnTo>
                  <a:pt x="4479541" y="554517"/>
                </a:lnTo>
                <a:lnTo>
                  <a:pt x="4497229" y="592646"/>
                </a:lnTo>
                <a:lnTo>
                  <a:pt x="4514917" y="630774"/>
                </a:lnTo>
                <a:lnTo>
                  <a:pt x="4532605" y="668903"/>
                </a:lnTo>
                <a:lnTo>
                  <a:pt x="4550293" y="707031"/>
                </a:lnTo>
                <a:lnTo>
                  <a:pt x="4558551" y="739140"/>
                </a:lnTo>
                <a:lnTo>
                  <a:pt x="4516517" y="739140"/>
                </a:lnTo>
                <a:lnTo>
                  <a:pt x="4474483" y="739140"/>
                </a:lnTo>
                <a:lnTo>
                  <a:pt x="4432449" y="739140"/>
                </a:lnTo>
                <a:lnTo>
                  <a:pt x="4390415" y="739140"/>
                </a:lnTo>
                <a:lnTo>
                  <a:pt x="4348382" y="739140"/>
                </a:lnTo>
                <a:lnTo>
                  <a:pt x="4306357" y="739140"/>
                </a:lnTo>
                <a:lnTo>
                  <a:pt x="4264323" y="739140"/>
                </a:lnTo>
                <a:lnTo>
                  <a:pt x="4222290" y="739140"/>
                </a:lnTo>
                <a:lnTo>
                  <a:pt x="4180256" y="739140"/>
                </a:lnTo>
                <a:lnTo>
                  <a:pt x="4138222" y="739140"/>
                </a:lnTo>
                <a:lnTo>
                  <a:pt x="4096188" y="739140"/>
                </a:lnTo>
                <a:lnTo>
                  <a:pt x="4054154" y="739140"/>
                </a:lnTo>
                <a:lnTo>
                  <a:pt x="4012121" y="739140"/>
                </a:lnTo>
                <a:lnTo>
                  <a:pt x="3970096" y="739140"/>
                </a:lnTo>
                <a:lnTo>
                  <a:pt x="3928062" y="739140"/>
                </a:lnTo>
                <a:lnTo>
                  <a:pt x="3886029" y="739140"/>
                </a:lnTo>
                <a:lnTo>
                  <a:pt x="3843995" y="739140"/>
                </a:lnTo>
                <a:lnTo>
                  <a:pt x="3801961" y="739140"/>
                </a:lnTo>
                <a:lnTo>
                  <a:pt x="3759927" y="739140"/>
                </a:lnTo>
                <a:lnTo>
                  <a:pt x="3717893" y="739140"/>
                </a:lnTo>
                <a:lnTo>
                  <a:pt x="3675869" y="739140"/>
                </a:lnTo>
                <a:lnTo>
                  <a:pt x="3633835" y="739140"/>
                </a:lnTo>
                <a:lnTo>
                  <a:pt x="3591801" y="739140"/>
                </a:lnTo>
                <a:lnTo>
                  <a:pt x="3549767" y="739140"/>
                </a:lnTo>
                <a:lnTo>
                  <a:pt x="3507734" y="739140"/>
                </a:lnTo>
                <a:lnTo>
                  <a:pt x="3465700" y="739140"/>
                </a:lnTo>
                <a:lnTo>
                  <a:pt x="3423666" y="739140"/>
                </a:lnTo>
                <a:lnTo>
                  <a:pt x="3381632" y="739140"/>
                </a:lnTo>
                <a:lnTo>
                  <a:pt x="3339608" y="739140"/>
                </a:lnTo>
                <a:lnTo>
                  <a:pt x="3297574" y="739140"/>
                </a:lnTo>
                <a:lnTo>
                  <a:pt x="3255540" y="739140"/>
                </a:lnTo>
                <a:lnTo>
                  <a:pt x="3213506" y="739140"/>
                </a:lnTo>
                <a:lnTo>
                  <a:pt x="3171473" y="739140"/>
                </a:lnTo>
                <a:lnTo>
                  <a:pt x="3129439" y="739140"/>
                </a:lnTo>
                <a:lnTo>
                  <a:pt x="3087405" y="739140"/>
                </a:lnTo>
                <a:lnTo>
                  <a:pt x="3045381" y="739140"/>
                </a:lnTo>
                <a:lnTo>
                  <a:pt x="3003347" y="739140"/>
                </a:lnTo>
                <a:lnTo>
                  <a:pt x="2961313" y="739140"/>
                </a:lnTo>
                <a:lnTo>
                  <a:pt x="2919279" y="739140"/>
                </a:lnTo>
                <a:lnTo>
                  <a:pt x="2877245" y="739140"/>
                </a:lnTo>
                <a:lnTo>
                  <a:pt x="2835212" y="739140"/>
                </a:lnTo>
                <a:lnTo>
                  <a:pt x="2793178" y="739140"/>
                </a:lnTo>
                <a:lnTo>
                  <a:pt x="2751153" y="739140"/>
                </a:lnTo>
                <a:lnTo>
                  <a:pt x="2709120" y="739140"/>
                </a:lnTo>
                <a:lnTo>
                  <a:pt x="2667086" y="739140"/>
                </a:lnTo>
                <a:lnTo>
                  <a:pt x="2625052" y="739140"/>
                </a:lnTo>
                <a:lnTo>
                  <a:pt x="2583018" y="739140"/>
                </a:lnTo>
                <a:lnTo>
                  <a:pt x="2540984" y="739140"/>
                </a:lnTo>
                <a:lnTo>
                  <a:pt x="2498950" y="739140"/>
                </a:lnTo>
                <a:lnTo>
                  <a:pt x="2456917" y="739140"/>
                </a:lnTo>
                <a:lnTo>
                  <a:pt x="2414892" y="739140"/>
                </a:lnTo>
                <a:lnTo>
                  <a:pt x="2372858" y="739140"/>
                </a:lnTo>
                <a:lnTo>
                  <a:pt x="2330825" y="739140"/>
                </a:lnTo>
                <a:lnTo>
                  <a:pt x="2288791" y="739140"/>
                </a:lnTo>
                <a:lnTo>
                  <a:pt x="2246757" y="739140"/>
                </a:lnTo>
                <a:lnTo>
                  <a:pt x="2204723" y="739140"/>
                </a:lnTo>
                <a:lnTo>
                  <a:pt x="2162689" y="739140"/>
                </a:lnTo>
                <a:lnTo>
                  <a:pt x="2120665" y="739140"/>
                </a:lnTo>
                <a:lnTo>
                  <a:pt x="2078631" y="739140"/>
                </a:lnTo>
                <a:lnTo>
                  <a:pt x="2036597" y="739140"/>
                </a:lnTo>
                <a:lnTo>
                  <a:pt x="1994564" y="739140"/>
                </a:lnTo>
                <a:lnTo>
                  <a:pt x="1952530" y="739140"/>
                </a:lnTo>
                <a:lnTo>
                  <a:pt x="1910496" y="739140"/>
                </a:lnTo>
                <a:lnTo>
                  <a:pt x="1868462" y="739140"/>
                </a:lnTo>
                <a:lnTo>
                  <a:pt x="1826428" y="739140"/>
                </a:lnTo>
                <a:lnTo>
                  <a:pt x="1784404" y="739140"/>
                </a:lnTo>
                <a:lnTo>
                  <a:pt x="1742370" y="739140"/>
                </a:lnTo>
                <a:lnTo>
                  <a:pt x="1700336" y="739140"/>
                </a:lnTo>
                <a:lnTo>
                  <a:pt x="1658303" y="739140"/>
                </a:lnTo>
                <a:lnTo>
                  <a:pt x="1616269" y="739140"/>
                </a:lnTo>
                <a:lnTo>
                  <a:pt x="1574235" y="739140"/>
                </a:lnTo>
                <a:lnTo>
                  <a:pt x="1532201" y="739140"/>
                </a:lnTo>
                <a:lnTo>
                  <a:pt x="1490177" y="739140"/>
                </a:lnTo>
                <a:lnTo>
                  <a:pt x="1448143" y="739140"/>
                </a:lnTo>
                <a:lnTo>
                  <a:pt x="1406109" y="739140"/>
                </a:lnTo>
                <a:lnTo>
                  <a:pt x="1364075" y="739140"/>
                </a:lnTo>
                <a:lnTo>
                  <a:pt x="1322041" y="739140"/>
                </a:lnTo>
                <a:lnTo>
                  <a:pt x="1280008" y="739140"/>
                </a:lnTo>
                <a:lnTo>
                  <a:pt x="1237974" y="739140"/>
                </a:lnTo>
                <a:lnTo>
                  <a:pt x="1195940" y="739140"/>
                </a:lnTo>
                <a:lnTo>
                  <a:pt x="1153916" y="739140"/>
                </a:lnTo>
                <a:lnTo>
                  <a:pt x="1111882" y="739140"/>
                </a:lnTo>
                <a:lnTo>
                  <a:pt x="1069848" y="739140"/>
                </a:lnTo>
                <a:lnTo>
                  <a:pt x="1027814" y="739140"/>
                </a:lnTo>
                <a:lnTo>
                  <a:pt x="985780" y="739140"/>
                </a:lnTo>
                <a:lnTo>
                  <a:pt x="943747" y="739140"/>
                </a:lnTo>
                <a:lnTo>
                  <a:pt x="901713" y="739140"/>
                </a:lnTo>
                <a:lnTo>
                  <a:pt x="859688" y="739140"/>
                </a:lnTo>
                <a:lnTo>
                  <a:pt x="817655" y="739140"/>
                </a:lnTo>
                <a:lnTo>
                  <a:pt x="775621" y="739140"/>
                </a:lnTo>
                <a:lnTo>
                  <a:pt x="733587" y="739140"/>
                </a:lnTo>
                <a:lnTo>
                  <a:pt x="691553" y="739140"/>
                </a:lnTo>
                <a:lnTo>
                  <a:pt x="649519" y="739140"/>
                </a:lnTo>
                <a:lnTo>
                  <a:pt x="607485" y="739140"/>
                </a:lnTo>
                <a:lnTo>
                  <a:pt x="565452" y="739140"/>
                </a:lnTo>
                <a:lnTo>
                  <a:pt x="523427" y="739140"/>
                </a:lnTo>
                <a:lnTo>
                  <a:pt x="481394" y="739140"/>
                </a:lnTo>
                <a:lnTo>
                  <a:pt x="439360" y="739140"/>
                </a:lnTo>
                <a:lnTo>
                  <a:pt x="397326" y="739140"/>
                </a:lnTo>
                <a:lnTo>
                  <a:pt x="355292" y="739140"/>
                </a:lnTo>
                <a:lnTo>
                  <a:pt x="313258" y="739140"/>
                </a:lnTo>
                <a:lnTo>
                  <a:pt x="271224" y="739140"/>
                </a:lnTo>
                <a:lnTo>
                  <a:pt x="229200" y="739140"/>
                </a:lnTo>
                <a:lnTo>
                  <a:pt x="187166" y="739140"/>
                </a:lnTo>
                <a:lnTo>
                  <a:pt x="145132" y="739140"/>
                </a:lnTo>
                <a:lnTo>
                  <a:pt x="103099" y="739140"/>
                </a:lnTo>
                <a:lnTo>
                  <a:pt x="61065" y="739140"/>
                </a:lnTo>
                <a:lnTo>
                  <a:pt x="19031" y="739140"/>
                </a:lnTo>
                <a:lnTo>
                  <a:pt x="0" y="724452"/>
                </a:lnTo>
                <a:lnTo>
                  <a:pt x="17688" y="686324"/>
                </a:lnTo>
                <a:lnTo>
                  <a:pt x="35376" y="648195"/>
                </a:lnTo>
                <a:lnTo>
                  <a:pt x="53064" y="610067"/>
                </a:lnTo>
                <a:lnTo>
                  <a:pt x="70752" y="571938"/>
                </a:lnTo>
                <a:lnTo>
                  <a:pt x="88440" y="533810"/>
                </a:lnTo>
                <a:lnTo>
                  <a:pt x="106137" y="495681"/>
                </a:lnTo>
                <a:lnTo>
                  <a:pt x="123825" y="457552"/>
                </a:lnTo>
                <a:lnTo>
                  <a:pt x="141513" y="419424"/>
                </a:lnTo>
                <a:lnTo>
                  <a:pt x="159201" y="381295"/>
                </a:lnTo>
                <a:lnTo>
                  <a:pt x="176889" y="343167"/>
                </a:lnTo>
                <a:lnTo>
                  <a:pt x="194577" y="305038"/>
                </a:lnTo>
                <a:lnTo>
                  <a:pt x="212265" y="266900"/>
                </a:lnTo>
                <a:lnTo>
                  <a:pt x="229953" y="228771"/>
                </a:lnTo>
                <a:lnTo>
                  <a:pt x="247640" y="190643"/>
                </a:lnTo>
                <a:lnTo>
                  <a:pt x="265328" y="152514"/>
                </a:lnTo>
                <a:lnTo>
                  <a:pt x="283026" y="114386"/>
                </a:lnTo>
                <a:lnTo>
                  <a:pt x="300714" y="76257"/>
                </a:lnTo>
                <a:lnTo>
                  <a:pt x="318402" y="38129"/>
                </a:lnTo>
                <a:lnTo>
                  <a:pt x="336090" y="0"/>
                </a:lnTo>
                <a:close/>
              </a:path>
            </a:pathLst>
          </a:custGeom>
          <a:solidFill xmlns:a="http://schemas.openxmlformats.org/drawingml/2006/main">
            <a:srgbClr val="63AFE9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0" name="pyramid-tier-title-4">
            <a:extLst xmlns:a="http://schemas.openxmlformats.org/drawingml/2006/main">
              <a:ext uri="{FF2B5EF4-FFF2-40B4-BE49-F238E27FC236}">
                <a16:creationId xmlns:a16="http://schemas.microsoft.com/office/drawing/2014/main" id="{3A6ADC2A-04D5-44A5-BB09-75A3F7DD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47963" y="5394246"/>
            <a:ext cx="6953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执行层</a:t>
            </a:r>
          </a:p>
        </p:txBody>
      </p:sp>
      <p:sp>
        <p:nvSpPr>
          <p:cNvPr id="11" name="pyramid-note-0">
            <a:extLst xmlns:a="http://schemas.openxmlformats.org/drawingml/2006/main">
              <a:ext uri="{FF2B5EF4-FFF2-40B4-BE49-F238E27FC236}">
                <a16:creationId xmlns:a16="http://schemas.microsoft.com/office/drawing/2014/main" id="{952A22C7-942D-471A-92E2-0C2511A23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1924050"/>
            <a:ext cx="5619750" cy="739083"/>
          </a:xfrm>
          <a:prstGeom xmlns:a="http://schemas.openxmlformats.org/drawingml/2006/main" prst="roundRect">
            <a:avLst>
              <a:gd name="adj" fmla="val 15465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2" name="pyramid-note-title-0">
            <a:extLst xmlns:a="http://schemas.openxmlformats.org/drawingml/2006/main">
              <a:ext uri="{FF2B5EF4-FFF2-40B4-BE49-F238E27FC236}">
                <a16:creationId xmlns:a16="http://schemas.microsoft.com/office/drawing/2014/main" id="{9E7FD990-842A-488D-BA1B-49AA6FD3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2019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愿景层</a:t>
            </a:r>
          </a:p>
        </p:txBody>
      </p:sp>
      <p:sp>
        <p:nvSpPr>
          <p:cNvPr id="13" name="pyramid-note-body-0">
            <a:extLst xmlns:a="http://schemas.openxmlformats.org/drawingml/2006/main">
              <a:ext uri="{FF2B5EF4-FFF2-40B4-BE49-F238E27FC236}">
                <a16:creationId xmlns:a16="http://schemas.microsoft.com/office/drawing/2014/main" id="{0AF59EEF-F2F8-4CC4-B2AC-FDA54E29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2019300"/>
            <a:ext cx="3609975" cy="567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确定长期价值和目标方向</a:t>
            </a:r>
          </a:p>
        </p:txBody>
      </p:sp>
      <p:sp>
        <p:nvSpPr>
          <p:cNvPr id="14" name="pyramid-note-1">
            <a:extLst xmlns:a="http://schemas.openxmlformats.org/drawingml/2006/main">
              <a:ext uri="{FF2B5EF4-FFF2-40B4-BE49-F238E27FC236}">
                <a16:creationId xmlns:a16="http://schemas.microsoft.com/office/drawing/2014/main" id="{F59C405C-B520-49D8-A32D-C122772A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2739333"/>
            <a:ext cx="5619750" cy="739226"/>
          </a:xfrm>
          <a:prstGeom xmlns:a="http://schemas.openxmlformats.org/drawingml/2006/main" prst="roundRect">
            <a:avLst>
              <a:gd name="adj" fmla="val 15462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5" name="pyramid-note-title-1">
            <a:extLst xmlns:a="http://schemas.openxmlformats.org/drawingml/2006/main">
              <a:ext uri="{FF2B5EF4-FFF2-40B4-BE49-F238E27FC236}">
                <a16:creationId xmlns:a16="http://schemas.microsoft.com/office/drawing/2014/main" id="{1688F890-F5A5-447B-A1BD-7769C3FF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2834583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方向层</a:t>
            </a:r>
          </a:p>
        </p:txBody>
      </p:sp>
      <p:sp>
        <p:nvSpPr>
          <p:cNvPr id="16" name="pyramid-note-body-1">
            <a:extLst xmlns:a="http://schemas.openxmlformats.org/drawingml/2006/main">
              <a:ext uri="{FF2B5EF4-FFF2-40B4-BE49-F238E27FC236}">
                <a16:creationId xmlns:a16="http://schemas.microsoft.com/office/drawing/2014/main" id="{B0BF11FA-D8A3-4728-84EF-9F5FBC1BE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2834583"/>
            <a:ext cx="3609975" cy="567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明确问题范围与判断边界</a:t>
            </a:r>
          </a:p>
        </p:txBody>
      </p:sp>
      <p:sp>
        <p:nvSpPr>
          <p:cNvPr id="17" name="pyramid-note-2">
            <a:extLst xmlns:a="http://schemas.openxmlformats.org/drawingml/2006/main">
              <a:ext uri="{FF2B5EF4-FFF2-40B4-BE49-F238E27FC236}">
                <a16:creationId xmlns:a16="http://schemas.microsoft.com/office/drawing/2014/main" id="{4560A0EA-8F5B-4756-9053-A4376D7E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3554759"/>
            <a:ext cx="5619750" cy="739083"/>
          </a:xfrm>
          <a:prstGeom xmlns:a="http://schemas.openxmlformats.org/drawingml/2006/main" prst="roundRect">
            <a:avLst>
              <a:gd name="adj" fmla="val 15465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18" name="pyramid-note-title-2">
            <a:extLst xmlns:a="http://schemas.openxmlformats.org/drawingml/2006/main">
              <a:ext uri="{FF2B5EF4-FFF2-40B4-BE49-F238E27FC236}">
                <a16:creationId xmlns:a16="http://schemas.microsoft.com/office/drawing/2014/main" id="{80028346-8921-4967-9F5D-0867D76F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3650009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规则层</a:t>
            </a:r>
          </a:p>
        </p:txBody>
      </p:sp>
      <p:sp>
        <p:nvSpPr>
          <p:cNvPr id="19" name="pyramid-note-body-2">
            <a:extLst xmlns:a="http://schemas.openxmlformats.org/drawingml/2006/main">
              <a:ext uri="{FF2B5EF4-FFF2-40B4-BE49-F238E27FC236}">
                <a16:creationId xmlns:a16="http://schemas.microsoft.com/office/drawing/2014/main" id="{96CF68B2-11DA-45F5-A0A2-2190B42B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3650009"/>
            <a:ext cx="3609975" cy="567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把经验沉淀为稳定规则</a:t>
            </a:r>
          </a:p>
        </p:txBody>
      </p:sp>
      <p:sp>
        <p:nvSpPr>
          <p:cNvPr id="20" name="pyramid-note-3">
            <a:extLst xmlns:a="http://schemas.openxmlformats.org/drawingml/2006/main">
              <a:ext uri="{FF2B5EF4-FFF2-40B4-BE49-F238E27FC236}">
                <a16:creationId xmlns:a16="http://schemas.microsoft.com/office/drawing/2014/main" id="{0C951C80-6546-49DC-89D8-6F01A80D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4370041"/>
            <a:ext cx="5619750" cy="739226"/>
          </a:xfrm>
          <a:prstGeom xmlns:a="http://schemas.openxmlformats.org/drawingml/2006/main" prst="roundRect">
            <a:avLst>
              <a:gd name="adj" fmla="val 15462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21" name="pyramid-note-title-3">
            <a:extLst xmlns:a="http://schemas.openxmlformats.org/drawingml/2006/main">
              <a:ext uri="{FF2B5EF4-FFF2-40B4-BE49-F238E27FC236}">
                <a16:creationId xmlns:a16="http://schemas.microsoft.com/office/drawing/2014/main" id="{C14291F1-097D-4F29-9ABB-A89CFF04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4465291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能力层</a:t>
            </a:r>
          </a:p>
        </p:txBody>
      </p:sp>
      <p:sp>
        <p:nvSpPr>
          <p:cNvPr id="22" name="pyramid-note-body-3">
            <a:extLst xmlns:a="http://schemas.openxmlformats.org/drawingml/2006/main">
              <a:ext uri="{FF2B5EF4-FFF2-40B4-BE49-F238E27FC236}">
                <a16:creationId xmlns:a16="http://schemas.microsoft.com/office/drawing/2014/main" id="{C833C7E1-02EA-4E21-9DD1-8E63D24A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4465291"/>
            <a:ext cx="3609975" cy="567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提供可复用组件和工具</a:t>
            </a:r>
          </a:p>
        </p:txBody>
      </p:sp>
      <p:sp>
        <p:nvSpPr>
          <p:cNvPr id="23" name="pyramid-note-4">
            <a:extLst xmlns:a="http://schemas.openxmlformats.org/drawingml/2006/main">
              <a:ext uri="{FF2B5EF4-FFF2-40B4-BE49-F238E27FC236}">
                <a16:creationId xmlns:a16="http://schemas.microsoft.com/office/drawing/2014/main" id="{B0F40D90-C9B8-4E2D-8F39-DFBF68F2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953125" y="5185467"/>
            <a:ext cx="5619750" cy="739083"/>
          </a:xfrm>
          <a:prstGeom xmlns:a="http://schemas.openxmlformats.org/drawingml/2006/main" prst="roundRect">
            <a:avLst>
              <a:gd name="adj" fmla="val 15465"/>
            </a:avLst>
          </a:prstGeom>
          <a:solidFill xmlns:a="http://schemas.openxmlformats.org/drawingml/2006/main">
            <a:srgbClr val="F8FBFE"/>
          </a:solidFill>
          <a:ln xmlns:a="http://schemas.openxmlformats.org/drawingml/2006/main" w="9525">
            <a:solidFill>
              <a:srgbClr val="D7E5F2"/>
            </a:solidFill>
            <a:prstDash val="solid"/>
          </a:ln>
        </p:spPr>
      </p:sp>
      <p:sp>
        <p:nvSpPr>
          <p:cNvPr id="24" name="pyramid-note-title-4">
            <a:extLst xmlns:a="http://schemas.openxmlformats.org/drawingml/2006/main">
              <a:ext uri="{FF2B5EF4-FFF2-40B4-BE49-F238E27FC236}">
                <a16:creationId xmlns:a16="http://schemas.microsoft.com/office/drawing/2014/main" id="{EACBDB68-6B72-4A8C-A1B7-791F9AA8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24575" y="5280717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26AC7"/>
                </a:solidFill>
                <a:latin typeface="Microsoft YaHei"/>
                <a:ea typeface="Microsoft YaHei"/>
                <a:cs typeface="Microsoft YaHei"/>
              </a:rPr>
              <a:t>执行层</a:t>
            </a:r>
          </a:p>
        </p:txBody>
      </p:sp>
      <p:sp>
        <p:nvSpPr>
          <p:cNvPr id="25" name="pyramid-note-body-4">
            <a:extLst xmlns:a="http://schemas.openxmlformats.org/drawingml/2006/main">
              <a:ext uri="{FF2B5EF4-FFF2-40B4-BE49-F238E27FC236}">
                <a16:creationId xmlns:a16="http://schemas.microsoft.com/office/drawing/2014/main" id="{B67296F4-18AE-480F-A54D-0E620989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810500" y="5280717"/>
            <a:ext cx="3609975" cy="567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57B92"/>
                </a:solidFill>
                <a:latin typeface="Microsoft YaHei"/>
                <a:ea typeface="Microsoft YaHei"/>
                <a:cs typeface="Microsoft YaHei"/>
              </a:rPr>
              <a:t>面向真实稿件稳定交付</a:t>
            </a:r>
          </a:p>
        </p:txBody>
      </p:sp>
    </p:spTree>
    <p:extLst>
      <p:ext uri="{BB962C8B-B14F-4D97-AF65-F5344CB8AC3E}">
        <p14:creationId xmlns:p14="http://schemas.microsoft.com/office/powerpoint/2010/main" val="10523316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2026-08-16T02:07:13.4640000Z</dcterms:created>
  <dcterms:modified xsi:type="dcterms:W3CDTF">2026-08-16T02:07:13.4640000Z</dcterms:modified>
</coreProperties>
</file>