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cc929250af4ce9" /><Relationship Type="http://schemas.openxmlformats.org/officeDocument/2006/relationships/extended-properties" Target="/docProps/app.xml" Id="R18661fbe6d0b42b3" /><Relationship Type="http://schemas.openxmlformats.org/officeDocument/2006/relationships/officeDocument" Target="/ppt/presentation.xml" Id="R21051533d8804e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23929ebca44ae0"/>
  </p:sldMasterIdLst>
  <p:notesMasterIdLst>
    <p:notesMasterId xmlns:r="http://schemas.openxmlformats.org/officeDocument/2006/relationships" r:id="R311c9980a1584c5c"/>
  </p:notesMasterIdLst>
  <p:sldIdLst>
    <p:sldId xmlns:r="http://schemas.openxmlformats.org/officeDocument/2006/relationships" id="256" r:id="Rb84def5ae9fa430f"/>
    <p:sldId xmlns:r="http://schemas.openxmlformats.org/officeDocument/2006/relationships" id="257" r:id="R9395ef43ae514af1"/>
    <p:sldId xmlns:r="http://schemas.openxmlformats.org/officeDocument/2006/relationships" id="258" r:id="R073592fe11e24e25"/>
    <p:sldId xmlns:r="http://schemas.openxmlformats.org/officeDocument/2006/relationships" id="259" r:id="Ra4714feaae78480d"/>
    <p:sldId xmlns:r="http://schemas.openxmlformats.org/officeDocument/2006/relationships" id="260" r:id="Rf1dfa426da184739"/>
    <p:sldId xmlns:r="http://schemas.openxmlformats.org/officeDocument/2006/relationships" id="261" r:id="R6ca554666c4b43af"/>
    <p:sldId xmlns:r="http://schemas.openxmlformats.org/officeDocument/2006/relationships" id="262" r:id="Rc2bc808878cf4971"/>
    <p:sldId xmlns:r="http://schemas.openxmlformats.org/officeDocument/2006/relationships" id="263" r:id="Rcb926acaaf684a1f"/>
    <p:sldId xmlns:r="http://schemas.openxmlformats.org/officeDocument/2006/relationships" id="264" r:id="R07b5369473a74389"/>
    <p:sldId xmlns:r="http://schemas.openxmlformats.org/officeDocument/2006/relationships" id="265" r:id="R5a9012dbcc844094"/>
    <p:sldId xmlns:r="http://schemas.openxmlformats.org/officeDocument/2006/relationships" id="266" r:id="Rcf07c198038e4701"/>
    <p:sldId xmlns:r="http://schemas.openxmlformats.org/officeDocument/2006/relationships" id="267" r:id="R0a605b47b876419d"/>
    <p:sldId xmlns:r="http://schemas.openxmlformats.org/officeDocument/2006/relationships" id="268" r:id="R7a69ad0810d94dbe"/>
    <p:sldId xmlns:r="http://schemas.openxmlformats.org/officeDocument/2006/relationships" id="269" r:id="Rd1148f7b9a5046aa"/>
    <p:sldId xmlns:r="http://schemas.openxmlformats.org/officeDocument/2006/relationships" id="270" r:id="R55a113d190aa4f58"/>
    <p:sldId xmlns:r="http://schemas.openxmlformats.org/officeDocument/2006/relationships" id="271" r:id="R20a9400e3fb04417"/>
    <p:sldId xmlns:r="http://schemas.openxmlformats.org/officeDocument/2006/relationships" id="272" r:id="Rafaec80b67f44376"/>
    <p:sldId xmlns:r="http://schemas.openxmlformats.org/officeDocument/2006/relationships" id="273" r:id="R8435c7d4b32c42eb"/>
    <p:sldId xmlns:r="http://schemas.openxmlformats.org/officeDocument/2006/relationships" id="274" r:id="Rf3e1a8d600dc467b"/>
    <p:sldId xmlns:r="http://schemas.openxmlformats.org/officeDocument/2006/relationships" id="275" r:id="Rbcb349c3aa264cec"/>
    <p:sldId xmlns:r="http://schemas.openxmlformats.org/officeDocument/2006/relationships" id="276" r:id="Rd1fa96b5e6124702"/>
    <p:sldId xmlns:r="http://schemas.openxmlformats.org/officeDocument/2006/relationships" id="277" r:id="R068c2d58b2d144e0"/>
    <p:sldId xmlns:r="http://schemas.openxmlformats.org/officeDocument/2006/relationships" id="278" r:id="R313e75364f094f95"/>
    <p:sldId xmlns:r="http://schemas.openxmlformats.org/officeDocument/2006/relationships" id="279" r:id="R41634da0f135434d"/>
    <p:sldId xmlns:r="http://schemas.openxmlformats.org/officeDocument/2006/relationships" id="280" r:id="R534b585907794646"/>
    <p:sldId xmlns:r="http://schemas.openxmlformats.org/officeDocument/2006/relationships" id="281" r:id="R4940030c8baa4ca7"/>
    <p:sldId xmlns:r="http://schemas.openxmlformats.org/officeDocument/2006/relationships" id="282" r:id="R7f7a2b9d27074dd9"/>
    <p:sldId xmlns:r="http://schemas.openxmlformats.org/officeDocument/2006/relationships" id="283" r:id="Rc88ebf1748924f60"/>
    <p:sldId xmlns:r="http://schemas.openxmlformats.org/officeDocument/2006/relationships" id="284" r:id="R01b77152e1814dd3"/>
    <p:sldId xmlns:r="http://schemas.openxmlformats.org/officeDocument/2006/relationships" id="285" r:id="Rf9f42356f64b4ebf"/>
    <p:sldId xmlns:r="http://schemas.openxmlformats.org/officeDocument/2006/relationships" id="286" r:id="Rca97b0142a9141b7"/>
    <p:sldId xmlns:r="http://schemas.openxmlformats.org/officeDocument/2006/relationships" id="287" r:id="Rf30f326cbceb49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edbcefecf44d11" /><Relationship Type="http://schemas.openxmlformats.org/officeDocument/2006/relationships/slideMaster" Target="/ppt/slideMasters/slideMaster1.xml" Id="Rd223929ebca44ae0" /><Relationship Type="http://schemas.openxmlformats.org/officeDocument/2006/relationships/notesMaster" Target="/ppt/notesMasters/notesMaster1.xml" Id="R311c9980a1584c5c" /><Relationship Type="http://schemas.openxmlformats.org/officeDocument/2006/relationships/presProps" Target="/ppt/presProps.xml" Id="R62d8f712a5f84678" /><Relationship Type="http://schemas.openxmlformats.org/officeDocument/2006/relationships/tableStyles" Target="/ppt/tableStyles.xml" Id="R76d38dd970b04727" /><Relationship Type="http://schemas.openxmlformats.org/officeDocument/2006/relationships/slide" Target="/ppt/slides/slide1.xml" Id="Rb84def5ae9fa430f" /><Relationship Type="http://schemas.openxmlformats.org/officeDocument/2006/relationships/slide" Target="/ppt/slides/slide2.xml" Id="R9395ef43ae514af1" /><Relationship Type="http://schemas.openxmlformats.org/officeDocument/2006/relationships/slide" Target="/ppt/slides/slide3.xml" Id="R073592fe11e24e25" /><Relationship Type="http://schemas.openxmlformats.org/officeDocument/2006/relationships/slide" Target="/ppt/slides/slide4.xml" Id="Ra4714feaae78480d" /><Relationship Type="http://schemas.openxmlformats.org/officeDocument/2006/relationships/slide" Target="/ppt/slides/slide5.xml" Id="Rf1dfa426da184739" /><Relationship Type="http://schemas.openxmlformats.org/officeDocument/2006/relationships/slide" Target="/ppt/slides/slide6.xml" Id="R6ca554666c4b43af" /><Relationship Type="http://schemas.openxmlformats.org/officeDocument/2006/relationships/slide" Target="/ppt/slides/slide7.xml" Id="Rc2bc808878cf4971" /><Relationship Type="http://schemas.openxmlformats.org/officeDocument/2006/relationships/slide" Target="/ppt/slides/slide8.xml" Id="Rcb926acaaf684a1f" /><Relationship Type="http://schemas.openxmlformats.org/officeDocument/2006/relationships/slide" Target="/ppt/slides/slide9.xml" Id="R07b5369473a74389" /><Relationship Type="http://schemas.openxmlformats.org/officeDocument/2006/relationships/slide" Target="/ppt/slides/slide10.xml" Id="R5a9012dbcc844094" /><Relationship Type="http://schemas.openxmlformats.org/officeDocument/2006/relationships/slide" Target="/ppt/slides/slide11.xml" Id="Rcf07c198038e4701" /><Relationship Type="http://schemas.openxmlformats.org/officeDocument/2006/relationships/slide" Target="/ppt/slides/slide12.xml" Id="R0a605b47b876419d" /><Relationship Type="http://schemas.openxmlformats.org/officeDocument/2006/relationships/slide" Target="/ppt/slides/slide13.xml" Id="R7a69ad0810d94dbe" /><Relationship Type="http://schemas.openxmlformats.org/officeDocument/2006/relationships/slide" Target="/ppt/slides/slide14.xml" Id="Rd1148f7b9a5046aa" /><Relationship Type="http://schemas.openxmlformats.org/officeDocument/2006/relationships/slide" Target="/ppt/slides/slide15.xml" Id="R55a113d190aa4f58" /><Relationship Type="http://schemas.openxmlformats.org/officeDocument/2006/relationships/slide" Target="/ppt/slides/slide16.xml" Id="R20a9400e3fb04417" /><Relationship Type="http://schemas.openxmlformats.org/officeDocument/2006/relationships/slide" Target="/ppt/slides/slide17.xml" Id="Rafaec80b67f44376" /><Relationship Type="http://schemas.openxmlformats.org/officeDocument/2006/relationships/slide" Target="/ppt/slides/slide18.xml" Id="R8435c7d4b32c42eb" /><Relationship Type="http://schemas.openxmlformats.org/officeDocument/2006/relationships/slide" Target="/ppt/slides/slide19.xml" Id="Rf3e1a8d600dc467b" /><Relationship Type="http://schemas.openxmlformats.org/officeDocument/2006/relationships/slide" Target="/ppt/slides/slide20.xml" Id="Rbcb349c3aa264cec" /><Relationship Type="http://schemas.openxmlformats.org/officeDocument/2006/relationships/slide" Target="/ppt/slides/slide21.xml" Id="Rd1fa96b5e6124702" /><Relationship Type="http://schemas.openxmlformats.org/officeDocument/2006/relationships/slide" Target="/ppt/slides/slide22.xml" Id="R068c2d58b2d144e0" /><Relationship Type="http://schemas.openxmlformats.org/officeDocument/2006/relationships/slide" Target="/ppt/slides/slide23.xml" Id="R313e75364f094f95" /><Relationship Type="http://schemas.openxmlformats.org/officeDocument/2006/relationships/slide" Target="/ppt/slides/slide24.xml" Id="R41634da0f135434d" /><Relationship Type="http://schemas.openxmlformats.org/officeDocument/2006/relationships/slide" Target="/ppt/slides/slide25.xml" Id="R534b585907794646" /><Relationship Type="http://schemas.openxmlformats.org/officeDocument/2006/relationships/slide" Target="/ppt/slides/slide26.xml" Id="R4940030c8baa4ca7" /><Relationship Type="http://schemas.openxmlformats.org/officeDocument/2006/relationships/slide" Target="/ppt/slides/slide27.xml" Id="R7f7a2b9d27074dd9" /><Relationship Type="http://schemas.openxmlformats.org/officeDocument/2006/relationships/slide" Target="/ppt/slides/slide28.xml" Id="Rc88ebf1748924f60" /><Relationship Type="http://schemas.openxmlformats.org/officeDocument/2006/relationships/slide" Target="/ppt/slides/slide29.xml" Id="R01b77152e1814dd3" /><Relationship Type="http://schemas.openxmlformats.org/officeDocument/2006/relationships/slide" Target="/ppt/slides/slide30.xml" Id="Rf9f42356f64b4ebf" /><Relationship Type="http://schemas.openxmlformats.org/officeDocument/2006/relationships/slide" Target="/ppt/slides/slide31.xml" Id="Rca97b0142a9141b7" /><Relationship Type="http://schemas.openxmlformats.org/officeDocument/2006/relationships/slide" Target="/ppt/slides/slide32.xml" Id="Rf30f326cbceb49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3daa2091a74f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d2ab93263d4894" /><Relationship Type="http://schemas.openxmlformats.org/officeDocument/2006/relationships/notesMaster" Target="/ppt/notesMasters/notesMaster1.xml" Id="R70282d2b964d4e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9db2e3e7104929" /><Relationship Type="http://schemas.openxmlformats.org/officeDocument/2006/relationships/notesMaster" Target="/ppt/notesMasters/notesMaster1.xml" Id="Re872401a3c7148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f3bc1339a5471a" /><Relationship Type="http://schemas.openxmlformats.org/officeDocument/2006/relationships/notesMaster" Target="/ppt/notesMasters/notesMaster1.xml" Id="Rdb46f96e22e741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7b3a6433824019" /><Relationship Type="http://schemas.openxmlformats.org/officeDocument/2006/relationships/notesMaster" Target="/ppt/notesMasters/notesMaster1.xml" Id="Rc4a22538cc2243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91ef91106b4d9e" /><Relationship Type="http://schemas.openxmlformats.org/officeDocument/2006/relationships/notesMaster" Target="/ppt/notesMasters/notesMaster1.xml" Id="Rdd5d78fcac6344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d6756334be452d" /><Relationship Type="http://schemas.openxmlformats.org/officeDocument/2006/relationships/notesMaster" Target="/ppt/notesMasters/notesMaster1.xml" Id="R51ef572eb4ff41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4dded6fe4f4d95" /><Relationship Type="http://schemas.openxmlformats.org/officeDocument/2006/relationships/notesMaster" Target="/ppt/notesMasters/notesMaster1.xml" Id="Re04f50cc662746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49ec5d6a6d43fb" /><Relationship Type="http://schemas.openxmlformats.org/officeDocument/2006/relationships/notesMaster" Target="/ppt/notesMasters/notesMaster1.xml" Id="Ra780578ba48643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177a0136754038" /><Relationship Type="http://schemas.openxmlformats.org/officeDocument/2006/relationships/notesMaster" Target="/ppt/notesMasters/notesMaster1.xml" Id="R72155a63884244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fb2d9c7ba34bfa" /><Relationship Type="http://schemas.openxmlformats.org/officeDocument/2006/relationships/notesMaster" Target="/ppt/notesMasters/notesMaster1.xml" Id="Rc1871a34897246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1c28599aa04d82" /><Relationship Type="http://schemas.openxmlformats.org/officeDocument/2006/relationships/notesMaster" Target="/ppt/notesMasters/notesMaster1.xml" Id="Re16a0256aff64e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cf015a4fbd4efb" /><Relationship Type="http://schemas.openxmlformats.org/officeDocument/2006/relationships/notesMaster" Target="/ppt/notesMasters/notesMaster1.xml" Id="R150bd7b5c0b648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c90e410e8f4844" /><Relationship Type="http://schemas.openxmlformats.org/officeDocument/2006/relationships/notesMaster" Target="/ppt/notesMasters/notesMaster1.xml" Id="R419b824403e54a6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62b43875aec4472" /><Relationship Type="http://schemas.openxmlformats.org/officeDocument/2006/relationships/notesMaster" Target="/ppt/notesMasters/notesMaster1.xml" Id="R025071ddc32247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b4af1138134dfc" /><Relationship Type="http://schemas.openxmlformats.org/officeDocument/2006/relationships/notesMaster" Target="/ppt/notesMasters/notesMaster1.xml" Id="R5d73d7f72e2b4e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f11f4934bc24002" /><Relationship Type="http://schemas.openxmlformats.org/officeDocument/2006/relationships/notesMaster" Target="/ppt/notesMasters/notesMaster1.xml" Id="Ra8e5b41dd9994d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30c8589bfd4839" /><Relationship Type="http://schemas.openxmlformats.org/officeDocument/2006/relationships/notesMaster" Target="/ppt/notesMasters/notesMaster1.xml" Id="R095c5aaa416a49c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d0054c64fb84f9d" /><Relationship Type="http://schemas.openxmlformats.org/officeDocument/2006/relationships/notesMaster" Target="/ppt/notesMasters/notesMaster1.xml" Id="R14c37a442b214d0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24a023486284850" /><Relationship Type="http://schemas.openxmlformats.org/officeDocument/2006/relationships/notesMaster" Target="/ppt/notesMasters/notesMaster1.xml" Id="Rad557df110734f3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e9f65dd2be4505" /><Relationship Type="http://schemas.openxmlformats.org/officeDocument/2006/relationships/notesMaster" Target="/ppt/notesMasters/notesMaster1.xml" Id="R63277a1868ec4f9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ee7e6cb8b5a4d83" /><Relationship Type="http://schemas.openxmlformats.org/officeDocument/2006/relationships/notesMaster" Target="/ppt/notesMasters/notesMaster1.xml" Id="R16b84690847541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3724ac6cbf04846" /><Relationship Type="http://schemas.openxmlformats.org/officeDocument/2006/relationships/notesMaster" Target="/ppt/notesMasters/notesMaster1.xml" Id="R5ce11473a92942c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bd2a103e40d4c88" /><Relationship Type="http://schemas.openxmlformats.org/officeDocument/2006/relationships/notesMaster" Target="/ppt/notesMasters/notesMaster1.xml" Id="Rde92e0311bdc42e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af1a85a45094731" /><Relationship Type="http://schemas.openxmlformats.org/officeDocument/2006/relationships/notesMaster" Target="/ppt/notesMasters/notesMaster1.xml" Id="Radefc78a1942456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16873571ff04455" /><Relationship Type="http://schemas.openxmlformats.org/officeDocument/2006/relationships/notesMaster" Target="/ppt/notesMasters/notesMaster1.xml" Id="R78b002a0fe564f6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c1195cc051742d7" /><Relationship Type="http://schemas.openxmlformats.org/officeDocument/2006/relationships/notesMaster" Target="/ppt/notesMasters/notesMaster1.xml" Id="R8c56ea7abfe94f9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d984ef41bfd4551" /><Relationship Type="http://schemas.openxmlformats.org/officeDocument/2006/relationships/notesMaster" Target="/ppt/notesMasters/notesMaster1.xml" Id="Ra71e85b571a9496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bbf25f08f434c1f" /><Relationship Type="http://schemas.openxmlformats.org/officeDocument/2006/relationships/notesMaster" Target="/ppt/notesMasters/notesMaster1.xml" Id="R4e971da57225404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74c1fbf8e964362" /><Relationship Type="http://schemas.openxmlformats.org/officeDocument/2006/relationships/notesMaster" Target="/ppt/notesMasters/notesMaster1.xml" Id="R30b8f0258cd9459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d161349fa834354" /><Relationship Type="http://schemas.openxmlformats.org/officeDocument/2006/relationships/notesMaster" Target="/ppt/notesMasters/notesMaster1.xml" Id="R713bf1ecd25641f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a6898a304dd416a" /><Relationship Type="http://schemas.openxmlformats.org/officeDocument/2006/relationships/notesMaster" Target="/ppt/notesMasters/notesMaster1.xml" Id="Rec69d8c608904fc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0b01f35d403493a" /><Relationship Type="http://schemas.openxmlformats.org/officeDocument/2006/relationships/notesMaster" Target="/ppt/notesMasters/notesMaster1.xml" Id="R35c7e45b725147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1ec851964446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7ad4ec56594ca9" /><Relationship Type="http://schemas.openxmlformats.org/officeDocument/2006/relationships/slideLayout" Target="/ppt/slideLayouts/slideLayout1.xml" Id="Rddd19c85fc404d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d19c85fc404d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fea58efbe4026" /><Relationship Type="http://schemas.openxmlformats.org/officeDocument/2006/relationships/notesSlide" Target="/ppt/notesSlides/notesSlide1.xml" Id="R00e0bd8d35594b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b9c4d444d442d" /><Relationship Type="http://schemas.openxmlformats.org/officeDocument/2006/relationships/image" Target="/ppt/media/image.png" Id="R0d135617a5114fe1" /><Relationship Type="http://schemas.openxmlformats.org/officeDocument/2006/relationships/image" Target="/ppt/media/image.svg" Id="Rd94f8d2b69e34eb1" /><Relationship Type="http://schemas.openxmlformats.org/officeDocument/2006/relationships/notesSlide" Target="/ppt/notesSlides/notesSlide2.xml" Id="Rc5d3f1073d544d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d78ef05324b41" /><Relationship Type="http://schemas.openxmlformats.org/officeDocument/2006/relationships/image" Target="/ppt/media/image2.png" Id="R744be8d0e15d4f90" /><Relationship Type="http://schemas.openxmlformats.org/officeDocument/2006/relationships/image" Target="/ppt/media/image2.svg" Id="Rc85edffc0db5456a" /><Relationship Type="http://schemas.openxmlformats.org/officeDocument/2006/relationships/image" Target="/ppt/media/image3.png" Id="Rdd63e0d557f44884" /><Relationship Type="http://schemas.openxmlformats.org/officeDocument/2006/relationships/image" Target="/ppt/media/image3.svg" Id="R9b6198b88cc942a9" /><Relationship Type="http://schemas.openxmlformats.org/officeDocument/2006/relationships/notesSlide" Target="/ppt/notesSlides/notesSlide3.xml" Id="Rf1ccdb20ed4e4f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b33a7a3504e34" /><Relationship Type="http://schemas.openxmlformats.org/officeDocument/2006/relationships/image" Target="/ppt/media/image4.png" Id="R5b43c38804ea40d2" /><Relationship Type="http://schemas.openxmlformats.org/officeDocument/2006/relationships/image" Target="/ppt/media/image4.svg" Id="Re139043057da4638" /><Relationship Type="http://schemas.openxmlformats.org/officeDocument/2006/relationships/image" Target="/ppt/media/image5.png" Id="R5ff563a980664813" /><Relationship Type="http://schemas.openxmlformats.org/officeDocument/2006/relationships/image" Target="/ppt/media/image5.svg" Id="R9cf474e14edc402e" /><Relationship Type="http://schemas.openxmlformats.org/officeDocument/2006/relationships/image" Target="/ppt/media/image6.png" Id="R503d942a6b0a4b92" /><Relationship Type="http://schemas.openxmlformats.org/officeDocument/2006/relationships/image" Target="/ppt/media/image6.svg" Id="R1bf73b31f47144b2" /><Relationship Type="http://schemas.openxmlformats.org/officeDocument/2006/relationships/notesSlide" Target="/ppt/notesSlides/notesSlide4.xml" Id="R31ade0ce47714f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74941bcb64656" /><Relationship Type="http://schemas.openxmlformats.org/officeDocument/2006/relationships/image" Target="/ppt/media/image7.png" Id="R8ff3396dd49f4984" /><Relationship Type="http://schemas.openxmlformats.org/officeDocument/2006/relationships/image" Target="/ppt/media/image7.svg" Id="Re4701fe45d02443f" /><Relationship Type="http://schemas.openxmlformats.org/officeDocument/2006/relationships/image" Target="/ppt/media/image8.png" Id="R09f2e753510c4eb0" /><Relationship Type="http://schemas.openxmlformats.org/officeDocument/2006/relationships/image" Target="/ppt/media/image8.svg" Id="R20f1ba6abc6b4fde" /><Relationship Type="http://schemas.openxmlformats.org/officeDocument/2006/relationships/image" Target="/ppt/media/image9.png" Id="R1bb0408f3aaf40eb" /><Relationship Type="http://schemas.openxmlformats.org/officeDocument/2006/relationships/image" Target="/ppt/media/image9.svg" Id="Rd7b12f9c072a4583" /><Relationship Type="http://schemas.openxmlformats.org/officeDocument/2006/relationships/image" Target="/ppt/media/image10.png" Id="Rc41a16ce84d9433d" /><Relationship Type="http://schemas.openxmlformats.org/officeDocument/2006/relationships/image" Target="/ppt/media/image10.svg" Id="R14681f0d40824b96" /><Relationship Type="http://schemas.openxmlformats.org/officeDocument/2006/relationships/notesSlide" Target="/ppt/notesSlides/notesSlide5.xml" Id="Rf7b3632748a24b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9f129b01640f3" /><Relationship Type="http://schemas.openxmlformats.org/officeDocument/2006/relationships/image" Target="/ppt/media/image11.png" Id="R94c2b3312a61411c" /><Relationship Type="http://schemas.openxmlformats.org/officeDocument/2006/relationships/image" Target="/ppt/media/image11.svg" Id="Rad79167addf74831" /><Relationship Type="http://schemas.openxmlformats.org/officeDocument/2006/relationships/image" Target="/ppt/media/image12.png" Id="R8fbe707f6fb740f8" /><Relationship Type="http://schemas.openxmlformats.org/officeDocument/2006/relationships/image" Target="/ppt/media/image12.svg" Id="R52fe986050f8449c" /><Relationship Type="http://schemas.openxmlformats.org/officeDocument/2006/relationships/image" Target="/ppt/media/image13.png" Id="R70ca69e0b93f4658" /><Relationship Type="http://schemas.openxmlformats.org/officeDocument/2006/relationships/image" Target="/ppt/media/image13.svg" Id="R55684579b01348a3" /><Relationship Type="http://schemas.openxmlformats.org/officeDocument/2006/relationships/image" Target="/ppt/media/image14.png" Id="Rf5cbf72359c547e5" /><Relationship Type="http://schemas.openxmlformats.org/officeDocument/2006/relationships/image" Target="/ppt/media/image14.svg" Id="Rf7dd339154604428" /><Relationship Type="http://schemas.openxmlformats.org/officeDocument/2006/relationships/image" Target="/ppt/media/image15.png" Id="R0bb469cbe7bc4e81" /><Relationship Type="http://schemas.openxmlformats.org/officeDocument/2006/relationships/image" Target="/ppt/media/image15.svg" Id="R2f14559aabf54667" /><Relationship Type="http://schemas.openxmlformats.org/officeDocument/2006/relationships/notesSlide" Target="/ppt/notesSlides/notesSlide6.xml" Id="R9c237c53e39b45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2d3e767be4b4a" /><Relationship Type="http://schemas.openxmlformats.org/officeDocument/2006/relationships/image" Target="/ppt/media/image16.png" Id="Rf8f109e4fed34c88" /><Relationship Type="http://schemas.openxmlformats.org/officeDocument/2006/relationships/image" Target="/ppt/media/image16.svg" Id="R47729c547ae24980" /><Relationship Type="http://schemas.openxmlformats.org/officeDocument/2006/relationships/image" Target="/ppt/media/image17.png" Id="R818cd2447e84485c" /><Relationship Type="http://schemas.openxmlformats.org/officeDocument/2006/relationships/image" Target="/ppt/media/image17.svg" Id="R3f5a32caff894a5e" /><Relationship Type="http://schemas.openxmlformats.org/officeDocument/2006/relationships/image" Target="/ppt/media/image18.png" Id="R66c9be0740ac421f" /><Relationship Type="http://schemas.openxmlformats.org/officeDocument/2006/relationships/image" Target="/ppt/media/image18.svg" Id="Rc3076ba136b54407" /><Relationship Type="http://schemas.openxmlformats.org/officeDocument/2006/relationships/image" Target="/ppt/media/image19.png" Id="Re32b8befe5154cff" /><Relationship Type="http://schemas.openxmlformats.org/officeDocument/2006/relationships/image" Target="/ppt/media/image19.svg" Id="Rce17ed14ca0d4be4" /><Relationship Type="http://schemas.openxmlformats.org/officeDocument/2006/relationships/image" Target="/ppt/media/image20.png" Id="Rb4301fa84c3f4df9" /><Relationship Type="http://schemas.openxmlformats.org/officeDocument/2006/relationships/image" Target="/ppt/media/image20.svg" Id="Rc339b2bc86d24b7f" /><Relationship Type="http://schemas.openxmlformats.org/officeDocument/2006/relationships/image" Target="/ppt/media/image21.png" Id="R1ddf1a003b0b45c1" /><Relationship Type="http://schemas.openxmlformats.org/officeDocument/2006/relationships/image" Target="/ppt/media/image21.svg" Id="Rc38131815b614063" /><Relationship Type="http://schemas.openxmlformats.org/officeDocument/2006/relationships/notesSlide" Target="/ppt/notesSlides/notesSlide7.xml" Id="R602ff8452ebf4a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155fcc9694ece" /><Relationship Type="http://schemas.openxmlformats.org/officeDocument/2006/relationships/image" Target="/ppt/media/image22.png" Id="R312d39dc6ca840a6" /><Relationship Type="http://schemas.openxmlformats.org/officeDocument/2006/relationships/image" Target="/ppt/media/image22.svg" Id="R82bf986385e54961" /><Relationship Type="http://schemas.openxmlformats.org/officeDocument/2006/relationships/image" Target="/ppt/media/image23.png" Id="R5a58a9c92b0a40c1" /><Relationship Type="http://schemas.openxmlformats.org/officeDocument/2006/relationships/image" Target="/ppt/media/image23.svg" Id="R8d408b7ef97e48a7" /><Relationship Type="http://schemas.openxmlformats.org/officeDocument/2006/relationships/image" Target="/ppt/media/image24.png" Id="Ra70513d7cb884b98" /><Relationship Type="http://schemas.openxmlformats.org/officeDocument/2006/relationships/image" Target="/ppt/media/image24.svg" Id="R1d38671ec3604572" /><Relationship Type="http://schemas.openxmlformats.org/officeDocument/2006/relationships/image" Target="/ppt/media/image25.png" Id="R6c60272b4670497c" /><Relationship Type="http://schemas.openxmlformats.org/officeDocument/2006/relationships/image" Target="/ppt/media/image25.svg" Id="R85015220364341ca" /><Relationship Type="http://schemas.openxmlformats.org/officeDocument/2006/relationships/image" Target="/ppt/media/image26.png" Id="R0baef0fdca11496a" /><Relationship Type="http://schemas.openxmlformats.org/officeDocument/2006/relationships/image" Target="/ppt/media/image26.svg" Id="R65e66cf4f6f64040" /><Relationship Type="http://schemas.openxmlformats.org/officeDocument/2006/relationships/image" Target="/ppt/media/image27.png" Id="Rd8fe1678e13b4907" /><Relationship Type="http://schemas.openxmlformats.org/officeDocument/2006/relationships/image" Target="/ppt/media/image27.svg" Id="Re5d1cdb9d0d94342" /><Relationship Type="http://schemas.openxmlformats.org/officeDocument/2006/relationships/image" Target="/ppt/media/image28.png" Id="R89aef9c782fe438b" /><Relationship Type="http://schemas.openxmlformats.org/officeDocument/2006/relationships/image" Target="/ppt/media/image28.svg" Id="Rabe3087483394ff1" /><Relationship Type="http://schemas.openxmlformats.org/officeDocument/2006/relationships/notesSlide" Target="/ppt/notesSlides/notesSlide8.xml" Id="R8210afb3670144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abd8b56fa4314" /><Relationship Type="http://schemas.openxmlformats.org/officeDocument/2006/relationships/notesSlide" Target="/ppt/notesSlides/notesSlide9.xml" Id="Rcbfbbb5a72b14a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9bb83a1db41ca" /><Relationship Type="http://schemas.openxmlformats.org/officeDocument/2006/relationships/image" Target="/ppt/media/image29.png" Id="R87f319d4e9b94e1d" /><Relationship Type="http://schemas.openxmlformats.org/officeDocument/2006/relationships/image" Target="/ppt/media/image29.svg" Id="Re0ebedf688154bc8" /><Relationship Type="http://schemas.openxmlformats.org/officeDocument/2006/relationships/notesSlide" Target="/ppt/notesSlides/notesSlide10.xml" Id="R67a418503b8c40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2f22fff82450e" /><Relationship Type="http://schemas.openxmlformats.org/officeDocument/2006/relationships/image" Target="/ppt/media/image30.png" Id="Ra2910d3612fa46e2" /><Relationship Type="http://schemas.openxmlformats.org/officeDocument/2006/relationships/image" Target="/ppt/media/image30.svg" Id="Rfacafdc492cb4295" /><Relationship Type="http://schemas.openxmlformats.org/officeDocument/2006/relationships/image" Target="/ppt/media/image31.png" Id="R4520b26d9c284b03" /><Relationship Type="http://schemas.openxmlformats.org/officeDocument/2006/relationships/image" Target="/ppt/media/image31.svg" Id="R2e0cee68b0c0481e" /><Relationship Type="http://schemas.openxmlformats.org/officeDocument/2006/relationships/notesSlide" Target="/ppt/notesSlides/notesSlide11.xml" Id="R6ead5b20fe9e42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c49a97b99460f" /><Relationship Type="http://schemas.openxmlformats.org/officeDocument/2006/relationships/image" Target="/ppt/media/image32.png" Id="Rdcd66fb22e9a4753" /><Relationship Type="http://schemas.openxmlformats.org/officeDocument/2006/relationships/image" Target="/ppt/media/image32.svg" Id="Rcf808ea93b974aa0" /><Relationship Type="http://schemas.openxmlformats.org/officeDocument/2006/relationships/image" Target="/ppt/media/image33.png" Id="R24d0a88247e74925" /><Relationship Type="http://schemas.openxmlformats.org/officeDocument/2006/relationships/image" Target="/ppt/media/image33.svg" Id="R9712a836266c45d0" /><Relationship Type="http://schemas.openxmlformats.org/officeDocument/2006/relationships/image" Target="/ppt/media/image34.png" Id="Rcb09d832d38745d3" /><Relationship Type="http://schemas.openxmlformats.org/officeDocument/2006/relationships/image" Target="/ppt/media/image34.svg" Id="R5f02e68e70f54cd8" /><Relationship Type="http://schemas.openxmlformats.org/officeDocument/2006/relationships/notesSlide" Target="/ppt/notesSlides/notesSlide12.xml" Id="Rc10ada99e55444d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5f386bb5c48ad" /><Relationship Type="http://schemas.openxmlformats.org/officeDocument/2006/relationships/image" Target="/ppt/media/image35.png" Id="R586c1000238449fb" /><Relationship Type="http://schemas.openxmlformats.org/officeDocument/2006/relationships/image" Target="/ppt/media/image35.svg" Id="R303210e07ec44df0" /><Relationship Type="http://schemas.openxmlformats.org/officeDocument/2006/relationships/image" Target="/ppt/media/image36.png" Id="Ra7e42218c826492a" /><Relationship Type="http://schemas.openxmlformats.org/officeDocument/2006/relationships/image" Target="/ppt/media/image36.svg" Id="R766fdad7f8284b3f" /><Relationship Type="http://schemas.openxmlformats.org/officeDocument/2006/relationships/image" Target="/ppt/media/image37.png" Id="R37ef3c4389da4584" /><Relationship Type="http://schemas.openxmlformats.org/officeDocument/2006/relationships/image" Target="/ppt/media/image37.svg" Id="R556a3960664c4d5a" /><Relationship Type="http://schemas.openxmlformats.org/officeDocument/2006/relationships/image" Target="/ppt/media/image38.png" Id="Raaa2ec5993534b8c" /><Relationship Type="http://schemas.openxmlformats.org/officeDocument/2006/relationships/image" Target="/ppt/media/image38.svg" Id="Rd4cf7977947a4a34" /><Relationship Type="http://schemas.openxmlformats.org/officeDocument/2006/relationships/notesSlide" Target="/ppt/notesSlides/notesSlide13.xml" Id="Rb6fb06e92d014b7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0bacad8d446a2" /><Relationship Type="http://schemas.openxmlformats.org/officeDocument/2006/relationships/image" Target="/ppt/media/image39.png" Id="R21cf927e155844e6" /><Relationship Type="http://schemas.openxmlformats.org/officeDocument/2006/relationships/image" Target="/ppt/media/image39.svg" Id="Rf2123be8a7ed4905" /><Relationship Type="http://schemas.openxmlformats.org/officeDocument/2006/relationships/image" Target="/ppt/media/image40.png" Id="R5a3eba2b5c3b4b1c" /><Relationship Type="http://schemas.openxmlformats.org/officeDocument/2006/relationships/image" Target="/ppt/media/image40.svg" Id="Rb32e44f7fc984bb2" /><Relationship Type="http://schemas.openxmlformats.org/officeDocument/2006/relationships/image" Target="/ppt/media/image41.png" Id="Redaab6a46f0b4d39" /><Relationship Type="http://schemas.openxmlformats.org/officeDocument/2006/relationships/image" Target="/ppt/media/image41.svg" Id="R5ba7e66e7bf74174" /><Relationship Type="http://schemas.openxmlformats.org/officeDocument/2006/relationships/image" Target="/ppt/media/image42.png" Id="Rf7f042789bec4fa8" /><Relationship Type="http://schemas.openxmlformats.org/officeDocument/2006/relationships/image" Target="/ppt/media/image42.svg" Id="Rae4f112f62344ca5" /><Relationship Type="http://schemas.openxmlformats.org/officeDocument/2006/relationships/image" Target="/ppt/media/image43.png" Id="R628caa75725e48b6" /><Relationship Type="http://schemas.openxmlformats.org/officeDocument/2006/relationships/image" Target="/ppt/media/image43.svg" Id="R29e48148a905469f" /><Relationship Type="http://schemas.openxmlformats.org/officeDocument/2006/relationships/notesSlide" Target="/ppt/notesSlides/notesSlide14.xml" Id="Rf4c8d9b6af5c425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d0caf0c714e8f" /><Relationship Type="http://schemas.openxmlformats.org/officeDocument/2006/relationships/image" Target="/ppt/media/image44.png" Id="R1e08614f27c242e7" /><Relationship Type="http://schemas.openxmlformats.org/officeDocument/2006/relationships/image" Target="/ppt/media/image44.svg" Id="R5c301ea5d90a46e3" /><Relationship Type="http://schemas.openxmlformats.org/officeDocument/2006/relationships/image" Target="/ppt/media/image45.png" Id="R7d2a5be8425e4bf2" /><Relationship Type="http://schemas.openxmlformats.org/officeDocument/2006/relationships/image" Target="/ppt/media/image45.svg" Id="R4e165141fe684b68" /><Relationship Type="http://schemas.openxmlformats.org/officeDocument/2006/relationships/image" Target="/ppt/media/image46.png" Id="Rcf0c0e16470a4a8c" /><Relationship Type="http://schemas.openxmlformats.org/officeDocument/2006/relationships/image" Target="/ppt/media/image46.svg" Id="Rdff45fc7dba54bc4" /><Relationship Type="http://schemas.openxmlformats.org/officeDocument/2006/relationships/image" Target="/ppt/media/image47.png" Id="R329db42125984ba1" /><Relationship Type="http://schemas.openxmlformats.org/officeDocument/2006/relationships/image" Target="/ppt/media/image47.svg" Id="R3d4a08abba8f47ef" /><Relationship Type="http://schemas.openxmlformats.org/officeDocument/2006/relationships/image" Target="/ppt/media/image48.png" Id="R24e6d68bc8694acd" /><Relationship Type="http://schemas.openxmlformats.org/officeDocument/2006/relationships/image" Target="/ppt/media/image48.svg" Id="Ra595435551394c89" /><Relationship Type="http://schemas.openxmlformats.org/officeDocument/2006/relationships/image" Target="/ppt/media/image49.png" Id="R748a46c75ac34f89" /><Relationship Type="http://schemas.openxmlformats.org/officeDocument/2006/relationships/image" Target="/ppt/media/image49.svg" Id="R1ba147d5cb5443ef" /><Relationship Type="http://schemas.openxmlformats.org/officeDocument/2006/relationships/notesSlide" Target="/ppt/notesSlides/notesSlide15.xml" Id="Rfe1983780e55424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270039ad94aff" /><Relationship Type="http://schemas.openxmlformats.org/officeDocument/2006/relationships/image" Target="/ppt/media/image50.png" Id="Rc99fe330597644a2" /><Relationship Type="http://schemas.openxmlformats.org/officeDocument/2006/relationships/image" Target="/ppt/media/image50.svg" Id="Ra7c7e8c2c9024053" /><Relationship Type="http://schemas.openxmlformats.org/officeDocument/2006/relationships/image" Target="/ppt/media/image51.png" Id="R30ea9898177b4afe" /><Relationship Type="http://schemas.openxmlformats.org/officeDocument/2006/relationships/image" Target="/ppt/media/image51.svg" Id="R3a5c6b624d2f4866" /><Relationship Type="http://schemas.openxmlformats.org/officeDocument/2006/relationships/image" Target="/ppt/media/image52.png" Id="R0af9afc434ae4304" /><Relationship Type="http://schemas.openxmlformats.org/officeDocument/2006/relationships/image" Target="/ppt/media/image52.svg" Id="R0c9d383b7b624d09" /><Relationship Type="http://schemas.openxmlformats.org/officeDocument/2006/relationships/image" Target="/ppt/media/image53.png" Id="R6735016184c94d71" /><Relationship Type="http://schemas.openxmlformats.org/officeDocument/2006/relationships/image" Target="/ppt/media/image53.svg" Id="R9bea36f536014d82" /><Relationship Type="http://schemas.openxmlformats.org/officeDocument/2006/relationships/image" Target="/ppt/media/image54.png" Id="Re59bebd4568c4b96" /><Relationship Type="http://schemas.openxmlformats.org/officeDocument/2006/relationships/image" Target="/ppt/media/image54.svg" Id="R9f7766d7d9c143df" /><Relationship Type="http://schemas.openxmlformats.org/officeDocument/2006/relationships/image" Target="/ppt/media/image55.png" Id="R3524058aef8f498e" /><Relationship Type="http://schemas.openxmlformats.org/officeDocument/2006/relationships/image" Target="/ppt/media/image55.svg" Id="Rb290a4f2d8494dba" /><Relationship Type="http://schemas.openxmlformats.org/officeDocument/2006/relationships/image" Target="/ppt/media/image56.png" Id="R54481e12dd3a4abd" /><Relationship Type="http://schemas.openxmlformats.org/officeDocument/2006/relationships/image" Target="/ppt/media/image56.svg" Id="R83bb73c242c2440b" /><Relationship Type="http://schemas.openxmlformats.org/officeDocument/2006/relationships/notesSlide" Target="/ppt/notesSlides/notesSlide16.xml" Id="Rddab8eae55ce485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3a97809884357" /><Relationship Type="http://schemas.openxmlformats.org/officeDocument/2006/relationships/notesSlide" Target="/ppt/notesSlides/notesSlide17.xml" Id="R19636a82d4ab4b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53044445c4f69" /><Relationship Type="http://schemas.openxmlformats.org/officeDocument/2006/relationships/image" Target="/ppt/media/image57.png" Id="R0a343c37b89448a8" /><Relationship Type="http://schemas.openxmlformats.org/officeDocument/2006/relationships/image" Target="/ppt/media/image57.svg" Id="R67328088f9024448" /><Relationship Type="http://schemas.openxmlformats.org/officeDocument/2006/relationships/notesSlide" Target="/ppt/notesSlides/notesSlide18.xml" Id="Raa53643a3ce14ca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d6a35110d4241" /><Relationship Type="http://schemas.openxmlformats.org/officeDocument/2006/relationships/image" Target="/ppt/media/image58.png" Id="R310505da6c2d44bb" /><Relationship Type="http://schemas.openxmlformats.org/officeDocument/2006/relationships/image" Target="/ppt/media/image58.svg" Id="R13e653ce5c3449cc" /><Relationship Type="http://schemas.openxmlformats.org/officeDocument/2006/relationships/image" Target="/ppt/media/image59.png" Id="Rcc4c476125444bfe" /><Relationship Type="http://schemas.openxmlformats.org/officeDocument/2006/relationships/image" Target="/ppt/media/image59.svg" Id="Rd250623eb87f44a2" /><Relationship Type="http://schemas.openxmlformats.org/officeDocument/2006/relationships/notesSlide" Target="/ppt/notesSlides/notesSlide19.xml" Id="R1f8862577a654e9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73497a34f14b9f" /><Relationship Type="http://schemas.openxmlformats.org/officeDocument/2006/relationships/image" Target="/ppt/media/image60.png" Id="R5b263ccc1d9742fc" /><Relationship Type="http://schemas.openxmlformats.org/officeDocument/2006/relationships/image" Target="/ppt/media/image60.svg" Id="R77eeaee05e664580" /><Relationship Type="http://schemas.openxmlformats.org/officeDocument/2006/relationships/image" Target="/ppt/media/image61.png" Id="Rcf4e73d061b64c34" /><Relationship Type="http://schemas.openxmlformats.org/officeDocument/2006/relationships/image" Target="/ppt/media/image61.svg" Id="R380534ffa1de402c" /><Relationship Type="http://schemas.openxmlformats.org/officeDocument/2006/relationships/image" Target="/ppt/media/image62.png" Id="Ra9b29b30c759484f" /><Relationship Type="http://schemas.openxmlformats.org/officeDocument/2006/relationships/image" Target="/ppt/media/image62.svg" Id="R5363962ba48e467a" /><Relationship Type="http://schemas.openxmlformats.org/officeDocument/2006/relationships/notesSlide" Target="/ppt/notesSlides/notesSlide20.xml" Id="R347ca578d70048d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292a1f93545a7" /><Relationship Type="http://schemas.openxmlformats.org/officeDocument/2006/relationships/image" Target="/ppt/media/image63.png" Id="R579b9aaf53d24284" /><Relationship Type="http://schemas.openxmlformats.org/officeDocument/2006/relationships/image" Target="/ppt/media/image63.svg" Id="R519b407f40a249ec" /><Relationship Type="http://schemas.openxmlformats.org/officeDocument/2006/relationships/image" Target="/ppt/media/image64.png" Id="R69e891c434a941d5" /><Relationship Type="http://schemas.openxmlformats.org/officeDocument/2006/relationships/image" Target="/ppt/media/image64.svg" Id="R769bd0d6da034b3e" /><Relationship Type="http://schemas.openxmlformats.org/officeDocument/2006/relationships/image" Target="/ppt/media/image65.png" Id="R7024e1bacb954beb" /><Relationship Type="http://schemas.openxmlformats.org/officeDocument/2006/relationships/image" Target="/ppt/media/image65.svg" Id="Ra09bf508acb74f40" /><Relationship Type="http://schemas.openxmlformats.org/officeDocument/2006/relationships/image" Target="/ppt/media/image66.png" Id="Rfc3b2854272e4025" /><Relationship Type="http://schemas.openxmlformats.org/officeDocument/2006/relationships/image" Target="/ppt/media/image66.svg" Id="Rf0fc080c21604ebd" /><Relationship Type="http://schemas.openxmlformats.org/officeDocument/2006/relationships/notesSlide" Target="/ppt/notesSlides/notesSlide21.xml" Id="Rb05cc695e3d441c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7a4ef3f984729" /><Relationship Type="http://schemas.openxmlformats.org/officeDocument/2006/relationships/image" Target="/ppt/media/image67.png" Id="Rd52ad7d793b144c5" /><Relationship Type="http://schemas.openxmlformats.org/officeDocument/2006/relationships/image" Target="/ppt/media/image67.svg" Id="Ra90c57279b0e4697" /><Relationship Type="http://schemas.openxmlformats.org/officeDocument/2006/relationships/image" Target="/ppt/media/image68.png" Id="R6a3b5e555d174634" /><Relationship Type="http://schemas.openxmlformats.org/officeDocument/2006/relationships/image" Target="/ppt/media/image68.svg" Id="Red54366c125e4488" /><Relationship Type="http://schemas.openxmlformats.org/officeDocument/2006/relationships/image" Target="/ppt/media/image69.png" Id="Rc44f7ba9e1984cdf" /><Relationship Type="http://schemas.openxmlformats.org/officeDocument/2006/relationships/image" Target="/ppt/media/image69.svg" Id="Ref4cad76eaea4d35" /><Relationship Type="http://schemas.openxmlformats.org/officeDocument/2006/relationships/image" Target="/ppt/media/image70.png" Id="R4d728ecd53754470" /><Relationship Type="http://schemas.openxmlformats.org/officeDocument/2006/relationships/image" Target="/ppt/media/image70.svg" Id="Re46fe25c20c041cf" /><Relationship Type="http://schemas.openxmlformats.org/officeDocument/2006/relationships/image" Target="/ppt/media/image71.png" Id="R04fd0a8789754e57" /><Relationship Type="http://schemas.openxmlformats.org/officeDocument/2006/relationships/image" Target="/ppt/media/image71.svg" Id="R9c3931465cbe4ce3" /><Relationship Type="http://schemas.openxmlformats.org/officeDocument/2006/relationships/notesSlide" Target="/ppt/notesSlides/notesSlide22.xml" Id="R11e7355febe8405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b628789e44d10" /><Relationship Type="http://schemas.openxmlformats.org/officeDocument/2006/relationships/image" Target="/ppt/media/image72.png" Id="Rd8fb57fbbf7c41cc" /><Relationship Type="http://schemas.openxmlformats.org/officeDocument/2006/relationships/image" Target="/ppt/media/image72.svg" Id="R2b19d21f4e8347a0" /><Relationship Type="http://schemas.openxmlformats.org/officeDocument/2006/relationships/image" Target="/ppt/media/image73.png" Id="Rb9b21e53b00948c3" /><Relationship Type="http://schemas.openxmlformats.org/officeDocument/2006/relationships/image" Target="/ppt/media/image73.svg" Id="R614735c4127c497c" /><Relationship Type="http://schemas.openxmlformats.org/officeDocument/2006/relationships/image" Target="/ppt/media/image74.png" Id="R663e2a45bf794c99" /><Relationship Type="http://schemas.openxmlformats.org/officeDocument/2006/relationships/image" Target="/ppt/media/image74.svg" Id="R7aed50603f8e4f39" /><Relationship Type="http://schemas.openxmlformats.org/officeDocument/2006/relationships/image" Target="/ppt/media/image75.png" Id="R0d95ea7175d343bc" /><Relationship Type="http://schemas.openxmlformats.org/officeDocument/2006/relationships/image" Target="/ppt/media/image75.svg" Id="Re67cb28b99dc42c1" /><Relationship Type="http://schemas.openxmlformats.org/officeDocument/2006/relationships/image" Target="/ppt/media/image76.png" Id="R1c51ffd5233d4581" /><Relationship Type="http://schemas.openxmlformats.org/officeDocument/2006/relationships/image" Target="/ppt/media/image76.svg" Id="R276b107d1f0a4c0b" /><Relationship Type="http://schemas.openxmlformats.org/officeDocument/2006/relationships/image" Target="/ppt/media/image77.png" Id="Rf608b80989554934" /><Relationship Type="http://schemas.openxmlformats.org/officeDocument/2006/relationships/image" Target="/ppt/media/image77.svg" Id="Rf726d6a3d4104e7a" /><Relationship Type="http://schemas.openxmlformats.org/officeDocument/2006/relationships/notesSlide" Target="/ppt/notesSlides/notesSlide23.xml" Id="Rdb7c1a8fc3c740d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78bd5313f442b" /><Relationship Type="http://schemas.openxmlformats.org/officeDocument/2006/relationships/image" Target="/ppt/media/image78.png" Id="Rb13b3b79b71b42fe" /><Relationship Type="http://schemas.openxmlformats.org/officeDocument/2006/relationships/image" Target="/ppt/media/image78.svg" Id="Rc5bb1d89fafd4279" /><Relationship Type="http://schemas.openxmlformats.org/officeDocument/2006/relationships/image" Target="/ppt/media/image79.png" Id="R4f4744d8ba0649f9" /><Relationship Type="http://schemas.openxmlformats.org/officeDocument/2006/relationships/image" Target="/ppt/media/image79.svg" Id="Re0ae65ca672b4e93" /><Relationship Type="http://schemas.openxmlformats.org/officeDocument/2006/relationships/image" Target="/ppt/media/image80.png" Id="R6fdcb967486f4bc6" /><Relationship Type="http://schemas.openxmlformats.org/officeDocument/2006/relationships/image" Target="/ppt/media/image80.svg" Id="R4561b99f48af466a" /><Relationship Type="http://schemas.openxmlformats.org/officeDocument/2006/relationships/image" Target="/ppt/media/image81.png" Id="R49d50ad94f6b467f" /><Relationship Type="http://schemas.openxmlformats.org/officeDocument/2006/relationships/image" Target="/ppt/media/image81.svg" Id="R90b7225d1e4d4a4d" /><Relationship Type="http://schemas.openxmlformats.org/officeDocument/2006/relationships/image" Target="/ppt/media/image82.png" Id="R5faea046f8d142f3" /><Relationship Type="http://schemas.openxmlformats.org/officeDocument/2006/relationships/image" Target="/ppt/media/image82.svg" Id="R2f52e88bc3274642" /><Relationship Type="http://schemas.openxmlformats.org/officeDocument/2006/relationships/image" Target="/ppt/media/image83.png" Id="Rb9f127767601421d" /><Relationship Type="http://schemas.openxmlformats.org/officeDocument/2006/relationships/image" Target="/ppt/media/image83.svg" Id="R55ba86c79164419c" /><Relationship Type="http://schemas.openxmlformats.org/officeDocument/2006/relationships/image" Target="/ppt/media/image84.png" Id="R8a0c77e990844bb6" /><Relationship Type="http://schemas.openxmlformats.org/officeDocument/2006/relationships/image" Target="/ppt/media/image84.svg" Id="R30f451088842454a" /><Relationship Type="http://schemas.openxmlformats.org/officeDocument/2006/relationships/notesSlide" Target="/ppt/notesSlides/notesSlide24.xml" Id="R9fa8221241cc4d8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d7963bee947ca" /><Relationship Type="http://schemas.openxmlformats.org/officeDocument/2006/relationships/notesSlide" Target="/ppt/notesSlides/notesSlide25.xml" Id="R7746eedc3d7a4cb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cabfbfe6c4144" /><Relationship Type="http://schemas.openxmlformats.org/officeDocument/2006/relationships/image" Target="/ppt/media/image85.png" Id="R587b6bfbf9bb4736" /><Relationship Type="http://schemas.openxmlformats.org/officeDocument/2006/relationships/image" Target="/ppt/media/image85.svg" Id="R4214bd505d2e4ac6" /><Relationship Type="http://schemas.openxmlformats.org/officeDocument/2006/relationships/notesSlide" Target="/ppt/notesSlides/notesSlide26.xml" Id="R0e3ae388f89441e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51dff983f402c" /><Relationship Type="http://schemas.openxmlformats.org/officeDocument/2006/relationships/image" Target="/ppt/media/image86.png" Id="Rc0d0aff2ef534a63" /><Relationship Type="http://schemas.openxmlformats.org/officeDocument/2006/relationships/image" Target="/ppt/media/image86.svg" Id="Rbd081c7923324e85" /><Relationship Type="http://schemas.openxmlformats.org/officeDocument/2006/relationships/image" Target="/ppt/media/image87.png" Id="Rb88c534c4a4d4124" /><Relationship Type="http://schemas.openxmlformats.org/officeDocument/2006/relationships/image" Target="/ppt/media/image87.svg" Id="R9b6b3754c12545cb" /><Relationship Type="http://schemas.openxmlformats.org/officeDocument/2006/relationships/notesSlide" Target="/ppt/notesSlides/notesSlide27.xml" Id="R94cdfacca26946a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676f546324dd6" /><Relationship Type="http://schemas.openxmlformats.org/officeDocument/2006/relationships/image" Target="/ppt/media/image88.png" Id="R3cd0f828611040f9" /><Relationship Type="http://schemas.openxmlformats.org/officeDocument/2006/relationships/image" Target="/ppt/media/image88.svg" Id="R3fb14730948b4c27" /><Relationship Type="http://schemas.openxmlformats.org/officeDocument/2006/relationships/image" Target="/ppt/media/image89.png" Id="Rb0a22deb9eee4824" /><Relationship Type="http://schemas.openxmlformats.org/officeDocument/2006/relationships/image" Target="/ppt/media/image89.svg" Id="R7aad6ae5eb884935" /><Relationship Type="http://schemas.openxmlformats.org/officeDocument/2006/relationships/image" Target="/ppt/media/image90.png" Id="R55c532af010445ef" /><Relationship Type="http://schemas.openxmlformats.org/officeDocument/2006/relationships/image" Target="/ppt/media/image90.svg" Id="Rc2555f451f804fa3" /><Relationship Type="http://schemas.openxmlformats.org/officeDocument/2006/relationships/notesSlide" Target="/ppt/notesSlides/notesSlide28.xml" Id="Rfe70bbcd68dd40f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54733103e4fdc" /><Relationship Type="http://schemas.openxmlformats.org/officeDocument/2006/relationships/image" Target="/ppt/media/image91.png" Id="Rdade3cd62d0145b5" /><Relationship Type="http://schemas.openxmlformats.org/officeDocument/2006/relationships/image" Target="/ppt/media/image91.svg" Id="R15df51e8af31453a" /><Relationship Type="http://schemas.openxmlformats.org/officeDocument/2006/relationships/image" Target="/ppt/media/image92.png" Id="R9400ac36f4e04d66" /><Relationship Type="http://schemas.openxmlformats.org/officeDocument/2006/relationships/image" Target="/ppt/media/image92.svg" Id="Re9be7cb4abfa4a0b" /><Relationship Type="http://schemas.openxmlformats.org/officeDocument/2006/relationships/image" Target="/ppt/media/image93.png" Id="R2d1ebce7156a4118" /><Relationship Type="http://schemas.openxmlformats.org/officeDocument/2006/relationships/image" Target="/ppt/media/image93.svg" Id="R35a7e667d6584c0f" /><Relationship Type="http://schemas.openxmlformats.org/officeDocument/2006/relationships/image" Target="/ppt/media/image94.png" Id="R5b09804b58724b1e" /><Relationship Type="http://schemas.openxmlformats.org/officeDocument/2006/relationships/image" Target="/ppt/media/image94.svg" Id="R60ec9d62c5d44424" /><Relationship Type="http://schemas.openxmlformats.org/officeDocument/2006/relationships/notesSlide" Target="/ppt/notesSlides/notesSlide29.xml" Id="Rb06b6c32ceb84ff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1061bc9d2434d" /><Relationship Type="http://schemas.openxmlformats.org/officeDocument/2006/relationships/image" Target="/ppt/media/image95.png" Id="Rd84b52ba983c43b1" /><Relationship Type="http://schemas.openxmlformats.org/officeDocument/2006/relationships/image" Target="/ppt/media/image95.svg" Id="R8b9517fbbb844389" /><Relationship Type="http://schemas.openxmlformats.org/officeDocument/2006/relationships/image" Target="/ppt/media/image96.png" Id="R2aeba154aef4420b" /><Relationship Type="http://schemas.openxmlformats.org/officeDocument/2006/relationships/image" Target="/ppt/media/image96.svg" Id="R968aadeaddb1490b" /><Relationship Type="http://schemas.openxmlformats.org/officeDocument/2006/relationships/image" Target="/ppt/media/image97.png" Id="R4e30923461a74036" /><Relationship Type="http://schemas.openxmlformats.org/officeDocument/2006/relationships/image" Target="/ppt/media/image97.svg" Id="R0839e02726cf4a7b" /><Relationship Type="http://schemas.openxmlformats.org/officeDocument/2006/relationships/image" Target="/ppt/media/image98.png" Id="R239d0e24faf1425a" /><Relationship Type="http://schemas.openxmlformats.org/officeDocument/2006/relationships/image" Target="/ppt/media/image98.svg" Id="Rdd8d462d309e4d8f" /><Relationship Type="http://schemas.openxmlformats.org/officeDocument/2006/relationships/image" Target="/ppt/media/image99.png" Id="R6679b868341e4a8d" /><Relationship Type="http://schemas.openxmlformats.org/officeDocument/2006/relationships/image" Target="/ppt/media/image99.svg" Id="Rcf15782ebf6f4be8" /><Relationship Type="http://schemas.openxmlformats.org/officeDocument/2006/relationships/notesSlide" Target="/ppt/notesSlides/notesSlide30.xml" Id="Rd2303bdbb202449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2dcb88a1c4931" /><Relationship Type="http://schemas.openxmlformats.org/officeDocument/2006/relationships/image" Target="/ppt/media/image100.png" Id="R76119397232e4fb3" /><Relationship Type="http://schemas.openxmlformats.org/officeDocument/2006/relationships/image" Target="/ppt/media/image100.svg" Id="R722adca9952f4cbd" /><Relationship Type="http://schemas.openxmlformats.org/officeDocument/2006/relationships/image" Target="/ppt/media/image101.png" Id="R8a0d0b137a064e48" /><Relationship Type="http://schemas.openxmlformats.org/officeDocument/2006/relationships/image" Target="/ppt/media/image101.svg" Id="R7747b62da0eb4301" /><Relationship Type="http://schemas.openxmlformats.org/officeDocument/2006/relationships/image" Target="/ppt/media/image102.png" Id="R825c397cc9f94720" /><Relationship Type="http://schemas.openxmlformats.org/officeDocument/2006/relationships/image" Target="/ppt/media/image102.svg" Id="Rc7f34e1107c44f22" /><Relationship Type="http://schemas.openxmlformats.org/officeDocument/2006/relationships/image" Target="/ppt/media/image103.png" Id="R51c73760d923472e" /><Relationship Type="http://schemas.openxmlformats.org/officeDocument/2006/relationships/image" Target="/ppt/media/image103.svg" Id="Re6b37e1c24514e76" /><Relationship Type="http://schemas.openxmlformats.org/officeDocument/2006/relationships/image" Target="/ppt/media/image104.png" Id="Rbe20106dc6b548c9" /><Relationship Type="http://schemas.openxmlformats.org/officeDocument/2006/relationships/image" Target="/ppt/media/image104.svg" Id="R54811626378a4ea3" /><Relationship Type="http://schemas.openxmlformats.org/officeDocument/2006/relationships/image" Target="/ppt/media/image105.png" Id="R29e30b0a9c0a4e8d" /><Relationship Type="http://schemas.openxmlformats.org/officeDocument/2006/relationships/image" Target="/ppt/media/image105.svg" Id="R511e6a41e9e54617" /><Relationship Type="http://schemas.openxmlformats.org/officeDocument/2006/relationships/notesSlide" Target="/ppt/notesSlides/notesSlide31.xml" Id="R6c2941bf8c2a4cd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f7f040bed4404" /><Relationship Type="http://schemas.openxmlformats.org/officeDocument/2006/relationships/image" Target="/ppt/media/image106.png" Id="R15e1d5af209b425c" /><Relationship Type="http://schemas.openxmlformats.org/officeDocument/2006/relationships/image" Target="/ppt/media/image106.svg" Id="R15bf65e10ee744cd" /><Relationship Type="http://schemas.openxmlformats.org/officeDocument/2006/relationships/image" Target="/ppt/media/image107.png" Id="Rc7ea1e45bb5b4a95" /><Relationship Type="http://schemas.openxmlformats.org/officeDocument/2006/relationships/image" Target="/ppt/media/image107.svg" Id="Rbec29781771b40b3" /><Relationship Type="http://schemas.openxmlformats.org/officeDocument/2006/relationships/image" Target="/ppt/media/image108.png" Id="Rc6c3c047926b4065" /><Relationship Type="http://schemas.openxmlformats.org/officeDocument/2006/relationships/image" Target="/ppt/media/image108.svg" Id="R73fb43e4727844e2" /><Relationship Type="http://schemas.openxmlformats.org/officeDocument/2006/relationships/image" Target="/ppt/media/image109.png" Id="Re574290422dc4aed" /><Relationship Type="http://schemas.openxmlformats.org/officeDocument/2006/relationships/image" Target="/ppt/media/image109.svg" Id="R82564b0092804a05" /><Relationship Type="http://schemas.openxmlformats.org/officeDocument/2006/relationships/image" Target="/ppt/media/image110.png" Id="Re4167be7d3d54431" /><Relationship Type="http://schemas.openxmlformats.org/officeDocument/2006/relationships/image" Target="/ppt/media/image110.svg" Id="Rcb070f592662493f" /><Relationship Type="http://schemas.openxmlformats.org/officeDocument/2006/relationships/image" Target="/ppt/media/image111.png" Id="Ra031caf02a934faa" /><Relationship Type="http://schemas.openxmlformats.org/officeDocument/2006/relationships/image" Target="/ppt/media/image111.svg" Id="R74122e44cd2f41e1" /><Relationship Type="http://schemas.openxmlformats.org/officeDocument/2006/relationships/image" Target="/ppt/media/image112.png" Id="R58fe2d7678f3483a" /><Relationship Type="http://schemas.openxmlformats.org/officeDocument/2006/relationships/image" Target="/ppt/media/image112.svg" Id="Re8b0151de9934549" /><Relationship Type="http://schemas.openxmlformats.org/officeDocument/2006/relationships/notesSlide" Target="/ppt/notesSlides/notesSlide32.xml" Id="Rff7a8b7500f840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9C32663A-BB4F-48DD-BCCF-8F3788B9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F0AE4D8D-EA95-43DD-9C29-035B1B74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AA246AE1-DA8D-4B81-8704-AD43CFCD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759EF2B7-3798-4DEC-A6C9-B509137E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D2BA32B7-39E8-4C59-9C33-0DC8D9AF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C4730D35-AD7C-4BD1-B965-EB2BAA6C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1DADCF48-D249-48AE-B896-E69D97EF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8EDF876A-F8B6-4367-8094-A6E2EF95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0FADDCB6-D226-4FA5-ABA4-CF510E3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9B5C38F7-979E-48EE-9E0C-2DE66F84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374D8E26-2D9F-455E-AFBF-E8AB170C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</p:spTree>
    <p:extLst>
      <p:ext uri="{BB962C8B-B14F-4D97-AF65-F5344CB8AC3E}">
        <p14:creationId xmlns:p14="http://schemas.microsoft.com/office/powerpoint/2010/main" val="1254456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A309A6EF-46B8-4160-B065-68845753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34568F13-2E29-4D3A-AE13-8B92EFBE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FDBCEA12-7EB4-4662-9E50-D174FD4F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DF3DC499-F381-4D44-A3E2-AAAFEAFB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6C726B96-BCB4-4CE9-8287-2D5B6814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E4651F6E-41FC-4B48-820D-FE25E867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CF92BE2C-262F-4162-8CBC-D1265CD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862AA4F4-0C1E-4D6D-8DF1-B69578BC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C9B34DF4-E1AC-4867-95B5-D8DA7501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81AAC53B-A625-474D-9BD6-0482DD18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ACF9E4ED-3788-4D2A-9438-DCC5135A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EF85CDA9-89E2-4D0F-9A12-01A36F34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752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35617a5114fe1">
            <a:extLst>
              <a:ext uri="{96DAC541-7B7A-43D3-8B79-37D633B846F1}">
                <asvg:svgBlip xmlns:asvg="http://schemas.microsoft.com/office/drawing/2016/SVG/main" r:embed="Rd94f8d2b69e34e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87642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5557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48AABF60-F3F6-4AA1-9E1C-098B90C0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98CC4380-18B3-4AA4-B420-3B77741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08C988E4-C31D-46DA-9957-BF7D4648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3254C548-238F-4F23-A708-B9C8447E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23D3C314-A55A-4FE5-A09E-B0AFDDD3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7992544E-3265-4041-9261-B41FD938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E3BF99BC-B38B-4D27-A29A-139D5A89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6A47E27D-D68D-4436-B06C-A3CDE36B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6F61A719-0DDE-4156-B45E-34C6B991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EF5D35F5-7201-4E2E-A266-2B4F7AEC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7A7127C6-BFA8-494F-90F2-6AEA3E8B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9637A279-A118-45A1-B30D-A57BC3C1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be8d0e15d4f90">
            <a:extLst>
              <a:ext uri="{96DAC541-7B7A-43D3-8B79-37D633B846F1}">
                <asvg:svgBlip xmlns:asvg="http://schemas.microsoft.com/office/drawing/2016/SVG/main" r:embed="Rc85edffc0db545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86375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4A49BF65-9DFB-42A9-BD4A-EB88EC85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3e0d557f44884">
            <a:extLst>
              <a:ext uri="{96DAC541-7B7A-43D3-8B79-37D633B846F1}">
                <asvg:svgBlip xmlns:asvg="http://schemas.microsoft.com/office/drawing/2016/SVG/main" r:embed="R9b6198b88cc942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43700" y="178117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314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016B9B13-26DA-4974-A4FE-1FD8A28B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D6CAE5F5-BE37-4CE5-AB9D-7CD3D986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D7DE396B-E00D-4AAD-86BF-9797A09D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B143DCF5-929E-4AD8-9845-B26F6CC4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97486204-E842-425F-A985-BC91BCE2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49603BF4-00F7-4606-885E-693468A7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F34CEB6D-DC72-41EF-9B8B-69764848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401825BD-94A1-4300-8114-E2B3CD3A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0E7E7E8F-6379-45FF-9EAB-5B27B717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3B5A35D7-9EFC-4D95-8232-B8A34A27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BCCAD5A8-B64A-48B7-9EDE-0E28CBC9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4AB39C36-AAF1-41D8-85A0-1B1A0CB5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29175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43c38804ea40d2">
            <a:extLst>
              <a:ext uri="{96DAC541-7B7A-43D3-8B79-37D633B846F1}">
                <asvg:svgBlip xmlns:asvg="http://schemas.microsoft.com/office/drawing/2016/SVG/main" r:embed="Re139043057da46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1EB4C684-C949-4F3B-973A-1CCF890C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38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563a980664813">
            <a:extLst>
              <a:ext uri="{96DAC541-7B7A-43D3-8B79-37D633B846F1}">
                <asvg:svgBlip xmlns:asvg="http://schemas.microsoft.com/office/drawing/2016/SVG/main" r:embed="R9cf474e14edc40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621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6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8446D7F8-F465-48DD-8639-69AFE4EA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4675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d942a6b0a4b92">
            <a:extLst>
              <a:ext uri="{96DAC541-7B7A-43D3-8B79-37D633B846F1}">
                <asvg:svgBlip xmlns:asvg="http://schemas.microsoft.com/office/drawing/2016/SVG/main" r:embed="R1bf73b31f47144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48500" y="193357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85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348901AB-0884-4E00-B6AC-DA11BB7C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18A9A5F5-9108-4481-9E4F-9DF2BB91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989B5FAB-6AA3-4C58-912E-74A09E46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9F9336BA-E645-45E6-ABE2-C0C6CD3D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34FEB74A-F951-45D5-9561-F90E8DCB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432EE65F-35A4-498F-927A-ACD435D8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8C9AB7C8-AB49-4B86-9E57-3D05A320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1CF26C20-0727-46A8-9314-B4739D24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9761CF75-6F2F-48E9-8956-23545220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37B91FCC-3CCD-473B-A2B3-0A8CD3F0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47CAFA5F-4964-4ADB-86CA-53E075EB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592001B7-44D3-480F-9F95-F88D82E5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3396dd49f4984">
            <a:extLst>
              <a:ext uri="{96DAC541-7B7A-43D3-8B79-37D633B846F1}">
                <asvg:svgBlip xmlns:asvg="http://schemas.microsoft.com/office/drawing/2016/SVG/main" r:embed="Re4701fe45d02443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10125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BB5D2DD2-47D7-4D28-9FFB-7D4774FE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8574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2e753510c4eb0">
            <a:extLst>
              <a:ext uri="{96DAC541-7B7A-43D3-8B79-37D633B846F1}">
                <asvg:svgBlip xmlns:asvg="http://schemas.microsoft.com/office/drawing/2016/SVG/main" r:embed="R20f1ba6abc6b4f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32399" y="18002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6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6453F2C9-2264-4A25-93F3-D7B787A7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73698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0408f3aaf40eb">
            <a:extLst>
              <a:ext uri="{96DAC541-7B7A-43D3-8B79-37D633B846F1}">
                <asvg:svgBlip xmlns:asvg="http://schemas.microsoft.com/office/drawing/2016/SVG/main" r:embed="Rd7b12f9c072a458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97523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8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3B268955-60B2-4F00-BED8-FE682BA7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1828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1a16ce84d9433d">
            <a:extLst>
              <a:ext uri="{96DAC541-7B7A-43D3-8B79-37D633B846F1}">
                <asvg:svgBlip xmlns:asvg="http://schemas.microsoft.com/office/drawing/2016/SVG/main" r:embed="R14681f0d40824b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19950" y="19526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8468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251C6747-26D7-4E17-9970-36CB1642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B3192155-17ED-466D-9386-407065D6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DD6B6F0D-257C-4818-A24B-B867A58C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3CF5F20C-07C4-4600-ADE6-6A81735D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EC3500DF-DC90-4018-8434-77661FB8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B83ACE69-65FC-4617-B7FD-95EF9C0D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C8ADCB10-DAFC-4F65-88AC-F410F113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B4B962E3-6A52-490D-AC3D-D9E0AD91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94F89B58-D819-4414-9775-84DD682C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3A771661-E399-4511-AF75-D01993F1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CBB6BD8D-3C52-4735-A0F0-664041CB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A098BFB4-CDE5-43EE-9203-519BCE7B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342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c2b3312a61411c">
            <a:extLst>
              <a:ext uri="{96DAC541-7B7A-43D3-8B79-37D633B846F1}">
                <asvg:svgBlip xmlns:asvg="http://schemas.microsoft.com/office/drawing/2016/SVG/main" r:embed="Rad79167addf748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6725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C744C8CE-364B-4CFD-826B-A0B4FC1B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16859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be707f6fb740f8">
            <a:extLst>
              <a:ext uri="{96DAC541-7B7A-43D3-8B79-37D633B846F1}">
                <asvg:svgBlip xmlns:asvg="http://schemas.microsoft.com/office/drawing/2016/SVG/main" r:embed="R52fe986050f844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62575" y="18097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6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E301C3B4-C30C-4B6D-A231-36D2FD3E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a69e0b93f4658">
            <a:extLst>
              <a:ext uri="{96DAC541-7B7A-43D3-8B79-37D633B846F1}">
                <asvg:svgBlip xmlns:asvg="http://schemas.microsoft.com/office/drawing/2016/SVG/main" r:embed="R55684579b01348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8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A7D94079-C6D0-4EEE-B03E-DFBDC531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bf72359c547e5">
            <a:extLst>
              <a:ext uri="{96DAC541-7B7A-43D3-8B79-37D633B846F1}">
                <asvg:svgBlip xmlns:asvg="http://schemas.microsoft.com/office/drawing/2016/SVG/main" r:embed="Rf7dd3391546044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96075" y="18383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65B545F3-EEB1-4408-BBA8-F83D502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0425" y="18573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469cbe7bc4e81">
            <a:extLst>
              <a:ext uri="{96DAC541-7B7A-43D3-8B79-37D633B846F1}">
                <asvg:svgBlip xmlns:asvg="http://schemas.microsoft.com/office/drawing/2016/SVG/main" r:embed="R2f14559aabf546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198120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436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77906BF9-1D72-455A-87A7-B7A5606D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AB860F32-5DBF-415F-9B77-09A2B3AE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850E5F5A-8D68-43D6-AB1D-598917BC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9470ACA3-159B-4A69-8C80-E8546EDB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2FC35BC0-D6C5-496A-8426-55EE50D6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30CA3337-0DA8-4AE7-A2A5-18FB267A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3E999D57-D743-4A67-8539-3A44D75B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9401548F-1987-4173-A248-27624175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B0CF1ED2-EC6D-4F35-B25F-18C30328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5F1E0FE1-3423-4DF2-A2BB-B8443D9D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60F63710-3C19-4908-AFFB-522AC544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7251B76B-E213-4663-B0D9-E69C4B21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109e4fed34c88">
            <a:extLst>
              <a:ext uri="{96DAC541-7B7A-43D3-8B79-37D633B846F1}">
                <asvg:svgBlip xmlns:asvg="http://schemas.microsoft.com/office/drawing/2016/SVG/main" r:embed="R47729c547ae249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7200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2BCF38B5-E7C9-4EBC-AEEF-B1D77578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7049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cd2447e84485c">
            <a:extLst>
              <a:ext uri="{96DAC541-7B7A-43D3-8B79-37D633B846F1}">
                <asvg:svgBlip xmlns:asvg="http://schemas.microsoft.com/office/drawing/2016/SVG/main" r:embed="R3f5a32caff894a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72075" y="182880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6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F3888ABA-A6E2-4AF1-986B-E2256ACE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9be0740ac421f">
            <a:extLst>
              <a:ext uri="{96DAC541-7B7A-43D3-8B79-37D633B846F1}">
                <asvg:svgBlip xmlns:asvg="http://schemas.microsoft.com/office/drawing/2016/SVG/main" r:embed="Rc3076ba136b544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1500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8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B57EA039-E77F-43C4-A890-6E1C9406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1647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b8befe5154cff">
            <a:extLst>
              <a:ext uri="{96DAC541-7B7A-43D3-8B79-37D633B846F1}">
                <asvg:svgBlip xmlns:asvg="http://schemas.microsoft.com/office/drawing/2016/SVG/main" r:embed="Rce17ed14ca0d4b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15075" y="17716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2FC9D66C-132D-4F87-BD73-F21B7513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34175" y="1771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01fa84c3f4df9">
            <a:extLst>
              <a:ext uri="{96DAC541-7B7A-43D3-8B79-37D633B846F1}">
                <asvg:svgBlip xmlns:asvg="http://schemas.microsoft.com/office/drawing/2016/SVG/main" r:embed="Rc339b2bc86d24b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8954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3B9BEE69-B145-448F-B5C9-2D031F18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1866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f1a003b0b45c1">
            <a:extLst>
              <a:ext uri="{96DAC541-7B7A-43D3-8B79-37D633B846F1}">
                <asvg:svgBlip xmlns:asvg="http://schemas.microsoft.com/office/drawing/2016/SVG/main" r:embed="Rc38131815b61406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58075" y="19907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2289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3DCD8D30-6698-49A3-8AC6-1FBF3D32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8D0C4C12-8BB8-4190-9C7D-F70BFEFE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4250" cy="929450"/>
          </a:xfrm>
          <a:custGeom xmlns:a="http://schemas.openxmlformats.org/drawingml/2006/main">
            <a:pathLst>
              <a:path w="3524250" h="929450">
                <a:moveTo>
                  <a:pt x="0" y="0"/>
                </a:moveTo>
                <a:lnTo>
                  <a:pt x="18031" y="28118"/>
                </a:lnTo>
                <a:lnTo>
                  <a:pt x="36052" y="56236"/>
                </a:lnTo>
                <a:lnTo>
                  <a:pt x="54083" y="84344"/>
                </a:lnTo>
                <a:lnTo>
                  <a:pt x="72114" y="112462"/>
                </a:lnTo>
                <a:lnTo>
                  <a:pt x="90145" y="140579"/>
                </a:lnTo>
                <a:lnTo>
                  <a:pt x="108166" y="168697"/>
                </a:lnTo>
                <a:lnTo>
                  <a:pt x="126197" y="196806"/>
                </a:lnTo>
                <a:lnTo>
                  <a:pt x="144228" y="224923"/>
                </a:lnTo>
                <a:lnTo>
                  <a:pt x="162258" y="253041"/>
                </a:lnTo>
                <a:lnTo>
                  <a:pt x="180280" y="281159"/>
                </a:lnTo>
                <a:lnTo>
                  <a:pt x="198311" y="309267"/>
                </a:lnTo>
                <a:lnTo>
                  <a:pt x="216341" y="337385"/>
                </a:lnTo>
                <a:lnTo>
                  <a:pt x="234363" y="365503"/>
                </a:lnTo>
                <a:lnTo>
                  <a:pt x="252393" y="393621"/>
                </a:lnTo>
                <a:lnTo>
                  <a:pt x="270424" y="421738"/>
                </a:lnTo>
                <a:lnTo>
                  <a:pt x="288455" y="449847"/>
                </a:lnTo>
                <a:lnTo>
                  <a:pt x="306476" y="477965"/>
                </a:lnTo>
                <a:lnTo>
                  <a:pt x="324507" y="506082"/>
                </a:lnTo>
                <a:lnTo>
                  <a:pt x="342538" y="534200"/>
                </a:lnTo>
                <a:lnTo>
                  <a:pt x="360569" y="562308"/>
                </a:lnTo>
                <a:lnTo>
                  <a:pt x="378590" y="590426"/>
                </a:lnTo>
                <a:lnTo>
                  <a:pt x="396621" y="618544"/>
                </a:lnTo>
                <a:lnTo>
                  <a:pt x="414652" y="646662"/>
                </a:lnTo>
                <a:lnTo>
                  <a:pt x="432683" y="674780"/>
                </a:lnTo>
                <a:lnTo>
                  <a:pt x="450704" y="702888"/>
                </a:lnTo>
                <a:lnTo>
                  <a:pt x="468735" y="731006"/>
                </a:lnTo>
                <a:lnTo>
                  <a:pt x="486766" y="759123"/>
                </a:lnTo>
                <a:lnTo>
                  <a:pt x="504787" y="787241"/>
                </a:lnTo>
                <a:lnTo>
                  <a:pt x="522818" y="815350"/>
                </a:lnTo>
                <a:lnTo>
                  <a:pt x="540849" y="843467"/>
                </a:lnTo>
                <a:lnTo>
                  <a:pt x="563556" y="865927"/>
                </a:lnTo>
                <a:lnTo>
                  <a:pt x="595570" y="875367"/>
                </a:lnTo>
                <a:lnTo>
                  <a:pt x="628336" y="881786"/>
                </a:lnTo>
                <a:lnTo>
                  <a:pt x="661349" y="886844"/>
                </a:lnTo>
                <a:lnTo>
                  <a:pt x="694477" y="891064"/>
                </a:lnTo>
                <a:lnTo>
                  <a:pt x="727681" y="894712"/>
                </a:lnTo>
                <a:lnTo>
                  <a:pt x="760924" y="897931"/>
                </a:lnTo>
                <a:lnTo>
                  <a:pt x="794195" y="900798"/>
                </a:lnTo>
                <a:lnTo>
                  <a:pt x="827494" y="903389"/>
                </a:lnTo>
                <a:lnTo>
                  <a:pt x="860812" y="905751"/>
                </a:lnTo>
                <a:lnTo>
                  <a:pt x="894140" y="907904"/>
                </a:lnTo>
                <a:lnTo>
                  <a:pt x="927478" y="909904"/>
                </a:lnTo>
                <a:lnTo>
                  <a:pt x="960834" y="911723"/>
                </a:lnTo>
                <a:lnTo>
                  <a:pt x="994181" y="913428"/>
                </a:lnTo>
                <a:lnTo>
                  <a:pt x="1027547" y="914991"/>
                </a:lnTo>
                <a:lnTo>
                  <a:pt x="1060914" y="916448"/>
                </a:lnTo>
                <a:lnTo>
                  <a:pt x="1094289" y="917800"/>
                </a:lnTo>
                <a:lnTo>
                  <a:pt x="1127665" y="919048"/>
                </a:lnTo>
                <a:lnTo>
                  <a:pt x="1161040" y="920210"/>
                </a:lnTo>
                <a:lnTo>
                  <a:pt x="1194425" y="921287"/>
                </a:lnTo>
                <a:lnTo>
                  <a:pt x="1227811" y="922277"/>
                </a:lnTo>
                <a:lnTo>
                  <a:pt x="1261196" y="923201"/>
                </a:lnTo>
                <a:lnTo>
                  <a:pt x="1294581" y="924039"/>
                </a:lnTo>
                <a:lnTo>
                  <a:pt x="1327975" y="924820"/>
                </a:lnTo>
                <a:lnTo>
                  <a:pt x="1361361" y="925525"/>
                </a:lnTo>
                <a:lnTo>
                  <a:pt x="1394755" y="926173"/>
                </a:lnTo>
                <a:lnTo>
                  <a:pt x="1428150" y="926754"/>
                </a:lnTo>
                <a:lnTo>
                  <a:pt x="1461545" y="927268"/>
                </a:lnTo>
                <a:lnTo>
                  <a:pt x="1494939" y="927735"/>
                </a:lnTo>
                <a:lnTo>
                  <a:pt x="1528343" y="928145"/>
                </a:lnTo>
                <a:lnTo>
                  <a:pt x="1561738" y="928497"/>
                </a:lnTo>
                <a:lnTo>
                  <a:pt x="1595133" y="928783"/>
                </a:lnTo>
                <a:lnTo>
                  <a:pt x="1628537" y="929021"/>
                </a:lnTo>
                <a:lnTo>
                  <a:pt x="1661932" y="929211"/>
                </a:lnTo>
                <a:lnTo>
                  <a:pt x="1695336" y="929335"/>
                </a:lnTo>
                <a:lnTo>
                  <a:pt x="1728730" y="929421"/>
                </a:lnTo>
                <a:lnTo>
                  <a:pt x="1762125" y="929450"/>
                </a:lnTo>
                <a:lnTo>
                  <a:pt x="1795529" y="929421"/>
                </a:lnTo>
                <a:lnTo>
                  <a:pt x="1828924" y="929335"/>
                </a:lnTo>
                <a:lnTo>
                  <a:pt x="1862328" y="929211"/>
                </a:lnTo>
                <a:lnTo>
                  <a:pt x="1895723" y="929021"/>
                </a:lnTo>
                <a:lnTo>
                  <a:pt x="1929127" y="928783"/>
                </a:lnTo>
                <a:lnTo>
                  <a:pt x="1962521" y="928497"/>
                </a:lnTo>
                <a:lnTo>
                  <a:pt x="1995916" y="928145"/>
                </a:lnTo>
                <a:lnTo>
                  <a:pt x="2029320" y="927735"/>
                </a:lnTo>
                <a:lnTo>
                  <a:pt x="2062715" y="927268"/>
                </a:lnTo>
                <a:lnTo>
                  <a:pt x="2096110" y="926754"/>
                </a:lnTo>
                <a:lnTo>
                  <a:pt x="2129504" y="926173"/>
                </a:lnTo>
                <a:lnTo>
                  <a:pt x="2162899" y="925525"/>
                </a:lnTo>
                <a:lnTo>
                  <a:pt x="2196284" y="924820"/>
                </a:lnTo>
                <a:lnTo>
                  <a:pt x="2229679" y="924039"/>
                </a:lnTo>
                <a:lnTo>
                  <a:pt x="2263064" y="923201"/>
                </a:lnTo>
                <a:lnTo>
                  <a:pt x="2296449" y="922277"/>
                </a:lnTo>
                <a:lnTo>
                  <a:pt x="2329834" y="921287"/>
                </a:lnTo>
                <a:lnTo>
                  <a:pt x="2363219" y="920210"/>
                </a:lnTo>
                <a:lnTo>
                  <a:pt x="2396595" y="919048"/>
                </a:lnTo>
                <a:lnTo>
                  <a:pt x="2429970" y="917791"/>
                </a:lnTo>
                <a:lnTo>
                  <a:pt x="2463346" y="916448"/>
                </a:lnTo>
                <a:lnTo>
                  <a:pt x="2496712" y="914991"/>
                </a:lnTo>
                <a:lnTo>
                  <a:pt x="2530078" y="913428"/>
                </a:lnTo>
                <a:lnTo>
                  <a:pt x="2563425" y="911723"/>
                </a:lnTo>
                <a:lnTo>
                  <a:pt x="2596782" y="909904"/>
                </a:lnTo>
                <a:lnTo>
                  <a:pt x="2630119" y="907904"/>
                </a:lnTo>
                <a:lnTo>
                  <a:pt x="2663447" y="905751"/>
                </a:lnTo>
                <a:lnTo>
                  <a:pt x="2696766" y="903389"/>
                </a:lnTo>
                <a:lnTo>
                  <a:pt x="2730065" y="900789"/>
                </a:lnTo>
                <a:lnTo>
                  <a:pt x="2763336" y="897922"/>
                </a:lnTo>
                <a:lnTo>
                  <a:pt x="2796578" y="894712"/>
                </a:lnTo>
                <a:lnTo>
                  <a:pt x="2829782" y="891064"/>
                </a:lnTo>
                <a:lnTo>
                  <a:pt x="2862910" y="886844"/>
                </a:lnTo>
                <a:lnTo>
                  <a:pt x="2895924" y="881786"/>
                </a:lnTo>
                <a:lnTo>
                  <a:pt x="2928690" y="875367"/>
                </a:lnTo>
                <a:lnTo>
                  <a:pt x="2960703" y="865927"/>
                </a:lnTo>
                <a:lnTo>
                  <a:pt x="2983411" y="843458"/>
                </a:lnTo>
                <a:lnTo>
                  <a:pt x="3001432" y="815340"/>
                </a:lnTo>
                <a:lnTo>
                  <a:pt x="3019463" y="787232"/>
                </a:lnTo>
                <a:lnTo>
                  <a:pt x="3037494" y="759114"/>
                </a:lnTo>
                <a:lnTo>
                  <a:pt x="3055525" y="730996"/>
                </a:lnTo>
                <a:lnTo>
                  <a:pt x="3073546" y="702878"/>
                </a:lnTo>
                <a:lnTo>
                  <a:pt x="3091577" y="674770"/>
                </a:lnTo>
                <a:lnTo>
                  <a:pt x="3109608" y="646652"/>
                </a:lnTo>
                <a:lnTo>
                  <a:pt x="3127629" y="618534"/>
                </a:lnTo>
                <a:lnTo>
                  <a:pt x="3145660" y="590417"/>
                </a:lnTo>
                <a:lnTo>
                  <a:pt x="3163691" y="562308"/>
                </a:lnTo>
                <a:lnTo>
                  <a:pt x="3181721" y="534191"/>
                </a:lnTo>
                <a:lnTo>
                  <a:pt x="3199743" y="506073"/>
                </a:lnTo>
                <a:lnTo>
                  <a:pt x="3217774" y="477955"/>
                </a:lnTo>
                <a:lnTo>
                  <a:pt x="3235804" y="449837"/>
                </a:lnTo>
                <a:lnTo>
                  <a:pt x="3253835" y="421729"/>
                </a:lnTo>
                <a:lnTo>
                  <a:pt x="3271857" y="393611"/>
                </a:lnTo>
                <a:lnTo>
                  <a:pt x="3289887" y="365493"/>
                </a:lnTo>
                <a:lnTo>
                  <a:pt x="3307918" y="337376"/>
                </a:lnTo>
                <a:lnTo>
                  <a:pt x="3325949" y="309267"/>
                </a:lnTo>
                <a:lnTo>
                  <a:pt x="3343970" y="281149"/>
                </a:lnTo>
                <a:lnTo>
                  <a:pt x="3362001" y="253032"/>
                </a:lnTo>
                <a:lnTo>
                  <a:pt x="3380032" y="224914"/>
                </a:lnTo>
                <a:lnTo>
                  <a:pt x="3398053" y="196806"/>
                </a:lnTo>
                <a:lnTo>
                  <a:pt x="3416084" y="168688"/>
                </a:lnTo>
                <a:lnTo>
                  <a:pt x="3434115" y="140570"/>
                </a:lnTo>
                <a:lnTo>
                  <a:pt x="3452146" y="112452"/>
                </a:lnTo>
                <a:lnTo>
                  <a:pt x="3470167" y="84334"/>
                </a:lnTo>
                <a:lnTo>
                  <a:pt x="3488198" y="56226"/>
                </a:lnTo>
                <a:lnTo>
                  <a:pt x="3506229" y="28108"/>
                </a:lnTo>
                <a:lnTo>
                  <a:pt x="3524250" y="10"/>
                </a:lnTo>
                <a:lnTo>
                  <a:pt x="3496304" y="15583"/>
                </a:lnTo>
                <a:lnTo>
                  <a:pt x="3463652" y="22536"/>
                </a:lnTo>
                <a:lnTo>
                  <a:pt x="3430638" y="27603"/>
                </a:lnTo>
                <a:lnTo>
                  <a:pt x="3397501" y="31718"/>
                </a:lnTo>
                <a:lnTo>
                  <a:pt x="3364287" y="35233"/>
                </a:lnTo>
                <a:lnTo>
                  <a:pt x="3331026" y="38310"/>
                </a:lnTo>
                <a:lnTo>
                  <a:pt x="3297736" y="41072"/>
                </a:lnTo>
                <a:lnTo>
                  <a:pt x="3264437" y="43567"/>
                </a:lnTo>
                <a:lnTo>
                  <a:pt x="3231118" y="45844"/>
                </a:lnTo>
                <a:lnTo>
                  <a:pt x="3197781" y="47958"/>
                </a:lnTo>
                <a:lnTo>
                  <a:pt x="3164443" y="49901"/>
                </a:lnTo>
                <a:lnTo>
                  <a:pt x="3131087" y="51730"/>
                </a:lnTo>
                <a:lnTo>
                  <a:pt x="3097730" y="53435"/>
                </a:lnTo>
                <a:lnTo>
                  <a:pt x="3064373" y="55035"/>
                </a:lnTo>
                <a:lnTo>
                  <a:pt x="3031007" y="56540"/>
                </a:lnTo>
                <a:lnTo>
                  <a:pt x="2997641" y="57960"/>
                </a:lnTo>
                <a:lnTo>
                  <a:pt x="2964266" y="59293"/>
                </a:lnTo>
                <a:lnTo>
                  <a:pt x="2930890" y="60560"/>
                </a:lnTo>
                <a:lnTo>
                  <a:pt x="2897515" y="61760"/>
                </a:lnTo>
                <a:lnTo>
                  <a:pt x="2864139" y="62903"/>
                </a:lnTo>
                <a:lnTo>
                  <a:pt x="2830754" y="63979"/>
                </a:lnTo>
                <a:lnTo>
                  <a:pt x="2797369" y="64999"/>
                </a:lnTo>
                <a:lnTo>
                  <a:pt x="2763984" y="65970"/>
                </a:lnTo>
                <a:lnTo>
                  <a:pt x="2730598" y="66894"/>
                </a:lnTo>
                <a:lnTo>
                  <a:pt x="2697213" y="67770"/>
                </a:lnTo>
                <a:lnTo>
                  <a:pt x="2663819" y="68609"/>
                </a:lnTo>
                <a:lnTo>
                  <a:pt x="2630434" y="69399"/>
                </a:lnTo>
                <a:lnTo>
                  <a:pt x="2597039" y="70152"/>
                </a:lnTo>
                <a:lnTo>
                  <a:pt x="2563654" y="70856"/>
                </a:lnTo>
                <a:lnTo>
                  <a:pt x="2530259" y="71523"/>
                </a:lnTo>
                <a:lnTo>
                  <a:pt x="2496864" y="72161"/>
                </a:lnTo>
                <a:lnTo>
                  <a:pt x="2463470" y="72761"/>
                </a:lnTo>
                <a:lnTo>
                  <a:pt x="2430075" y="73323"/>
                </a:lnTo>
                <a:lnTo>
                  <a:pt x="2396681" y="73857"/>
                </a:lnTo>
                <a:lnTo>
                  <a:pt x="2363286" y="74362"/>
                </a:lnTo>
                <a:lnTo>
                  <a:pt x="2329891" y="74838"/>
                </a:lnTo>
                <a:lnTo>
                  <a:pt x="2296497" y="75257"/>
                </a:lnTo>
                <a:lnTo>
                  <a:pt x="2263092" y="75676"/>
                </a:lnTo>
                <a:lnTo>
                  <a:pt x="2229698" y="76057"/>
                </a:lnTo>
                <a:lnTo>
                  <a:pt x="2196303" y="76400"/>
                </a:lnTo>
                <a:lnTo>
                  <a:pt x="2162908" y="76743"/>
                </a:lnTo>
                <a:lnTo>
                  <a:pt x="2129504" y="77019"/>
                </a:lnTo>
                <a:lnTo>
                  <a:pt x="2096110" y="77305"/>
                </a:lnTo>
                <a:lnTo>
                  <a:pt x="2062705" y="77543"/>
                </a:lnTo>
                <a:lnTo>
                  <a:pt x="2029311" y="77762"/>
                </a:lnTo>
                <a:lnTo>
                  <a:pt x="1995916" y="77953"/>
                </a:lnTo>
                <a:lnTo>
                  <a:pt x="1962512" y="78105"/>
                </a:lnTo>
                <a:lnTo>
                  <a:pt x="1929117" y="78267"/>
                </a:lnTo>
                <a:lnTo>
                  <a:pt x="1895713" y="78362"/>
                </a:lnTo>
                <a:lnTo>
                  <a:pt x="1862318" y="78457"/>
                </a:lnTo>
                <a:lnTo>
                  <a:pt x="1828914" y="78515"/>
                </a:lnTo>
                <a:lnTo>
                  <a:pt x="1795520" y="78553"/>
                </a:lnTo>
                <a:lnTo>
                  <a:pt x="1762115" y="78581"/>
                </a:lnTo>
                <a:lnTo>
                  <a:pt x="1728721" y="78553"/>
                </a:lnTo>
                <a:lnTo>
                  <a:pt x="1695317" y="78515"/>
                </a:lnTo>
                <a:lnTo>
                  <a:pt x="1661922" y="78457"/>
                </a:lnTo>
                <a:lnTo>
                  <a:pt x="1628527" y="78362"/>
                </a:lnTo>
                <a:lnTo>
                  <a:pt x="1595123" y="78267"/>
                </a:lnTo>
                <a:lnTo>
                  <a:pt x="1561729" y="78105"/>
                </a:lnTo>
                <a:lnTo>
                  <a:pt x="1528324" y="77953"/>
                </a:lnTo>
                <a:lnTo>
                  <a:pt x="1494930" y="77762"/>
                </a:lnTo>
                <a:lnTo>
                  <a:pt x="1461526" y="77543"/>
                </a:lnTo>
                <a:lnTo>
                  <a:pt x="1428131" y="77305"/>
                </a:lnTo>
                <a:lnTo>
                  <a:pt x="1394736" y="77019"/>
                </a:lnTo>
                <a:lnTo>
                  <a:pt x="1361332" y="76743"/>
                </a:lnTo>
                <a:lnTo>
                  <a:pt x="1327937" y="76400"/>
                </a:lnTo>
                <a:lnTo>
                  <a:pt x="1294543" y="76057"/>
                </a:lnTo>
                <a:lnTo>
                  <a:pt x="1261139" y="75676"/>
                </a:lnTo>
                <a:lnTo>
                  <a:pt x="1227744" y="75257"/>
                </a:lnTo>
                <a:lnTo>
                  <a:pt x="1194349" y="74838"/>
                </a:lnTo>
                <a:lnTo>
                  <a:pt x="1160955" y="74362"/>
                </a:lnTo>
                <a:lnTo>
                  <a:pt x="1127560" y="73857"/>
                </a:lnTo>
                <a:lnTo>
                  <a:pt x="1094165" y="73323"/>
                </a:lnTo>
                <a:lnTo>
                  <a:pt x="1060771" y="72761"/>
                </a:lnTo>
                <a:lnTo>
                  <a:pt x="1027376" y="72161"/>
                </a:lnTo>
                <a:lnTo>
                  <a:pt x="993981" y="71523"/>
                </a:lnTo>
                <a:lnTo>
                  <a:pt x="960587" y="70856"/>
                </a:lnTo>
                <a:lnTo>
                  <a:pt x="927202" y="70152"/>
                </a:lnTo>
                <a:lnTo>
                  <a:pt x="893807" y="69399"/>
                </a:lnTo>
                <a:lnTo>
                  <a:pt x="860422" y="68609"/>
                </a:lnTo>
                <a:lnTo>
                  <a:pt x="827027" y="67770"/>
                </a:lnTo>
                <a:lnTo>
                  <a:pt x="793642" y="66894"/>
                </a:lnTo>
                <a:lnTo>
                  <a:pt x="760257" y="65970"/>
                </a:lnTo>
                <a:lnTo>
                  <a:pt x="726872" y="64999"/>
                </a:lnTo>
                <a:lnTo>
                  <a:pt x="693487" y="63979"/>
                </a:lnTo>
                <a:lnTo>
                  <a:pt x="660102" y="62903"/>
                </a:lnTo>
                <a:lnTo>
                  <a:pt x="626726" y="61760"/>
                </a:lnTo>
                <a:lnTo>
                  <a:pt x="593350" y="60560"/>
                </a:lnTo>
                <a:lnTo>
                  <a:pt x="559975" y="59293"/>
                </a:lnTo>
                <a:lnTo>
                  <a:pt x="526599" y="57960"/>
                </a:lnTo>
                <a:lnTo>
                  <a:pt x="493233" y="56540"/>
                </a:lnTo>
                <a:lnTo>
                  <a:pt x="459867" y="55035"/>
                </a:lnTo>
                <a:lnTo>
                  <a:pt x="426501" y="53435"/>
                </a:lnTo>
                <a:lnTo>
                  <a:pt x="393144" y="51730"/>
                </a:lnTo>
                <a:lnTo>
                  <a:pt x="359797" y="49901"/>
                </a:lnTo>
                <a:lnTo>
                  <a:pt x="326460" y="47958"/>
                </a:lnTo>
                <a:lnTo>
                  <a:pt x="293122" y="45844"/>
                </a:lnTo>
                <a:lnTo>
                  <a:pt x="259804" y="43567"/>
                </a:lnTo>
                <a:lnTo>
                  <a:pt x="226495" y="41062"/>
                </a:lnTo>
                <a:lnTo>
                  <a:pt x="193215" y="38310"/>
                </a:lnTo>
                <a:lnTo>
                  <a:pt x="159953" y="35233"/>
                </a:lnTo>
                <a:lnTo>
                  <a:pt x="126740" y="31718"/>
                </a:lnTo>
                <a:lnTo>
                  <a:pt x="93593" y="27603"/>
                </a:lnTo>
                <a:lnTo>
                  <a:pt x="60589" y="22536"/>
                </a:lnTo>
                <a:lnTo>
                  <a:pt x="27927" y="155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9568DE69-3778-46A9-A721-19897693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57450"/>
            <a:ext cx="35242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93670881-6DC5-4B57-AC98-F8947D27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13118"/>
            <a:ext cx="2428265" cy="929535"/>
          </a:xfrm>
          <a:custGeom xmlns:a="http://schemas.openxmlformats.org/drawingml/2006/main">
            <a:pathLst>
              <a:path w="2428265" h="929535">
                <a:moveTo>
                  <a:pt x="0" y="0"/>
                </a:moveTo>
                <a:lnTo>
                  <a:pt x="10973" y="22355"/>
                </a:lnTo>
                <a:lnTo>
                  <a:pt x="21936" y="44701"/>
                </a:lnTo>
                <a:lnTo>
                  <a:pt x="32899" y="67056"/>
                </a:lnTo>
                <a:lnTo>
                  <a:pt x="43872" y="89402"/>
                </a:lnTo>
                <a:lnTo>
                  <a:pt x="54845" y="111757"/>
                </a:lnTo>
                <a:lnTo>
                  <a:pt x="65808" y="134112"/>
                </a:lnTo>
                <a:lnTo>
                  <a:pt x="76781" y="156458"/>
                </a:lnTo>
                <a:lnTo>
                  <a:pt x="87744" y="178813"/>
                </a:lnTo>
                <a:lnTo>
                  <a:pt x="98717" y="201158"/>
                </a:lnTo>
                <a:lnTo>
                  <a:pt x="109680" y="223514"/>
                </a:lnTo>
                <a:lnTo>
                  <a:pt x="120653" y="245869"/>
                </a:lnTo>
                <a:lnTo>
                  <a:pt x="131616" y="268214"/>
                </a:lnTo>
                <a:lnTo>
                  <a:pt x="142589" y="290570"/>
                </a:lnTo>
                <a:lnTo>
                  <a:pt x="153553" y="312925"/>
                </a:lnTo>
                <a:lnTo>
                  <a:pt x="164525" y="335270"/>
                </a:lnTo>
                <a:lnTo>
                  <a:pt x="175489" y="357626"/>
                </a:lnTo>
                <a:lnTo>
                  <a:pt x="186461" y="379971"/>
                </a:lnTo>
                <a:lnTo>
                  <a:pt x="197425" y="402326"/>
                </a:lnTo>
                <a:lnTo>
                  <a:pt x="208397" y="424682"/>
                </a:lnTo>
                <a:lnTo>
                  <a:pt x="219361" y="447027"/>
                </a:lnTo>
                <a:lnTo>
                  <a:pt x="230334" y="469382"/>
                </a:lnTo>
                <a:lnTo>
                  <a:pt x="241297" y="491728"/>
                </a:lnTo>
                <a:lnTo>
                  <a:pt x="252270" y="514083"/>
                </a:lnTo>
                <a:lnTo>
                  <a:pt x="263233" y="536438"/>
                </a:lnTo>
                <a:lnTo>
                  <a:pt x="274206" y="558784"/>
                </a:lnTo>
                <a:lnTo>
                  <a:pt x="285169" y="581139"/>
                </a:lnTo>
                <a:lnTo>
                  <a:pt x="296142" y="603485"/>
                </a:lnTo>
                <a:lnTo>
                  <a:pt x="307105" y="625840"/>
                </a:lnTo>
                <a:lnTo>
                  <a:pt x="318078" y="648195"/>
                </a:lnTo>
                <a:lnTo>
                  <a:pt x="329041" y="670541"/>
                </a:lnTo>
                <a:lnTo>
                  <a:pt x="340014" y="692896"/>
                </a:lnTo>
                <a:lnTo>
                  <a:pt x="350977" y="715242"/>
                </a:lnTo>
                <a:lnTo>
                  <a:pt x="361950" y="737597"/>
                </a:lnTo>
                <a:lnTo>
                  <a:pt x="372913" y="759952"/>
                </a:lnTo>
                <a:lnTo>
                  <a:pt x="383886" y="782298"/>
                </a:lnTo>
                <a:lnTo>
                  <a:pt x="394849" y="804653"/>
                </a:lnTo>
                <a:lnTo>
                  <a:pt x="405822" y="827008"/>
                </a:lnTo>
                <a:lnTo>
                  <a:pt x="416785" y="849354"/>
                </a:lnTo>
                <a:lnTo>
                  <a:pt x="432092" y="867604"/>
                </a:lnTo>
                <a:lnTo>
                  <a:pt x="455095" y="877033"/>
                </a:lnTo>
                <a:lnTo>
                  <a:pt x="479079" y="883672"/>
                </a:lnTo>
                <a:lnTo>
                  <a:pt x="503415" y="888940"/>
                </a:lnTo>
                <a:lnTo>
                  <a:pt x="527923" y="893331"/>
                </a:lnTo>
                <a:lnTo>
                  <a:pt x="552536" y="897112"/>
                </a:lnTo>
                <a:lnTo>
                  <a:pt x="577205" y="900436"/>
                </a:lnTo>
                <a:lnTo>
                  <a:pt x="601923" y="903399"/>
                </a:lnTo>
                <a:lnTo>
                  <a:pt x="626678" y="906066"/>
                </a:lnTo>
                <a:lnTo>
                  <a:pt x="651462" y="908475"/>
                </a:lnTo>
                <a:lnTo>
                  <a:pt x="676265" y="910666"/>
                </a:lnTo>
                <a:lnTo>
                  <a:pt x="701078" y="912676"/>
                </a:lnTo>
                <a:lnTo>
                  <a:pt x="725910" y="914524"/>
                </a:lnTo>
                <a:lnTo>
                  <a:pt x="750751" y="916200"/>
                </a:lnTo>
                <a:lnTo>
                  <a:pt x="775592" y="917753"/>
                </a:lnTo>
                <a:lnTo>
                  <a:pt x="800452" y="919182"/>
                </a:lnTo>
                <a:lnTo>
                  <a:pt x="825313" y="920486"/>
                </a:lnTo>
                <a:lnTo>
                  <a:pt x="850182" y="921687"/>
                </a:lnTo>
                <a:lnTo>
                  <a:pt x="875062" y="922782"/>
                </a:lnTo>
                <a:lnTo>
                  <a:pt x="899932" y="923782"/>
                </a:lnTo>
                <a:lnTo>
                  <a:pt x="924820" y="924687"/>
                </a:lnTo>
                <a:lnTo>
                  <a:pt x="949700" y="925506"/>
                </a:lnTo>
                <a:lnTo>
                  <a:pt x="974588" y="926249"/>
                </a:lnTo>
                <a:lnTo>
                  <a:pt x="999477" y="926906"/>
                </a:lnTo>
                <a:lnTo>
                  <a:pt x="1024366" y="927487"/>
                </a:lnTo>
                <a:lnTo>
                  <a:pt x="1049255" y="927992"/>
                </a:lnTo>
                <a:lnTo>
                  <a:pt x="1074153" y="928421"/>
                </a:lnTo>
                <a:lnTo>
                  <a:pt x="1099042" y="928783"/>
                </a:lnTo>
                <a:lnTo>
                  <a:pt x="1123940" y="929069"/>
                </a:lnTo>
                <a:lnTo>
                  <a:pt x="1148839" y="929288"/>
                </a:lnTo>
                <a:lnTo>
                  <a:pt x="1173737" y="929440"/>
                </a:lnTo>
                <a:lnTo>
                  <a:pt x="1198636" y="929526"/>
                </a:lnTo>
                <a:lnTo>
                  <a:pt x="1223534" y="929535"/>
                </a:lnTo>
                <a:lnTo>
                  <a:pt x="1248432" y="929488"/>
                </a:lnTo>
                <a:lnTo>
                  <a:pt x="1273321" y="929364"/>
                </a:lnTo>
                <a:lnTo>
                  <a:pt x="1298219" y="929173"/>
                </a:lnTo>
                <a:lnTo>
                  <a:pt x="1323118" y="928916"/>
                </a:lnTo>
                <a:lnTo>
                  <a:pt x="1348016" y="928592"/>
                </a:lnTo>
                <a:lnTo>
                  <a:pt x="1372905" y="928183"/>
                </a:lnTo>
                <a:lnTo>
                  <a:pt x="1397803" y="927716"/>
                </a:lnTo>
                <a:lnTo>
                  <a:pt x="1422692" y="927173"/>
                </a:lnTo>
                <a:lnTo>
                  <a:pt x="1447581" y="926544"/>
                </a:lnTo>
                <a:lnTo>
                  <a:pt x="1472470" y="925840"/>
                </a:lnTo>
                <a:lnTo>
                  <a:pt x="1497359" y="925058"/>
                </a:lnTo>
                <a:lnTo>
                  <a:pt x="1522238" y="924182"/>
                </a:lnTo>
                <a:lnTo>
                  <a:pt x="1547117" y="923230"/>
                </a:lnTo>
                <a:lnTo>
                  <a:pt x="1571987" y="922172"/>
                </a:lnTo>
                <a:lnTo>
                  <a:pt x="1596866" y="921020"/>
                </a:lnTo>
                <a:lnTo>
                  <a:pt x="1621727" y="919763"/>
                </a:lnTo>
                <a:lnTo>
                  <a:pt x="1646587" y="918391"/>
                </a:lnTo>
                <a:lnTo>
                  <a:pt x="1671437" y="916896"/>
                </a:lnTo>
                <a:lnTo>
                  <a:pt x="1696288" y="915276"/>
                </a:lnTo>
                <a:lnTo>
                  <a:pt x="1721120" y="913505"/>
                </a:lnTo>
                <a:lnTo>
                  <a:pt x="1745942" y="911571"/>
                </a:lnTo>
                <a:lnTo>
                  <a:pt x="1770745" y="909457"/>
                </a:lnTo>
                <a:lnTo>
                  <a:pt x="1795539" y="907142"/>
                </a:lnTo>
                <a:lnTo>
                  <a:pt x="1820304" y="904599"/>
                </a:lnTo>
                <a:lnTo>
                  <a:pt x="1845040" y="901770"/>
                </a:lnTo>
                <a:lnTo>
                  <a:pt x="1869738" y="898617"/>
                </a:lnTo>
                <a:lnTo>
                  <a:pt x="1894380" y="895045"/>
                </a:lnTo>
                <a:lnTo>
                  <a:pt x="1918935" y="890940"/>
                </a:lnTo>
                <a:lnTo>
                  <a:pt x="1943357" y="886111"/>
                </a:lnTo>
                <a:lnTo>
                  <a:pt x="1967532" y="880167"/>
                </a:lnTo>
                <a:lnTo>
                  <a:pt x="1991125" y="872261"/>
                </a:lnTo>
                <a:lnTo>
                  <a:pt x="2012071" y="859203"/>
                </a:lnTo>
                <a:lnTo>
                  <a:pt x="2022443" y="836790"/>
                </a:lnTo>
                <a:lnTo>
                  <a:pt x="2033416" y="814435"/>
                </a:lnTo>
                <a:lnTo>
                  <a:pt x="2044379" y="792089"/>
                </a:lnTo>
                <a:lnTo>
                  <a:pt x="2055352" y="769734"/>
                </a:lnTo>
                <a:lnTo>
                  <a:pt x="2066315" y="747389"/>
                </a:lnTo>
                <a:lnTo>
                  <a:pt x="2077288" y="725033"/>
                </a:lnTo>
                <a:lnTo>
                  <a:pt x="2088251" y="702678"/>
                </a:lnTo>
                <a:lnTo>
                  <a:pt x="2099224" y="680333"/>
                </a:lnTo>
                <a:lnTo>
                  <a:pt x="2110188" y="657977"/>
                </a:lnTo>
                <a:lnTo>
                  <a:pt x="2121160" y="635632"/>
                </a:lnTo>
                <a:lnTo>
                  <a:pt x="2132124" y="613277"/>
                </a:lnTo>
                <a:lnTo>
                  <a:pt x="2143096" y="590921"/>
                </a:lnTo>
                <a:lnTo>
                  <a:pt x="2154060" y="568576"/>
                </a:lnTo>
                <a:lnTo>
                  <a:pt x="2165033" y="546221"/>
                </a:lnTo>
                <a:lnTo>
                  <a:pt x="2175996" y="523865"/>
                </a:lnTo>
                <a:lnTo>
                  <a:pt x="2186969" y="501520"/>
                </a:lnTo>
                <a:lnTo>
                  <a:pt x="2197932" y="479165"/>
                </a:lnTo>
                <a:lnTo>
                  <a:pt x="2208905" y="456819"/>
                </a:lnTo>
                <a:lnTo>
                  <a:pt x="2219868" y="434464"/>
                </a:lnTo>
                <a:lnTo>
                  <a:pt x="2230841" y="412109"/>
                </a:lnTo>
                <a:lnTo>
                  <a:pt x="2241804" y="389763"/>
                </a:lnTo>
                <a:lnTo>
                  <a:pt x="2252777" y="367408"/>
                </a:lnTo>
                <a:lnTo>
                  <a:pt x="2263740" y="345062"/>
                </a:lnTo>
                <a:lnTo>
                  <a:pt x="2274713" y="322707"/>
                </a:lnTo>
                <a:lnTo>
                  <a:pt x="2285676" y="300352"/>
                </a:lnTo>
                <a:lnTo>
                  <a:pt x="2296649" y="278006"/>
                </a:lnTo>
                <a:lnTo>
                  <a:pt x="2307612" y="255651"/>
                </a:lnTo>
                <a:lnTo>
                  <a:pt x="2318585" y="233305"/>
                </a:lnTo>
                <a:lnTo>
                  <a:pt x="2329548" y="210950"/>
                </a:lnTo>
                <a:lnTo>
                  <a:pt x="2340521" y="188595"/>
                </a:lnTo>
                <a:lnTo>
                  <a:pt x="2351484" y="166249"/>
                </a:lnTo>
                <a:lnTo>
                  <a:pt x="2362457" y="143894"/>
                </a:lnTo>
                <a:lnTo>
                  <a:pt x="2373420" y="121549"/>
                </a:lnTo>
                <a:lnTo>
                  <a:pt x="2384393" y="99193"/>
                </a:lnTo>
                <a:lnTo>
                  <a:pt x="2395357" y="76838"/>
                </a:lnTo>
                <a:lnTo>
                  <a:pt x="2406329" y="54493"/>
                </a:lnTo>
                <a:lnTo>
                  <a:pt x="2417293" y="32137"/>
                </a:lnTo>
                <a:lnTo>
                  <a:pt x="2428265" y="9782"/>
                </a:lnTo>
                <a:lnTo>
                  <a:pt x="2424636" y="10430"/>
                </a:lnTo>
                <a:lnTo>
                  <a:pt x="2401595" y="19698"/>
                </a:lnTo>
                <a:lnTo>
                  <a:pt x="2377450" y="25756"/>
                </a:lnTo>
                <a:lnTo>
                  <a:pt x="2352999" y="30461"/>
                </a:lnTo>
                <a:lnTo>
                  <a:pt x="2328415" y="34395"/>
                </a:lnTo>
                <a:lnTo>
                  <a:pt x="2303755" y="37795"/>
                </a:lnTo>
                <a:lnTo>
                  <a:pt x="2279037" y="40796"/>
                </a:lnTo>
                <a:lnTo>
                  <a:pt x="2254291" y="43501"/>
                </a:lnTo>
                <a:lnTo>
                  <a:pt x="2229517" y="45958"/>
                </a:lnTo>
                <a:lnTo>
                  <a:pt x="2204714" y="48216"/>
                </a:lnTo>
                <a:lnTo>
                  <a:pt x="2179911" y="50292"/>
                </a:lnTo>
                <a:lnTo>
                  <a:pt x="2155088" y="52235"/>
                </a:lnTo>
                <a:lnTo>
                  <a:pt x="2130257" y="54026"/>
                </a:lnTo>
                <a:lnTo>
                  <a:pt x="2105416" y="55702"/>
                </a:lnTo>
                <a:lnTo>
                  <a:pt x="2080565" y="57283"/>
                </a:lnTo>
                <a:lnTo>
                  <a:pt x="2055714" y="58769"/>
                </a:lnTo>
                <a:lnTo>
                  <a:pt x="2030854" y="60169"/>
                </a:lnTo>
                <a:lnTo>
                  <a:pt x="2005994" y="61484"/>
                </a:lnTo>
                <a:lnTo>
                  <a:pt x="1981124" y="62722"/>
                </a:lnTo>
                <a:lnTo>
                  <a:pt x="1956254" y="63894"/>
                </a:lnTo>
                <a:lnTo>
                  <a:pt x="1931384" y="64999"/>
                </a:lnTo>
                <a:lnTo>
                  <a:pt x="1906505" y="66046"/>
                </a:lnTo>
                <a:lnTo>
                  <a:pt x="1881626" y="67037"/>
                </a:lnTo>
                <a:lnTo>
                  <a:pt x="1856746" y="67970"/>
                </a:lnTo>
                <a:lnTo>
                  <a:pt x="1831867" y="68856"/>
                </a:lnTo>
                <a:lnTo>
                  <a:pt x="1806978" y="69694"/>
                </a:lnTo>
                <a:lnTo>
                  <a:pt x="1782099" y="70485"/>
                </a:lnTo>
                <a:lnTo>
                  <a:pt x="1757210" y="71228"/>
                </a:lnTo>
                <a:lnTo>
                  <a:pt x="1732321" y="71923"/>
                </a:lnTo>
                <a:lnTo>
                  <a:pt x="1707432" y="72590"/>
                </a:lnTo>
                <a:lnTo>
                  <a:pt x="1682544" y="73209"/>
                </a:lnTo>
                <a:lnTo>
                  <a:pt x="1657655" y="73790"/>
                </a:lnTo>
                <a:lnTo>
                  <a:pt x="1632766" y="74343"/>
                </a:lnTo>
                <a:lnTo>
                  <a:pt x="1607868" y="74847"/>
                </a:lnTo>
                <a:lnTo>
                  <a:pt x="1582979" y="75324"/>
                </a:lnTo>
                <a:lnTo>
                  <a:pt x="1558080" y="75762"/>
                </a:lnTo>
                <a:lnTo>
                  <a:pt x="1533192" y="76162"/>
                </a:lnTo>
                <a:lnTo>
                  <a:pt x="1508293" y="76533"/>
                </a:lnTo>
                <a:lnTo>
                  <a:pt x="1483404" y="76867"/>
                </a:lnTo>
                <a:lnTo>
                  <a:pt x="1458506" y="77181"/>
                </a:lnTo>
                <a:lnTo>
                  <a:pt x="1433608" y="77457"/>
                </a:lnTo>
                <a:lnTo>
                  <a:pt x="1408709" y="77695"/>
                </a:lnTo>
                <a:lnTo>
                  <a:pt x="1383811" y="77915"/>
                </a:lnTo>
                <a:lnTo>
                  <a:pt x="1358922" y="78105"/>
                </a:lnTo>
                <a:lnTo>
                  <a:pt x="1334024" y="78248"/>
                </a:lnTo>
                <a:lnTo>
                  <a:pt x="1309126" y="78372"/>
                </a:lnTo>
                <a:lnTo>
                  <a:pt x="1284227" y="78467"/>
                </a:lnTo>
                <a:lnTo>
                  <a:pt x="1259329" y="78534"/>
                </a:lnTo>
                <a:lnTo>
                  <a:pt x="1234430" y="78572"/>
                </a:lnTo>
                <a:lnTo>
                  <a:pt x="1209532" y="78581"/>
                </a:lnTo>
                <a:lnTo>
                  <a:pt x="1184634" y="78553"/>
                </a:lnTo>
                <a:lnTo>
                  <a:pt x="1159735" y="78505"/>
                </a:lnTo>
                <a:lnTo>
                  <a:pt x="1134847" y="78419"/>
                </a:lnTo>
                <a:lnTo>
                  <a:pt x="1109948" y="78305"/>
                </a:lnTo>
                <a:lnTo>
                  <a:pt x="1085050" y="78172"/>
                </a:lnTo>
                <a:lnTo>
                  <a:pt x="1060152" y="78000"/>
                </a:lnTo>
                <a:lnTo>
                  <a:pt x="1035253" y="77800"/>
                </a:lnTo>
                <a:lnTo>
                  <a:pt x="1010355" y="77562"/>
                </a:lnTo>
                <a:lnTo>
                  <a:pt x="985466" y="77305"/>
                </a:lnTo>
                <a:lnTo>
                  <a:pt x="960568" y="77010"/>
                </a:lnTo>
                <a:lnTo>
                  <a:pt x="935669" y="76686"/>
                </a:lnTo>
                <a:lnTo>
                  <a:pt x="910771" y="76333"/>
                </a:lnTo>
                <a:lnTo>
                  <a:pt x="885882" y="75943"/>
                </a:lnTo>
                <a:lnTo>
                  <a:pt x="860984" y="75514"/>
                </a:lnTo>
                <a:lnTo>
                  <a:pt x="836095" y="75057"/>
                </a:lnTo>
                <a:lnTo>
                  <a:pt x="811206" y="74562"/>
                </a:lnTo>
                <a:lnTo>
                  <a:pt x="786308" y="74038"/>
                </a:lnTo>
                <a:lnTo>
                  <a:pt x="761419" y="73466"/>
                </a:lnTo>
                <a:lnTo>
                  <a:pt x="736530" y="72866"/>
                </a:lnTo>
                <a:lnTo>
                  <a:pt x="711641" y="72228"/>
                </a:lnTo>
                <a:lnTo>
                  <a:pt x="686753" y="71542"/>
                </a:lnTo>
                <a:lnTo>
                  <a:pt x="661864" y="70818"/>
                </a:lnTo>
                <a:lnTo>
                  <a:pt x="636975" y="70047"/>
                </a:lnTo>
                <a:lnTo>
                  <a:pt x="612096" y="69228"/>
                </a:lnTo>
                <a:lnTo>
                  <a:pt x="587216" y="68370"/>
                </a:lnTo>
                <a:lnTo>
                  <a:pt x="562327" y="67456"/>
                </a:lnTo>
                <a:lnTo>
                  <a:pt x="537448" y="66485"/>
                </a:lnTo>
                <a:lnTo>
                  <a:pt x="512578" y="65465"/>
                </a:lnTo>
                <a:lnTo>
                  <a:pt x="487699" y="64379"/>
                </a:lnTo>
                <a:lnTo>
                  <a:pt x="462829" y="63236"/>
                </a:lnTo>
                <a:lnTo>
                  <a:pt x="437959" y="62027"/>
                </a:lnTo>
                <a:lnTo>
                  <a:pt x="413099" y="60750"/>
                </a:lnTo>
                <a:lnTo>
                  <a:pt x="388239" y="59388"/>
                </a:lnTo>
                <a:lnTo>
                  <a:pt x="363379" y="57950"/>
                </a:lnTo>
                <a:lnTo>
                  <a:pt x="338528" y="56417"/>
                </a:lnTo>
                <a:lnTo>
                  <a:pt x="313687" y="54778"/>
                </a:lnTo>
                <a:lnTo>
                  <a:pt x="288855" y="53026"/>
                </a:lnTo>
                <a:lnTo>
                  <a:pt x="264023" y="51159"/>
                </a:lnTo>
                <a:lnTo>
                  <a:pt x="239211" y="49149"/>
                </a:lnTo>
                <a:lnTo>
                  <a:pt x="214408" y="46977"/>
                </a:lnTo>
                <a:lnTo>
                  <a:pt x="189624" y="44606"/>
                </a:lnTo>
                <a:lnTo>
                  <a:pt x="164859" y="42015"/>
                </a:lnTo>
                <a:lnTo>
                  <a:pt x="140132" y="39148"/>
                </a:lnTo>
                <a:lnTo>
                  <a:pt x="115443" y="35938"/>
                </a:lnTo>
                <a:lnTo>
                  <a:pt x="90811" y="32261"/>
                </a:lnTo>
                <a:lnTo>
                  <a:pt x="66294" y="27937"/>
                </a:lnTo>
                <a:lnTo>
                  <a:pt x="41986" y="22574"/>
                </a:lnTo>
                <a:lnTo>
                  <a:pt x="18231" y="1517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5A07A87C-9883-49FB-973C-670E8076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489322"/>
            <a:ext cx="2433123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DBE75645-3558-41A2-A914-7497A3B8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45057"/>
            <a:ext cx="1594666" cy="929440"/>
          </a:xfrm>
          <a:custGeom xmlns:a="http://schemas.openxmlformats.org/drawingml/2006/main">
            <a:pathLst>
              <a:path w="1594666" h="929440">
                <a:moveTo>
                  <a:pt x="0" y="0"/>
                </a:moveTo>
                <a:lnTo>
                  <a:pt x="7744" y="17345"/>
                </a:lnTo>
                <a:lnTo>
                  <a:pt x="15488" y="34690"/>
                </a:lnTo>
                <a:lnTo>
                  <a:pt x="23231" y="52035"/>
                </a:lnTo>
                <a:lnTo>
                  <a:pt x="30975" y="69380"/>
                </a:lnTo>
                <a:lnTo>
                  <a:pt x="38719" y="86725"/>
                </a:lnTo>
                <a:lnTo>
                  <a:pt x="46463" y="104070"/>
                </a:lnTo>
                <a:lnTo>
                  <a:pt x="54207" y="121415"/>
                </a:lnTo>
                <a:lnTo>
                  <a:pt x="61951" y="138760"/>
                </a:lnTo>
                <a:lnTo>
                  <a:pt x="69694" y="156105"/>
                </a:lnTo>
                <a:lnTo>
                  <a:pt x="77438" y="173460"/>
                </a:lnTo>
                <a:lnTo>
                  <a:pt x="85182" y="190805"/>
                </a:lnTo>
                <a:lnTo>
                  <a:pt x="92926" y="208150"/>
                </a:lnTo>
                <a:lnTo>
                  <a:pt x="100670" y="225495"/>
                </a:lnTo>
                <a:lnTo>
                  <a:pt x="108414" y="242840"/>
                </a:lnTo>
                <a:lnTo>
                  <a:pt x="116157" y="260185"/>
                </a:lnTo>
                <a:lnTo>
                  <a:pt x="123901" y="277530"/>
                </a:lnTo>
                <a:lnTo>
                  <a:pt x="131645" y="294875"/>
                </a:lnTo>
                <a:lnTo>
                  <a:pt x="139389" y="312220"/>
                </a:lnTo>
                <a:lnTo>
                  <a:pt x="147133" y="329565"/>
                </a:lnTo>
                <a:lnTo>
                  <a:pt x="154877" y="346910"/>
                </a:lnTo>
                <a:lnTo>
                  <a:pt x="162620" y="364255"/>
                </a:lnTo>
                <a:lnTo>
                  <a:pt x="170364" y="381600"/>
                </a:lnTo>
                <a:lnTo>
                  <a:pt x="178108" y="398945"/>
                </a:lnTo>
                <a:lnTo>
                  <a:pt x="185852" y="416290"/>
                </a:lnTo>
                <a:lnTo>
                  <a:pt x="193596" y="433635"/>
                </a:lnTo>
                <a:lnTo>
                  <a:pt x="201339" y="450980"/>
                </a:lnTo>
                <a:lnTo>
                  <a:pt x="209083" y="468325"/>
                </a:lnTo>
                <a:lnTo>
                  <a:pt x="216818" y="485670"/>
                </a:lnTo>
                <a:lnTo>
                  <a:pt x="224561" y="503025"/>
                </a:lnTo>
                <a:lnTo>
                  <a:pt x="232305" y="520370"/>
                </a:lnTo>
                <a:lnTo>
                  <a:pt x="240049" y="537715"/>
                </a:lnTo>
                <a:lnTo>
                  <a:pt x="247793" y="555060"/>
                </a:lnTo>
                <a:lnTo>
                  <a:pt x="255537" y="572405"/>
                </a:lnTo>
                <a:lnTo>
                  <a:pt x="263281" y="589750"/>
                </a:lnTo>
                <a:lnTo>
                  <a:pt x="271024" y="607095"/>
                </a:lnTo>
                <a:lnTo>
                  <a:pt x="278768" y="624440"/>
                </a:lnTo>
                <a:lnTo>
                  <a:pt x="286512" y="641785"/>
                </a:lnTo>
                <a:lnTo>
                  <a:pt x="294256" y="659130"/>
                </a:lnTo>
                <a:lnTo>
                  <a:pt x="302000" y="676475"/>
                </a:lnTo>
                <a:lnTo>
                  <a:pt x="309743" y="693820"/>
                </a:lnTo>
                <a:lnTo>
                  <a:pt x="317487" y="711165"/>
                </a:lnTo>
                <a:lnTo>
                  <a:pt x="325231" y="728510"/>
                </a:lnTo>
                <a:lnTo>
                  <a:pt x="332975" y="745855"/>
                </a:lnTo>
                <a:lnTo>
                  <a:pt x="340719" y="763200"/>
                </a:lnTo>
                <a:lnTo>
                  <a:pt x="348463" y="780545"/>
                </a:lnTo>
                <a:lnTo>
                  <a:pt x="356206" y="797890"/>
                </a:lnTo>
                <a:lnTo>
                  <a:pt x="363950" y="815235"/>
                </a:lnTo>
                <a:lnTo>
                  <a:pt x="371694" y="832580"/>
                </a:lnTo>
                <a:lnTo>
                  <a:pt x="379438" y="849935"/>
                </a:lnTo>
                <a:lnTo>
                  <a:pt x="386925" y="866927"/>
                </a:lnTo>
                <a:lnTo>
                  <a:pt x="401974" y="878396"/>
                </a:lnTo>
                <a:lnTo>
                  <a:pt x="419100" y="886587"/>
                </a:lnTo>
                <a:lnTo>
                  <a:pt x="436978" y="892988"/>
                </a:lnTo>
                <a:lnTo>
                  <a:pt x="455228" y="898236"/>
                </a:lnTo>
                <a:lnTo>
                  <a:pt x="473697" y="902675"/>
                </a:lnTo>
                <a:lnTo>
                  <a:pt x="492309" y="906504"/>
                </a:lnTo>
                <a:lnTo>
                  <a:pt x="511007" y="909838"/>
                </a:lnTo>
                <a:lnTo>
                  <a:pt x="529771" y="912762"/>
                </a:lnTo>
                <a:lnTo>
                  <a:pt x="548592" y="915343"/>
                </a:lnTo>
                <a:lnTo>
                  <a:pt x="567452" y="917639"/>
                </a:lnTo>
                <a:lnTo>
                  <a:pt x="586340" y="919658"/>
                </a:lnTo>
                <a:lnTo>
                  <a:pt x="605247" y="921449"/>
                </a:lnTo>
                <a:lnTo>
                  <a:pt x="624173" y="923030"/>
                </a:lnTo>
                <a:lnTo>
                  <a:pt x="643118" y="924401"/>
                </a:lnTo>
                <a:lnTo>
                  <a:pt x="662083" y="925592"/>
                </a:lnTo>
                <a:lnTo>
                  <a:pt x="681047" y="926611"/>
                </a:lnTo>
                <a:lnTo>
                  <a:pt x="700021" y="927468"/>
                </a:lnTo>
                <a:lnTo>
                  <a:pt x="719004" y="928164"/>
                </a:lnTo>
                <a:lnTo>
                  <a:pt x="737997" y="928707"/>
                </a:lnTo>
                <a:lnTo>
                  <a:pt x="756990" y="929097"/>
                </a:lnTo>
                <a:lnTo>
                  <a:pt x="775983" y="929345"/>
                </a:lnTo>
                <a:lnTo>
                  <a:pt x="794976" y="929440"/>
                </a:lnTo>
                <a:lnTo>
                  <a:pt x="813968" y="929402"/>
                </a:lnTo>
                <a:lnTo>
                  <a:pt x="832971" y="929211"/>
                </a:lnTo>
                <a:lnTo>
                  <a:pt x="851964" y="928888"/>
                </a:lnTo>
                <a:lnTo>
                  <a:pt x="870947" y="928402"/>
                </a:lnTo>
                <a:lnTo>
                  <a:pt x="889930" y="927773"/>
                </a:lnTo>
                <a:lnTo>
                  <a:pt x="908914" y="926992"/>
                </a:lnTo>
                <a:lnTo>
                  <a:pt x="927887" y="926040"/>
                </a:lnTo>
                <a:lnTo>
                  <a:pt x="946842" y="924925"/>
                </a:lnTo>
                <a:lnTo>
                  <a:pt x="965797" y="923630"/>
                </a:lnTo>
                <a:lnTo>
                  <a:pt x="984733" y="922134"/>
                </a:lnTo>
                <a:lnTo>
                  <a:pt x="1003649" y="920439"/>
                </a:lnTo>
                <a:lnTo>
                  <a:pt x="1022547" y="918515"/>
                </a:lnTo>
                <a:lnTo>
                  <a:pt x="1041425" y="916343"/>
                </a:lnTo>
                <a:lnTo>
                  <a:pt x="1060256" y="913876"/>
                </a:lnTo>
                <a:lnTo>
                  <a:pt x="1079049" y="911104"/>
                </a:lnTo>
                <a:lnTo>
                  <a:pt x="1097785" y="907952"/>
                </a:lnTo>
                <a:lnTo>
                  <a:pt x="1116435" y="904342"/>
                </a:lnTo>
                <a:lnTo>
                  <a:pt x="1134961" y="900189"/>
                </a:lnTo>
                <a:lnTo>
                  <a:pt x="1153316" y="895302"/>
                </a:lnTo>
                <a:lnTo>
                  <a:pt x="1171385" y="889445"/>
                </a:lnTo>
                <a:lnTo>
                  <a:pt x="1188901" y="882110"/>
                </a:lnTo>
                <a:lnTo>
                  <a:pt x="1205113" y="872290"/>
                </a:lnTo>
                <a:lnTo>
                  <a:pt x="1216847" y="857660"/>
                </a:lnTo>
                <a:lnTo>
                  <a:pt x="1222972" y="839857"/>
                </a:lnTo>
                <a:lnTo>
                  <a:pt x="1230716" y="822512"/>
                </a:lnTo>
                <a:lnTo>
                  <a:pt x="1238460" y="805167"/>
                </a:lnTo>
                <a:lnTo>
                  <a:pt x="1246203" y="787822"/>
                </a:lnTo>
                <a:lnTo>
                  <a:pt x="1253947" y="770468"/>
                </a:lnTo>
                <a:lnTo>
                  <a:pt x="1261691" y="753123"/>
                </a:lnTo>
                <a:lnTo>
                  <a:pt x="1269435" y="735778"/>
                </a:lnTo>
                <a:lnTo>
                  <a:pt x="1277179" y="718433"/>
                </a:lnTo>
                <a:lnTo>
                  <a:pt x="1284923" y="701088"/>
                </a:lnTo>
                <a:lnTo>
                  <a:pt x="1292666" y="683743"/>
                </a:lnTo>
                <a:lnTo>
                  <a:pt x="1300410" y="666398"/>
                </a:lnTo>
                <a:lnTo>
                  <a:pt x="1308154" y="649053"/>
                </a:lnTo>
                <a:lnTo>
                  <a:pt x="1315898" y="631708"/>
                </a:lnTo>
                <a:lnTo>
                  <a:pt x="1323642" y="614363"/>
                </a:lnTo>
                <a:lnTo>
                  <a:pt x="1331385" y="597017"/>
                </a:lnTo>
                <a:lnTo>
                  <a:pt x="1339129" y="579672"/>
                </a:lnTo>
                <a:lnTo>
                  <a:pt x="1346873" y="562327"/>
                </a:lnTo>
                <a:lnTo>
                  <a:pt x="1354617" y="544982"/>
                </a:lnTo>
                <a:lnTo>
                  <a:pt x="1362361" y="527637"/>
                </a:lnTo>
                <a:lnTo>
                  <a:pt x="1370105" y="510292"/>
                </a:lnTo>
                <a:lnTo>
                  <a:pt x="1377848" y="492947"/>
                </a:lnTo>
                <a:lnTo>
                  <a:pt x="1385592" y="475602"/>
                </a:lnTo>
                <a:lnTo>
                  <a:pt x="1393336" y="458257"/>
                </a:lnTo>
                <a:lnTo>
                  <a:pt x="1401080" y="440903"/>
                </a:lnTo>
                <a:lnTo>
                  <a:pt x="1408824" y="423558"/>
                </a:lnTo>
                <a:lnTo>
                  <a:pt x="1416568" y="406213"/>
                </a:lnTo>
                <a:lnTo>
                  <a:pt x="1424311" y="388868"/>
                </a:lnTo>
                <a:lnTo>
                  <a:pt x="1432055" y="371523"/>
                </a:lnTo>
                <a:lnTo>
                  <a:pt x="1439799" y="354178"/>
                </a:lnTo>
                <a:lnTo>
                  <a:pt x="1447543" y="336833"/>
                </a:lnTo>
                <a:lnTo>
                  <a:pt x="1455287" y="319488"/>
                </a:lnTo>
                <a:lnTo>
                  <a:pt x="1463030" y="302143"/>
                </a:lnTo>
                <a:lnTo>
                  <a:pt x="1470774" y="284798"/>
                </a:lnTo>
                <a:lnTo>
                  <a:pt x="1478518" y="267452"/>
                </a:lnTo>
                <a:lnTo>
                  <a:pt x="1486262" y="250107"/>
                </a:lnTo>
                <a:lnTo>
                  <a:pt x="1494006" y="232762"/>
                </a:lnTo>
                <a:lnTo>
                  <a:pt x="1501750" y="215417"/>
                </a:lnTo>
                <a:lnTo>
                  <a:pt x="1509493" y="198072"/>
                </a:lnTo>
                <a:lnTo>
                  <a:pt x="1517228" y="180727"/>
                </a:lnTo>
                <a:lnTo>
                  <a:pt x="1524972" y="163382"/>
                </a:lnTo>
                <a:lnTo>
                  <a:pt x="1532715" y="146037"/>
                </a:lnTo>
                <a:lnTo>
                  <a:pt x="1540459" y="128692"/>
                </a:lnTo>
                <a:lnTo>
                  <a:pt x="1548203" y="111338"/>
                </a:lnTo>
                <a:lnTo>
                  <a:pt x="1555947" y="93993"/>
                </a:lnTo>
                <a:lnTo>
                  <a:pt x="1563691" y="76648"/>
                </a:lnTo>
                <a:lnTo>
                  <a:pt x="1571435" y="59303"/>
                </a:lnTo>
                <a:lnTo>
                  <a:pt x="1579178" y="41958"/>
                </a:lnTo>
                <a:lnTo>
                  <a:pt x="1586922" y="24613"/>
                </a:lnTo>
                <a:lnTo>
                  <a:pt x="1594666" y="7268"/>
                </a:lnTo>
                <a:lnTo>
                  <a:pt x="1593190" y="9649"/>
                </a:lnTo>
                <a:lnTo>
                  <a:pt x="1577197" y="19717"/>
                </a:lnTo>
                <a:lnTo>
                  <a:pt x="1559423" y="26384"/>
                </a:lnTo>
                <a:lnTo>
                  <a:pt x="1541145" y="31547"/>
                </a:lnTo>
                <a:lnTo>
                  <a:pt x="1522638" y="35824"/>
                </a:lnTo>
                <a:lnTo>
                  <a:pt x="1504007" y="39500"/>
                </a:lnTo>
                <a:lnTo>
                  <a:pt x="1485281" y="42739"/>
                </a:lnTo>
                <a:lnTo>
                  <a:pt x="1466517" y="45634"/>
                </a:lnTo>
                <a:lnTo>
                  <a:pt x="1447695" y="48254"/>
                </a:lnTo>
                <a:lnTo>
                  <a:pt x="1428855" y="50644"/>
                </a:lnTo>
                <a:lnTo>
                  <a:pt x="1409986" y="52835"/>
                </a:lnTo>
                <a:lnTo>
                  <a:pt x="1391098" y="54864"/>
                </a:lnTo>
                <a:lnTo>
                  <a:pt x="1372200" y="56740"/>
                </a:lnTo>
                <a:lnTo>
                  <a:pt x="1353283" y="58484"/>
                </a:lnTo>
                <a:lnTo>
                  <a:pt x="1334357" y="60122"/>
                </a:lnTo>
                <a:lnTo>
                  <a:pt x="1315422" y="61636"/>
                </a:lnTo>
                <a:lnTo>
                  <a:pt x="1296476" y="63056"/>
                </a:lnTo>
                <a:lnTo>
                  <a:pt x="1277531" y="64389"/>
                </a:lnTo>
                <a:lnTo>
                  <a:pt x="1258576" y="65637"/>
                </a:lnTo>
                <a:lnTo>
                  <a:pt x="1239612" y="66808"/>
                </a:lnTo>
                <a:lnTo>
                  <a:pt x="1220648" y="67904"/>
                </a:lnTo>
                <a:lnTo>
                  <a:pt x="1201684" y="68932"/>
                </a:lnTo>
                <a:lnTo>
                  <a:pt x="1182710" y="69894"/>
                </a:lnTo>
                <a:lnTo>
                  <a:pt x="1163736" y="70790"/>
                </a:lnTo>
                <a:lnTo>
                  <a:pt x="1144762" y="71638"/>
                </a:lnTo>
                <a:lnTo>
                  <a:pt x="1125779" y="72419"/>
                </a:lnTo>
                <a:lnTo>
                  <a:pt x="1106805" y="73142"/>
                </a:lnTo>
                <a:lnTo>
                  <a:pt x="1087822" y="73819"/>
                </a:lnTo>
                <a:lnTo>
                  <a:pt x="1068829" y="74447"/>
                </a:lnTo>
                <a:lnTo>
                  <a:pt x="1049846" y="75028"/>
                </a:lnTo>
                <a:lnTo>
                  <a:pt x="1030862" y="75552"/>
                </a:lnTo>
                <a:lnTo>
                  <a:pt x="1011869" y="76038"/>
                </a:lnTo>
                <a:lnTo>
                  <a:pt x="992876" y="76486"/>
                </a:lnTo>
                <a:lnTo>
                  <a:pt x="973884" y="76876"/>
                </a:lnTo>
                <a:lnTo>
                  <a:pt x="954891" y="77229"/>
                </a:lnTo>
                <a:lnTo>
                  <a:pt x="935898" y="77543"/>
                </a:lnTo>
                <a:lnTo>
                  <a:pt x="916905" y="77810"/>
                </a:lnTo>
                <a:lnTo>
                  <a:pt x="897912" y="78038"/>
                </a:lnTo>
                <a:lnTo>
                  <a:pt x="878919" y="78229"/>
                </a:lnTo>
                <a:lnTo>
                  <a:pt x="859927" y="78372"/>
                </a:lnTo>
                <a:lnTo>
                  <a:pt x="840924" y="78486"/>
                </a:lnTo>
                <a:lnTo>
                  <a:pt x="821931" y="78553"/>
                </a:lnTo>
                <a:lnTo>
                  <a:pt x="802938" y="78581"/>
                </a:lnTo>
                <a:lnTo>
                  <a:pt x="783946" y="78562"/>
                </a:lnTo>
                <a:lnTo>
                  <a:pt x="764943" y="78515"/>
                </a:lnTo>
                <a:lnTo>
                  <a:pt x="745950" y="78429"/>
                </a:lnTo>
                <a:lnTo>
                  <a:pt x="726958" y="78296"/>
                </a:lnTo>
                <a:lnTo>
                  <a:pt x="707965" y="78124"/>
                </a:lnTo>
                <a:lnTo>
                  <a:pt x="688962" y="77915"/>
                </a:lnTo>
                <a:lnTo>
                  <a:pt x="669969" y="77667"/>
                </a:lnTo>
                <a:lnTo>
                  <a:pt x="650977" y="77372"/>
                </a:lnTo>
                <a:lnTo>
                  <a:pt x="631984" y="77038"/>
                </a:lnTo>
                <a:lnTo>
                  <a:pt x="612991" y="76657"/>
                </a:lnTo>
                <a:lnTo>
                  <a:pt x="594008" y="76238"/>
                </a:lnTo>
                <a:lnTo>
                  <a:pt x="575015" y="75771"/>
                </a:lnTo>
                <a:lnTo>
                  <a:pt x="556022" y="75257"/>
                </a:lnTo>
                <a:lnTo>
                  <a:pt x="537039" y="74695"/>
                </a:lnTo>
                <a:lnTo>
                  <a:pt x="518055" y="74095"/>
                </a:lnTo>
                <a:lnTo>
                  <a:pt x="499072" y="73438"/>
                </a:lnTo>
                <a:lnTo>
                  <a:pt x="480089" y="72723"/>
                </a:lnTo>
                <a:lnTo>
                  <a:pt x="461105" y="71961"/>
                </a:lnTo>
                <a:lnTo>
                  <a:pt x="442131" y="71152"/>
                </a:lnTo>
                <a:lnTo>
                  <a:pt x="423148" y="70275"/>
                </a:lnTo>
                <a:lnTo>
                  <a:pt x="404184" y="69342"/>
                </a:lnTo>
                <a:lnTo>
                  <a:pt x="385210" y="68342"/>
                </a:lnTo>
                <a:lnTo>
                  <a:pt x="366246" y="67275"/>
                </a:lnTo>
                <a:lnTo>
                  <a:pt x="347282" y="66132"/>
                </a:lnTo>
                <a:lnTo>
                  <a:pt x="328327" y="64922"/>
                </a:lnTo>
                <a:lnTo>
                  <a:pt x="309372" y="63627"/>
                </a:lnTo>
                <a:lnTo>
                  <a:pt x="290427" y="62246"/>
                </a:lnTo>
                <a:lnTo>
                  <a:pt x="271491" y="60760"/>
                </a:lnTo>
                <a:lnTo>
                  <a:pt x="252565" y="59179"/>
                </a:lnTo>
                <a:lnTo>
                  <a:pt x="233648" y="57483"/>
                </a:lnTo>
                <a:lnTo>
                  <a:pt x="214732" y="55664"/>
                </a:lnTo>
                <a:lnTo>
                  <a:pt x="195844" y="53711"/>
                </a:lnTo>
                <a:lnTo>
                  <a:pt x="176965" y="51587"/>
                </a:lnTo>
                <a:lnTo>
                  <a:pt x="158105" y="49282"/>
                </a:lnTo>
                <a:lnTo>
                  <a:pt x="139284" y="46758"/>
                </a:lnTo>
                <a:lnTo>
                  <a:pt x="120491" y="43986"/>
                </a:lnTo>
                <a:lnTo>
                  <a:pt x="101746" y="40900"/>
                </a:lnTo>
                <a:lnTo>
                  <a:pt x="83077" y="37424"/>
                </a:lnTo>
                <a:lnTo>
                  <a:pt x="64503" y="33423"/>
                </a:lnTo>
                <a:lnTo>
                  <a:pt x="46111" y="28689"/>
                </a:lnTo>
                <a:lnTo>
                  <a:pt x="28070" y="22765"/>
                </a:lnTo>
                <a:lnTo>
                  <a:pt x="10982" y="145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793A9207-3AF1-4DB8-A3C8-5E8E7CA3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21203"/>
            <a:ext cx="159797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AD47A043-5523-4848-A715-D2EE9BB0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529"/>
          </a:xfrm>
          <a:custGeom xmlns:a="http://schemas.openxmlformats.org/drawingml/2006/main">
            <a:pathLst>
              <a:path w="1832610" h="3087529">
                <a:moveTo>
                  <a:pt x="0" y="0"/>
                </a:moveTo>
                <a:lnTo>
                  <a:pt x="152" y="38633"/>
                </a:lnTo>
                <a:lnTo>
                  <a:pt x="10735" y="75819"/>
                </a:lnTo>
                <a:lnTo>
                  <a:pt x="21317" y="113005"/>
                </a:lnTo>
                <a:lnTo>
                  <a:pt x="31899" y="150190"/>
                </a:lnTo>
                <a:lnTo>
                  <a:pt x="42472" y="187366"/>
                </a:lnTo>
                <a:lnTo>
                  <a:pt x="53054" y="224552"/>
                </a:lnTo>
                <a:lnTo>
                  <a:pt x="63637" y="261737"/>
                </a:lnTo>
                <a:lnTo>
                  <a:pt x="74219" y="298914"/>
                </a:lnTo>
                <a:lnTo>
                  <a:pt x="84801" y="336099"/>
                </a:lnTo>
                <a:lnTo>
                  <a:pt x="95383" y="373285"/>
                </a:lnTo>
                <a:lnTo>
                  <a:pt x="105956" y="410470"/>
                </a:lnTo>
                <a:lnTo>
                  <a:pt x="116538" y="447646"/>
                </a:lnTo>
                <a:lnTo>
                  <a:pt x="127121" y="484832"/>
                </a:lnTo>
                <a:lnTo>
                  <a:pt x="137703" y="522018"/>
                </a:lnTo>
                <a:lnTo>
                  <a:pt x="148285" y="559194"/>
                </a:lnTo>
                <a:lnTo>
                  <a:pt x="158867" y="596379"/>
                </a:lnTo>
                <a:lnTo>
                  <a:pt x="169450" y="633565"/>
                </a:lnTo>
                <a:lnTo>
                  <a:pt x="180023" y="670751"/>
                </a:lnTo>
                <a:lnTo>
                  <a:pt x="190605" y="707927"/>
                </a:lnTo>
                <a:lnTo>
                  <a:pt x="201187" y="745112"/>
                </a:lnTo>
                <a:lnTo>
                  <a:pt x="211769" y="782298"/>
                </a:lnTo>
                <a:lnTo>
                  <a:pt x="222352" y="819474"/>
                </a:lnTo>
                <a:lnTo>
                  <a:pt x="232934" y="856659"/>
                </a:lnTo>
                <a:lnTo>
                  <a:pt x="243507" y="893845"/>
                </a:lnTo>
                <a:lnTo>
                  <a:pt x="254089" y="931021"/>
                </a:lnTo>
                <a:lnTo>
                  <a:pt x="264671" y="968207"/>
                </a:lnTo>
                <a:lnTo>
                  <a:pt x="274663" y="1005545"/>
                </a:lnTo>
                <a:lnTo>
                  <a:pt x="283378" y="1043207"/>
                </a:lnTo>
                <a:lnTo>
                  <a:pt x="291922" y="1080907"/>
                </a:lnTo>
                <a:lnTo>
                  <a:pt x="300076" y="1118702"/>
                </a:lnTo>
                <a:lnTo>
                  <a:pt x="308229" y="1156487"/>
                </a:lnTo>
                <a:lnTo>
                  <a:pt x="316373" y="1194283"/>
                </a:lnTo>
                <a:lnTo>
                  <a:pt x="324526" y="1232068"/>
                </a:lnTo>
                <a:lnTo>
                  <a:pt x="332680" y="1269863"/>
                </a:lnTo>
                <a:lnTo>
                  <a:pt x="340824" y="1307649"/>
                </a:lnTo>
                <a:lnTo>
                  <a:pt x="348977" y="1345435"/>
                </a:lnTo>
                <a:lnTo>
                  <a:pt x="357130" y="1383230"/>
                </a:lnTo>
                <a:lnTo>
                  <a:pt x="365274" y="1421016"/>
                </a:lnTo>
                <a:lnTo>
                  <a:pt x="373428" y="1458811"/>
                </a:lnTo>
                <a:lnTo>
                  <a:pt x="381572" y="1496597"/>
                </a:lnTo>
                <a:lnTo>
                  <a:pt x="389725" y="1534392"/>
                </a:lnTo>
                <a:lnTo>
                  <a:pt x="397878" y="1572177"/>
                </a:lnTo>
                <a:lnTo>
                  <a:pt x="406022" y="1609973"/>
                </a:lnTo>
                <a:lnTo>
                  <a:pt x="414176" y="1647758"/>
                </a:lnTo>
                <a:lnTo>
                  <a:pt x="422329" y="1685554"/>
                </a:lnTo>
                <a:lnTo>
                  <a:pt x="430473" y="1723339"/>
                </a:lnTo>
                <a:lnTo>
                  <a:pt x="438626" y="1761134"/>
                </a:lnTo>
                <a:lnTo>
                  <a:pt x="446780" y="1798920"/>
                </a:lnTo>
                <a:lnTo>
                  <a:pt x="454924" y="1836715"/>
                </a:lnTo>
                <a:lnTo>
                  <a:pt x="463077" y="1874501"/>
                </a:lnTo>
                <a:lnTo>
                  <a:pt x="471230" y="1912287"/>
                </a:lnTo>
                <a:lnTo>
                  <a:pt x="479374" y="1950082"/>
                </a:lnTo>
                <a:lnTo>
                  <a:pt x="487528" y="1987868"/>
                </a:lnTo>
                <a:lnTo>
                  <a:pt x="495681" y="2025663"/>
                </a:lnTo>
                <a:lnTo>
                  <a:pt x="503396" y="2063544"/>
                </a:lnTo>
                <a:lnTo>
                  <a:pt x="511111" y="2101425"/>
                </a:lnTo>
                <a:lnTo>
                  <a:pt x="518693" y="2139334"/>
                </a:lnTo>
                <a:lnTo>
                  <a:pt x="526266" y="2177244"/>
                </a:lnTo>
                <a:lnTo>
                  <a:pt x="533848" y="2215153"/>
                </a:lnTo>
                <a:lnTo>
                  <a:pt x="541420" y="2253063"/>
                </a:lnTo>
                <a:lnTo>
                  <a:pt x="548992" y="2290972"/>
                </a:lnTo>
                <a:lnTo>
                  <a:pt x="556574" y="2328882"/>
                </a:lnTo>
                <a:lnTo>
                  <a:pt x="564147" y="2366791"/>
                </a:lnTo>
                <a:lnTo>
                  <a:pt x="571719" y="2404701"/>
                </a:lnTo>
                <a:lnTo>
                  <a:pt x="579301" y="2442610"/>
                </a:lnTo>
                <a:lnTo>
                  <a:pt x="581978" y="2476500"/>
                </a:lnTo>
                <a:lnTo>
                  <a:pt x="543316" y="2476500"/>
                </a:lnTo>
                <a:lnTo>
                  <a:pt x="504663" y="2476500"/>
                </a:lnTo>
                <a:lnTo>
                  <a:pt x="466001" y="2476500"/>
                </a:lnTo>
                <a:lnTo>
                  <a:pt x="427339" y="2476500"/>
                </a:lnTo>
                <a:lnTo>
                  <a:pt x="388687" y="2476500"/>
                </a:lnTo>
                <a:lnTo>
                  <a:pt x="350025" y="2476500"/>
                </a:lnTo>
                <a:lnTo>
                  <a:pt x="311363" y="2476500"/>
                </a:lnTo>
                <a:lnTo>
                  <a:pt x="303657" y="2489225"/>
                </a:lnTo>
                <a:lnTo>
                  <a:pt x="331137" y="2516419"/>
                </a:lnTo>
                <a:lnTo>
                  <a:pt x="358607" y="2543623"/>
                </a:lnTo>
                <a:lnTo>
                  <a:pt x="386086" y="2570817"/>
                </a:lnTo>
                <a:lnTo>
                  <a:pt x="413556" y="2598010"/>
                </a:lnTo>
                <a:lnTo>
                  <a:pt x="441036" y="2625204"/>
                </a:lnTo>
                <a:lnTo>
                  <a:pt x="468516" y="2652398"/>
                </a:lnTo>
                <a:lnTo>
                  <a:pt x="495986" y="2679592"/>
                </a:lnTo>
                <a:lnTo>
                  <a:pt x="523465" y="2706795"/>
                </a:lnTo>
                <a:lnTo>
                  <a:pt x="550936" y="2733989"/>
                </a:lnTo>
                <a:lnTo>
                  <a:pt x="578415" y="2761183"/>
                </a:lnTo>
                <a:lnTo>
                  <a:pt x="605895" y="2788377"/>
                </a:lnTo>
                <a:lnTo>
                  <a:pt x="633365" y="2815571"/>
                </a:lnTo>
                <a:lnTo>
                  <a:pt x="660845" y="2842765"/>
                </a:lnTo>
                <a:lnTo>
                  <a:pt x="688315" y="2869968"/>
                </a:lnTo>
                <a:lnTo>
                  <a:pt x="715794" y="2897162"/>
                </a:lnTo>
                <a:lnTo>
                  <a:pt x="743274" y="2924356"/>
                </a:lnTo>
                <a:lnTo>
                  <a:pt x="770744" y="2951550"/>
                </a:lnTo>
                <a:lnTo>
                  <a:pt x="798224" y="2978744"/>
                </a:lnTo>
                <a:lnTo>
                  <a:pt x="825694" y="3005938"/>
                </a:lnTo>
                <a:lnTo>
                  <a:pt x="853173" y="3033141"/>
                </a:lnTo>
                <a:lnTo>
                  <a:pt x="880653" y="3060335"/>
                </a:lnTo>
                <a:lnTo>
                  <a:pt x="908123" y="3087529"/>
                </a:lnTo>
                <a:lnTo>
                  <a:pt x="935603" y="3076527"/>
                </a:lnTo>
                <a:lnTo>
                  <a:pt x="963073" y="3049334"/>
                </a:lnTo>
                <a:lnTo>
                  <a:pt x="990552" y="3022140"/>
                </a:lnTo>
                <a:lnTo>
                  <a:pt x="1018032" y="2994936"/>
                </a:lnTo>
                <a:lnTo>
                  <a:pt x="1045502" y="2967742"/>
                </a:lnTo>
                <a:lnTo>
                  <a:pt x="1072982" y="2940548"/>
                </a:lnTo>
                <a:lnTo>
                  <a:pt x="1100452" y="2913355"/>
                </a:lnTo>
                <a:lnTo>
                  <a:pt x="1127931" y="2886161"/>
                </a:lnTo>
                <a:lnTo>
                  <a:pt x="1155411" y="2858967"/>
                </a:lnTo>
                <a:lnTo>
                  <a:pt x="1182881" y="2831763"/>
                </a:lnTo>
                <a:lnTo>
                  <a:pt x="1210361" y="2804570"/>
                </a:lnTo>
                <a:lnTo>
                  <a:pt x="1237831" y="2777376"/>
                </a:lnTo>
                <a:lnTo>
                  <a:pt x="1265311" y="2750182"/>
                </a:lnTo>
                <a:lnTo>
                  <a:pt x="1292790" y="2722988"/>
                </a:lnTo>
                <a:lnTo>
                  <a:pt x="1320260" y="2695785"/>
                </a:lnTo>
                <a:lnTo>
                  <a:pt x="1347740" y="2668591"/>
                </a:lnTo>
                <a:lnTo>
                  <a:pt x="1375210" y="2641397"/>
                </a:lnTo>
                <a:lnTo>
                  <a:pt x="1402690" y="2614203"/>
                </a:lnTo>
                <a:lnTo>
                  <a:pt x="1430169" y="2587009"/>
                </a:lnTo>
                <a:lnTo>
                  <a:pt x="1457639" y="2559815"/>
                </a:lnTo>
                <a:lnTo>
                  <a:pt x="1485119" y="2532612"/>
                </a:lnTo>
                <a:lnTo>
                  <a:pt x="1512589" y="2505418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31" y="2476500"/>
                </a:lnTo>
                <a:lnTo>
                  <a:pt x="1350969" y="2476500"/>
                </a:lnTo>
                <a:lnTo>
                  <a:pt x="1312307" y="2476500"/>
                </a:lnTo>
                <a:lnTo>
                  <a:pt x="1273654" y="2476500"/>
                </a:lnTo>
                <a:lnTo>
                  <a:pt x="1248794" y="2465184"/>
                </a:lnTo>
                <a:lnTo>
                  <a:pt x="1256376" y="2427275"/>
                </a:lnTo>
                <a:lnTo>
                  <a:pt x="1263948" y="2389365"/>
                </a:lnTo>
                <a:lnTo>
                  <a:pt x="1271530" y="2351456"/>
                </a:lnTo>
                <a:lnTo>
                  <a:pt x="1279103" y="2313546"/>
                </a:lnTo>
                <a:lnTo>
                  <a:pt x="1286675" y="2275637"/>
                </a:lnTo>
                <a:lnTo>
                  <a:pt x="1294257" y="2237727"/>
                </a:lnTo>
                <a:lnTo>
                  <a:pt x="1301829" y="2199818"/>
                </a:lnTo>
                <a:lnTo>
                  <a:pt x="1309411" y="2161908"/>
                </a:lnTo>
                <a:lnTo>
                  <a:pt x="1316984" y="2123999"/>
                </a:lnTo>
                <a:lnTo>
                  <a:pt x="1324623" y="2086099"/>
                </a:lnTo>
                <a:lnTo>
                  <a:pt x="1332338" y="2048218"/>
                </a:lnTo>
                <a:lnTo>
                  <a:pt x="1340234" y="2010375"/>
                </a:lnTo>
                <a:lnTo>
                  <a:pt x="1348378" y="1972580"/>
                </a:lnTo>
                <a:lnTo>
                  <a:pt x="1356531" y="1934794"/>
                </a:lnTo>
                <a:lnTo>
                  <a:pt x="1364685" y="1896999"/>
                </a:lnTo>
                <a:lnTo>
                  <a:pt x="1372829" y="1859213"/>
                </a:lnTo>
                <a:lnTo>
                  <a:pt x="1380982" y="1821428"/>
                </a:lnTo>
                <a:lnTo>
                  <a:pt x="1389136" y="1783632"/>
                </a:lnTo>
                <a:lnTo>
                  <a:pt x="1397279" y="1745847"/>
                </a:lnTo>
                <a:lnTo>
                  <a:pt x="1405433" y="1708052"/>
                </a:lnTo>
                <a:lnTo>
                  <a:pt x="1413577" y="1670266"/>
                </a:lnTo>
                <a:lnTo>
                  <a:pt x="1421730" y="1632471"/>
                </a:lnTo>
                <a:lnTo>
                  <a:pt x="1429883" y="1594685"/>
                </a:lnTo>
                <a:lnTo>
                  <a:pt x="1438027" y="1556890"/>
                </a:lnTo>
                <a:lnTo>
                  <a:pt x="1446181" y="1519104"/>
                </a:lnTo>
                <a:lnTo>
                  <a:pt x="1454334" y="1481309"/>
                </a:lnTo>
                <a:lnTo>
                  <a:pt x="1462478" y="1443523"/>
                </a:lnTo>
                <a:lnTo>
                  <a:pt x="1470631" y="1405728"/>
                </a:lnTo>
                <a:lnTo>
                  <a:pt x="1478785" y="1367942"/>
                </a:lnTo>
                <a:lnTo>
                  <a:pt x="1486929" y="1330147"/>
                </a:lnTo>
                <a:lnTo>
                  <a:pt x="1495082" y="1292362"/>
                </a:lnTo>
                <a:lnTo>
                  <a:pt x="1503236" y="1254576"/>
                </a:lnTo>
                <a:lnTo>
                  <a:pt x="1511379" y="1216781"/>
                </a:lnTo>
                <a:lnTo>
                  <a:pt x="1519533" y="1178995"/>
                </a:lnTo>
                <a:lnTo>
                  <a:pt x="1527686" y="1141200"/>
                </a:lnTo>
                <a:lnTo>
                  <a:pt x="1535830" y="1103414"/>
                </a:lnTo>
                <a:lnTo>
                  <a:pt x="1544050" y="1065638"/>
                </a:lnTo>
                <a:lnTo>
                  <a:pt x="1552756" y="1027967"/>
                </a:lnTo>
                <a:lnTo>
                  <a:pt x="1561633" y="990352"/>
                </a:lnTo>
                <a:lnTo>
                  <a:pt x="1572216" y="953167"/>
                </a:lnTo>
                <a:lnTo>
                  <a:pt x="1582798" y="915981"/>
                </a:lnTo>
                <a:lnTo>
                  <a:pt x="1593380" y="878805"/>
                </a:lnTo>
                <a:lnTo>
                  <a:pt x="1603962" y="841619"/>
                </a:lnTo>
                <a:lnTo>
                  <a:pt x="1614545" y="804434"/>
                </a:lnTo>
                <a:lnTo>
                  <a:pt x="1625117" y="767248"/>
                </a:lnTo>
                <a:lnTo>
                  <a:pt x="1635700" y="730072"/>
                </a:lnTo>
                <a:lnTo>
                  <a:pt x="1646282" y="692887"/>
                </a:lnTo>
                <a:lnTo>
                  <a:pt x="1656864" y="655701"/>
                </a:lnTo>
                <a:lnTo>
                  <a:pt x="1667447" y="618525"/>
                </a:lnTo>
                <a:lnTo>
                  <a:pt x="1678029" y="581339"/>
                </a:lnTo>
                <a:lnTo>
                  <a:pt x="1688611" y="544154"/>
                </a:lnTo>
                <a:lnTo>
                  <a:pt x="1699184" y="506968"/>
                </a:lnTo>
                <a:lnTo>
                  <a:pt x="1709766" y="469792"/>
                </a:lnTo>
                <a:lnTo>
                  <a:pt x="1720348" y="432606"/>
                </a:lnTo>
                <a:lnTo>
                  <a:pt x="1730931" y="395421"/>
                </a:lnTo>
                <a:lnTo>
                  <a:pt x="1741513" y="358245"/>
                </a:lnTo>
                <a:lnTo>
                  <a:pt x="1752095" y="321059"/>
                </a:lnTo>
                <a:lnTo>
                  <a:pt x="1762668" y="283874"/>
                </a:lnTo>
                <a:lnTo>
                  <a:pt x="1773250" y="246698"/>
                </a:lnTo>
                <a:lnTo>
                  <a:pt x="1783832" y="209512"/>
                </a:lnTo>
                <a:lnTo>
                  <a:pt x="1794415" y="172326"/>
                </a:lnTo>
                <a:lnTo>
                  <a:pt x="1804997" y="135141"/>
                </a:lnTo>
                <a:lnTo>
                  <a:pt x="1815579" y="97965"/>
                </a:lnTo>
                <a:lnTo>
                  <a:pt x="1826152" y="60779"/>
                </a:lnTo>
                <a:lnTo>
                  <a:pt x="1832610" y="23022"/>
                </a:lnTo>
                <a:lnTo>
                  <a:pt x="1816970" y="0"/>
                </a:lnTo>
                <a:lnTo>
                  <a:pt x="1778308" y="0"/>
                </a:lnTo>
                <a:lnTo>
                  <a:pt x="1739656" y="0"/>
                </a:lnTo>
                <a:lnTo>
                  <a:pt x="1700994" y="0"/>
                </a:lnTo>
                <a:lnTo>
                  <a:pt x="1662332" y="0"/>
                </a:lnTo>
                <a:lnTo>
                  <a:pt x="1623679" y="0"/>
                </a:lnTo>
                <a:lnTo>
                  <a:pt x="1585017" y="0"/>
                </a:lnTo>
                <a:lnTo>
                  <a:pt x="1546355" y="0"/>
                </a:lnTo>
                <a:lnTo>
                  <a:pt x="1507703" y="0"/>
                </a:lnTo>
                <a:lnTo>
                  <a:pt x="1469041" y="0"/>
                </a:lnTo>
                <a:lnTo>
                  <a:pt x="1430379" y="0"/>
                </a:lnTo>
                <a:lnTo>
                  <a:pt x="1391726" y="0"/>
                </a:lnTo>
                <a:lnTo>
                  <a:pt x="1353064" y="0"/>
                </a:lnTo>
                <a:lnTo>
                  <a:pt x="1314402" y="0"/>
                </a:lnTo>
                <a:lnTo>
                  <a:pt x="1275750" y="0"/>
                </a:lnTo>
                <a:lnTo>
                  <a:pt x="1237088" y="0"/>
                </a:lnTo>
                <a:lnTo>
                  <a:pt x="1198426" y="0"/>
                </a:lnTo>
                <a:lnTo>
                  <a:pt x="1159764" y="0"/>
                </a:lnTo>
                <a:lnTo>
                  <a:pt x="1121112" y="0"/>
                </a:lnTo>
                <a:lnTo>
                  <a:pt x="1082450" y="0"/>
                </a:lnTo>
                <a:lnTo>
                  <a:pt x="1043788" y="0"/>
                </a:lnTo>
                <a:lnTo>
                  <a:pt x="1005135" y="0"/>
                </a:lnTo>
                <a:lnTo>
                  <a:pt x="966473" y="0"/>
                </a:lnTo>
                <a:lnTo>
                  <a:pt x="927811" y="0"/>
                </a:lnTo>
                <a:lnTo>
                  <a:pt x="889159" y="0"/>
                </a:lnTo>
                <a:lnTo>
                  <a:pt x="850497" y="0"/>
                </a:lnTo>
                <a:lnTo>
                  <a:pt x="811835" y="0"/>
                </a:lnTo>
                <a:lnTo>
                  <a:pt x="773182" y="0"/>
                </a:lnTo>
                <a:lnTo>
                  <a:pt x="734520" y="0"/>
                </a:lnTo>
                <a:lnTo>
                  <a:pt x="695858" y="0"/>
                </a:lnTo>
                <a:lnTo>
                  <a:pt x="657206" y="0"/>
                </a:lnTo>
                <a:lnTo>
                  <a:pt x="618544" y="0"/>
                </a:lnTo>
                <a:lnTo>
                  <a:pt x="579882" y="0"/>
                </a:lnTo>
                <a:lnTo>
                  <a:pt x="541230" y="0"/>
                </a:lnTo>
                <a:lnTo>
                  <a:pt x="502568" y="0"/>
                </a:lnTo>
                <a:lnTo>
                  <a:pt x="463906" y="0"/>
                </a:lnTo>
                <a:lnTo>
                  <a:pt x="425253" y="0"/>
                </a:lnTo>
                <a:lnTo>
                  <a:pt x="386591" y="0"/>
                </a:lnTo>
                <a:lnTo>
                  <a:pt x="347929" y="0"/>
                </a:lnTo>
                <a:lnTo>
                  <a:pt x="309267" y="0"/>
                </a:lnTo>
                <a:lnTo>
                  <a:pt x="270615" y="0"/>
                </a:lnTo>
                <a:lnTo>
                  <a:pt x="231953" y="0"/>
                </a:lnTo>
                <a:lnTo>
                  <a:pt x="193291" y="0"/>
                </a:lnTo>
                <a:lnTo>
                  <a:pt x="154638" y="0"/>
                </a:lnTo>
                <a:lnTo>
                  <a:pt x="115976" y="0"/>
                </a:lnTo>
                <a:lnTo>
                  <a:pt x="7731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9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38023AD4-1B4B-45F1-BCBE-F8C467AC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2925661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0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8F321F4A-72A5-4C9B-A69B-F40F7258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3957638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1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3EF91B40-3A69-4E11-8958-EEF5011C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4989462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2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0A7B3D33-CF80-406E-B738-3B8F35BA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6738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2d39dc6ca840a6">
            <a:extLst>
              <a:ext uri="{96DAC541-7B7A-43D3-8B79-37D633B846F1}">
                <asvg:svgBlip xmlns:asvg="http://schemas.microsoft.com/office/drawing/2016/SVG/main" r:embed="R82bf986385e549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00563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AAE5890D-A385-4AFE-B35A-B74EEB3C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05375" y="1724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8a9c92b0a40c1">
            <a:extLst>
              <a:ext uri="{96DAC541-7B7A-43D3-8B79-37D633B846F1}">
                <asvg:svgBlip xmlns:asvg="http://schemas.microsoft.com/office/drawing/2016/SVG/main" r:embed="R8d408b7ef97e48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029200" y="18478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6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55FDA375-8D49-4DC6-9B8E-F223EE85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6863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513d7cb884b98">
            <a:extLst>
              <a:ext uri="{96DAC541-7B7A-43D3-8B79-37D633B846F1}">
                <asvg:svgBlip xmlns:asvg="http://schemas.microsoft.com/office/drawing/2016/SVG/main" r:embed="R1d38671ec36045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00688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8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CB58DCD8-AEE6-4579-8230-5FBE4959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0272b4670497c">
            <a:extLst>
              <a:ext uri="{96DAC541-7B7A-43D3-8B79-37D633B846F1}">
                <asvg:svgBlip xmlns:asvg="http://schemas.microsoft.com/office/drawing/2016/SVG/main" r:embed="R85015220364341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240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D9FD70B5-C357-4001-AF4E-6E93E081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6988" y="1657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ef0fdca11496a">
            <a:extLst>
              <a:ext uri="{96DAC541-7B7A-43D3-8B79-37D633B846F1}">
                <asvg:svgBlip xmlns:asvg="http://schemas.microsoft.com/office/drawing/2016/SVG/main" r:embed="R65e66cf4f6f640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00813" y="17811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EC05F662-6442-48C2-8E82-CDE639D7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1790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e1678e13b4907">
            <a:extLst>
              <a:ext uri="{96DAC541-7B7A-43D3-8B79-37D633B846F1}">
                <asvg:svgBlip xmlns:asvg="http://schemas.microsoft.com/office/drawing/2016/SVG/main" r:embed="Re5d1cdb9d0d943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29450" y="19145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4" name="simple-input-core-6">
            <a:extLst xmlns:a="http://schemas.openxmlformats.org/drawingml/2006/main">
              <a:ext uri="{FF2B5EF4-FFF2-40B4-BE49-F238E27FC236}">
                <a16:creationId xmlns:a16="http://schemas.microsoft.com/office/drawing/2014/main" id="{879EED43-E498-4426-BBF3-47CECFF3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7113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ef9c782fe438b">
            <a:extLst>
              <a:ext uri="{96DAC541-7B7A-43D3-8B79-37D633B846F1}">
                <asvg:svgBlip xmlns:asvg="http://schemas.microsoft.com/office/drawing/2016/SVG/main" r:embed="Rabe3087483394f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00938" y="200025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665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4DBB5880-3FE1-4D3B-988D-B8449FC6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1F823491-D38D-470D-AF35-9DAB5FE2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A86977E6-ACB9-461A-AF87-B9F56E8D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4D038113-D4C0-463F-BD3D-8A39AD61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3DF7BF9E-B27B-4C5B-88E3-61CCF3DF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B15EDAA1-ECEC-42E9-874D-314375E0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F4B5CD6C-AA49-4ACC-B57D-52926ACE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1D1ABDD8-B93A-4D48-96D8-30135369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4F1FD1F9-CD4C-4ADA-A1B4-3C212ECC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CFE0B254-3592-4E6F-A1A7-8B714927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1C1324B0-9442-41A7-8DAF-5FEB803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F6ABCBBF-1AB8-4220-8DE6-BE40C7B6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355CC01D-5054-4318-A7E8-D947A29F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98B212FF-415E-4D15-A5EA-AD5013FE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</p:spTree>
    <p:extLst>
      <p:ext uri="{BB962C8B-B14F-4D97-AF65-F5344CB8AC3E}">
        <p14:creationId xmlns:p14="http://schemas.microsoft.com/office/powerpoint/2010/main" val="2948478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5906EC17-1B91-45DB-BF83-1C700FD5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986B443B-3E84-412F-9612-F61709BB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AA6FE652-6DB6-4634-999B-959FF778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86CEAEBA-14C6-447E-ACB0-113D6D7C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D5D1E915-0413-4961-8C5B-458BDA01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82AB2FC7-8552-4EEB-BA18-3D90AD20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8542A2EA-8439-4E7F-9F97-DB31FE70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A339E0BD-2673-4600-BDC7-C48D36B4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1AF6250C-AA66-4D61-89AF-953B4E7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62EA545D-8DA0-459D-B75F-A0B78000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36DE71A2-FD34-46AA-98FD-7DA28BB3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BE13FF84-9556-47E2-A913-342B260B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ED9E00CB-7AFE-4967-A5CF-9A7A7A50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28CF6A85-B391-430A-9F1F-45AE498B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0F5B542A-E4E7-4100-87C6-63860B05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752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319d4e9b94e1d">
            <a:extLst>
              <a:ext uri="{96DAC541-7B7A-43D3-8B79-37D633B846F1}">
                <asvg:svgBlip xmlns:asvg="http://schemas.microsoft.com/office/drawing/2016/SVG/main" r:embed="Re0ebedf688154b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87642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2794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C0693C0D-0B59-4F47-BD04-14EB775B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FBE4C506-0251-4BAD-A028-4EA2D7DF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5C0EFC10-305D-40BE-9382-9F59D390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E41EACF2-9725-4D3F-819F-5B788277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4C61A0EA-6225-4AA7-A584-5A98D313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29D23AF5-1A78-4ECE-A1A7-7FDC1FC5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61AD5DED-5AA3-402E-A7EB-4EE13E84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970B9513-96DC-4B24-B708-2540AA12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6F089CF4-209D-40A0-8B96-7D507635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B601AE63-A9FA-43E6-907A-71B834D3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A1FD749D-2CC5-4D3A-9252-00078346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A96FA778-644C-49A2-A600-9A8B8348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BD418870-EC0E-4561-810A-EDD74280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E707CB5C-BE04-4630-A0E1-E4A97ECE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2AB3F82C-F2F4-4234-8758-6A45C293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10d3612fa46e2">
            <a:extLst>
              <a:ext uri="{96DAC541-7B7A-43D3-8B79-37D633B846F1}">
                <asvg:svgBlip xmlns:asvg="http://schemas.microsoft.com/office/drawing/2016/SVG/main" r:embed="Rfacafdc492cb42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86375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D89FD265-69CC-462E-8571-9B89F88F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0b26d9c284b03">
            <a:extLst>
              <a:ext uri="{96DAC541-7B7A-43D3-8B79-37D633B846F1}">
                <asvg:svgBlip xmlns:asvg="http://schemas.microsoft.com/office/drawing/2016/SVG/main" r:embed="R2e0cee68b0c048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43700" y="178117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5824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779E556D-CB4F-48A4-B34F-26A31D07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1CC1D7D4-D6FE-48B1-82BA-2A8733C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70B805F3-EDB2-493E-9994-87463195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6CD00582-6964-49EB-9C28-21F7A7C3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AC80F41B-DFF0-4B98-B558-CBDD47D2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486AAEBD-C812-4158-8152-F92C8A01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1A6F1091-356B-40B8-8972-2DC072F2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AAE70AE7-46E4-4F48-8DD6-766D7CC7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AAAC740D-6B77-42D4-8691-B0253C25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76C5770E-CA6F-40CB-92AA-3BDBF728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1F213B44-EE4C-4B60-9A3C-0CFC2C84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16E18BC5-22CD-4E2D-BDBE-EDC1CD54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81C4B69C-B6ED-497A-8246-7CA3CBB8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DD465DB0-3357-49F5-9730-2DB4224C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9589B217-25DC-4CD7-965A-17417B26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29175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66fb22e9a4753">
            <a:extLst>
              <a:ext uri="{96DAC541-7B7A-43D3-8B79-37D633B846F1}">
                <asvg:svgBlip xmlns:asvg="http://schemas.microsoft.com/office/drawing/2016/SVG/main" r:embed="Rcf808ea93b974aa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3D254B28-8CA5-44DC-99AE-5327AFE0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38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0a88247e74925">
            <a:extLst>
              <a:ext uri="{96DAC541-7B7A-43D3-8B79-37D633B846F1}">
                <asvg:svgBlip xmlns:asvg="http://schemas.microsoft.com/office/drawing/2016/SVG/main" r:embed="R9712a836266c45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621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9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46D074D0-CBEF-4DCE-8D96-7A7E5DE4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4675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9d832d38745d3">
            <a:extLst>
              <a:ext uri="{96DAC541-7B7A-43D3-8B79-37D633B846F1}">
                <asvg:svgBlip xmlns:asvg="http://schemas.microsoft.com/office/drawing/2016/SVG/main" r:embed="R5f02e68e70f54c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48500" y="193357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5765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F59FA10B-372B-44EE-A197-530E997B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B4AFB564-4F51-4160-BC3C-C65BC0C0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0351BBD1-B907-433E-99C7-81C8358D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42153451-0606-4F42-9266-1A4EC357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30FA67F4-93E2-49E6-A69E-EC8914EA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725D3DC5-53C6-46D6-8761-6CA09A45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DAE02D3F-73DB-4732-8506-9B568DDA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C585B204-7384-443D-93DD-DC1B4414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B4B5AB87-1ECE-4D65-A4E2-E60764BE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037D7278-3A1C-4E49-BE89-BD6D9954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85CE41FD-79FF-49ED-AF04-E68C3C78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DEB6B32A-6483-45C9-BCA9-09BB597A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D0AF00EC-A554-442C-A5D9-A7463D58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CD864F5B-327A-4546-B220-DE22D8E7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738CD68E-0141-402D-9AA6-723F1D18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c1000238449fb">
            <a:extLst>
              <a:ext uri="{96DAC541-7B7A-43D3-8B79-37D633B846F1}">
                <asvg:svgBlip xmlns:asvg="http://schemas.microsoft.com/office/drawing/2016/SVG/main" r:embed="R303210e07ec44d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10125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D878F484-EDFB-4C9D-ACFD-C5DBA188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8574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42218c826492a">
            <a:extLst>
              <a:ext uri="{96DAC541-7B7A-43D3-8B79-37D633B846F1}">
                <asvg:svgBlip xmlns:asvg="http://schemas.microsoft.com/office/drawing/2016/SVG/main" r:embed="R766fdad7f8284b3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32399" y="18002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9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14413AFB-B906-4FE1-A8DE-921A675A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73698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ef3c4389da4584">
            <a:extLst>
              <a:ext uri="{96DAC541-7B7A-43D3-8B79-37D633B846F1}">
                <asvg:svgBlip xmlns:asvg="http://schemas.microsoft.com/office/drawing/2016/SVG/main" r:embed="R556a3960664c4d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97523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55E741E6-F3B4-494E-AE78-C35AAD51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1828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2ec5993534b8c">
            <a:extLst>
              <a:ext uri="{96DAC541-7B7A-43D3-8B79-37D633B846F1}">
                <asvg:svgBlip xmlns:asvg="http://schemas.microsoft.com/office/drawing/2016/SVG/main" r:embed="Rd4cf7977947a4a3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19950" y="19526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3121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93CF4ABA-6C1C-4332-B12E-45192A47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AA42E1FA-BA94-4967-9575-5611FD62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5450183D-438B-4E92-9DF0-435ED015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6CB335FF-D9A9-4457-894B-791D7274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0EC73904-29BE-4766-AE1E-DEBEB571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49218C46-7F58-4619-A739-F5A8F7C0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E22034ED-93A5-4492-83DF-3163A339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3C6611FE-77E7-4A5E-808C-F0D6AB97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C5D9B560-CB8E-4B3A-ABCC-728931FB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02355224-458D-46D6-9F97-8AFAF2EE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AAD98DEA-A636-41AB-89AB-841FEE9B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8F140431-22FE-4160-8323-EB25BA36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417B3BFD-AB46-4A23-BAB8-484B636D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F56E4F82-32BB-4D0A-9276-9F4A956F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6773D192-3C72-4B3B-88C5-1D7EDD6C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342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cf927e155844e6">
            <a:extLst>
              <a:ext uri="{96DAC541-7B7A-43D3-8B79-37D633B846F1}">
                <asvg:svgBlip xmlns:asvg="http://schemas.microsoft.com/office/drawing/2016/SVG/main" r:embed="Rf2123be8a7ed49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6725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E9BFCF6D-88EA-4CC8-870D-76755EC0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16859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eba2b5c3b4b1c">
            <a:extLst>
              <a:ext uri="{96DAC541-7B7A-43D3-8B79-37D633B846F1}">
                <asvg:svgBlip xmlns:asvg="http://schemas.microsoft.com/office/drawing/2016/SVG/main" r:embed="Rb32e44f7fc984b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62575" y="18097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9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F6DA25EE-F281-4020-A405-71F3779D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ab6a46f0b4d39">
            <a:extLst>
              <a:ext uri="{96DAC541-7B7A-43D3-8B79-37D633B846F1}">
                <asvg:svgBlip xmlns:asvg="http://schemas.microsoft.com/office/drawing/2016/SVG/main" r:embed="R5ba7e66e7bf741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39F0661D-A56D-451A-9366-C459B797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f042789bec4fa8">
            <a:extLst>
              <a:ext uri="{96DAC541-7B7A-43D3-8B79-37D633B846F1}">
                <asvg:svgBlip xmlns:asvg="http://schemas.microsoft.com/office/drawing/2016/SVG/main" r:embed="Rae4f112f62344c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96075" y="18383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FAEF727C-0783-4902-AFE6-CF541DA7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0425" y="18573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8caa75725e48b6">
            <a:extLst>
              <a:ext uri="{96DAC541-7B7A-43D3-8B79-37D633B846F1}">
                <asvg:svgBlip xmlns:asvg="http://schemas.microsoft.com/office/drawing/2016/SVG/main" r:embed="R29e48148a90546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198120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8698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1DDD14D5-A6B3-47CB-8645-567D9CF8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573B4138-66A5-4CAC-92EA-6736CB7B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A58CE8BE-11CD-4B80-B869-FE0A1C5D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F64FDE99-D9B1-4C43-BFF6-2551C1B8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E031E677-A15F-436E-93C5-F3D11CA0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24DEFA7D-85E0-4F58-9C32-4137FA7B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6889BF67-774E-4642-8C63-D0D48D34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28B8615F-B678-4285-BB4D-DF80E881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652E1ED0-6274-446C-8D07-E56E31B7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A59B2CD6-07EE-444D-82B1-D95759C6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C843BB34-057A-49F3-959B-648BEDE9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4155C10A-B455-4FB1-B27D-2D0FAB71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FA225E61-DCEF-402F-B393-825C8EE5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F3A68B08-B1C9-4CE6-B71E-8535D42E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ACDD6244-8C7D-4BD5-85FF-FEA4D66E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8614f27c242e7">
            <a:extLst>
              <a:ext uri="{96DAC541-7B7A-43D3-8B79-37D633B846F1}">
                <asvg:svgBlip xmlns:asvg="http://schemas.microsoft.com/office/drawing/2016/SVG/main" r:embed="R5c301ea5d90a46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7200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4A2ACFFD-51CF-45A6-B431-E75F4170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7049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a5be8425e4bf2">
            <a:extLst>
              <a:ext uri="{96DAC541-7B7A-43D3-8B79-37D633B846F1}">
                <asvg:svgBlip xmlns:asvg="http://schemas.microsoft.com/office/drawing/2016/SVG/main" r:embed="R4e165141fe684b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72075" y="182880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9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27A0F64A-EA7E-4CB5-9574-73BDCDD3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0c0e16470a4a8c">
            <a:extLst>
              <a:ext uri="{96DAC541-7B7A-43D3-8B79-37D633B846F1}">
                <asvg:svgBlip xmlns:asvg="http://schemas.microsoft.com/office/drawing/2016/SVG/main" r:embed="Rdff45fc7dba54b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1500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E4CBEB24-C3CD-46AB-96D4-004586C3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1647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db42125984ba1">
            <a:extLst>
              <a:ext uri="{96DAC541-7B7A-43D3-8B79-37D633B846F1}">
                <asvg:svgBlip xmlns:asvg="http://schemas.microsoft.com/office/drawing/2016/SVG/main" r:embed="R3d4a08abba8f47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15075" y="17716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50015BCC-6880-43CE-AED8-0DCCC48A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34175" y="1771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e6d68bc8694acd">
            <a:extLst>
              <a:ext uri="{96DAC541-7B7A-43D3-8B79-37D633B846F1}">
                <asvg:svgBlip xmlns:asvg="http://schemas.microsoft.com/office/drawing/2016/SVG/main" r:embed="Ra595435551394c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8954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9C13ACF0-B202-4AA0-935D-2C7144B1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1866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8a46c75ac34f89">
            <a:extLst>
              <a:ext uri="{96DAC541-7B7A-43D3-8B79-37D633B846F1}">
                <asvg:svgBlip xmlns:asvg="http://schemas.microsoft.com/office/drawing/2016/SVG/main" r:embed="R1ba147d5cb5443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58075" y="19907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3238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C86E1080-C76F-4A3C-ADE5-D6B3055A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EFB96269-DD48-4A42-BC61-F2447598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5087" cy="671532"/>
          </a:xfrm>
          <a:custGeom xmlns:a="http://schemas.openxmlformats.org/drawingml/2006/main">
            <a:pathLst>
              <a:path w="3515087" h="671532">
                <a:moveTo>
                  <a:pt x="0" y="0"/>
                </a:moveTo>
                <a:lnTo>
                  <a:pt x="18831" y="25918"/>
                </a:lnTo>
                <a:lnTo>
                  <a:pt x="37662" y="51835"/>
                </a:lnTo>
                <a:lnTo>
                  <a:pt x="56493" y="77743"/>
                </a:lnTo>
                <a:lnTo>
                  <a:pt x="75324" y="103661"/>
                </a:lnTo>
                <a:lnTo>
                  <a:pt x="94155" y="129578"/>
                </a:lnTo>
                <a:lnTo>
                  <a:pt x="112986" y="155496"/>
                </a:lnTo>
                <a:lnTo>
                  <a:pt x="131816" y="181413"/>
                </a:lnTo>
                <a:lnTo>
                  <a:pt x="150647" y="207331"/>
                </a:lnTo>
                <a:lnTo>
                  <a:pt x="169478" y="233239"/>
                </a:lnTo>
                <a:lnTo>
                  <a:pt x="188309" y="259156"/>
                </a:lnTo>
                <a:lnTo>
                  <a:pt x="207140" y="285074"/>
                </a:lnTo>
                <a:lnTo>
                  <a:pt x="225971" y="310991"/>
                </a:lnTo>
                <a:lnTo>
                  <a:pt x="244802" y="336909"/>
                </a:lnTo>
                <a:lnTo>
                  <a:pt x="263633" y="362826"/>
                </a:lnTo>
                <a:lnTo>
                  <a:pt x="282464" y="388734"/>
                </a:lnTo>
                <a:lnTo>
                  <a:pt x="301304" y="414652"/>
                </a:lnTo>
                <a:lnTo>
                  <a:pt x="320135" y="440569"/>
                </a:lnTo>
                <a:lnTo>
                  <a:pt x="338966" y="466487"/>
                </a:lnTo>
                <a:lnTo>
                  <a:pt x="357797" y="492404"/>
                </a:lnTo>
                <a:lnTo>
                  <a:pt x="376628" y="518312"/>
                </a:lnTo>
                <a:lnTo>
                  <a:pt x="395459" y="544230"/>
                </a:lnTo>
                <a:lnTo>
                  <a:pt x="414290" y="570147"/>
                </a:lnTo>
                <a:lnTo>
                  <a:pt x="431949" y="596589"/>
                </a:lnTo>
                <a:lnTo>
                  <a:pt x="459886" y="611153"/>
                </a:lnTo>
                <a:lnTo>
                  <a:pt x="491033" y="618611"/>
                </a:lnTo>
                <a:lnTo>
                  <a:pt x="522589" y="624097"/>
                </a:lnTo>
                <a:lnTo>
                  <a:pt x="554307" y="628555"/>
                </a:lnTo>
                <a:lnTo>
                  <a:pt x="586121" y="632346"/>
                </a:lnTo>
                <a:lnTo>
                  <a:pt x="617982" y="635660"/>
                </a:lnTo>
                <a:lnTo>
                  <a:pt x="649881" y="638623"/>
                </a:lnTo>
                <a:lnTo>
                  <a:pt x="681809" y="641280"/>
                </a:lnTo>
                <a:lnTo>
                  <a:pt x="713746" y="643700"/>
                </a:lnTo>
                <a:lnTo>
                  <a:pt x="745703" y="645919"/>
                </a:lnTo>
                <a:lnTo>
                  <a:pt x="777678" y="647976"/>
                </a:lnTo>
                <a:lnTo>
                  <a:pt x="809654" y="649862"/>
                </a:lnTo>
                <a:lnTo>
                  <a:pt x="841639" y="651624"/>
                </a:lnTo>
                <a:lnTo>
                  <a:pt x="873633" y="653263"/>
                </a:lnTo>
                <a:lnTo>
                  <a:pt x="905637" y="654787"/>
                </a:lnTo>
                <a:lnTo>
                  <a:pt x="937631" y="656215"/>
                </a:lnTo>
                <a:lnTo>
                  <a:pt x="969645" y="657558"/>
                </a:lnTo>
                <a:lnTo>
                  <a:pt x="1001649" y="658806"/>
                </a:lnTo>
                <a:lnTo>
                  <a:pt x="1033672" y="659978"/>
                </a:lnTo>
                <a:lnTo>
                  <a:pt x="1065686" y="661073"/>
                </a:lnTo>
                <a:lnTo>
                  <a:pt x="1097699" y="662102"/>
                </a:lnTo>
                <a:lnTo>
                  <a:pt x="1129722" y="663064"/>
                </a:lnTo>
                <a:lnTo>
                  <a:pt x="1161745" y="663959"/>
                </a:lnTo>
                <a:lnTo>
                  <a:pt x="1193768" y="664788"/>
                </a:lnTo>
                <a:lnTo>
                  <a:pt x="1225791" y="665569"/>
                </a:lnTo>
                <a:lnTo>
                  <a:pt x="1257824" y="666293"/>
                </a:lnTo>
                <a:lnTo>
                  <a:pt x="1289847" y="666960"/>
                </a:lnTo>
                <a:lnTo>
                  <a:pt x="1321880" y="667588"/>
                </a:lnTo>
                <a:lnTo>
                  <a:pt x="1353912" y="668150"/>
                </a:lnTo>
                <a:lnTo>
                  <a:pt x="1385935" y="668674"/>
                </a:lnTo>
                <a:lnTo>
                  <a:pt x="1417968" y="669150"/>
                </a:lnTo>
                <a:lnTo>
                  <a:pt x="1450000" y="669588"/>
                </a:lnTo>
                <a:lnTo>
                  <a:pt x="1482033" y="669969"/>
                </a:lnTo>
                <a:lnTo>
                  <a:pt x="1514065" y="670312"/>
                </a:lnTo>
                <a:lnTo>
                  <a:pt x="1546108" y="670608"/>
                </a:lnTo>
                <a:lnTo>
                  <a:pt x="1578140" y="670865"/>
                </a:lnTo>
                <a:lnTo>
                  <a:pt x="1610173" y="671074"/>
                </a:lnTo>
                <a:lnTo>
                  <a:pt x="1642205" y="671246"/>
                </a:lnTo>
                <a:lnTo>
                  <a:pt x="1674238" y="671370"/>
                </a:lnTo>
                <a:lnTo>
                  <a:pt x="1706280" y="671474"/>
                </a:lnTo>
                <a:lnTo>
                  <a:pt x="1738313" y="671522"/>
                </a:lnTo>
                <a:lnTo>
                  <a:pt x="1770345" y="671532"/>
                </a:lnTo>
                <a:lnTo>
                  <a:pt x="1802378" y="671503"/>
                </a:lnTo>
                <a:lnTo>
                  <a:pt x="1834420" y="671427"/>
                </a:lnTo>
                <a:lnTo>
                  <a:pt x="1866452" y="671303"/>
                </a:lnTo>
                <a:lnTo>
                  <a:pt x="1898485" y="671160"/>
                </a:lnTo>
                <a:lnTo>
                  <a:pt x="1930517" y="670970"/>
                </a:lnTo>
                <a:lnTo>
                  <a:pt x="1962550" y="670731"/>
                </a:lnTo>
                <a:lnTo>
                  <a:pt x="1994592" y="670455"/>
                </a:lnTo>
                <a:lnTo>
                  <a:pt x="2026625" y="670141"/>
                </a:lnTo>
                <a:lnTo>
                  <a:pt x="2058657" y="669769"/>
                </a:lnTo>
                <a:lnTo>
                  <a:pt x="2090690" y="669369"/>
                </a:lnTo>
                <a:lnTo>
                  <a:pt x="2122722" y="668912"/>
                </a:lnTo>
                <a:lnTo>
                  <a:pt x="2154755" y="668417"/>
                </a:lnTo>
                <a:lnTo>
                  <a:pt x="2186778" y="667874"/>
                </a:lnTo>
                <a:lnTo>
                  <a:pt x="2218811" y="667274"/>
                </a:lnTo>
                <a:lnTo>
                  <a:pt x="2250843" y="666636"/>
                </a:lnTo>
                <a:lnTo>
                  <a:pt x="2282866" y="665931"/>
                </a:lnTo>
                <a:lnTo>
                  <a:pt x="2314889" y="665178"/>
                </a:lnTo>
                <a:lnTo>
                  <a:pt x="2346922" y="664369"/>
                </a:lnTo>
                <a:lnTo>
                  <a:pt x="2378945" y="663502"/>
                </a:lnTo>
                <a:lnTo>
                  <a:pt x="2410958" y="662569"/>
                </a:lnTo>
                <a:lnTo>
                  <a:pt x="2442982" y="661578"/>
                </a:lnTo>
                <a:lnTo>
                  <a:pt x="2474995" y="660521"/>
                </a:lnTo>
                <a:lnTo>
                  <a:pt x="2507018" y="659387"/>
                </a:lnTo>
                <a:lnTo>
                  <a:pt x="2539022" y="658178"/>
                </a:lnTo>
                <a:lnTo>
                  <a:pt x="2571036" y="656882"/>
                </a:lnTo>
                <a:lnTo>
                  <a:pt x="2603040" y="655501"/>
                </a:lnTo>
                <a:lnTo>
                  <a:pt x="2635044" y="654025"/>
                </a:lnTo>
                <a:lnTo>
                  <a:pt x="2667038" y="652434"/>
                </a:lnTo>
                <a:lnTo>
                  <a:pt x="2699023" y="650738"/>
                </a:lnTo>
                <a:lnTo>
                  <a:pt x="2731008" y="648910"/>
                </a:lnTo>
                <a:lnTo>
                  <a:pt x="2762983" y="646938"/>
                </a:lnTo>
                <a:lnTo>
                  <a:pt x="2794949" y="644804"/>
                </a:lnTo>
                <a:lnTo>
                  <a:pt x="2826896" y="642490"/>
                </a:lnTo>
                <a:lnTo>
                  <a:pt x="2858834" y="639947"/>
                </a:lnTo>
                <a:lnTo>
                  <a:pt x="2890742" y="637146"/>
                </a:lnTo>
                <a:lnTo>
                  <a:pt x="2922622" y="634013"/>
                </a:lnTo>
                <a:lnTo>
                  <a:pt x="2954465" y="630469"/>
                </a:lnTo>
                <a:lnTo>
                  <a:pt x="2986240" y="626374"/>
                </a:lnTo>
                <a:lnTo>
                  <a:pt x="3017891" y="621440"/>
                </a:lnTo>
                <a:lnTo>
                  <a:pt x="3049295" y="615134"/>
                </a:lnTo>
                <a:lnTo>
                  <a:pt x="3079823" y="605580"/>
                </a:lnTo>
                <a:lnTo>
                  <a:pt x="3100797" y="582759"/>
                </a:lnTo>
                <a:lnTo>
                  <a:pt x="3119628" y="556851"/>
                </a:lnTo>
                <a:lnTo>
                  <a:pt x="3138459" y="530933"/>
                </a:lnTo>
                <a:lnTo>
                  <a:pt x="3157290" y="505016"/>
                </a:lnTo>
                <a:lnTo>
                  <a:pt x="3176121" y="479098"/>
                </a:lnTo>
                <a:lnTo>
                  <a:pt x="3194952" y="453180"/>
                </a:lnTo>
                <a:lnTo>
                  <a:pt x="3213783" y="427272"/>
                </a:lnTo>
                <a:lnTo>
                  <a:pt x="3232614" y="401355"/>
                </a:lnTo>
                <a:lnTo>
                  <a:pt x="3251444" y="375437"/>
                </a:lnTo>
                <a:lnTo>
                  <a:pt x="3270275" y="349520"/>
                </a:lnTo>
                <a:lnTo>
                  <a:pt x="3289106" y="323602"/>
                </a:lnTo>
                <a:lnTo>
                  <a:pt x="3307937" y="297685"/>
                </a:lnTo>
                <a:lnTo>
                  <a:pt x="3326768" y="271777"/>
                </a:lnTo>
                <a:lnTo>
                  <a:pt x="3345599" y="245859"/>
                </a:lnTo>
                <a:lnTo>
                  <a:pt x="3364430" y="219942"/>
                </a:lnTo>
                <a:lnTo>
                  <a:pt x="3383261" y="194024"/>
                </a:lnTo>
                <a:lnTo>
                  <a:pt x="3402092" y="168107"/>
                </a:lnTo>
                <a:lnTo>
                  <a:pt x="3420932" y="142189"/>
                </a:lnTo>
                <a:lnTo>
                  <a:pt x="3439763" y="116281"/>
                </a:lnTo>
                <a:lnTo>
                  <a:pt x="3458594" y="90364"/>
                </a:lnTo>
                <a:lnTo>
                  <a:pt x="3477425" y="64446"/>
                </a:lnTo>
                <a:lnTo>
                  <a:pt x="3496256" y="38529"/>
                </a:lnTo>
                <a:lnTo>
                  <a:pt x="3515087" y="12611"/>
                </a:lnTo>
                <a:lnTo>
                  <a:pt x="3512401" y="10268"/>
                </a:lnTo>
                <a:lnTo>
                  <a:pt x="3481645" y="19060"/>
                </a:lnTo>
                <a:lnTo>
                  <a:pt x="3450117" y="24746"/>
                </a:lnTo>
                <a:lnTo>
                  <a:pt x="3418399" y="29185"/>
                </a:lnTo>
                <a:lnTo>
                  <a:pt x="3386576" y="32899"/>
                </a:lnTo>
                <a:lnTo>
                  <a:pt x="3354705" y="36128"/>
                </a:lnTo>
                <a:lnTo>
                  <a:pt x="3322796" y="38986"/>
                </a:lnTo>
                <a:lnTo>
                  <a:pt x="3290868" y="41567"/>
                </a:lnTo>
                <a:lnTo>
                  <a:pt x="3258922" y="43920"/>
                </a:lnTo>
                <a:lnTo>
                  <a:pt x="3226956" y="46082"/>
                </a:lnTo>
                <a:lnTo>
                  <a:pt x="3194980" y="48082"/>
                </a:lnTo>
                <a:lnTo>
                  <a:pt x="3163005" y="49940"/>
                </a:lnTo>
                <a:lnTo>
                  <a:pt x="3131020" y="51683"/>
                </a:lnTo>
                <a:lnTo>
                  <a:pt x="3099025" y="53321"/>
                </a:lnTo>
                <a:lnTo>
                  <a:pt x="3067021" y="54864"/>
                </a:lnTo>
                <a:lnTo>
                  <a:pt x="3035027" y="56312"/>
                </a:lnTo>
                <a:lnTo>
                  <a:pt x="3003013" y="57683"/>
                </a:lnTo>
                <a:lnTo>
                  <a:pt x="2971009" y="58979"/>
                </a:lnTo>
                <a:lnTo>
                  <a:pt x="2938996" y="60208"/>
                </a:lnTo>
                <a:lnTo>
                  <a:pt x="2906982" y="61379"/>
                </a:lnTo>
                <a:lnTo>
                  <a:pt x="2874969" y="62484"/>
                </a:lnTo>
                <a:lnTo>
                  <a:pt x="2842946" y="63541"/>
                </a:lnTo>
                <a:lnTo>
                  <a:pt x="2810932" y="64541"/>
                </a:lnTo>
                <a:lnTo>
                  <a:pt x="2778909" y="65494"/>
                </a:lnTo>
                <a:lnTo>
                  <a:pt x="2746886" y="66399"/>
                </a:lnTo>
                <a:lnTo>
                  <a:pt x="2714863" y="67256"/>
                </a:lnTo>
                <a:lnTo>
                  <a:pt x="2682840" y="68075"/>
                </a:lnTo>
                <a:lnTo>
                  <a:pt x="2650817" y="68856"/>
                </a:lnTo>
                <a:lnTo>
                  <a:pt x="2618784" y="69599"/>
                </a:lnTo>
                <a:lnTo>
                  <a:pt x="2586761" y="70304"/>
                </a:lnTo>
                <a:lnTo>
                  <a:pt x="2554729" y="70971"/>
                </a:lnTo>
                <a:lnTo>
                  <a:pt x="2522706" y="71609"/>
                </a:lnTo>
                <a:lnTo>
                  <a:pt x="2490673" y="72209"/>
                </a:lnTo>
                <a:lnTo>
                  <a:pt x="2458641" y="72781"/>
                </a:lnTo>
                <a:lnTo>
                  <a:pt x="2426618" y="73314"/>
                </a:lnTo>
                <a:lnTo>
                  <a:pt x="2394585" y="73819"/>
                </a:lnTo>
                <a:lnTo>
                  <a:pt x="2362552" y="74285"/>
                </a:lnTo>
                <a:lnTo>
                  <a:pt x="2330520" y="74762"/>
                </a:lnTo>
                <a:lnTo>
                  <a:pt x="2298487" y="75162"/>
                </a:lnTo>
                <a:lnTo>
                  <a:pt x="2266455" y="75571"/>
                </a:lnTo>
                <a:lnTo>
                  <a:pt x="2234422" y="75933"/>
                </a:lnTo>
                <a:lnTo>
                  <a:pt x="2202390" y="76267"/>
                </a:lnTo>
                <a:lnTo>
                  <a:pt x="2170357" y="76610"/>
                </a:lnTo>
                <a:lnTo>
                  <a:pt x="2138324" y="76876"/>
                </a:lnTo>
                <a:lnTo>
                  <a:pt x="2106282" y="77153"/>
                </a:lnTo>
                <a:lnTo>
                  <a:pt x="2074250" y="77391"/>
                </a:lnTo>
                <a:lnTo>
                  <a:pt x="2042217" y="77600"/>
                </a:lnTo>
                <a:lnTo>
                  <a:pt x="2010185" y="77810"/>
                </a:lnTo>
                <a:lnTo>
                  <a:pt x="1978152" y="77962"/>
                </a:lnTo>
                <a:lnTo>
                  <a:pt x="1946110" y="78115"/>
                </a:lnTo>
                <a:lnTo>
                  <a:pt x="1914077" y="78238"/>
                </a:lnTo>
                <a:lnTo>
                  <a:pt x="1882045" y="78324"/>
                </a:lnTo>
                <a:lnTo>
                  <a:pt x="1850012" y="78419"/>
                </a:lnTo>
                <a:lnTo>
                  <a:pt x="1817970" y="78457"/>
                </a:lnTo>
                <a:lnTo>
                  <a:pt x="1785938" y="78486"/>
                </a:lnTo>
                <a:lnTo>
                  <a:pt x="1753905" y="78505"/>
                </a:lnTo>
                <a:lnTo>
                  <a:pt x="1721872" y="78476"/>
                </a:lnTo>
                <a:lnTo>
                  <a:pt x="1689830" y="78438"/>
                </a:lnTo>
                <a:lnTo>
                  <a:pt x="1657798" y="78372"/>
                </a:lnTo>
                <a:lnTo>
                  <a:pt x="1625765" y="78286"/>
                </a:lnTo>
                <a:lnTo>
                  <a:pt x="1593733" y="78191"/>
                </a:lnTo>
                <a:lnTo>
                  <a:pt x="1561690" y="78038"/>
                </a:lnTo>
                <a:lnTo>
                  <a:pt x="1529658" y="77886"/>
                </a:lnTo>
                <a:lnTo>
                  <a:pt x="1497625" y="77705"/>
                </a:lnTo>
                <a:lnTo>
                  <a:pt x="1465593" y="77495"/>
                </a:lnTo>
                <a:lnTo>
                  <a:pt x="1433560" y="77286"/>
                </a:lnTo>
                <a:lnTo>
                  <a:pt x="1401518" y="77010"/>
                </a:lnTo>
                <a:lnTo>
                  <a:pt x="1369485" y="76733"/>
                </a:lnTo>
                <a:lnTo>
                  <a:pt x="1337453" y="76438"/>
                </a:lnTo>
                <a:lnTo>
                  <a:pt x="1305420" y="76095"/>
                </a:lnTo>
                <a:lnTo>
                  <a:pt x="1273388" y="75762"/>
                </a:lnTo>
                <a:lnTo>
                  <a:pt x="1241355" y="75362"/>
                </a:lnTo>
                <a:lnTo>
                  <a:pt x="1209323" y="74952"/>
                </a:lnTo>
                <a:lnTo>
                  <a:pt x="1177290" y="74524"/>
                </a:lnTo>
                <a:lnTo>
                  <a:pt x="1145257" y="74047"/>
                </a:lnTo>
                <a:lnTo>
                  <a:pt x="1113225" y="73571"/>
                </a:lnTo>
                <a:lnTo>
                  <a:pt x="1081202" y="73028"/>
                </a:lnTo>
                <a:lnTo>
                  <a:pt x="1049169" y="72485"/>
                </a:lnTo>
                <a:lnTo>
                  <a:pt x="1017137" y="71904"/>
                </a:lnTo>
                <a:lnTo>
                  <a:pt x="985104" y="71285"/>
                </a:lnTo>
                <a:lnTo>
                  <a:pt x="953081" y="70628"/>
                </a:lnTo>
                <a:lnTo>
                  <a:pt x="921048" y="69942"/>
                </a:lnTo>
                <a:lnTo>
                  <a:pt x="889025" y="69228"/>
                </a:lnTo>
                <a:lnTo>
                  <a:pt x="857002" y="68466"/>
                </a:lnTo>
                <a:lnTo>
                  <a:pt x="824979" y="67656"/>
                </a:lnTo>
                <a:lnTo>
                  <a:pt x="792947" y="66818"/>
                </a:lnTo>
                <a:lnTo>
                  <a:pt x="760924" y="65932"/>
                </a:lnTo>
                <a:lnTo>
                  <a:pt x="728910" y="65008"/>
                </a:lnTo>
                <a:lnTo>
                  <a:pt x="696887" y="64027"/>
                </a:lnTo>
                <a:lnTo>
                  <a:pt x="664864" y="62998"/>
                </a:lnTo>
                <a:lnTo>
                  <a:pt x="632851" y="61922"/>
                </a:lnTo>
                <a:lnTo>
                  <a:pt x="600837" y="60779"/>
                </a:lnTo>
                <a:lnTo>
                  <a:pt x="568823" y="59579"/>
                </a:lnTo>
                <a:lnTo>
                  <a:pt x="536810" y="58322"/>
                </a:lnTo>
                <a:lnTo>
                  <a:pt x="504806" y="56988"/>
                </a:lnTo>
                <a:lnTo>
                  <a:pt x="472802" y="55578"/>
                </a:lnTo>
                <a:lnTo>
                  <a:pt x="440798" y="54083"/>
                </a:lnTo>
                <a:lnTo>
                  <a:pt x="408803" y="52492"/>
                </a:lnTo>
                <a:lnTo>
                  <a:pt x="376819" y="50816"/>
                </a:lnTo>
                <a:lnTo>
                  <a:pt x="344834" y="49006"/>
                </a:lnTo>
                <a:lnTo>
                  <a:pt x="312858" y="47063"/>
                </a:lnTo>
                <a:lnTo>
                  <a:pt x="280883" y="44987"/>
                </a:lnTo>
                <a:lnTo>
                  <a:pt x="248936" y="42739"/>
                </a:lnTo>
                <a:lnTo>
                  <a:pt x="216989" y="40272"/>
                </a:lnTo>
                <a:lnTo>
                  <a:pt x="185071" y="37557"/>
                </a:lnTo>
                <a:lnTo>
                  <a:pt x="153181" y="34519"/>
                </a:lnTo>
                <a:lnTo>
                  <a:pt x="121329" y="31071"/>
                </a:lnTo>
                <a:lnTo>
                  <a:pt x="89554" y="27022"/>
                </a:lnTo>
                <a:lnTo>
                  <a:pt x="57912" y="22041"/>
                </a:lnTo>
                <a:lnTo>
                  <a:pt x="26622" y="15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35DF61EA-5369-40DD-BEFA-28AC4E1A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69642"/>
            <a:ext cx="3524250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BB4DED27-C3E0-4C0C-9008-C6243968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86" y="3355181"/>
            <a:ext cx="2661752" cy="671532"/>
          </a:xfrm>
          <a:custGeom xmlns:a="http://schemas.openxmlformats.org/drawingml/2006/main">
            <a:pathLst>
              <a:path w="2661752" h="671532">
                <a:moveTo>
                  <a:pt x="0" y="0"/>
                </a:moveTo>
                <a:lnTo>
                  <a:pt x="12287" y="22088"/>
                </a:lnTo>
                <a:lnTo>
                  <a:pt x="24575" y="44177"/>
                </a:lnTo>
                <a:lnTo>
                  <a:pt x="36852" y="66265"/>
                </a:lnTo>
                <a:lnTo>
                  <a:pt x="49139" y="88344"/>
                </a:lnTo>
                <a:lnTo>
                  <a:pt x="61427" y="110433"/>
                </a:lnTo>
                <a:lnTo>
                  <a:pt x="73714" y="132521"/>
                </a:lnTo>
                <a:lnTo>
                  <a:pt x="86001" y="154610"/>
                </a:lnTo>
                <a:lnTo>
                  <a:pt x="98279" y="176698"/>
                </a:lnTo>
                <a:lnTo>
                  <a:pt x="110566" y="198787"/>
                </a:lnTo>
                <a:lnTo>
                  <a:pt x="122853" y="220875"/>
                </a:lnTo>
                <a:lnTo>
                  <a:pt x="135141" y="242964"/>
                </a:lnTo>
                <a:lnTo>
                  <a:pt x="147418" y="265043"/>
                </a:lnTo>
                <a:lnTo>
                  <a:pt x="159706" y="287131"/>
                </a:lnTo>
                <a:lnTo>
                  <a:pt x="171993" y="309220"/>
                </a:lnTo>
                <a:lnTo>
                  <a:pt x="184280" y="331308"/>
                </a:lnTo>
                <a:lnTo>
                  <a:pt x="196567" y="353397"/>
                </a:lnTo>
                <a:lnTo>
                  <a:pt x="208845" y="375485"/>
                </a:lnTo>
                <a:lnTo>
                  <a:pt x="221132" y="397574"/>
                </a:lnTo>
                <a:lnTo>
                  <a:pt x="233420" y="419652"/>
                </a:lnTo>
                <a:lnTo>
                  <a:pt x="245707" y="441741"/>
                </a:lnTo>
                <a:lnTo>
                  <a:pt x="257994" y="463829"/>
                </a:lnTo>
                <a:lnTo>
                  <a:pt x="270272" y="485918"/>
                </a:lnTo>
                <a:lnTo>
                  <a:pt x="282559" y="508006"/>
                </a:lnTo>
                <a:lnTo>
                  <a:pt x="294846" y="530095"/>
                </a:lnTo>
                <a:lnTo>
                  <a:pt x="307134" y="552183"/>
                </a:lnTo>
                <a:lnTo>
                  <a:pt x="319421" y="574272"/>
                </a:lnTo>
                <a:lnTo>
                  <a:pt x="330689" y="596713"/>
                </a:lnTo>
                <a:lnTo>
                  <a:pt x="351006" y="610895"/>
                </a:lnTo>
                <a:lnTo>
                  <a:pt x="375056" y="618601"/>
                </a:lnTo>
                <a:lnTo>
                  <a:pt x="399688" y="624278"/>
                </a:lnTo>
                <a:lnTo>
                  <a:pt x="424539" y="628869"/>
                </a:lnTo>
                <a:lnTo>
                  <a:pt x="449504" y="632774"/>
                </a:lnTo>
                <a:lnTo>
                  <a:pt x="474545" y="636184"/>
                </a:lnTo>
                <a:lnTo>
                  <a:pt x="499643" y="639204"/>
                </a:lnTo>
                <a:lnTo>
                  <a:pt x="524770" y="641928"/>
                </a:lnTo>
                <a:lnTo>
                  <a:pt x="549916" y="644404"/>
                </a:lnTo>
                <a:lnTo>
                  <a:pt x="575091" y="646662"/>
                </a:lnTo>
                <a:lnTo>
                  <a:pt x="600285" y="648738"/>
                </a:lnTo>
                <a:lnTo>
                  <a:pt x="625478" y="650672"/>
                </a:lnTo>
                <a:lnTo>
                  <a:pt x="650691" y="652443"/>
                </a:lnTo>
                <a:lnTo>
                  <a:pt x="675913" y="654110"/>
                </a:lnTo>
                <a:lnTo>
                  <a:pt x="701135" y="655644"/>
                </a:lnTo>
                <a:lnTo>
                  <a:pt x="726377" y="657082"/>
                </a:lnTo>
                <a:lnTo>
                  <a:pt x="751608" y="658425"/>
                </a:lnTo>
                <a:lnTo>
                  <a:pt x="776849" y="659673"/>
                </a:lnTo>
                <a:lnTo>
                  <a:pt x="802100" y="660835"/>
                </a:lnTo>
                <a:lnTo>
                  <a:pt x="827351" y="661930"/>
                </a:lnTo>
                <a:lnTo>
                  <a:pt x="852602" y="662950"/>
                </a:lnTo>
                <a:lnTo>
                  <a:pt x="877862" y="663893"/>
                </a:lnTo>
                <a:lnTo>
                  <a:pt x="903122" y="664769"/>
                </a:lnTo>
                <a:lnTo>
                  <a:pt x="928383" y="665588"/>
                </a:lnTo>
                <a:lnTo>
                  <a:pt x="953643" y="666340"/>
                </a:lnTo>
                <a:lnTo>
                  <a:pt x="978903" y="667045"/>
                </a:lnTo>
                <a:lnTo>
                  <a:pt x="1004173" y="667683"/>
                </a:lnTo>
                <a:lnTo>
                  <a:pt x="1029443" y="668274"/>
                </a:lnTo>
                <a:lnTo>
                  <a:pt x="1054703" y="668807"/>
                </a:lnTo>
                <a:lnTo>
                  <a:pt x="1079973" y="669293"/>
                </a:lnTo>
                <a:lnTo>
                  <a:pt x="1105243" y="669731"/>
                </a:lnTo>
                <a:lnTo>
                  <a:pt x="1130522" y="670112"/>
                </a:lnTo>
                <a:lnTo>
                  <a:pt x="1155792" y="670455"/>
                </a:lnTo>
                <a:lnTo>
                  <a:pt x="1181062" y="670741"/>
                </a:lnTo>
                <a:lnTo>
                  <a:pt x="1206332" y="670989"/>
                </a:lnTo>
                <a:lnTo>
                  <a:pt x="1231611" y="671189"/>
                </a:lnTo>
                <a:lnTo>
                  <a:pt x="1256881" y="671341"/>
                </a:lnTo>
                <a:lnTo>
                  <a:pt x="1282151" y="671455"/>
                </a:lnTo>
                <a:lnTo>
                  <a:pt x="1307430" y="671513"/>
                </a:lnTo>
                <a:lnTo>
                  <a:pt x="1332700" y="671532"/>
                </a:lnTo>
                <a:lnTo>
                  <a:pt x="1357979" y="671513"/>
                </a:lnTo>
                <a:lnTo>
                  <a:pt x="1383249" y="671436"/>
                </a:lnTo>
                <a:lnTo>
                  <a:pt x="1408528" y="671322"/>
                </a:lnTo>
                <a:lnTo>
                  <a:pt x="1433798" y="671160"/>
                </a:lnTo>
                <a:lnTo>
                  <a:pt x="1459068" y="670960"/>
                </a:lnTo>
                <a:lnTo>
                  <a:pt x="1484347" y="670712"/>
                </a:lnTo>
                <a:lnTo>
                  <a:pt x="1509617" y="670417"/>
                </a:lnTo>
                <a:lnTo>
                  <a:pt x="1534887" y="670074"/>
                </a:lnTo>
                <a:lnTo>
                  <a:pt x="1560157" y="669684"/>
                </a:lnTo>
                <a:lnTo>
                  <a:pt x="1585427" y="669246"/>
                </a:lnTo>
                <a:lnTo>
                  <a:pt x="1610697" y="668750"/>
                </a:lnTo>
                <a:lnTo>
                  <a:pt x="1635966" y="668207"/>
                </a:lnTo>
                <a:lnTo>
                  <a:pt x="1661236" y="667617"/>
                </a:lnTo>
                <a:lnTo>
                  <a:pt x="1686497" y="666960"/>
                </a:lnTo>
                <a:lnTo>
                  <a:pt x="1711766" y="666255"/>
                </a:lnTo>
                <a:lnTo>
                  <a:pt x="1737027" y="665493"/>
                </a:lnTo>
                <a:lnTo>
                  <a:pt x="1762287" y="664674"/>
                </a:lnTo>
                <a:lnTo>
                  <a:pt x="1787547" y="663788"/>
                </a:lnTo>
                <a:lnTo>
                  <a:pt x="1812798" y="662826"/>
                </a:lnTo>
                <a:lnTo>
                  <a:pt x="1838049" y="661807"/>
                </a:lnTo>
                <a:lnTo>
                  <a:pt x="1863300" y="660711"/>
                </a:lnTo>
                <a:lnTo>
                  <a:pt x="1888550" y="659530"/>
                </a:lnTo>
                <a:lnTo>
                  <a:pt x="1913792" y="658273"/>
                </a:lnTo>
                <a:lnTo>
                  <a:pt x="1939033" y="656920"/>
                </a:lnTo>
                <a:lnTo>
                  <a:pt x="1964265" y="655472"/>
                </a:lnTo>
                <a:lnTo>
                  <a:pt x="1989487" y="653910"/>
                </a:lnTo>
                <a:lnTo>
                  <a:pt x="2014709" y="652243"/>
                </a:lnTo>
                <a:lnTo>
                  <a:pt x="2039912" y="650453"/>
                </a:lnTo>
                <a:lnTo>
                  <a:pt x="2065115" y="648500"/>
                </a:lnTo>
                <a:lnTo>
                  <a:pt x="2090299" y="646405"/>
                </a:lnTo>
                <a:lnTo>
                  <a:pt x="2115474" y="644119"/>
                </a:lnTo>
                <a:lnTo>
                  <a:pt x="2140620" y="641623"/>
                </a:lnTo>
                <a:lnTo>
                  <a:pt x="2165747" y="638861"/>
                </a:lnTo>
                <a:lnTo>
                  <a:pt x="2190836" y="635803"/>
                </a:lnTo>
                <a:lnTo>
                  <a:pt x="2215867" y="632346"/>
                </a:lnTo>
                <a:lnTo>
                  <a:pt x="2240832" y="628374"/>
                </a:lnTo>
                <a:lnTo>
                  <a:pt x="2265664" y="623678"/>
                </a:lnTo>
                <a:lnTo>
                  <a:pt x="2290248" y="617830"/>
                </a:lnTo>
                <a:lnTo>
                  <a:pt x="2314165" y="609743"/>
                </a:lnTo>
                <a:lnTo>
                  <a:pt x="2332539" y="593855"/>
                </a:lnTo>
                <a:lnTo>
                  <a:pt x="2344455" y="571662"/>
                </a:lnTo>
                <a:lnTo>
                  <a:pt x="2356742" y="549583"/>
                </a:lnTo>
                <a:lnTo>
                  <a:pt x="2369029" y="527495"/>
                </a:lnTo>
                <a:lnTo>
                  <a:pt x="2381317" y="505406"/>
                </a:lnTo>
                <a:lnTo>
                  <a:pt x="2393604" y="483318"/>
                </a:lnTo>
                <a:lnTo>
                  <a:pt x="2405882" y="461229"/>
                </a:lnTo>
                <a:lnTo>
                  <a:pt x="2418169" y="439141"/>
                </a:lnTo>
                <a:lnTo>
                  <a:pt x="2430456" y="417052"/>
                </a:lnTo>
                <a:lnTo>
                  <a:pt x="2442743" y="394973"/>
                </a:lnTo>
                <a:lnTo>
                  <a:pt x="2455021" y="372885"/>
                </a:lnTo>
                <a:lnTo>
                  <a:pt x="2467308" y="350796"/>
                </a:lnTo>
                <a:lnTo>
                  <a:pt x="2479596" y="328708"/>
                </a:lnTo>
                <a:lnTo>
                  <a:pt x="2491883" y="306619"/>
                </a:lnTo>
                <a:lnTo>
                  <a:pt x="2504170" y="284531"/>
                </a:lnTo>
                <a:lnTo>
                  <a:pt x="2516448" y="262442"/>
                </a:lnTo>
                <a:lnTo>
                  <a:pt x="2528735" y="240354"/>
                </a:lnTo>
                <a:lnTo>
                  <a:pt x="2541022" y="218275"/>
                </a:lnTo>
                <a:lnTo>
                  <a:pt x="2553310" y="196186"/>
                </a:lnTo>
                <a:lnTo>
                  <a:pt x="2565597" y="174098"/>
                </a:lnTo>
                <a:lnTo>
                  <a:pt x="2577875" y="152009"/>
                </a:lnTo>
                <a:lnTo>
                  <a:pt x="2590162" y="129921"/>
                </a:lnTo>
                <a:lnTo>
                  <a:pt x="2602449" y="107833"/>
                </a:lnTo>
                <a:lnTo>
                  <a:pt x="2614736" y="85744"/>
                </a:lnTo>
                <a:lnTo>
                  <a:pt x="2627024" y="63665"/>
                </a:lnTo>
                <a:lnTo>
                  <a:pt x="2639301" y="41577"/>
                </a:lnTo>
                <a:lnTo>
                  <a:pt x="2651589" y="19488"/>
                </a:lnTo>
                <a:lnTo>
                  <a:pt x="2661752" y="2877"/>
                </a:lnTo>
                <a:lnTo>
                  <a:pt x="2640625" y="15812"/>
                </a:lnTo>
                <a:lnTo>
                  <a:pt x="2616298" y="22603"/>
                </a:lnTo>
                <a:lnTo>
                  <a:pt x="2591524" y="27613"/>
                </a:lnTo>
                <a:lnTo>
                  <a:pt x="2566587" y="31709"/>
                </a:lnTo>
                <a:lnTo>
                  <a:pt x="2541556" y="35204"/>
                </a:lnTo>
                <a:lnTo>
                  <a:pt x="2516467" y="38271"/>
                </a:lnTo>
                <a:lnTo>
                  <a:pt x="2491349" y="41024"/>
                </a:lnTo>
                <a:lnTo>
                  <a:pt x="2466194" y="43520"/>
                </a:lnTo>
                <a:lnTo>
                  <a:pt x="2441029" y="45806"/>
                </a:lnTo>
                <a:lnTo>
                  <a:pt x="2415845" y="47911"/>
                </a:lnTo>
                <a:lnTo>
                  <a:pt x="2390642" y="49854"/>
                </a:lnTo>
                <a:lnTo>
                  <a:pt x="2365429" y="51683"/>
                </a:lnTo>
                <a:lnTo>
                  <a:pt x="2340216" y="53388"/>
                </a:lnTo>
                <a:lnTo>
                  <a:pt x="2314994" y="54988"/>
                </a:lnTo>
                <a:lnTo>
                  <a:pt x="2289762" y="56493"/>
                </a:lnTo>
                <a:lnTo>
                  <a:pt x="2264531" y="57912"/>
                </a:lnTo>
                <a:lnTo>
                  <a:pt x="2239289" y="59246"/>
                </a:lnTo>
                <a:lnTo>
                  <a:pt x="2214048" y="60512"/>
                </a:lnTo>
                <a:lnTo>
                  <a:pt x="2188807" y="61712"/>
                </a:lnTo>
                <a:lnTo>
                  <a:pt x="2163556" y="62846"/>
                </a:lnTo>
                <a:lnTo>
                  <a:pt x="2138305" y="63932"/>
                </a:lnTo>
                <a:lnTo>
                  <a:pt x="2113055" y="64951"/>
                </a:lnTo>
                <a:lnTo>
                  <a:pt x="2087794" y="65923"/>
                </a:lnTo>
                <a:lnTo>
                  <a:pt x="2062544" y="66846"/>
                </a:lnTo>
                <a:lnTo>
                  <a:pt x="2037283" y="67723"/>
                </a:lnTo>
                <a:lnTo>
                  <a:pt x="2012023" y="68561"/>
                </a:lnTo>
                <a:lnTo>
                  <a:pt x="1986763" y="69342"/>
                </a:lnTo>
                <a:lnTo>
                  <a:pt x="1961493" y="70094"/>
                </a:lnTo>
                <a:lnTo>
                  <a:pt x="1936232" y="70809"/>
                </a:lnTo>
                <a:lnTo>
                  <a:pt x="1910972" y="71476"/>
                </a:lnTo>
                <a:lnTo>
                  <a:pt x="1885702" y="72104"/>
                </a:lnTo>
                <a:lnTo>
                  <a:pt x="1860433" y="72704"/>
                </a:lnTo>
                <a:lnTo>
                  <a:pt x="1835163" y="73276"/>
                </a:lnTo>
                <a:lnTo>
                  <a:pt x="1809902" y="73809"/>
                </a:lnTo>
                <a:lnTo>
                  <a:pt x="1784633" y="74314"/>
                </a:lnTo>
                <a:lnTo>
                  <a:pt x="1759363" y="74781"/>
                </a:lnTo>
                <a:lnTo>
                  <a:pt x="1734093" y="75219"/>
                </a:lnTo>
                <a:lnTo>
                  <a:pt x="1708823" y="75629"/>
                </a:lnTo>
                <a:lnTo>
                  <a:pt x="1683553" y="76010"/>
                </a:lnTo>
                <a:lnTo>
                  <a:pt x="1658274" y="76362"/>
                </a:lnTo>
                <a:lnTo>
                  <a:pt x="1633004" y="76686"/>
                </a:lnTo>
                <a:lnTo>
                  <a:pt x="1607734" y="76981"/>
                </a:lnTo>
                <a:lnTo>
                  <a:pt x="1582464" y="77248"/>
                </a:lnTo>
                <a:lnTo>
                  <a:pt x="1557185" y="77495"/>
                </a:lnTo>
                <a:lnTo>
                  <a:pt x="1531915" y="77705"/>
                </a:lnTo>
                <a:lnTo>
                  <a:pt x="1506645" y="77895"/>
                </a:lnTo>
                <a:lnTo>
                  <a:pt x="1481366" y="78057"/>
                </a:lnTo>
                <a:lnTo>
                  <a:pt x="1456096" y="78200"/>
                </a:lnTo>
                <a:lnTo>
                  <a:pt x="1430817" y="78296"/>
                </a:lnTo>
                <a:lnTo>
                  <a:pt x="1405547" y="78391"/>
                </a:lnTo>
                <a:lnTo>
                  <a:pt x="1380277" y="78457"/>
                </a:lnTo>
                <a:lnTo>
                  <a:pt x="1354998" y="78496"/>
                </a:lnTo>
                <a:lnTo>
                  <a:pt x="1329728" y="78505"/>
                </a:lnTo>
                <a:lnTo>
                  <a:pt x="1304449" y="78496"/>
                </a:lnTo>
                <a:lnTo>
                  <a:pt x="1279179" y="78448"/>
                </a:lnTo>
                <a:lnTo>
                  <a:pt x="1253900" y="78381"/>
                </a:lnTo>
                <a:lnTo>
                  <a:pt x="1228630" y="78286"/>
                </a:lnTo>
                <a:lnTo>
                  <a:pt x="1203360" y="78181"/>
                </a:lnTo>
                <a:lnTo>
                  <a:pt x="1178081" y="78048"/>
                </a:lnTo>
                <a:lnTo>
                  <a:pt x="1152811" y="77876"/>
                </a:lnTo>
                <a:lnTo>
                  <a:pt x="1127541" y="77686"/>
                </a:lnTo>
                <a:lnTo>
                  <a:pt x="1102262" y="77467"/>
                </a:lnTo>
                <a:lnTo>
                  <a:pt x="1076992" y="77219"/>
                </a:lnTo>
                <a:lnTo>
                  <a:pt x="1051722" y="76952"/>
                </a:lnTo>
                <a:lnTo>
                  <a:pt x="1026443" y="76648"/>
                </a:lnTo>
                <a:lnTo>
                  <a:pt x="1001173" y="76324"/>
                </a:lnTo>
                <a:lnTo>
                  <a:pt x="975903" y="75962"/>
                </a:lnTo>
                <a:lnTo>
                  <a:pt x="950633" y="75581"/>
                </a:lnTo>
                <a:lnTo>
                  <a:pt x="925363" y="75171"/>
                </a:lnTo>
                <a:lnTo>
                  <a:pt x="900093" y="74733"/>
                </a:lnTo>
                <a:lnTo>
                  <a:pt x="874824" y="74257"/>
                </a:lnTo>
                <a:lnTo>
                  <a:pt x="849554" y="73743"/>
                </a:lnTo>
                <a:lnTo>
                  <a:pt x="824284" y="73209"/>
                </a:lnTo>
                <a:lnTo>
                  <a:pt x="799014" y="72638"/>
                </a:lnTo>
                <a:lnTo>
                  <a:pt x="773754" y="72038"/>
                </a:lnTo>
                <a:lnTo>
                  <a:pt x="748484" y="71399"/>
                </a:lnTo>
                <a:lnTo>
                  <a:pt x="723224" y="70723"/>
                </a:lnTo>
                <a:lnTo>
                  <a:pt x="697954" y="70009"/>
                </a:lnTo>
                <a:lnTo>
                  <a:pt x="672694" y="69256"/>
                </a:lnTo>
                <a:lnTo>
                  <a:pt x="647433" y="68466"/>
                </a:lnTo>
                <a:lnTo>
                  <a:pt x="622173" y="67628"/>
                </a:lnTo>
                <a:lnTo>
                  <a:pt x="596913" y="66742"/>
                </a:lnTo>
                <a:lnTo>
                  <a:pt x="571652" y="65818"/>
                </a:lnTo>
                <a:lnTo>
                  <a:pt x="546402" y="64837"/>
                </a:lnTo>
                <a:lnTo>
                  <a:pt x="521151" y="63808"/>
                </a:lnTo>
                <a:lnTo>
                  <a:pt x="495900" y="62722"/>
                </a:lnTo>
                <a:lnTo>
                  <a:pt x="470649" y="61579"/>
                </a:lnTo>
                <a:lnTo>
                  <a:pt x="445408" y="60369"/>
                </a:lnTo>
                <a:lnTo>
                  <a:pt x="420167" y="59093"/>
                </a:lnTo>
                <a:lnTo>
                  <a:pt x="394926" y="57750"/>
                </a:lnTo>
                <a:lnTo>
                  <a:pt x="369694" y="56321"/>
                </a:lnTo>
                <a:lnTo>
                  <a:pt x="344462" y="54807"/>
                </a:lnTo>
                <a:lnTo>
                  <a:pt x="319240" y="53188"/>
                </a:lnTo>
                <a:lnTo>
                  <a:pt x="294027" y="51473"/>
                </a:lnTo>
                <a:lnTo>
                  <a:pt x="268815" y="49635"/>
                </a:lnTo>
                <a:lnTo>
                  <a:pt x="243621" y="47673"/>
                </a:lnTo>
                <a:lnTo>
                  <a:pt x="218437" y="45549"/>
                </a:lnTo>
                <a:lnTo>
                  <a:pt x="193272" y="43244"/>
                </a:lnTo>
                <a:lnTo>
                  <a:pt x="168116" y="40719"/>
                </a:lnTo>
                <a:lnTo>
                  <a:pt x="142999" y="37938"/>
                </a:lnTo>
                <a:lnTo>
                  <a:pt x="117920" y="34814"/>
                </a:lnTo>
                <a:lnTo>
                  <a:pt x="92897" y="31261"/>
                </a:lnTo>
                <a:lnTo>
                  <a:pt x="67970" y="27080"/>
                </a:lnTo>
                <a:lnTo>
                  <a:pt x="43234" y="21917"/>
                </a:lnTo>
                <a:lnTo>
                  <a:pt x="19002" y="148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38127AA4-086F-4063-80E8-1E8B63ED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4796" y="3243548"/>
            <a:ext cx="2662409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AA752FF8-E444-4C02-8758-1BDB6C32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29088"/>
            <a:ext cx="1998850" cy="671532"/>
          </a:xfrm>
          <a:custGeom xmlns:a="http://schemas.openxmlformats.org/drawingml/2006/main">
            <a:pathLst>
              <a:path w="1998850" h="671532">
                <a:moveTo>
                  <a:pt x="0" y="0"/>
                </a:moveTo>
                <a:lnTo>
                  <a:pt x="9011" y="17802"/>
                </a:lnTo>
                <a:lnTo>
                  <a:pt x="18012" y="35604"/>
                </a:lnTo>
                <a:lnTo>
                  <a:pt x="27022" y="53407"/>
                </a:lnTo>
                <a:lnTo>
                  <a:pt x="36033" y="71218"/>
                </a:lnTo>
                <a:lnTo>
                  <a:pt x="45034" y="89021"/>
                </a:lnTo>
                <a:lnTo>
                  <a:pt x="54045" y="106823"/>
                </a:lnTo>
                <a:lnTo>
                  <a:pt x="63056" y="124625"/>
                </a:lnTo>
                <a:lnTo>
                  <a:pt x="72057" y="142427"/>
                </a:lnTo>
                <a:lnTo>
                  <a:pt x="81067" y="160230"/>
                </a:lnTo>
                <a:lnTo>
                  <a:pt x="90078" y="178032"/>
                </a:lnTo>
                <a:lnTo>
                  <a:pt x="99079" y="195834"/>
                </a:lnTo>
                <a:lnTo>
                  <a:pt x="108090" y="213646"/>
                </a:lnTo>
                <a:lnTo>
                  <a:pt x="117100" y="231448"/>
                </a:lnTo>
                <a:lnTo>
                  <a:pt x="126101" y="249250"/>
                </a:lnTo>
                <a:lnTo>
                  <a:pt x="135112" y="267052"/>
                </a:lnTo>
                <a:lnTo>
                  <a:pt x="144123" y="284855"/>
                </a:lnTo>
                <a:lnTo>
                  <a:pt x="153124" y="302657"/>
                </a:lnTo>
                <a:lnTo>
                  <a:pt x="162135" y="320459"/>
                </a:lnTo>
                <a:lnTo>
                  <a:pt x="171145" y="338261"/>
                </a:lnTo>
                <a:lnTo>
                  <a:pt x="180146" y="356073"/>
                </a:lnTo>
                <a:lnTo>
                  <a:pt x="189157" y="373875"/>
                </a:lnTo>
                <a:lnTo>
                  <a:pt x="198168" y="391678"/>
                </a:lnTo>
                <a:lnTo>
                  <a:pt x="207169" y="409480"/>
                </a:lnTo>
                <a:lnTo>
                  <a:pt x="216179" y="427282"/>
                </a:lnTo>
                <a:lnTo>
                  <a:pt x="225190" y="445084"/>
                </a:lnTo>
                <a:lnTo>
                  <a:pt x="234191" y="462886"/>
                </a:lnTo>
                <a:lnTo>
                  <a:pt x="243202" y="480689"/>
                </a:lnTo>
                <a:lnTo>
                  <a:pt x="252212" y="498500"/>
                </a:lnTo>
                <a:lnTo>
                  <a:pt x="261214" y="516303"/>
                </a:lnTo>
                <a:lnTo>
                  <a:pt x="270224" y="534105"/>
                </a:lnTo>
                <a:lnTo>
                  <a:pt x="279235" y="551907"/>
                </a:lnTo>
                <a:lnTo>
                  <a:pt x="288236" y="569709"/>
                </a:lnTo>
                <a:lnTo>
                  <a:pt x="297247" y="587512"/>
                </a:lnTo>
                <a:lnTo>
                  <a:pt x="306314" y="604838"/>
                </a:lnTo>
                <a:lnTo>
                  <a:pt x="323288" y="615163"/>
                </a:lnTo>
                <a:lnTo>
                  <a:pt x="341967" y="622154"/>
                </a:lnTo>
                <a:lnTo>
                  <a:pt x="361159" y="627593"/>
                </a:lnTo>
                <a:lnTo>
                  <a:pt x="380600" y="632089"/>
                </a:lnTo>
                <a:lnTo>
                  <a:pt x="400174" y="635956"/>
                </a:lnTo>
                <a:lnTo>
                  <a:pt x="419833" y="639347"/>
                </a:lnTo>
                <a:lnTo>
                  <a:pt x="439560" y="642366"/>
                </a:lnTo>
                <a:lnTo>
                  <a:pt x="459324" y="645081"/>
                </a:lnTo>
                <a:lnTo>
                  <a:pt x="479117" y="647548"/>
                </a:lnTo>
                <a:lnTo>
                  <a:pt x="498948" y="649796"/>
                </a:lnTo>
                <a:lnTo>
                  <a:pt x="518789" y="651862"/>
                </a:lnTo>
                <a:lnTo>
                  <a:pt x="538648" y="653758"/>
                </a:lnTo>
                <a:lnTo>
                  <a:pt x="558527" y="655520"/>
                </a:lnTo>
                <a:lnTo>
                  <a:pt x="578415" y="657130"/>
                </a:lnTo>
                <a:lnTo>
                  <a:pt x="598313" y="658635"/>
                </a:lnTo>
                <a:lnTo>
                  <a:pt x="618211" y="660016"/>
                </a:lnTo>
                <a:lnTo>
                  <a:pt x="638127" y="661302"/>
                </a:lnTo>
                <a:lnTo>
                  <a:pt x="658044" y="662492"/>
                </a:lnTo>
                <a:lnTo>
                  <a:pt x="677961" y="663588"/>
                </a:lnTo>
                <a:lnTo>
                  <a:pt x="697887" y="664597"/>
                </a:lnTo>
                <a:lnTo>
                  <a:pt x="717823" y="665521"/>
                </a:lnTo>
                <a:lnTo>
                  <a:pt x="737759" y="666379"/>
                </a:lnTo>
                <a:lnTo>
                  <a:pt x="757695" y="667160"/>
                </a:lnTo>
                <a:lnTo>
                  <a:pt x="777631" y="667864"/>
                </a:lnTo>
                <a:lnTo>
                  <a:pt x="797576" y="668512"/>
                </a:lnTo>
                <a:lnTo>
                  <a:pt x="817521" y="669084"/>
                </a:lnTo>
                <a:lnTo>
                  <a:pt x="837467" y="669598"/>
                </a:lnTo>
                <a:lnTo>
                  <a:pt x="857412" y="670046"/>
                </a:lnTo>
                <a:lnTo>
                  <a:pt x="877357" y="670427"/>
                </a:lnTo>
                <a:lnTo>
                  <a:pt x="897312" y="670760"/>
                </a:lnTo>
                <a:lnTo>
                  <a:pt x="917258" y="671027"/>
                </a:lnTo>
                <a:lnTo>
                  <a:pt x="937212" y="671246"/>
                </a:lnTo>
                <a:lnTo>
                  <a:pt x="957167" y="671389"/>
                </a:lnTo>
                <a:lnTo>
                  <a:pt x="977113" y="671493"/>
                </a:lnTo>
                <a:lnTo>
                  <a:pt x="997067" y="671532"/>
                </a:lnTo>
                <a:lnTo>
                  <a:pt x="1017022" y="671522"/>
                </a:lnTo>
                <a:lnTo>
                  <a:pt x="1036977" y="671446"/>
                </a:lnTo>
                <a:lnTo>
                  <a:pt x="1056923" y="671312"/>
                </a:lnTo>
                <a:lnTo>
                  <a:pt x="1076877" y="671122"/>
                </a:lnTo>
                <a:lnTo>
                  <a:pt x="1096823" y="670884"/>
                </a:lnTo>
                <a:lnTo>
                  <a:pt x="1116778" y="670579"/>
                </a:lnTo>
                <a:lnTo>
                  <a:pt x="1136723" y="670217"/>
                </a:lnTo>
                <a:lnTo>
                  <a:pt x="1156678" y="669798"/>
                </a:lnTo>
                <a:lnTo>
                  <a:pt x="1176623" y="669312"/>
                </a:lnTo>
                <a:lnTo>
                  <a:pt x="1196569" y="668769"/>
                </a:lnTo>
                <a:lnTo>
                  <a:pt x="1216504" y="668150"/>
                </a:lnTo>
                <a:lnTo>
                  <a:pt x="1236450" y="667474"/>
                </a:lnTo>
                <a:lnTo>
                  <a:pt x="1256386" y="666721"/>
                </a:lnTo>
                <a:lnTo>
                  <a:pt x="1276321" y="665902"/>
                </a:lnTo>
                <a:lnTo>
                  <a:pt x="1296257" y="665007"/>
                </a:lnTo>
                <a:lnTo>
                  <a:pt x="1316184" y="664035"/>
                </a:lnTo>
                <a:lnTo>
                  <a:pt x="1336110" y="662969"/>
                </a:lnTo>
                <a:lnTo>
                  <a:pt x="1356027" y="661826"/>
                </a:lnTo>
                <a:lnTo>
                  <a:pt x="1375943" y="660587"/>
                </a:lnTo>
                <a:lnTo>
                  <a:pt x="1395851" y="659244"/>
                </a:lnTo>
                <a:lnTo>
                  <a:pt x="1415748" y="657797"/>
                </a:lnTo>
                <a:lnTo>
                  <a:pt x="1435637" y="656225"/>
                </a:lnTo>
                <a:lnTo>
                  <a:pt x="1455515" y="654529"/>
                </a:lnTo>
                <a:lnTo>
                  <a:pt x="1475384" y="652701"/>
                </a:lnTo>
                <a:lnTo>
                  <a:pt x="1495244" y="650710"/>
                </a:lnTo>
                <a:lnTo>
                  <a:pt x="1515075" y="648548"/>
                </a:lnTo>
                <a:lnTo>
                  <a:pt x="1534887" y="646176"/>
                </a:lnTo>
                <a:lnTo>
                  <a:pt x="1554671" y="643566"/>
                </a:lnTo>
                <a:lnTo>
                  <a:pt x="1574406" y="640690"/>
                </a:lnTo>
                <a:lnTo>
                  <a:pt x="1594104" y="637470"/>
                </a:lnTo>
                <a:lnTo>
                  <a:pt x="1613716" y="633822"/>
                </a:lnTo>
                <a:lnTo>
                  <a:pt x="1633223" y="629622"/>
                </a:lnTo>
                <a:lnTo>
                  <a:pt x="1652540" y="624640"/>
                </a:lnTo>
                <a:lnTo>
                  <a:pt x="1671495" y="618430"/>
                </a:lnTo>
                <a:lnTo>
                  <a:pt x="1689506" y="609924"/>
                </a:lnTo>
                <a:lnTo>
                  <a:pt x="1702441" y="595417"/>
                </a:lnTo>
                <a:lnTo>
                  <a:pt x="1710604" y="577377"/>
                </a:lnTo>
                <a:lnTo>
                  <a:pt x="1719615" y="559575"/>
                </a:lnTo>
                <a:lnTo>
                  <a:pt x="1728626" y="541763"/>
                </a:lnTo>
                <a:lnTo>
                  <a:pt x="1737627" y="523961"/>
                </a:lnTo>
                <a:lnTo>
                  <a:pt x="1746637" y="506159"/>
                </a:lnTo>
                <a:lnTo>
                  <a:pt x="1755648" y="488356"/>
                </a:lnTo>
                <a:lnTo>
                  <a:pt x="1764649" y="470554"/>
                </a:lnTo>
                <a:lnTo>
                  <a:pt x="1773660" y="452752"/>
                </a:lnTo>
                <a:lnTo>
                  <a:pt x="1782670" y="434950"/>
                </a:lnTo>
                <a:lnTo>
                  <a:pt x="1791672" y="417147"/>
                </a:lnTo>
                <a:lnTo>
                  <a:pt x="1800682" y="399336"/>
                </a:lnTo>
                <a:lnTo>
                  <a:pt x="1809693" y="381533"/>
                </a:lnTo>
                <a:lnTo>
                  <a:pt x="1818704" y="363731"/>
                </a:lnTo>
                <a:lnTo>
                  <a:pt x="1827705" y="345929"/>
                </a:lnTo>
                <a:lnTo>
                  <a:pt x="1836715" y="328127"/>
                </a:lnTo>
                <a:lnTo>
                  <a:pt x="1845716" y="310325"/>
                </a:lnTo>
                <a:lnTo>
                  <a:pt x="1854727" y="292522"/>
                </a:lnTo>
                <a:lnTo>
                  <a:pt x="1863738" y="274720"/>
                </a:lnTo>
                <a:lnTo>
                  <a:pt x="1872748" y="256908"/>
                </a:lnTo>
                <a:lnTo>
                  <a:pt x="1881749" y="239106"/>
                </a:lnTo>
                <a:lnTo>
                  <a:pt x="1890760" y="221304"/>
                </a:lnTo>
                <a:lnTo>
                  <a:pt x="1899771" y="203502"/>
                </a:lnTo>
                <a:lnTo>
                  <a:pt x="1908772" y="185699"/>
                </a:lnTo>
                <a:lnTo>
                  <a:pt x="1917783" y="167897"/>
                </a:lnTo>
                <a:lnTo>
                  <a:pt x="1926793" y="150095"/>
                </a:lnTo>
                <a:lnTo>
                  <a:pt x="1935794" y="132293"/>
                </a:lnTo>
                <a:lnTo>
                  <a:pt x="1944805" y="114481"/>
                </a:lnTo>
                <a:lnTo>
                  <a:pt x="1953816" y="96679"/>
                </a:lnTo>
                <a:lnTo>
                  <a:pt x="1962817" y="78877"/>
                </a:lnTo>
                <a:lnTo>
                  <a:pt x="1971827" y="61074"/>
                </a:lnTo>
                <a:lnTo>
                  <a:pt x="1980838" y="43272"/>
                </a:lnTo>
                <a:lnTo>
                  <a:pt x="1989839" y="25470"/>
                </a:lnTo>
                <a:lnTo>
                  <a:pt x="1998850" y="7668"/>
                </a:lnTo>
                <a:lnTo>
                  <a:pt x="1997078" y="9430"/>
                </a:lnTo>
                <a:lnTo>
                  <a:pt x="1979495" y="18688"/>
                </a:lnTo>
                <a:lnTo>
                  <a:pt x="1960502" y="24775"/>
                </a:lnTo>
                <a:lnTo>
                  <a:pt x="1941119" y="29508"/>
                </a:lnTo>
                <a:lnTo>
                  <a:pt x="1921564" y="33452"/>
                </a:lnTo>
                <a:lnTo>
                  <a:pt x="1901904" y="36862"/>
                </a:lnTo>
                <a:lnTo>
                  <a:pt x="1882178" y="39881"/>
                </a:lnTo>
                <a:lnTo>
                  <a:pt x="1862414" y="42586"/>
                </a:lnTo>
                <a:lnTo>
                  <a:pt x="1842611" y="45053"/>
                </a:lnTo>
                <a:lnTo>
                  <a:pt x="1822790" y="47311"/>
                </a:lnTo>
                <a:lnTo>
                  <a:pt x="1802949" y="49397"/>
                </a:lnTo>
                <a:lnTo>
                  <a:pt x="1783090" y="51330"/>
                </a:lnTo>
                <a:lnTo>
                  <a:pt x="1763220" y="53130"/>
                </a:lnTo>
                <a:lnTo>
                  <a:pt x="1743342" y="54826"/>
                </a:lnTo>
                <a:lnTo>
                  <a:pt x="1723454" y="56417"/>
                </a:lnTo>
                <a:lnTo>
                  <a:pt x="1703556" y="57902"/>
                </a:lnTo>
                <a:lnTo>
                  <a:pt x="1683649" y="59303"/>
                </a:lnTo>
                <a:lnTo>
                  <a:pt x="1663741" y="60627"/>
                </a:lnTo>
                <a:lnTo>
                  <a:pt x="1643825" y="61874"/>
                </a:lnTo>
                <a:lnTo>
                  <a:pt x="1623908" y="63056"/>
                </a:lnTo>
                <a:lnTo>
                  <a:pt x="1603991" y="64179"/>
                </a:lnTo>
                <a:lnTo>
                  <a:pt x="1584065" y="65237"/>
                </a:lnTo>
                <a:lnTo>
                  <a:pt x="1564138" y="66237"/>
                </a:lnTo>
                <a:lnTo>
                  <a:pt x="1544212" y="67189"/>
                </a:lnTo>
                <a:lnTo>
                  <a:pt x="1524276" y="68085"/>
                </a:lnTo>
                <a:lnTo>
                  <a:pt x="1504340" y="68942"/>
                </a:lnTo>
                <a:lnTo>
                  <a:pt x="1484405" y="69742"/>
                </a:lnTo>
                <a:lnTo>
                  <a:pt x="1464469" y="70504"/>
                </a:lnTo>
                <a:lnTo>
                  <a:pt x="1444533" y="71228"/>
                </a:lnTo>
                <a:lnTo>
                  <a:pt x="1424588" y="71904"/>
                </a:lnTo>
                <a:lnTo>
                  <a:pt x="1404642" y="72552"/>
                </a:lnTo>
                <a:lnTo>
                  <a:pt x="1384706" y="73152"/>
                </a:lnTo>
                <a:lnTo>
                  <a:pt x="1364761" y="73714"/>
                </a:lnTo>
                <a:lnTo>
                  <a:pt x="1344816" y="74247"/>
                </a:lnTo>
                <a:lnTo>
                  <a:pt x="1324870" y="74752"/>
                </a:lnTo>
                <a:lnTo>
                  <a:pt x="1304915" y="75209"/>
                </a:lnTo>
                <a:lnTo>
                  <a:pt x="1284970" y="75638"/>
                </a:lnTo>
                <a:lnTo>
                  <a:pt x="1265025" y="76038"/>
                </a:lnTo>
                <a:lnTo>
                  <a:pt x="1245070" y="76400"/>
                </a:lnTo>
                <a:lnTo>
                  <a:pt x="1225125" y="76733"/>
                </a:lnTo>
                <a:lnTo>
                  <a:pt x="1205179" y="77038"/>
                </a:lnTo>
                <a:lnTo>
                  <a:pt x="1185224" y="77314"/>
                </a:lnTo>
                <a:lnTo>
                  <a:pt x="1165269" y="77562"/>
                </a:lnTo>
                <a:lnTo>
                  <a:pt x="1145324" y="77781"/>
                </a:lnTo>
                <a:lnTo>
                  <a:pt x="1125369" y="77972"/>
                </a:lnTo>
                <a:lnTo>
                  <a:pt x="1105424" y="78124"/>
                </a:lnTo>
                <a:lnTo>
                  <a:pt x="1085469" y="78257"/>
                </a:lnTo>
                <a:lnTo>
                  <a:pt x="1065514" y="78362"/>
                </a:lnTo>
                <a:lnTo>
                  <a:pt x="1045559" y="78438"/>
                </a:lnTo>
                <a:lnTo>
                  <a:pt x="1025614" y="78486"/>
                </a:lnTo>
                <a:lnTo>
                  <a:pt x="1005659" y="78505"/>
                </a:lnTo>
                <a:lnTo>
                  <a:pt x="985704" y="78496"/>
                </a:lnTo>
                <a:lnTo>
                  <a:pt x="965749" y="78457"/>
                </a:lnTo>
                <a:lnTo>
                  <a:pt x="945804" y="78400"/>
                </a:lnTo>
                <a:lnTo>
                  <a:pt x="925849" y="78305"/>
                </a:lnTo>
                <a:lnTo>
                  <a:pt x="905894" y="78191"/>
                </a:lnTo>
                <a:lnTo>
                  <a:pt x="885949" y="78038"/>
                </a:lnTo>
                <a:lnTo>
                  <a:pt x="865994" y="77867"/>
                </a:lnTo>
                <a:lnTo>
                  <a:pt x="846039" y="77657"/>
                </a:lnTo>
                <a:lnTo>
                  <a:pt x="826094" y="77429"/>
                </a:lnTo>
                <a:lnTo>
                  <a:pt x="806139" y="77162"/>
                </a:lnTo>
                <a:lnTo>
                  <a:pt x="786194" y="76876"/>
                </a:lnTo>
                <a:lnTo>
                  <a:pt x="766239" y="76552"/>
                </a:lnTo>
                <a:lnTo>
                  <a:pt x="746293" y="76200"/>
                </a:lnTo>
                <a:lnTo>
                  <a:pt x="726338" y="75809"/>
                </a:lnTo>
                <a:lnTo>
                  <a:pt x="706393" y="75400"/>
                </a:lnTo>
                <a:lnTo>
                  <a:pt x="686448" y="74943"/>
                </a:lnTo>
                <a:lnTo>
                  <a:pt x="666502" y="74466"/>
                </a:lnTo>
                <a:lnTo>
                  <a:pt x="646557" y="73952"/>
                </a:lnTo>
                <a:lnTo>
                  <a:pt x="626612" y="73400"/>
                </a:lnTo>
                <a:lnTo>
                  <a:pt x="606666" y="72809"/>
                </a:lnTo>
                <a:lnTo>
                  <a:pt x="586721" y="72190"/>
                </a:lnTo>
                <a:lnTo>
                  <a:pt x="566785" y="71533"/>
                </a:lnTo>
                <a:lnTo>
                  <a:pt x="546840" y="70828"/>
                </a:lnTo>
                <a:lnTo>
                  <a:pt x="526904" y="70085"/>
                </a:lnTo>
                <a:lnTo>
                  <a:pt x="506968" y="69294"/>
                </a:lnTo>
                <a:lnTo>
                  <a:pt x="487032" y="68466"/>
                </a:lnTo>
                <a:lnTo>
                  <a:pt x="467096" y="67580"/>
                </a:lnTo>
                <a:lnTo>
                  <a:pt x="447170" y="66656"/>
                </a:lnTo>
                <a:lnTo>
                  <a:pt x="427244" y="65675"/>
                </a:lnTo>
                <a:lnTo>
                  <a:pt x="407318" y="64646"/>
                </a:lnTo>
                <a:lnTo>
                  <a:pt x="387391" y="63551"/>
                </a:lnTo>
                <a:lnTo>
                  <a:pt x="367475" y="62398"/>
                </a:lnTo>
                <a:lnTo>
                  <a:pt x="347558" y="61179"/>
                </a:lnTo>
                <a:lnTo>
                  <a:pt x="327650" y="59884"/>
                </a:lnTo>
                <a:lnTo>
                  <a:pt x="307743" y="58512"/>
                </a:lnTo>
                <a:lnTo>
                  <a:pt x="287846" y="57055"/>
                </a:lnTo>
                <a:lnTo>
                  <a:pt x="267948" y="55521"/>
                </a:lnTo>
                <a:lnTo>
                  <a:pt x="248069" y="53873"/>
                </a:lnTo>
                <a:lnTo>
                  <a:pt x="228190" y="52130"/>
                </a:lnTo>
                <a:lnTo>
                  <a:pt x="208331" y="50244"/>
                </a:lnTo>
                <a:lnTo>
                  <a:pt x="188481" y="48225"/>
                </a:lnTo>
                <a:lnTo>
                  <a:pt x="168650" y="46044"/>
                </a:lnTo>
                <a:lnTo>
                  <a:pt x="148838" y="43672"/>
                </a:lnTo>
                <a:lnTo>
                  <a:pt x="129054" y="41072"/>
                </a:lnTo>
                <a:lnTo>
                  <a:pt x="109309" y="38205"/>
                </a:lnTo>
                <a:lnTo>
                  <a:pt x="89621" y="34976"/>
                </a:lnTo>
                <a:lnTo>
                  <a:pt x="70009" y="31280"/>
                </a:lnTo>
                <a:lnTo>
                  <a:pt x="50540" y="26937"/>
                </a:lnTo>
                <a:lnTo>
                  <a:pt x="31337" y="21536"/>
                </a:lnTo>
                <a:lnTo>
                  <a:pt x="12859" y="14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EF08C7E0-A7FA-4C06-98F0-40E0636C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17454"/>
            <a:ext cx="2002755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0E1F4406-F8CC-400C-92F5-F601FCFE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902994"/>
            <a:ext cx="1399604" cy="671532"/>
          </a:xfrm>
          <a:custGeom xmlns:a="http://schemas.openxmlformats.org/drawingml/2006/main">
            <a:pathLst>
              <a:path w="1399604" h="671532">
                <a:moveTo>
                  <a:pt x="0" y="0"/>
                </a:moveTo>
                <a:lnTo>
                  <a:pt x="8153" y="17145"/>
                </a:lnTo>
                <a:lnTo>
                  <a:pt x="16316" y="34280"/>
                </a:lnTo>
                <a:lnTo>
                  <a:pt x="24470" y="51425"/>
                </a:lnTo>
                <a:lnTo>
                  <a:pt x="32633" y="68570"/>
                </a:lnTo>
                <a:lnTo>
                  <a:pt x="40786" y="85706"/>
                </a:lnTo>
                <a:lnTo>
                  <a:pt x="48949" y="102851"/>
                </a:lnTo>
                <a:lnTo>
                  <a:pt x="57102" y="119996"/>
                </a:lnTo>
                <a:lnTo>
                  <a:pt x="65265" y="137131"/>
                </a:lnTo>
                <a:lnTo>
                  <a:pt x="73419" y="154276"/>
                </a:lnTo>
                <a:lnTo>
                  <a:pt x="81582" y="171421"/>
                </a:lnTo>
                <a:lnTo>
                  <a:pt x="89735" y="188557"/>
                </a:lnTo>
                <a:lnTo>
                  <a:pt x="97898" y="205702"/>
                </a:lnTo>
                <a:lnTo>
                  <a:pt x="106051" y="222847"/>
                </a:lnTo>
                <a:lnTo>
                  <a:pt x="114214" y="239982"/>
                </a:lnTo>
                <a:lnTo>
                  <a:pt x="122368" y="257127"/>
                </a:lnTo>
                <a:lnTo>
                  <a:pt x="130531" y="274272"/>
                </a:lnTo>
                <a:lnTo>
                  <a:pt x="138684" y="291408"/>
                </a:lnTo>
                <a:lnTo>
                  <a:pt x="146847" y="308553"/>
                </a:lnTo>
                <a:lnTo>
                  <a:pt x="155000" y="325698"/>
                </a:lnTo>
                <a:lnTo>
                  <a:pt x="163163" y="342833"/>
                </a:lnTo>
                <a:lnTo>
                  <a:pt x="171317" y="359978"/>
                </a:lnTo>
                <a:lnTo>
                  <a:pt x="179480" y="377123"/>
                </a:lnTo>
                <a:lnTo>
                  <a:pt x="187633" y="394259"/>
                </a:lnTo>
                <a:lnTo>
                  <a:pt x="195786" y="411404"/>
                </a:lnTo>
                <a:lnTo>
                  <a:pt x="203949" y="428549"/>
                </a:lnTo>
                <a:lnTo>
                  <a:pt x="212103" y="445684"/>
                </a:lnTo>
                <a:lnTo>
                  <a:pt x="220266" y="462829"/>
                </a:lnTo>
                <a:lnTo>
                  <a:pt x="228419" y="479974"/>
                </a:lnTo>
                <a:lnTo>
                  <a:pt x="236582" y="497110"/>
                </a:lnTo>
                <a:lnTo>
                  <a:pt x="244735" y="514255"/>
                </a:lnTo>
                <a:lnTo>
                  <a:pt x="252898" y="531400"/>
                </a:lnTo>
                <a:lnTo>
                  <a:pt x="261052" y="548545"/>
                </a:lnTo>
                <a:lnTo>
                  <a:pt x="269215" y="565680"/>
                </a:lnTo>
                <a:lnTo>
                  <a:pt x="277368" y="582825"/>
                </a:lnTo>
                <a:lnTo>
                  <a:pt x="283702" y="600523"/>
                </a:lnTo>
                <a:lnTo>
                  <a:pt x="295761" y="614886"/>
                </a:lnTo>
                <a:lnTo>
                  <a:pt x="312058" y="624573"/>
                </a:lnTo>
                <a:lnTo>
                  <a:pt x="329594" y="631822"/>
                </a:lnTo>
                <a:lnTo>
                  <a:pt x="347663" y="637632"/>
                </a:lnTo>
                <a:lnTo>
                  <a:pt x="366017" y="642471"/>
                </a:lnTo>
                <a:lnTo>
                  <a:pt x="384543" y="646595"/>
                </a:lnTo>
                <a:lnTo>
                  <a:pt x="403193" y="650177"/>
                </a:lnTo>
                <a:lnTo>
                  <a:pt x="421910" y="653320"/>
                </a:lnTo>
                <a:lnTo>
                  <a:pt x="440693" y="656072"/>
                </a:lnTo>
                <a:lnTo>
                  <a:pt x="459524" y="658520"/>
                </a:lnTo>
                <a:lnTo>
                  <a:pt x="478384" y="660683"/>
                </a:lnTo>
                <a:lnTo>
                  <a:pt x="497272" y="662597"/>
                </a:lnTo>
                <a:lnTo>
                  <a:pt x="516179" y="664283"/>
                </a:lnTo>
                <a:lnTo>
                  <a:pt x="535105" y="665759"/>
                </a:lnTo>
                <a:lnTo>
                  <a:pt x="554041" y="667055"/>
                </a:lnTo>
                <a:lnTo>
                  <a:pt x="572995" y="668169"/>
                </a:lnTo>
                <a:lnTo>
                  <a:pt x="591960" y="669103"/>
                </a:lnTo>
                <a:lnTo>
                  <a:pt x="610924" y="669884"/>
                </a:lnTo>
                <a:lnTo>
                  <a:pt x="629898" y="670512"/>
                </a:lnTo>
                <a:lnTo>
                  <a:pt x="648872" y="670979"/>
                </a:lnTo>
                <a:lnTo>
                  <a:pt x="667855" y="671312"/>
                </a:lnTo>
                <a:lnTo>
                  <a:pt x="686838" y="671493"/>
                </a:lnTo>
                <a:lnTo>
                  <a:pt x="705822" y="671532"/>
                </a:lnTo>
                <a:lnTo>
                  <a:pt x="724805" y="671427"/>
                </a:lnTo>
                <a:lnTo>
                  <a:pt x="743788" y="671170"/>
                </a:lnTo>
                <a:lnTo>
                  <a:pt x="762772" y="670779"/>
                </a:lnTo>
                <a:lnTo>
                  <a:pt x="781745" y="670236"/>
                </a:lnTo>
                <a:lnTo>
                  <a:pt x="800719" y="669541"/>
                </a:lnTo>
                <a:lnTo>
                  <a:pt x="819683" y="668684"/>
                </a:lnTo>
                <a:lnTo>
                  <a:pt x="838638" y="667664"/>
                </a:lnTo>
                <a:lnTo>
                  <a:pt x="857583" y="666464"/>
                </a:lnTo>
                <a:lnTo>
                  <a:pt x="876519" y="665083"/>
                </a:lnTo>
                <a:lnTo>
                  <a:pt x="895436" y="663512"/>
                </a:lnTo>
                <a:lnTo>
                  <a:pt x="914333" y="661711"/>
                </a:lnTo>
                <a:lnTo>
                  <a:pt x="933212" y="659692"/>
                </a:lnTo>
                <a:lnTo>
                  <a:pt x="952052" y="657396"/>
                </a:lnTo>
                <a:lnTo>
                  <a:pt x="970864" y="654815"/>
                </a:lnTo>
                <a:lnTo>
                  <a:pt x="989619" y="651881"/>
                </a:lnTo>
                <a:lnTo>
                  <a:pt x="1008307" y="648548"/>
                </a:lnTo>
                <a:lnTo>
                  <a:pt x="1026900" y="644719"/>
                </a:lnTo>
                <a:lnTo>
                  <a:pt x="1045359" y="640271"/>
                </a:lnTo>
                <a:lnTo>
                  <a:pt x="1063600" y="635013"/>
                </a:lnTo>
                <a:lnTo>
                  <a:pt x="1081459" y="628602"/>
                </a:lnTo>
                <a:lnTo>
                  <a:pt x="1098556" y="620382"/>
                </a:lnTo>
                <a:lnTo>
                  <a:pt x="1113549" y="608857"/>
                </a:lnTo>
                <a:lnTo>
                  <a:pt x="1120988" y="591845"/>
                </a:lnTo>
                <a:lnTo>
                  <a:pt x="1129151" y="574700"/>
                </a:lnTo>
                <a:lnTo>
                  <a:pt x="1137304" y="557555"/>
                </a:lnTo>
                <a:lnTo>
                  <a:pt x="1145467" y="540420"/>
                </a:lnTo>
                <a:lnTo>
                  <a:pt x="1153620" y="523275"/>
                </a:lnTo>
                <a:lnTo>
                  <a:pt x="1161774" y="506130"/>
                </a:lnTo>
                <a:lnTo>
                  <a:pt x="1169937" y="488994"/>
                </a:lnTo>
                <a:lnTo>
                  <a:pt x="1178090" y="471849"/>
                </a:lnTo>
                <a:lnTo>
                  <a:pt x="1186253" y="454704"/>
                </a:lnTo>
                <a:lnTo>
                  <a:pt x="1194406" y="437569"/>
                </a:lnTo>
                <a:lnTo>
                  <a:pt x="1202569" y="420424"/>
                </a:lnTo>
                <a:lnTo>
                  <a:pt x="1210723" y="403279"/>
                </a:lnTo>
                <a:lnTo>
                  <a:pt x="1218886" y="386144"/>
                </a:lnTo>
                <a:lnTo>
                  <a:pt x="1227039" y="368999"/>
                </a:lnTo>
                <a:lnTo>
                  <a:pt x="1235202" y="351854"/>
                </a:lnTo>
                <a:lnTo>
                  <a:pt x="1243355" y="334718"/>
                </a:lnTo>
                <a:lnTo>
                  <a:pt x="1251518" y="317573"/>
                </a:lnTo>
                <a:lnTo>
                  <a:pt x="1259672" y="300428"/>
                </a:lnTo>
                <a:lnTo>
                  <a:pt x="1267835" y="283293"/>
                </a:lnTo>
                <a:lnTo>
                  <a:pt x="1275988" y="266148"/>
                </a:lnTo>
                <a:lnTo>
                  <a:pt x="1284151" y="249003"/>
                </a:lnTo>
                <a:lnTo>
                  <a:pt x="1292304" y="231867"/>
                </a:lnTo>
                <a:lnTo>
                  <a:pt x="1300467" y="214722"/>
                </a:lnTo>
                <a:lnTo>
                  <a:pt x="1308621" y="197577"/>
                </a:lnTo>
                <a:lnTo>
                  <a:pt x="1316784" y="180442"/>
                </a:lnTo>
                <a:lnTo>
                  <a:pt x="1324937" y="163297"/>
                </a:lnTo>
                <a:lnTo>
                  <a:pt x="1333100" y="146152"/>
                </a:lnTo>
                <a:lnTo>
                  <a:pt x="1341253" y="129016"/>
                </a:lnTo>
                <a:lnTo>
                  <a:pt x="1349407" y="111871"/>
                </a:lnTo>
                <a:lnTo>
                  <a:pt x="1357570" y="94726"/>
                </a:lnTo>
                <a:lnTo>
                  <a:pt x="1365723" y="77591"/>
                </a:lnTo>
                <a:lnTo>
                  <a:pt x="1373886" y="60446"/>
                </a:lnTo>
                <a:lnTo>
                  <a:pt x="1382039" y="43301"/>
                </a:lnTo>
                <a:lnTo>
                  <a:pt x="1390202" y="26165"/>
                </a:lnTo>
                <a:lnTo>
                  <a:pt x="1398356" y="9020"/>
                </a:lnTo>
                <a:lnTo>
                  <a:pt x="1399604" y="8296"/>
                </a:lnTo>
                <a:lnTo>
                  <a:pt x="1384573" y="19641"/>
                </a:lnTo>
                <a:lnTo>
                  <a:pt x="1367085" y="26994"/>
                </a:lnTo>
                <a:lnTo>
                  <a:pt x="1348959" y="32604"/>
                </a:lnTo>
                <a:lnTo>
                  <a:pt x="1330538" y="37205"/>
                </a:lnTo>
                <a:lnTo>
                  <a:pt x="1311974" y="41138"/>
                </a:lnTo>
                <a:lnTo>
                  <a:pt x="1293295" y="44577"/>
                </a:lnTo>
                <a:lnTo>
                  <a:pt x="1274559" y="47635"/>
                </a:lnTo>
                <a:lnTo>
                  <a:pt x="1255776" y="50387"/>
                </a:lnTo>
                <a:lnTo>
                  <a:pt x="1236964" y="52883"/>
                </a:lnTo>
                <a:lnTo>
                  <a:pt x="1218114" y="55159"/>
                </a:lnTo>
                <a:lnTo>
                  <a:pt x="1199245" y="57255"/>
                </a:lnTo>
                <a:lnTo>
                  <a:pt x="1180357" y="59188"/>
                </a:lnTo>
                <a:lnTo>
                  <a:pt x="1161459" y="60970"/>
                </a:lnTo>
                <a:lnTo>
                  <a:pt x="1142552" y="62627"/>
                </a:lnTo>
                <a:lnTo>
                  <a:pt x="1123626" y="64160"/>
                </a:lnTo>
                <a:lnTo>
                  <a:pt x="1104700" y="65589"/>
                </a:lnTo>
                <a:lnTo>
                  <a:pt x="1085755" y="66904"/>
                </a:lnTo>
                <a:lnTo>
                  <a:pt x="1066810" y="68132"/>
                </a:lnTo>
                <a:lnTo>
                  <a:pt x="1047864" y="69275"/>
                </a:lnTo>
                <a:lnTo>
                  <a:pt x="1028910" y="70333"/>
                </a:lnTo>
                <a:lnTo>
                  <a:pt x="1009955" y="71314"/>
                </a:lnTo>
                <a:lnTo>
                  <a:pt x="990991" y="72228"/>
                </a:lnTo>
                <a:lnTo>
                  <a:pt x="972026" y="73057"/>
                </a:lnTo>
                <a:lnTo>
                  <a:pt x="953052" y="73828"/>
                </a:lnTo>
                <a:lnTo>
                  <a:pt x="934088" y="74524"/>
                </a:lnTo>
                <a:lnTo>
                  <a:pt x="915114" y="75171"/>
                </a:lnTo>
                <a:lnTo>
                  <a:pt x="896131" y="75752"/>
                </a:lnTo>
                <a:lnTo>
                  <a:pt x="877157" y="76267"/>
                </a:lnTo>
                <a:lnTo>
                  <a:pt x="858183" y="76733"/>
                </a:lnTo>
                <a:lnTo>
                  <a:pt x="839200" y="77143"/>
                </a:lnTo>
                <a:lnTo>
                  <a:pt x="820217" y="77495"/>
                </a:lnTo>
                <a:lnTo>
                  <a:pt x="801233" y="77800"/>
                </a:lnTo>
                <a:lnTo>
                  <a:pt x="782260" y="78038"/>
                </a:lnTo>
                <a:lnTo>
                  <a:pt x="763276" y="78229"/>
                </a:lnTo>
                <a:lnTo>
                  <a:pt x="744293" y="78372"/>
                </a:lnTo>
                <a:lnTo>
                  <a:pt x="725300" y="78467"/>
                </a:lnTo>
                <a:lnTo>
                  <a:pt x="706317" y="78505"/>
                </a:lnTo>
                <a:lnTo>
                  <a:pt x="687334" y="78496"/>
                </a:lnTo>
                <a:lnTo>
                  <a:pt x="668350" y="78429"/>
                </a:lnTo>
                <a:lnTo>
                  <a:pt x="649367" y="78315"/>
                </a:lnTo>
                <a:lnTo>
                  <a:pt x="630384" y="78143"/>
                </a:lnTo>
                <a:lnTo>
                  <a:pt x="611400" y="77924"/>
                </a:lnTo>
                <a:lnTo>
                  <a:pt x="592417" y="77657"/>
                </a:lnTo>
                <a:lnTo>
                  <a:pt x="573443" y="77333"/>
                </a:lnTo>
                <a:lnTo>
                  <a:pt x="554460" y="76962"/>
                </a:lnTo>
                <a:lnTo>
                  <a:pt x="535476" y="76524"/>
                </a:lnTo>
                <a:lnTo>
                  <a:pt x="516503" y="76029"/>
                </a:lnTo>
                <a:lnTo>
                  <a:pt x="497529" y="75476"/>
                </a:lnTo>
                <a:lnTo>
                  <a:pt x="478555" y="74876"/>
                </a:lnTo>
                <a:lnTo>
                  <a:pt x="459581" y="74209"/>
                </a:lnTo>
                <a:lnTo>
                  <a:pt x="440607" y="73466"/>
                </a:lnTo>
                <a:lnTo>
                  <a:pt x="421643" y="72666"/>
                </a:lnTo>
                <a:lnTo>
                  <a:pt x="402679" y="71799"/>
                </a:lnTo>
                <a:lnTo>
                  <a:pt x="383715" y="70866"/>
                </a:lnTo>
                <a:lnTo>
                  <a:pt x="364760" y="69847"/>
                </a:lnTo>
                <a:lnTo>
                  <a:pt x="345805" y="68742"/>
                </a:lnTo>
                <a:lnTo>
                  <a:pt x="326860" y="67570"/>
                </a:lnTo>
                <a:lnTo>
                  <a:pt x="307924" y="66294"/>
                </a:lnTo>
                <a:lnTo>
                  <a:pt x="288989" y="64922"/>
                </a:lnTo>
                <a:lnTo>
                  <a:pt x="270062" y="63446"/>
                </a:lnTo>
                <a:lnTo>
                  <a:pt x="251146" y="61855"/>
                </a:lnTo>
                <a:lnTo>
                  <a:pt x="232239" y="60150"/>
                </a:lnTo>
                <a:lnTo>
                  <a:pt x="213341" y="58283"/>
                </a:lnTo>
                <a:lnTo>
                  <a:pt x="194462" y="56293"/>
                </a:lnTo>
                <a:lnTo>
                  <a:pt x="175603" y="54102"/>
                </a:lnTo>
                <a:lnTo>
                  <a:pt x="156772" y="51730"/>
                </a:lnTo>
                <a:lnTo>
                  <a:pt x="137970" y="49111"/>
                </a:lnTo>
                <a:lnTo>
                  <a:pt x="119205" y="46225"/>
                </a:lnTo>
                <a:lnTo>
                  <a:pt x="100498" y="42996"/>
                </a:lnTo>
                <a:lnTo>
                  <a:pt x="81867" y="39338"/>
                </a:lnTo>
                <a:lnTo>
                  <a:pt x="63360" y="35128"/>
                </a:lnTo>
                <a:lnTo>
                  <a:pt x="45053" y="30099"/>
                </a:lnTo>
                <a:lnTo>
                  <a:pt x="27156" y="23803"/>
                </a:lnTo>
                <a:lnTo>
                  <a:pt x="10354" y="15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BDC4A8F2-556E-44F4-AB76-C7517A88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674" y="4791361"/>
            <a:ext cx="1402642" cy="22326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7EDC2582-859D-40A2-B8E7-AC5B307A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81"/>
          </a:xfrm>
          <a:custGeom xmlns:a="http://schemas.openxmlformats.org/drawingml/2006/main">
            <a:pathLst>
              <a:path w="1832610" h="3087481">
                <a:moveTo>
                  <a:pt x="0" y="0"/>
                </a:moveTo>
                <a:lnTo>
                  <a:pt x="162" y="38633"/>
                </a:lnTo>
                <a:lnTo>
                  <a:pt x="11306" y="75657"/>
                </a:lnTo>
                <a:lnTo>
                  <a:pt x="22450" y="112681"/>
                </a:lnTo>
                <a:lnTo>
                  <a:pt x="33595" y="149704"/>
                </a:lnTo>
                <a:lnTo>
                  <a:pt x="44739" y="186719"/>
                </a:lnTo>
                <a:lnTo>
                  <a:pt x="55883" y="223742"/>
                </a:lnTo>
                <a:lnTo>
                  <a:pt x="67027" y="260766"/>
                </a:lnTo>
                <a:lnTo>
                  <a:pt x="78172" y="297780"/>
                </a:lnTo>
                <a:lnTo>
                  <a:pt x="89316" y="334804"/>
                </a:lnTo>
                <a:lnTo>
                  <a:pt x="100460" y="371827"/>
                </a:lnTo>
                <a:lnTo>
                  <a:pt x="111604" y="408842"/>
                </a:lnTo>
                <a:lnTo>
                  <a:pt x="122749" y="445865"/>
                </a:lnTo>
                <a:lnTo>
                  <a:pt x="133893" y="482889"/>
                </a:lnTo>
                <a:lnTo>
                  <a:pt x="145037" y="519903"/>
                </a:lnTo>
                <a:lnTo>
                  <a:pt x="156181" y="556927"/>
                </a:lnTo>
                <a:lnTo>
                  <a:pt x="167326" y="593950"/>
                </a:lnTo>
                <a:lnTo>
                  <a:pt x="178470" y="630965"/>
                </a:lnTo>
                <a:lnTo>
                  <a:pt x="189614" y="667988"/>
                </a:lnTo>
                <a:lnTo>
                  <a:pt x="200758" y="705012"/>
                </a:lnTo>
                <a:lnTo>
                  <a:pt x="211569" y="742121"/>
                </a:lnTo>
                <a:lnTo>
                  <a:pt x="220770" y="779669"/>
                </a:lnTo>
                <a:lnTo>
                  <a:pt x="229886" y="817245"/>
                </a:lnTo>
                <a:lnTo>
                  <a:pt x="238458" y="854945"/>
                </a:lnTo>
                <a:lnTo>
                  <a:pt x="247031" y="892635"/>
                </a:lnTo>
                <a:lnTo>
                  <a:pt x="255613" y="930335"/>
                </a:lnTo>
                <a:lnTo>
                  <a:pt x="264185" y="968035"/>
                </a:lnTo>
                <a:lnTo>
                  <a:pt x="272758" y="1005735"/>
                </a:lnTo>
                <a:lnTo>
                  <a:pt x="281330" y="1043435"/>
                </a:lnTo>
                <a:lnTo>
                  <a:pt x="289903" y="1081135"/>
                </a:lnTo>
                <a:lnTo>
                  <a:pt x="298475" y="1118835"/>
                </a:lnTo>
                <a:lnTo>
                  <a:pt x="307057" y="1156535"/>
                </a:lnTo>
                <a:lnTo>
                  <a:pt x="315630" y="1194225"/>
                </a:lnTo>
                <a:lnTo>
                  <a:pt x="324202" y="1231925"/>
                </a:lnTo>
                <a:lnTo>
                  <a:pt x="332775" y="1269625"/>
                </a:lnTo>
                <a:lnTo>
                  <a:pt x="341347" y="1307325"/>
                </a:lnTo>
                <a:lnTo>
                  <a:pt x="349929" y="1345025"/>
                </a:lnTo>
                <a:lnTo>
                  <a:pt x="358502" y="1382725"/>
                </a:lnTo>
                <a:lnTo>
                  <a:pt x="367074" y="1420425"/>
                </a:lnTo>
                <a:lnTo>
                  <a:pt x="375647" y="1458125"/>
                </a:lnTo>
                <a:lnTo>
                  <a:pt x="384219" y="1495825"/>
                </a:lnTo>
                <a:lnTo>
                  <a:pt x="392516" y="1533582"/>
                </a:lnTo>
                <a:lnTo>
                  <a:pt x="400641" y="1571377"/>
                </a:lnTo>
                <a:lnTo>
                  <a:pt x="408575" y="1609220"/>
                </a:lnTo>
                <a:lnTo>
                  <a:pt x="416395" y="1647082"/>
                </a:lnTo>
                <a:lnTo>
                  <a:pt x="424205" y="1684944"/>
                </a:lnTo>
                <a:lnTo>
                  <a:pt x="432025" y="1722806"/>
                </a:lnTo>
                <a:lnTo>
                  <a:pt x="439836" y="1760668"/>
                </a:lnTo>
                <a:lnTo>
                  <a:pt x="447656" y="1798539"/>
                </a:lnTo>
                <a:lnTo>
                  <a:pt x="455466" y="1836401"/>
                </a:lnTo>
                <a:lnTo>
                  <a:pt x="463286" y="1874263"/>
                </a:lnTo>
                <a:lnTo>
                  <a:pt x="471097" y="1912125"/>
                </a:lnTo>
                <a:lnTo>
                  <a:pt x="478917" y="1949987"/>
                </a:lnTo>
                <a:lnTo>
                  <a:pt x="486728" y="1987848"/>
                </a:lnTo>
                <a:lnTo>
                  <a:pt x="494548" y="2025720"/>
                </a:lnTo>
                <a:lnTo>
                  <a:pt x="502368" y="2063582"/>
                </a:lnTo>
                <a:lnTo>
                  <a:pt x="510178" y="2101444"/>
                </a:lnTo>
                <a:lnTo>
                  <a:pt x="517998" y="2139305"/>
                </a:lnTo>
                <a:lnTo>
                  <a:pt x="525809" y="2177167"/>
                </a:lnTo>
                <a:lnTo>
                  <a:pt x="533629" y="2215029"/>
                </a:lnTo>
                <a:lnTo>
                  <a:pt x="541439" y="2252891"/>
                </a:lnTo>
                <a:lnTo>
                  <a:pt x="549212" y="2290772"/>
                </a:lnTo>
                <a:lnTo>
                  <a:pt x="556793" y="2328682"/>
                </a:lnTo>
                <a:lnTo>
                  <a:pt x="564356" y="2366591"/>
                </a:lnTo>
                <a:lnTo>
                  <a:pt x="571852" y="2404520"/>
                </a:lnTo>
                <a:lnTo>
                  <a:pt x="579349" y="2442448"/>
                </a:lnTo>
                <a:lnTo>
                  <a:pt x="582120" y="2476500"/>
                </a:lnTo>
                <a:lnTo>
                  <a:pt x="543458" y="2476500"/>
                </a:lnTo>
                <a:lnTo>
                  <a:pt x="504796" y="2476500"/>
                </a:lnTo>
                <a:lnTo>
                  <a:pt x="466134" y="2476500"/>
                </a:lnTo>
                <a:lnTo>
                  <a:pt x="427472" y="2476500"/>
                </a:lnTo>
                <a:lnTo>
                  <a:pt x="388811" y="2476500"/>
                </a:lnTo>
                <a:lnTo>
                  <a:pt x="350149" y="2476500"/>
                </a:lnTo>
                <a:lnTo>
                  <a:pt x="311487" y="2476500"/>
                </a:lnTo>
                <a:lnTo>
                  <a:pt x="303571" y="2489140"/>
                </a:lnTo>
                <a:lnTo>
                  <a:pt x="331051" y="2516343"/>
                </a:lnTo>
                <a:lnTo>
                  <a:pt x="358531" y="2543537"/>
                </a:lnTo>
                <a:lnTo>
                  <a:pt x="386001" y="2570731"/>
                </a:lnTo>
                <a:lnTo>
                  <a:pt x="413480" y="2597934"/>
                </a:lnTo>
                <a:lnTo>
                  <a:pt x="440960" y="2625128"/>
                </a:lnTo>
                <a:lnTo>
                  <a:pt x="468440" y="2652322"/>
                </a:lnTo>
                <a:lnTo>
                  <a:pt x="495919" y="2679525"/>
                </a:lnTo>
                <a:lnTo>
                  <a:pt x="523389" y="2706719"/>
                </a:lnTo>
                <a:lnTo>
                  <a:pt x="550869" y="2733923"/>
                </a:lnTo>
                <a:lnTo>
                  <a:pt x="578348" y="2761117"/>
                </a:lnTo>
                <a:lnTo>
                  <a:pt x="605828" y="2788310"/>
                </a:lnTo>
                <a:lnTo>
                  <a:pt x="633308" y="2815514"/>
                </a:lnTo>
                <a:lnTo>
                  <a:pt x="660778" y="2842708"/>
                </a:lnTo>
                <a:lnTo>
                  <a:pt x="688257" y="2869902"/>
                </a:lnTo>
                <a:lnTo>
                  <a:pt x="715737" y="2897105"/>
                </a:lnTo>
                <a:lnTo>
                  <a:pt x="743217" y="2924299"/>
                </a:lnTo>
                <a:lnTo>
                  <a:pt x="770696" y="2951493"/>
                </a:lnTo>
                <a:lnTo>
                  <a:pt x="798166" y="2978696"/>
                </a:lnTo>
                <a:lnTo>
                  <a:pt x="825646" y="3005890"/>
                </a:lnTo>
                <a:lnTo>
                  <a:pt x="853126" y="3033093"/>
                </a:lnTo>
                <a:lnTo>
                  <a:pt x="880605" y="3060287"/>
                </a:lnTo>
                <a:lnTo>
                  <a:pt x="908075" y="3087481"/>
                </a:lnTo>
                <a:lnTo>
                  <a:pt x="935555" y="3076565"/>
                </a:lnTo>
                <a:lnTo>
                  <a:pt x="963035" y="3049372"/>
                </a:lnTo>
                <a:lnTo>
                  <a:pt x="990514" y="3022178"/>
                </a:lnTo>
                <a:lnTo>
                  <a:pt x="1017994" y="2994974"/>
                </a:lnTo>
                <a:lnTo>
                  <a:pt x="1045464" y="2967780"/>
                </a:lnTo>
                <a:lnTo>
                  <a:pt x="1072944" y="2940587"/>
                </a:lnTo>
                <a:lnTo>
                  <a:pt x="1100423" y="2913383"/>
                </a:lnTo>
                <a:lnTo>
                  <a:pt x="1127903" y="2886189"/>
                </a:lnTo>
                <a:lnTo>
                  <a:pt x="1155383" y="2858986"/>
                </a:lnTo>
                <a:lnTo>
                  <a:pt x="1182853" y="2831792"/>
                </a:lnTo>
                <a:lnTo>
                  <a:pt x="1210332" y="2804598"/>
                </a:lnTo>
                <a:lnTo>
                  <a:pt x="1237812" y="2777395"/>
                </a:lnTo>
                <a:lnTo>
                  <a:pt x="1265291" y="2750201"/>
                </a:lnTo>
                <a:lnTo>
                  <a:pt x="1292771" y="2723007"/>
                </a:lnTo>
                <a:lnTo>
                  <a:pt x="1320241" y="2695804"/>
                </a:lnTo>
                <a:lnTo>
                  <a:pt x="1347721" y="2668610"/>
                </a:lnTo>
                <a:lnTo>
                  <a:pt x="1375200" y="2641416"/>
                </a:lnTo>
                <a:lnTo>
                  <a:pt x="1402680" y="2614212"/>
                </a:lnTo>
                <a:lnTo>
                  <a:pt x="1430160" y="2587019"/>
                </a:lnTo>
                <a:lnTo>
                  <a:pt x="1457630" y="255981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21" y="2476500"/>
                </a:lnTo>
                <a:lnTo>
                  <a:pt x="1350959" y="2476500"/>
                </a:lnTo>
                <a:lnTo>
                  <a:pt x="1312297" y="2476500"/>
                </a:lnTo>
                <a:lnTo>
                  <a:pt x="1273635" y="2476500"/>
                </a:lnTo>
                <a:lnTo>
                  <a:pt x="1248775" y="2465156"/>
                </a:lnTo>
                <a:lnTo>
                  <a:pt x="1256271" y="2427227"/>
                </a:lnTo>
                <a:lnTo>
                  <a:pt x="1263767" y="2389299"/>
                </a:lnTo>
                <a:lnTo>
                  <a:pt x="1271273" y="2351380"/>
                </a:lnTo>
                <a:lnTo>
                  <a:pt x="1278855" y="2313461"/>
                </a:lnTo>
                <a:lnTo>
                  <a:pt x="1286494" y="2275561"/>
                </a:lnTo>
                <a:lnTo>
                  <a:pt x="1294305" y="2237699"/>
                </a:lnTo>
                <a:lnTo>
                  <a:pt x="1302125" y="2199837"/>
                </a:lnTo>
                <a:lnTo>
                  <a:pt x="1309935" y="2161975"/>
                </a:lnTo>
                <a:lnTo>
                  <a:pt x="1317755" y="2124113"/>
                </a:lnTo>
                <a:lnTo>
                  <a:pt x="1325566" y="2086251"/>
                </a:lnTo>
                <a:lnTo>
                  <a:pt x="1333386" y="2048380"/>
                </a:lnTo>
                <a:lnTo>
                  <a:pt x="1341196" y="2010518"/>
                </a:lnTo>
                <a:lnTo>
                  <a:pt x="1349016" y="1972656"/>
                </a:lnTo>
                <a:lnTo>
                  <a:pt x="1356827" y="1934794"/>
                </a:lnTo>
                <a:lnTo>
                  <a:pt x="1364647" y="1896932"/>
                </a:lnTo>
                <a:lnTo>
                  <a:pt x="1372467" y="1859070"/>
                </a:lnTo>
                <a:lnTo>
                  <a:pt x="1380277" y="1821199"/>
                </a:lnTo>
                <a:lnTo>
                  <a:pt x="1388097" y="1783337"/>
                </a:lnTo>
                <a:lnTo>
                  <a:pt x="1395908" y="1745475"/>
                </a:lnTo>
                <a:lnTo>
                  <a:pt x="1403728" y="1707613"/>
                </a:lnTo>
                <a:lnTo>
                  <a:pt x="1411538" y="1669752"/>
                </a:lnTo>
                <a:lnTo>
                  <a:pt x="1419358" y="1631890"/>
                </a:lnTo>
                <a:lnTo>
                  <a:pt x="1427169" y="1594028"/>
                </a:lnTo>
                <a:lnTo>
                  <a:pt x="1435227" y="1556214"/>
                </a:lnTo>
                <a:lnTo>
                  <a:pt x="1443361" y="1518409"/>
                </a:lnTo>
                <a:lnTo>
                  <a:pt x="1451829" y="1480690"/>
                </a:lnTo>
                <a:lnTo>
                  <a:pt x="1460402" y="1442990"/>
                </a:lnTo>
                <a:lnTo>
                  <a:pt x="1468974" y="1405290"/>
                </a:lnTo>
                <a:lnTo>
                  <a:pt x="1477556" y="1367600"/>
                </a:lnTo>
                <a:lnTo>
                  <a:pt x="1486129" y="1329900"/>
                </a:lnTo>
                <a:lnTo>
                  <a:pt x="1494701" y="1292200"/>
                </a:lnTo>
                <a:lnTo>
                  <a:pt x="1503274" y="1254500"/>
                </a:lnTo>
                <a:lnTo>
                  <a:pt x="1511846" y="1216800"/>
                </a:lnTo>
                <a:lnTo>
                  <a:pt x="1520419" y="1179100"/>
                </a:lnTo>
                <a:lnTo>
                  <a:pt x="1529001" y="1141400"/>
                </a:lnTo>
                <a:lnTo>
                  <a:pt x="1537573" y="1103700"/>
                </a:lnTo>
                <a:lnTo>
                  <a:pt x="1546146" y="1066000"/>
                </a:lnTo>
                <a:lnTo>
                  <a:pt x="1554718" y="1028309"/>
                </a:lnTo>
                <a:lnTo>
                  <a:pt x="1563291" y="990610"/>
                </a:lnTo>
                <a:lnTo>
                  <a:pt x="1571873" y="952910"/>
                </a:lnTo>
                <a:lnTo>
                  <a:pt x="1580445" y="915210"/>
                </a:lnTo>
                <a:lnTo>
                  <a:pt x="1589018" y="877510"/>
                </a:lnTo>
                <a:lnTo>
                  <a:pt x="1597590" y="839810"/>
                </a:lnTo>
                <a:lnTo>
                  <a:pt x="1606325" y="802148"/>
                </a:lnTo>
                <a:lnTo>
                  <a:pt x="1615526" y="764600"/>
                </a:lnTo>
                <a:lnTo>
                  <a:pt x="1625184" y="727177"/>
                </a:lnTo>
                <a:lnTo>
                  <a:pt x="1636328" y="690153"/>
                </a:lnTo>
                <a:lnTo>
                  <a:pt x="1647473" y="653129"/>
                </a:lnTo>
                <a:lnTo>
                  <a:pt x="1658617" y="616115"/>
                </a:lnTo>
                <a:lnTo>
                  <a:pt x="1669761" y="579091"/>
                </a:lnTo>
                <a:lnTo>
                  <a:pt x="1680905" y="542068"/>
                </a:lnTo>
                <a:lnTo>
                  <a:pt x="1692050" y="505054"/>
                </a:lnTo>
                <a:lnTo>
                  <a:pt x="1703194" y="468030"/>
                </a:lnTo>
                <a:lnTo>
                  <a:pt x="1714338" y="431006"/>
                </a:lnTo>
                <a:lnTo>
                  <a:pt x="1725482" y="393992"/>
                </a:lnTo>
                <a:lnTo>
                  <a:pt x="1736627" y="356968"/>
                </a:lnTo>
                <a:lnTo>
                  <a:pt x="1747771" y="319945"/>
                </a:lnTo>
                <a:lnTo>
                  <a:pt x="1758915" y="282921"/>
                </a:lnTo>
                <a:lnTo>
                  <a:pt x="1770059" y="245907"/>
                </a:lnTo>
                <a:lnTo>
                  <a:pt x="1781204" y="208883"/>
                </a:lnTo>
                <a:lnTo>
                  <a:pt x="1792348" y="171860"/>
                </a:lnTo>
                <a:lnTo>
                  <a:pt x="1803492" y="134845"/>
                </a:lnTo>
                <a:lnTo>
                  <a:pt x="1814636" y="97822"/>
                </a:lnTo>
                <a:lnTo>
                  <a:pt x="1825781" y="60798"/>
                </a:lnTo>
                <a:lnTo>
                  <a:pt x="1832610" y="23146"/>
                </a:lnTo>
                <a:lnTo>
                  <a:pt x="1817094" y="0"/>
                </a:lnTo>
                <a:lnTo>
                  <a:pt x="1778432" y="0"/>
                </a:lnTo>
                <a:lnTo>
                  <a:pt x="1739770" y="0"/>
                </a:lnTo>
                <a:lnTo>
                  <a:pt x="1701108" y="0"/>
                </a:lnTo>
                <a:lnTo>
                  <a:pt x="1662446" y="0"/>
                </a:lnTo>
                <a:lnTo>
                  <a:pt x="1623784" y="0"/>
                </a:lnTo>
                <a:lnTo>
                  <a:pt x="1585122" y="0"/>
                </a:lnTo>
                <a:lnTo>
                  <a:pt x="1546460" y="0"/>
                </a:lnTo>
                <a:lnTo>
                  <a:pt x="1507798" y="0"/>
                </a:lnTo>
                <a:lnTo>
                  <a:pt x="1469136" y="0"/>
                </a:lnTo>
                <a:lnTo>
                  <a:pt x="1430484" y="0"/>
                </a:lnTo>
                <a:lnTo>
                  <a:pt x="1391822" y="0"/>
                </a:lnTo>
                <a:lnTo>
                  <a:pt x="1353160" y="0"/>
                </a:lnTo>
                <a:lnTo>
                  <a:pt x="1314498" y="0"/>
                </a:lnTo>
                <a:lnTo>
                  <a:pt x="1275836" y="0"/>
                </a:lnTo>
                <a:lnTo>
                  <a:pt x="1237174" y="0"/>
                </a:lnTo>
                <a:lnTo>
                  <a:pt x="1198512" y="0"/>
                </a:lnTo>
                <a:lnTo>
                  <a:pt x="1159850" y="0"/>
                </a:lnTo>
                <a:lnTo>
                  <a:pt x="1121188" y="0"/>
                </a:lnTo>
                <a:lnTo>
                  <a:pt x="1082526" y="0"/>
                </a:lnTo>
                <a:lnTo>
                  <a:pt x="1043864" y="0"/>
                </a:lnTo>
                <a:lnTo>
                  <a:pt x="1005202" y="0"/>
                </a:lnTo>
                <a:lnTo>
                  <a:pt x="966540" y="0"/>
                </a:lnTo>
                <a:lnTo>
                  <a:pt x="927878" y="0"/>
                </a:lnTo>
                <a:lnTo>
                  <a:pt x="889216" y="0"/>
                </a:lnTo>
                <a:lnTo>
                  <a:pt x="850554" y="0"/>
                </a:lnTo>
                <a:lnTo>
                  <a:pt x="811892" y="0"/>
                </a:lnTo>
                <a:lnTo>
                  <a:pt x="773230" y="0"/>
                </a:lnTo>
                <a:lnTo>
                  <a:pt x="734568" y="0"/>
                </a:lnTo>
                <a:lnTo>
                  <a:pt x="695906" y="0"/>
                </a:lnTo>
                <a:lnTo>
                  <a:pt x="657244" y="0"/>
                </a:lnTo>
                <a:lnTo>
                  <a:pt x="618582" y="0"/>
                </a:lnTo>
                <a:lnTo>
                  <a:pt x="579920" y="0"/>
                </a:lnTo>
                <a:lnTo>
                  <a:pt x="541258" y="0"/>
                </a:lnTo>
                <a:lnTo>
                  <a:pt x="502596" y="0"/>
                </a:lnTo>
                <a:lnTo>
                  <a:pt x="463944" y="0"/>
                </a:lnTo>
                <a:lnTo>
                  <a:pt x="425282" y="0"/>
                </a:lnTo>
                <a:lnTo>
                  <a:pt x="386620" y="0"/>
                </a:lnTo>
                <a:lnTo>
                  <a:pt x="347958" y="0"/>
                </a:lnTo>
                <a:lnTo>
                  <a:pt x="309296" y="0"/>
                </a:lnTo>
                <a:lnTo>
                  <a:pt x="270634" y="0"/>
                </a:lnTo>
                <a:lnTo>
                  <a:pt x="231972" y="0"/>
                </a:lnTo>
                <a:lnTo>
                  <a:pt x="193310" y="0"/>
                </a:lnTo>
                <a:lnTo>
                  <a:pt x="154648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1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C6A51673-1DB3-41CD-9799-BCF4EA80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1005" y="2796778"/>
            <a:ext cx="250999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2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2F9C1EA7-1650-4BC8-8A1E-22D078F6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570684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3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B47A744C-82F5-4232-A30F-E9F1789A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0922" y="4344591"/>
            <a:ext cx="12501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4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3AC6ADED-44B9-4F10-A161-E3FF78F7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18497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5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618056EE-F3AE-4423-BF91-3DC37F21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6738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fe330597644a2">
            <a:extLst>
              <a:ext uri="{96DAC541-7B7A-43D3-8B79-37D633B846F1}">
                <asvg:svgBlip xmlns:asvg="http://schemas.microsoft.com/office/drawing/2016/SVG/main" r:embed="Ra7c7e8c2c90240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00563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16F65A66-3B35-4837-94DE-01363C20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05375" y="1724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a9898177b4afe">
            <a:extLst>
              <a:ext uri="{96DAC541-7B7A-43D3-8B79-37D633B846F1}">
                <asvg:svgBlip xmlns:asvg="http://schemas.microsoft.com/office/drawing/2016/SVG/main" r:embed="R3a5c6b624d2f48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029200" y="18478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19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E988DDBE-D110-4B21-A4FE-EC65C8C2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6863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9afc434ae4304">
            <a:extLst>
              <a:ext uri="{96DAC541-7B7A-43D3-8B79-37D633B846F1}">
                <asvg:svgBlip xmlns:asvg="http://schemas.microsoft.com/office/drawing/2016/SVG/main" r:embed="R0c9d383b7b624d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00688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B19513B2-7EEE-40D6-95A4-DBB9FF9B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5016184c94d71">
            <a:extLst>
              <a:ext uri="{96DAC541-7B7A-43D3-8B79-37D633B846F1}">
                <asvg:svgBlip xmlns:asvg="http://schemas.microsoft.com/office/drawing/2016/SVG/main" r:embed="R9bea36f536014d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240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B4AAA513-DD1C-4B35-9B38-B99D1A0A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6988" y="1657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bebd4568c4b96">
            <a:extLst>
              <a:ext uri="{96DAC541-7B7A-43D3-8B79-37D633B846F1}">
                <asvg:svgBlip xmlns:asvg="http://schemas.microsoft.com/office/drawing/2016/SVG/main" r:embed="R9f7766d7d9c143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00813" y="17811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07C1FF3C-F6FA-4B24-BAD6-E70E46FC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1790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24058aef8f498e">
            <a:extLst>
              <a:ext uri="{96DAC541-7B7A-43D3-8B79-37D633B846F1}">
                <asvg:svgBlip xmlns:asvg="http://schemas.microsoft.com/office/drawing/2016/SVG/main" r:embed="Rb290a4f2d8494d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29450" y="19145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7" name="simple-input-core-6">
            <a:extLst xmlns:a="http://schemas.openxmlformats.org/drawingml/2006/main">
              <a:ext uri="{FF2B5EF4-FFF2-40B4-BE49-F238E27FC236}">
                <a16:creationId xmlns:a16="http://schemas.microsoft.com/office/drawing/2014/main" id="{EB9E740D-D669-4554-8774-C415C5F7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7113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81e12dd3a4abd">
            <a:extLst>
              <a:ext uri="{96DAC541-7B7A-43D3-8B79-37D633B846F1}">
                <asvg:svgBlip xmlns:asvg="http://schemas.microsoft.com/office/drawing/2016/SVG/main" r:embed="R83bb73c242c244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00938" y="200025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6337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D1F4C12B-27B0-4844-83C3-DF1DF97A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DE491082-93D0-4F87-AB21-22A06FC0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4CAA88D9-9A80-4CB2-8987-9509A38D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D4715730-B2E7-46D1-8DD3-75B7D10D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74FA06DB-5515-44F6-ABAA-F3D21309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EC7D7F21-2CDA-4AB0-9CFD-368A284C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3B9D7CAD-BBAC-43F8-8A20-3833165D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498E37FB-5F00-43D9-A2D6-CDB2DBBA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348FE498-5BFD-4969-B09E-E5F44C5B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EA3FD8A4-8D88-4E0A-9E34-259BE905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949536B6-D92E-4CEE-B975-51FCF675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0C2CB4AC-78CC-429A-90BC-8D121AFA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6445A1B0-9298-4715-8734-C20686A8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F1D91674-EFED-436E-B7E1-16114C86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8BBCD196-99FB-4740-92A1-FE126888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5E990395-1442-4E6B-9B05-06F5AB49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A4BB5FC1-B346-442F-B370-E86BEA54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</p:spTree>
    <p:extLst>
      <p:ext uri="{BB962C8B-B14F-4D97-AF65-F5344CB8AC3E}">
        <p14:creationId xmlns:p14="http://schemas.microsoft.com/office/powerpoint/2010/main" val="15465481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BE32F632-7267-4523-BD8A-4F8B7A7B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BC9885E7-4A12-43C7-9D46-71818913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E263AC5F-0B31-4465-93FD-93F58016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071056C3-F77F-4BDA-B036-B60A58C7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42B06021-6728-4048-B8CB-6A536B3E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D9C9C063-65EE-48BA-9E06-ECB07D7C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4768E375-1DF8-4579-A7E9-4F3AE73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4483C128-F3C2-4733-BDB6-67136230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B55B26AC-DABD-495D-AB23-94254B71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CDD3AE71-E43A-46A0-9EF1-A4ECDD4C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FEFEE9B3-6465-48C1-A543-43789624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A7260B33-EC3F-42B6-B309-03FD4220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E946E553-AD5B-4206-96F9-3905A710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037281B1-FE1F-4891-A4AC-7CCAED4B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4D1D35AE-9B80-49C4-BA22-DD3F3124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C3FC0DAD-F632-4565-821C-822244E4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E4812832-A677-40AF-BFDA-6C680321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25F2AD2A-2AAB-43D8-A2BF-99A96B06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752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43c37b89448a8">
            <a:extLst>
              <a:ext uri="{96DAC541-7B7A-43D3-8B79-37D633B846F1}">
                <asvg:svgBlip xmlns:asvg="http://schemas.microsoft.com/office/drawing/2016/SVG/main" r:embed="R67328088f90244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87642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8367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A2763C91-FE44-4FE7-8E38-221C9E2F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C13D6B92-76AD-4FD5-BF55-9F4DA8CB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C0FEB43C-3033-49A0-9F77-FC6C367C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F78FB61E-58D9-421A-A88D-01307D09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E35462FB-9D07-4545-9C9C-0725CD3B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0DDD6AB7-0473-4316-AF86-8D2E6E4A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54C7988F-855C-4BE0-9E96-74078A2D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45239475-B80E-44FA-A2B2-E9EBE301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2D18AD24-C985-4C5A-870B-40F9AEF1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BDEFB9A4-83F9-4130-8E80-79B2C7D3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2C371C94-0F93-4D84-8759-95F6ACB1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8FA25538-CEF0-43D6-9F8F-293A4F1D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B6B7C5F0-BBA1-4FE1-BF98-26085F2B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21DF77FC-7825-4782-8A3E-58B0BD4C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8BB62400-4EB3-40DD-B05D-BAAD892D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7D13D6E3-5FDF-4371-BD2F-25F1B1EE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BD0E0BFD-6E93-46EE-99B9-5F783C75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9F878DD1-F765-4BDB-8A49-CB838EBC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505da6c2d44bb">
            <a:extLst>
              <a:ext uri="{96DAC541-7B7A-43D3-8B79-37D633B846F1}">
                <asvg:svgBlip xmlns:asvg="http://schemas.microsoft.com/office/drawing/2016/SVG/main" r:embed="R13e653ce5c3449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86375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540C88D0-DF27-4B4E-A7FE-E794F364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c476125444bfe">
            <a:extLst>
              <a:ext uri="{96DAC541-7B7A-43D3-8B79-37D633B846F1}">
                <asvg:svgBlip xmlns:asvg="http://schemas.microsoft.com/office/drawing/2016/SVG/main" r:embed="Rd250623eb87f44a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43700" y="178117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24944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C9F1F733-F48F-45E7-BF25-B4017B74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0EC258C0-E9CA-4B90-A749-7982833A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DB9ABB82-062F-496F-9395-78956348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DDBB9CB1-01B0-46F0-AB38-06B1A9AA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4054CE0B-66A5-4188-9E3E-17165636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3EA544FD-398B-4116-B66B-285EFD34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1ACB7F89-8177-461B-9CC9-16212E39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87752802-8DB5-4C55-86F9-B177665E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C6DA8FA1-17EB-43CB-828E-A6CFB7D2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93C70BBA-1D70-44D4-8884-EC94494A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CA911D7C-1F2D-4848-9C71-F9617391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1E3F0138-2BFC-480A-A50D-3572EC8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7C0AEC59-4552-4EB2-8AF6-2D55F19C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9AF51AF1-9CF9-4C5D-B67D-2A2703A6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D22FBC2C-0442-4E0B-A914-BF1138CC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695961DB-3E8A-4911-91CD-106542E6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D1AEE288-617C-477A-9C6A-F52456AD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28F08376-8D2E-4012-9777-38EBD8F4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29175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63ccc1d9742fc">
            <a:extLst>
              <a:ext uri="{96DAC541-7B7A-43D3-8B79-37D633B846F1}">
                <asvg:svgBlip xmlns:asvg="http://schemas.microsoft.com/office/drawing/2016/SVG/main" r:embed="R77eeaee05e6645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564F6898-9C93-4284-AF98-CFCC2AB1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38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e73d061b64c34">
            <a:extLst>
              <a:ext uri="{96DAC541-7B7A-43D3-8B79-37D633B846F1}">
                <asvg:svgBlip xmlns:asvg="http://schemas.microsoft.com/office/drawing/2016/SVG/main" r:embed="R380534ffa1de40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621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84CD58C6-B503-4B0B-957C-777235E1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4675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b29b30c759484f">
            <a:extLst>
              <a:ext uri="{96DAC541-7B7A-43D3-8B79-37D633B846F1}">
                <asvg:svgBlip xmlns:asvg="http://schemas.microsoft.com/office/drawing/2016/SVG/main" r:embed="R5363962ba48e46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48500" y="193357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54350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E0D3C48D-D2FF-4419-8219-61AA81FB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B32A8E80-E8A5-443B-82AE-FE2B2323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909F5577-A7AB-4751-ABC1-F41CD016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BD9B7612-C036-47FF-9CF6-970725B9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26C1212F-459F-4E87-977F-6BBDD100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D4045926-3788-49F0-B9B1-123B4927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04CFC6B7-D101-414F-9F6B-121DFB90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9AD2E3F5-3AC9-4C5A-BCF1-DC11AE6F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77A28785-1982-4EA4-A3B9-6973D18F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673A8987-F44F-406E-9C8C-1DF65D35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AEDD8205-72FF-4793-8EA4-E5BA07EB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4E7A81E9-836F-465F-878A-26D38F25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535E6CBE-11A6-4825-B8C4-8CB7FAFE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D2FEAB81-732A-463A-A5D3-4E7A608E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1702EFCC-95B1-4CBF-8B72-2B106549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E4C95D0B-D529-4E24-BCA8-D28FD52B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9869B792-F34A-4715-91A2-DE18C2ED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E7A3B1E1-5A65-4F8C-850E-9F220A17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9b9aaf53d24284">
            <a:extLst>
              <a:ext uri="{96DAC541-7B7A-43D3-8B79-37D633B846F1}">
                <asvg:svgBlip xmlns:asvg="http://schemas.microsoft.com/office/drawing/2016/SVG/main" r:embed="R519b407f40a249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10125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5372A580-B725-456D-90AD-3059CC63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8574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891c434a941d5">
            <a:extLst>
              <a:ext uri="{96DAC541-7B7A-43D3-8B79-37D633B846F1}">
                <asvg:svgBlip xmlns:asvg="http://schemas.microsoft.com/office/drawing/2016/SVG/main" r:embed="R769bd0d6da034b3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32399" y="18002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B7B7170E-1BE5-4221-A329-209A8D58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73698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4e1bacb954beb">
            <a:extLst>
              <a:ext uri="{96DAC541-7B7A-43D3-8B79-37D633B846F1}">
                <asvg:svgBlip xmlns:asvg="http://schemas.microsoft.com/office/drawing/2016/SVG/main" r:embed="Ra09bf508acb74f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97523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4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BDC38645-6FD1-427B-9085-A9128DD0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1828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b2854272e4025">
            <a:extLst>
              <a:ext uri="{96DAC541-7B7A-43D3-8B79-37D633B846F1}">
                <asvg:svgBlip xmlns:asvg="http://schemas.microsoft.com/office/drawing/2016/SVG/main" r:embed="Rf0fc080c21604e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19950" y="19526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8361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4DAB045B-020E-4735-9E74-AC80100D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361EEA48-489B-43C9-955A-3FC42D72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BBA5FA3A-3B49-4E58-8AE2-7AE37578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29FED70B-A648-41DF-859C-D8470144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84CF3309-953A-4B6A-AF80-E63FBCE3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3587DB77-25D7-4B9A-8E54-A8D2804C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A6C5B834-20C4-42A2-BFB3-F0CD11D1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E53F8D7E-3D2A-419D-9A04-FE52DDB2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0D2AE876-9684-4713-9F66-B9165D29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2243C57D-CD10-433F-BD40-F7B428A1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4FF81ACE-8848-40EC-9A0A-0EFBC160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D967A1D5-905B-45A7-9FA0-68FF3236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8D3040FC-AE0C-4F9B-9BD2-9CB60CB9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DC531E81-297B-4D2E-BDB3-7900FFBA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4378ED0D-420A-4480-BE2F-7A87EF9A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33B830A8-6F9C-43AE-BA44-FB963AE3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DCF7F36B-3994-48E6-B596-AF7E10DB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F260DFFE-CFEA-45DA-8F31-EA893FB6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342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ad7d793b144c5">
            <a:extLst>
              <a:ext uri="{96DAC541-7B7A-43D3-8B79-37D633B846F1}">
                <asvg:svgBlip xmlns:asvg="http://schemas.microsoft.com/office/drawing/2016/SVG/main" r:embed="Ra90c57279b0e46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6725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164222FA-597F-4EBB-84AD-6DE0D16F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16859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b5e555d174634">
            <a:extLst>
              <a:ext uri="{96DAC541-7B7A-43D3-8B79-37D633B846F1}">
                <asvg:svgBlip xmlns:asvg="http://schemas.microsoft.com/office/drawing/2016/SVG/main" r:embed="Red54366c125e44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62575" y="18097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906D9939-89DC-486D-A0F1-491209BE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f7ba9e1984cdf">
            <a:extLst>
              <a:ext uri="{96DAC541-7B7A-43D3-8B79-37D633B846F1}">
                <asvg:svgBlip xmlns:asvg="http://schemas.microsoft.com/office/drawing/2016/SVG/main" r:embed="Ref4cad76eaea4d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4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6E974DFA-84AA-4854-9661-80BB2E48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28ecd53754470">
            <a:extLst>
              <a:ext uri="{96DAC541-7B7A-43D3-8B79-37D633B846F1}">
                <asvg:svgBlip xmlns:asvg="http://schemas.microsoft.com/office/drawing/2016/SVG/main" r:embed="Re46fe25c20c041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96075" y="18383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6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7857AAB8-FCA7-4245-9860-DB6C7647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0425" y="18573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fd0a8789754e57">
            <a:extLst>
              <a:ext uri="{96DAC541-7B7A-43D3-8B79-37D633B846F1}">
                <asvg:svgBlip xmlns:asvg="http://schemas.microsoft.com/office/drawing/2016/SVG/main" r:embed="R9c3931465cbe4c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198120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8210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5F53D744-F20D-4735-97E8-95EC427A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B10BEB78-757B-4D2C-979A-59919511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68FCB47C-1D51-4151-B0A7-861466C0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81106EA4-5081-4C71-9572-4656443E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D74E79DA-7319-49A1-B8F0-8F4FCD83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37016CAD-7C80-41B9-AD54-6B44BBFE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A6A4DC08-413F-41A8-8EE9-E58A8A9C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A297D301-C43F-4A25-919E-548D572B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7808E74A-128D-4C33-8206-F4CD0083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84D5376C-DFA6-495B-BE1D-34DC4C48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6731CE3D-12DC-4DD5-A66C-B8BD577B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CFE5D98E-164A-43CE-BD06-07029DD3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B069DEC5-4F33-4079-A2A4-9236E3F2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34EF4E3E-1B14-49CC-AF42-85915212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81605319-4C02-4905-9085-B449E270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880C2961-A518-4795-8D67-618DBF68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F58F08A4-BB51-4086-9829-288B67B2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F9887F1B-BD8F-4BFF-B211-A50646B5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b57fbbf7c41cc">
            <a:extLst>
              <a:ext uri="{96DAC541-7B7A-43D3-8B79-37D633B846F1}">
                <asvg:svgBlip xmlns:asvg="http://schemas.microsoft.com/office/drawing/2016/SVG/main" r:embed="R2b19d21f4e8347a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7200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2192B41D-E805-4BB9-BC9A-FA3A5899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7049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21e53b00948c3">
            <a:extLst>
              <a:ext uri="{96DAC541-7B7A-43D3-8B79-37D633B846F1}">
                <asvg:svgBlip xmlns:asvg="http://schemas.microsoft.com/office/drawing/2016/SVG/main" r:embed="R614735c4127c49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72075" y="182880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3E501CAF-2004-43E6-87EB-798BEEC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3e2a45bf794c99">
            <a:extLst>
              <a:ext uri="{96DAC541-7B7A-43D3-8B79-37D633B846F1}">
                <asvg:svgBlip xmlns:asvg="http://schemas.microsoft.com/office/drawing/2016/SVG/main" r:embed="R7aed50603f8e4f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1500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4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589CBFE1-0976-42EF-9F7F-9AD5574C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1647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5ea7175d343bc">
            <a:extLst>
              <a:ext uri="{96DAC541-7B7A-43D3-8B79-37D633B846F1}">
                <asvg:svgBlip xmlns:asvg="http://schemas.microsoft.com/office/drawing/2016/SVG/main" r:embed="Re67cb28b99dc42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15075" y="17716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6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09D817B5-3878-43B0-9B4E-95B62B91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34175" y="1771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1ffd5233d4581">
            <a:extLst>
              <a:ext uri="{96DAC541-7B7A-43D3-8B79-37D633B846F1}">
                <asvg:svgBlip xmlns:asvg="http://schemas.microsoft.com/office/drawing/2016/SVG/main" r:embed="R276b107d1f0a4c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8954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CFB234E8-B7ED-4EC4-974A-7B41D947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1866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8b80989554934">
            <a:extLst>
              <a:ext uri="{96DAC541-7B7A-43D3-8B79-37D633B846F1}">
                <asvg:svgBlip xmlns:asvg="http://schemas.microsoft.com/office/drawing/2016/SVG/main" r:embed="Rf726d6a3d4104e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58075" y="19907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8829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B92ECE2E-A345-41E2-A824-0925C484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2C0D90A8-736F-491E-B011-8B824610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19802" cy="522551"/>
          </a:xfrm>
          <a:custGeom xmlns:a="http://schemas.openxmlformats.org/drawingml/2006/main">
            <a:pathLst>
              <a:path w="3519802" h="522551">
                <a:moveTo>
                  <a:pt x="0" y="0"/>
                </a:moveTo>
                <a:lnTo>
                  <a:pt x="19241" y="24746"/>
                </a:lnTo>
                <a:lnTo>
                  <a:pt x="38481" y="49482"/>
                </a:lnTo>
                <a:lnTo>
                  <a:pt x="57731" y="74228"/>
                </a:lnTo>
                <a:lnTo>
                  <a:pt x="76972" y="98974"/>
                </a:lnTo>
                <a:lnTo>
                  <a:pt x="96212" y="123711"/>
                </a:lnTo>
                <a:lnTo>
                  <a:pt x="115453" y="148457"/>
                </a:lnTo>
                <a:lnTo>
                  <a:pt x="134693" y="173193"/>
                </a:lnTo>
                <a:lnTo>
                  <a:pt x="153943" y="197939"/>
                </a:lnTo>
                <a:lnTo>
                  <a:pt x="173184" y="222685"/>
                </a:lnTo>
                <a:lnTo>
                  <a:pt x="192424" y="247421"/>
                </a:lnTo>
                <a:lnTo>
                  <a:pt x="211665" y="272167"/>
                </a:lnTo>
                <a:lnTo>
                  <a:pt x="230905" y="296913"/>
                </a:lnTo>
                <a:lnTo>
                  <a:pt x="250155" y="321650"/>
                </a:lnTo>
                <a:lnTo>
                  <a:pt x="269396" y="346396"/>
                </a:lnTo>
                <a:lnTo>
                  <a:pt x="288636" y="371132"/>
                </a:lnTo>
                <a:lnTo>
                  <a:pt x="307877" y="395878"/>
                </a:lnTo>
                <a:lnTo>
                  <a:pt x="327117" y="420624"/>
                </a:lnTo>
                <a:lnTo>
                  <a:pt x="346367" y="445360"/>
                </a:lnTo>
                <a:lnTo>
                  <a:pt x="366465" y="468659"/>
                </a:lnTo>
                <a:lnTo>
                  <a:pt x="396592" y="477069"/>
                </a:lnTo>
                <a:lnTo>
                  <a:pt x="427520" y="482136"/>
                </a:lnTo>
                <a:lnTo>
                  <a:pt x="458619" y="486013"/>
                </a:lnTo>
                <a:lnTo>
                  <a:pt x="489804" y="489204"/>
                </a:lnTo>
                <a:lnTo>
                  <a:pt x="521027" y="491957"/>
                </a:lnTo>
                <a:lnTo>
                  <a:pt x="552279" y="494376"/>
                </a:lnTo>
                <a:lnTo>
                  <a:pt x="583540" y="496548"/>
                </a:lnTo>
                <a:lnTo>
                  <a:pt x="614829" y="498519"/>
                </a:lnTo>
                <a:lnTo>
                  <a:pt x="646119" y="500310"/>
                </a:lnTo>
                <a:lnTo>
                  <a:pt x="677418" y="501977"/>
                </a:lnTo>
                <a:lnTo>
                  <a:pt x="708727" y="503501"/>
                </a:lnTo>
                <a:lnTo>
                  <a:pt x="740035" y="504930"/>
                </a:lnTo>
                <a:lnTo>
                  <a:pt x="771354" y="506254"/>
                </a:lnTo>
                <a:lnTo>
                  <a:pt x="802672" y="507492"/>
                </a:lnTo>
                <a:lnTo>
                  <a:pt x="833999" y="508654"/>
                </a:lnTo>
                <a:lnTo>
                  <a:pt x="865318" y="509740"/>
                </a:lnTo>
                <a:lnTo>
                  <a:pt x="896645" y="510769"/>
                </a:lnTo>
                <a:lnTo>
                  <a:pt x="927983" y="511731"/>
                </a:lnTo>
                <a:lnTo>
                  <a:pt x="959310" y="512626"/>
                </a:lnTo>
                <a:lnTo>
                  <a:pt x="990638" y="513474"/>
                </a:lnTo>
                <a:lnTo>
                  <a:pt x="1021975" y="514274"/>
                </a:lnTo>
                <a:lnTo>
                  <a:pt x="1053313" y="515026"/>
                </a:lnTo>
                <a:lnTo>
                  <a:pt x="1084650" y="515731"/>
                </a:lnTo>
                <a:lnTo>
                  <a:pt x="1115987" y="516398"/>
                </a:lnTo>
                <a:lnTo>
                  <a:pt x="1147324" y="517017"/>
                </a:lnTo>
                <a:lnTo>
                  <a:pt x="1178662" y="517608"/>
                </a:lnTo>
                <a:lnTo>
                  <a:pt x="1209999" y="518131"/>
                </a:lnTo>
                <a:lnTo>
                  <a:pt x="1241346" y="518655"/>
                </a:lnTo>
                <a:lnTo>
                  <a:pt x="1272683" y="519122"/>
                </a:lnTo>
                <a:lnTo>
                  <a:pt x="1304020" y="519570"/>
                </a:lnTo>
                <a:lnTo>
                  <a:pt x="1335367" y="519970"/>
                </a:lnTo>
                <a:lnTo>
                  <a:pt x="1366704" y="520351"/>
                </a:lnTo>
                <a:lnTo>
                  <a:pt x="1398051" y="520684"/>
                </a:lnTo>
                <a:lnTo>
                  <a:pt x="1429388" y="521008"/>
                </a:lnTo>
                <a:lnTo>
                  <a:pt x="1460735" y="521284"/>
                </a:lnTo>
                <a:lnTo>
                  <a:pt x="1492082" y="521541"/>
                </a:lnTo>
                <a:lnTo>
                  <a:pt x="1523419" y="521760"/>
                </a:lnTo>
                <a:lnTo>
                  <a:pt x="1554766" y="521960"/>
                </a:lnTo>
                <a:lnTo>
                  <a:pt x="1586113" y="522122"/>
                </a:lnTo>
                <a:lnTo>
                  <a:pt x="1617450" y="522265"/>
                </a:lnTo>
                <a:lnTo>
                  <a:pt x="1648797" y="522380"/>
                </a:lnTo>
                <a:lnTo>
                  <a:pt x="1680143" y="522465"/>
                </a:lnTo>
                <a:lnTo>
                  <a:pt x="1711481" y="522522"/>
                </a:lnTo>
                <a:lnTo>
                  <a:pt x="1742827" y="522551"/>
                </a:lnTo>
                <a:lnTo>
                  <a:pt x="1774174" y="522551"/>
                </a:lnTo>
                <a:lnTo>
                  <a:pt x="1805521" y="522522"/>
                </a:lnTo>
                <a:lnTo>
                  <a:pt x="1836858" y="522484"/>
                </a:lnTo>
                <a:lnTo>
                  <a:pt x="1868205" y="522399"/>
                </a:lnTo>
                <a:lnTo>
                  <a:pt x="1899552" y="522303"/>
                </a:lnTo>
                <a:lnTo>
                  <a:pt x="1930898" y="522161"/>
                </a:lnTo>
                <a:lnTo>
                  <a:pt x="1962236" y="522008"/>
                </a:lnTo>
                <a:lnTo>
                  <a:pt x="1993583" y="521808"/>
                </a:lnTo>
                <a:lnTo>
                  <a:pt x="2024929" y="521599"/>
                </a:lnTo>
                <a:lnTo>
                  <a:pt x="2056267" y="521341"/>
                </a:lnTo>
                <a:lnTo>
                  <a:pt x="2087613" y="521084"/>
                </a:lnTo>
                <a:lnTo>
                  <a:pt x="2118951" y="520760"/>
                </a:lnTo>
                <a:lnTo>
                  <a:pt x="2150297" y="520436"/>
                </a:lnTo>
                <a:lnTo>
                  <a:pt x="2181635" y="520055"/>
                </a:lnTo>
                <a:lnTo>
                  <a:pt x="2212981" y="519674"/>
                </a:lnTo>
                <a:lnTo>
                  <a:pt x="2244319" y="519227"/>
                </a:lnTo>
                <a:lnTo>
                  <a:pt x="2275665" y="518770"/>
                </a:lnTo>
                <a:lnTo>
                  <a:pt x="2307003" y="518255"/>
                </a:lnTo>
                <a:lnTo>
                  <a:pt x="2338340" y="517741"/>
                </a:lnTo>
                <a:lnTo>
                  <a:pt x="2369677" y="517160"/>
                </a:lnTo>
                <a:lnTo>
                  <a:pt x="2401014" y="516550"/>
                </a:lnTo>
                <a:lnTo>
                  <a:pt x="2432352" y="515893"/>
                </a:lnTo>
                <a:lnTo>
                  <a:pt x="2463689" y="515198"/>
                </a:lnTo>
                <a:lnTo>
                  <a:pt x="2495026" y="514455"/>
                </a:lnTo>
                <a:lnTo>
                  <a:pt x="2526363" y="513664"/>
                </a:lnTo>
                <a:lnTo>
                  <a:pt x="2557691" y="512826"/>
                </a:lnTo>
                <a:lnTo>
                  <a:pt x="2589028" y="511940"/>
                </a:lnTo>
                <a:lnTo>
                  <a:pt x="2620356" y="510997"/>
                </a:lnTo>
                <a:lnTo>
                  <a:pt x="2651684" y="509988"/>
                </a:lnTo>
                <a:lnTo>
                  <a:pt x="2683012" y="508911"/>
                </a:lnTo>
                <a:lnTo>
                  <a:pt x="2714330" y="507768"/>
                </a:lnTo>
                <a:lnTo>
                  <a:pt x="2745657" y="506549"/>
                </a:lnTo>
                <a:lnTo>
                  <a:pt x="2776976" y="505244"/>
                </a:lnTo>
                <a:lnTo>
                  <a:pt x="2808284" y="503844"/>
                </a:lnTo>
                <a:lnTo>
                  <a:pt x="2839593" y="502339"/>
                </a:lnTo>
                <a:lnTo>
                  <a:pt x="2870892" y="500710"/>
                </a:lnTo>
                <a:lnTo>
                  <a:pt x="2902191" y="498948"/>
                </a:lnTo>
                <a:lnTo>
                  <a:pt x="2933471" y="497015"/>
                </a:lnTo>
                <a:lnTo>
                  <a:pt x="2964742" y="494900"/>
                </a:lnTo>
                <a:lnTo>
                  <a:pt x="2996003" y="492547"/>
                </a:lnTo>
                <a:lnTo>
                  <a:pt x="3027236" y="489871"/>
                </a:lnTo>
                <a:lnTo>
                  <a:pt x="3058420" y="486794"/>
                </a:lnTo>
                <a:lnTo>
                  <a:pt x="3089548" y="483108"/>
                </a:lnTo>
                <a:lnTo>
                  <a:pt x="3120533" y="478403"/>
                </a:lnTo>
                <a:lnTo>
                  <a:pt x="3151032" y="471278"/>
                </a:lnTo>
                <a:lnTo>
                  <a:pt x="3173435" y="451085"/>
                </a:lnTo>
                <a:lnTo>
                  <a:pt x="3192675" y="426339"/>
                </a:lnTo>
                <a:lnTo>
                  <a:pt x="3211925" y="401603"/>
                </a:lnTo>
                <a:lnTo>
                  <a:pt x="3231166" y="376857"/>
                </a:lnTo>
                <a:lnTo>
                  <a:pt x="3250406" y="352120"/>
                </a:lnTo>
                <a:lnTo>
                  <a:pt x="3269647" y="327374"/>
                </a:lnTo>
                <a:lnTo>
                  <a:pt x="3288887" y="302628"/>
                </a:lnTo>
                <a:lnTo>
                  <a:pt x="3308137" y="277892"/>
                </a:lnTo>
                <a:lnTo>
                  <a:pt x="3327378" y="253146"/>
                </a:lnTo>
                <a:lnTo>
                  <a:pt x="3346618" y="228400"/>
                </a:lnTo>
                <a:lnTo>
                  <a:pt x="3365859" y="203664"/>
                </a:lnTo>
                <a:lnTo>
                  <a:pt x="3385099" y="178918"/>
                </a:lnTo>
                <a:lnTo>
                  <a:pt x="3404349" y="154172"/>
                </a:lnTo>
                <a:lnTo>
                  <a:pt x="3423590" y="129435"/>
                </a:lnTo>
                <a:lnTo>
                  <a:pt x="3442830" y="104689"/>
                </a:lnTo>
                <a:lnTo>
                  <a:pt x="3462071" y="79953"/>
                </a:lnTo>
                <a:lnTo>
                  <a:pt x="3481311" y="55207"/>
                </a:lnTo>
                <a:lnTo>
                  <a:pt x="3500561" y="30461"/>
                </a:lnTo>
                <a:lnTo>
                  <a:pt x="3519802" y="5725"/>
                </a:lnTo>
                <a:lnTo>
                  <a:pt x="3503609" y="10468"/>
                </a:lnTo>
                <a:lnTo>
                  <a:pt x="3472815" y="16212"/>
                </a:lnTo>
                <a:lnTo>
                  <a:pt x="3441725" y="20241"/>
                </a:lnTo>
                <a:lnTo>
                  <a:pt x="3410550" y="23460"/>
                </a:lnTo>
                <a:lnTo>
                  <a:pt x="3379327" y="26194"/>
                </a:lnTo>
                <a:lnTo>
                  <a:pt x="3348076" y="28585"/>
                </a:lnTo>
                <a:lnTo>
                  <a:pt x="3316805" y="30718"/>
                </a:lnTo>
                <a:lnTo>
                  <a:pt x="3285515" y="32652"/>
                </a:lnTo>
                <a:lnTo>
                  <a:pt x="3254226" y="34414"/>
                </a:lnTo>
                <a:lnTo>
                  <a:pt x="3222927" y="36052"/>
                </a:lnTo>
                <a:lnTo>
                  <a:pt x="3191618" y="37557"/>
                </a:lnTo>
                <a:lnTo>
                  <a:pt x="3160300" y="38967"/>
                </a:lnTo>
                <a:lnTo>
                  <a:pt x="3128982" y="40291"/>
                </a:lnTo>
                <a:lnTo>
                  <a:pt x="3097663" y="41539"/>
                </a:lnTo>
                <a:lnTo>
                  <a:pt x="3066345" y="42710"/>
                </a:lnTo>
                <a:lnTo>
                  <a:pt x="3035017" y="43815"/>
                </a:lnTo>
                <a:lnTo>
                  <a:pt x="3003690" y="44853"/>
                </a:lnTo>
                <a:lnTo>
                  <a:pt x="2972362" y="45844"/>
                </a:lnTo>
                <a:lnTo>
                  <a:pt x="2941034" y="46787"/>
                </a:lnTo>
                <a:lnTo>
                  <a:pt x="2909697" y="47673"/>
                </a:lnTo>
                <a:lnTo>
                  <a:pt x="2878369" y="48520"/>
                </a:lnTo>
                <a:lnTo>
                  <a:pt x="2847032" y="49330"/>
                </a:lnTo>
                <a:lnTo>
                  <a:pt x="2815704" y="50092"/>
                </a:lnTo>
                <a:lnTo>
                  <a:pt x="2784367" y="50825"/>
                </a:lnTo>
                <a:lnTo>
                  <a:pt x="2753030" y="51521"/>
                </a:lnTo>
                <a:lnTo>
                  <a:pt x="2721693" y="52178"/>
                </a:lnTo>
                <a:lnTo>
                  <a:pt x="2690355" y="52807"/>
                </a:lnTo>
                <a:lnTo>
                  <a:pt x="2659018" y="53407"/>
                </a:lnTo>
                <a:lnTo>
                  <a:pt x="2627671" y="53988"/>
                </a:lnTo>
                <a:lnTo>
                  <a:pt x="2596334" y="54521"/>
                </a:lnTo>
                <a:lnTo>
                  <a:pt x="2564997" y="55055"/>
                </a:lnTo>
                <a:lnTo>
                  <a:pt x="2533660" y="55531"/>
                </a:lnTo>
                <a:lnTo>
                  <a:pt x="2502313" y="55997"/>
                </a:lnTo>
                <a:lnTo>
                  <a:pt x="2470976" y="56445"/>
                </a:lnTo>
                <a:lnTo>
                  <a:pt x="2439629" y="56855"/>
                </a:lnTo>
                <a:lnTo>
                  <a:pt x="2408291" y="57274"/>
                </a:lnTo>
                <a:lnTo>
                  <a:pt x="2376945" y="57626"/>
                </a:lnTo>
                <a:lnTo>
                  <a:pt x="2345607" y="57988"/>
                </a:lnTo>
                <a:lnTo>
                  <a:pt x="2314261" y="58322"/>
                </a:lnTo>
                <a:lnTo>
                  <a:pt x="2282923" y="58626"/>
                </a:lnTo>
                <a:lnTo>
                  <a:pt x="2251577" y="58931"/>
                </a:lnTo>
                <a:lnTo>
                  <a:pt x="2220239" y="59188"/>
                </a:lnTo>
                <a:lnTo>
                  <a:pt x="2188893" y="59446"/>
                </a:lnTo>
                <a:lnTo>
                  <a:pt x="2157546" y="59684"/>
                </a:lnTo>
                <a:lnTo>
                  <a:pt x="2126209" y="59893"/>
                </a:lnTo>
                <a:lnTo>
                  <a:pt x="2094862" y="60093"/>
                </a:lnTo>
                <a:lnTo>
                  <a:pt x="2063515" y="60265"/>
                </a:lnTo>
                <a:lnTo>
                  <a:pt x="2032178" y="60427"/>
                </a:lnTo>
                <a:lnTo>
                  <a:pt x="2000831" y="60569"/>
                </a:lnTo>
                <a:lnTo>
                  <a:pt x="1969484" y="60684"/>
                </a:lnTo>
                <a:lnTo>
                  <a:pt x="1938147" y="60798"/>
                </a:lnTo>
                <a:lnTo>
                  <a:pt x="1906800" y="60884"/>
                </a:lnTo>
                <a:lnTo>
                  <a:pt x="1875453" y="60950"/>
                </a:lnTo>
                <a:lnTo>
                  <a:pt x="1844107" y="61017"/>
                </a:lnTo>
                <a:lnTo>
                  <a:pt x="1812769" y="61046"/>
                </a:lnTo>
                <a:lnTo>
                  <a:pt x="1781423" y="61065"/>
                </a:lnTo>
                <a:lnTo>
                  <a:pt x="1750076" y="61074"/>
                </a:lnTo>
                <a:lnTo>
                  <a:pt x="1718729" y="61046"/>
                </a:lnTo>
                <a:lnTo>
                  <a:pt x="1687392" y="61027"/>
                </a:lnTo>
                <a:lnTo>
                  <a:pt x="1656045" y="60970"/>
                </a:lnTo>
                <a:lnTo>
                  <a:pt x="1624698" y="60903"/>
                </a:lnTo>
                <a:lnTo>
                  <a:pt x="1593352" y="60827"/>
                </a:lnTo>
                <a:lnTo>
                  <a:pt x="1562014" y="60712"/>
                </a:lnTo>
                <a:lnTo>
                  <a:pt x="1530668" y="60598"/>
                </a:lnTo>
                <a:lnTo>
                  <a:pt x="1499321" y="60465"/>
                </a:lnTo>
                <a:lnTo>
                  <a:pt x="1467983" y="60303"/>
                </a:lnTo>
                <a:lnTo>
                  <a:pt x="1436637" y="60141"/>
                </a:lnTo>
                <a:lnTo>
                  <a:pt x="1405290" y="59941"/>
                </a:lnTo>
                <a:lnTo>
                  <a:pt x="1373953" y="59731"/>
                </a:lnTo>
                <a:lnTo>
                  <a:pt x="1342606" y="59503"/>
                </a:lnTo>
                <a:lnTo>
                  <a:pt x="1311259" y="59255"/>
                </a:lnTo>
                <a:lnTo>
                  <a:pt x="1279922" y="58998"/>
                </a:lnTo>
                <a:lnTo>
                  <a:pt x="1248575" y="58703"/>
                </a:lnTo>
                <a:lnTo>
                  <a:pt x="1217238" y="58388"/>
                </a:lnTo>
                <a:lnTo>
                  <a:pt x="1185891" y="58074"/>
                </a:lnTo>
                <a:lnTo>
                  <a:pt x="1154554" y="57712"/>
                </a:lnTo>
                <a:lnTo>
                  <a:pt x="1123207" y="57350"/>
                </a:lnTo>
                <a:lnTo>
                  <a:pt x="1091870" y="56960"/>
                </a:lnTo>
                <a:lnTo>
                  <a:pt x="1060523" y="56540"/>
                </a:lnTo>
                <a:lnTo>
                  <a:pt x="1029186" y="56112"/>
                </a:lnTo>
                <a:lnTo>
                  <a:pt x="997839" y="55636"/>
                </a:lnTo>
                <a:lnTo>
                  <a:pt x="966502" y="55169"/>
                </a:lnTo>
                <a:lnTo>
                  <a:pt x="935165" y="54645"/>
                </a:lnTo>
                <a:lnTo>
                  <a:pt x="903818" y="54112"/>
                </a:lnTo>
                <a:lnTo>
                  <a:pt x="872480" y="53550"/>
                </a:lnTo>
                <a:lnTo>
                  <a:pt x="841143" y="52959"/>
                </a:lnTo>
                <a:lnTo>
                  <a:pt x="809806" y="52330"/>
                </a:lnTo>
                <a:lnTo>
                  <a:pt x="778469" y="51683"/>
                </a:lnTo>
                <a:lnTo>
                  <a:pt x="747131" y="50997"/>
                </a:lnTo>
                <a:lnTo>
                  <a:pt x="715794" y="50273"/>
                </a:lnTo>
                <a:lnTo>
                  <a:pt x="684457" y="49511"/>
                </a:lnTo>
                <a:lnTo>
                  <a:pt x="653129" y="48711"/>
                </a:lnTo>
                <a:lnTo>
                  <a:pt x="621792" y="47873"/>
                </a:lnTo>
                <a:lnTo>
                  <a:pt x="590464" y="46987"/>
                </a:lnTo>
                <a:lnTo>
                  <a:pt x="559137" y="46063"/>
                </a:lnTo>
                <a:lnTo>
                  <a:pt x="527799" y="45082"/>
                </a:lnTo>
                <a:lnTo>
                  <a:pt x="496481" y="44053"/>
                </a:lnTo>
                <a:lnTo>
                  <a:pt x="465153" y="42967"/>
                </a:lnTo>
                <a:lnTo>
                  <a:pt x="433826" y="41815"/>
                </a:lnTo>
                <a:lnTo>
                  <a:pt x="402507" y="40596"/>
                </a:lnTo>
                <a:lnTo>
                  <a:pt x="371189" y="39291"/>
                </a:lnTo>
                <a:lnTo>
                  <a:pt x="339881" y="37890"/>
                </a:lnTo>
                <a:lnTo>
                  <a:pt x="308572" y="36405"/>
                </a:lnTo>
                <a:lnTo>
                  <a:pt x="277263" y="34814"/>
                </a:lnTo>
                <a:lnTo>
                  <a:pt x="245964" y="33071"/>
                </a:lnTo>
                <a:lnTo>
                  <a:pt x="214684" y="31175"/>
                </a:lnTo>
                <a:lnTo>
                  <a:pt x="183404" y="29099"/>
                </a:lnTo>
                <a:lnTo>
                  <a:pt x="152152" y="26775"/>
                </a:lnTo>
                <a:lnTo>
                  <a:pt x="120920" y="24127"/>
                </a:lnTo>
                <a:lnTo>
                  <a:pt x="89726" y="21041"/>
                </a:lnTo>
                <a:lnTo>
                  <a:pt x="58617" y="17240"/>
                </a:lnTo>
                <a:lnTo>
                  <a:pt x="27708" y="120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716B2D38-9584-42D4-B0E4-13E935439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494407"/>
            <a:ext cx="352425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26B0A5E7-3678-4C96-A7E2-A928333D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77" y="3200400"/>
            <a:ext cx="2803074" cy="522561"/>
          </a:xfrm>
          <a:custGeom xmlns:a="http://schemas.openxmlformats.org/drawingml/2006/main">
            <a:pathLst>
              <a:path w="2803074" h="522561">
                <a:moveTo>
                  <a:pt x="0" y="0"/>
                </a:moveTo>
                <a:lnTo>
                  <a:pt x="13135" y="22069"/>
                </a:lnTo>
                <a:lnTo>
                  <a:pt x="26270" y="44148"/>
                </a:lnTo>
                <a:lnTo>
                  <a:pt x="39405" y="66218"/>
                </a:lnTo>
                <a:lnTo>
                  <a:pt x="52540" y="88287"/>
                </a:lnTo>
                <a:lnTo>
                  <a:pt x="65675" y="110366"/>
                </a:lnTo>
                <a:lnTo>
                  <a:pt x="78800" y="132436"/>
                </a:lnTo>
                <a:lnTo>
                  <a:pt x="91935" y="154505"/>
                </a:lnTo>
                <a:lnTo>
                  <a:pt x="105070" y="176584"/>
                </a:lnTo>
                <a:lnTo>
                  <a:pt x="118205" y="198653"/>
                </a:lnTo>
                <a:lnTo>
                  <a:pt x="131340" y="220723"/>
                </a:lnTo>
                <a:lnTo>
                  <a:pt x="144475" y="242802"/>
                </a:lnTo>
                <a:lnTo>
                  <a:pt x="157610" y="264871"/>
                </a:lnTo>
                <a:lnTo>
                  <a:pt x="170745" y="286941"/>
                </a:lnTo>
                <a:lnTo>
                  <a:pt x="183880" y="309020"/>
                </a:lnTo>
                <a:lnTo>
                  <a:pt x="197015" y="331089"/>
                </a:lnTo>
                <a:lnTo>
                  <a:pt x="210150" y="353158"/>
                </a:lnTo>
                <a:lnTo>
                  <a:pt x="223285" y="375237"/>
                </a:lnTo>
                <a:lnTo>
                  <a:pt x="236411" y="397307"/>
                </a:lnTo>
                <a:lnTo>
                  <a:pt x="249545" y="419376"/>
                </a:lnTo>
                <a:lnTo>
                  <a:pt x="262680" y="441446"/>
                </a:lnTo>
                <a:lnTo>
                  <a:pt x="275196" y="463753"/>
                </a:lnTo>
                <a:lnTo>
                  <a:pt x="297675" y="475174"/>
                </a:lnTo>
                <a:lnTo>
                  <a:pt x="322717" y="480860"/>
                </a:lnTo>
                <a:lnTo>
                  <a:pt x="348053" y="485042"/>
                </a:lnTo>
                <a:lnTo>
                  <a:pt x="373513" y="488442"/>
                </a:lnTo>
                <a:lnTo>
                  <a:pt x="399031" y="491338"/>
                </a:lnTo>
                <a:lnTo>
                  <a:pt x="424586" y="493871"/>
                </a:lnTo>
                <a:lnTo>
                  <a:pt x="450171" y="496129"/>
                </a:lnTo>
                <a:lnTo>
                  <a:pt x="475774" y="498167"/>
                </a:lnTo>
                <a:lnTo>
                  <a:pt x="501396" y="500024"/>
                </a:lnTo>
                <a:lnTo>
                  <a:pt x="527028" y="501729"/>
                </a:lnTo>
                <a:lnTo>
                  <a:pt x="552660" y="503311"/>
                </a:lnTo>
                <a:lnTo>
                  <a:pt x="578301" y="504768"/>
                </a:lnTo>
                <a:lnTo>
                  <a:pt x="603952" y="506130"/>
                </a:lnTo>
                <a:lnTo>
                  <a:pt x="629603" y="507406"/>
                </a:lnTo>
                <a:lnTo>
                  <a:pt x="655263" y="508587"/>
                </a:lnTo>
                <a:lnTo>
                  <a:pt x="680923" y="509702"/>
                </a:lnTo>
                <a:lnTo>
                  <a:pt x="706584" y="510740"/>
                </a:lnTo>
                <a:lnTo>
                  <a:pt x="732253" y="511721"/>
                </a:lnTo>
                <a:lnTo>
                  <a:pt x="757923" y="512645"/>
                </a:lnTo>
                <a:lnTo>
                  <a:pt x="783593" y="513502"/>
                </a:lnTo>
                <a:lnTo>
                  <a:pt x="809263" y="514321"/>
                </a:lnTo>
                <a:lnTo>
                  <a:pt x="834933" y="515083"/>
                </a:lnTo>
                <a:lnTo>
                  <a:pt x="860612" y="515798"/>
                </a:lnTo>
                <a:lnTo>
                  <a:pt x="886282" y="516465"/>
                </a:lnTo>
                <a:lnTo>
                  <a:pt x="911962" y="517103"/>
                </a:lnTo>
                <a:lnTo>
                  <a:pt x="937641" y="517684"/>
                </a:lnTo>
                <a:lnTo>
                  <a:pt x="963320" y="518236"/>
                </a:lnTo>
                <a:lnTo>
                  <a:pt x="989000" y="518751"/>
                </a:lnTo>
                <a:lnTo>
                  <a:pt x="1014679" y="519208"/>
                </a:lnTo>
                <a:lnTo>
                  <a:pt x="1040359" y="519665"/>
                </a:lnTo>
                <a:lnTo>
                  <a:pt x="1066038" y="520055"/>
                </a:lnTo>
                <a:lnTo>
                  <a:pt x="1091727" y="520446"/>
                </a:lnTo>
                <a:lnTo>
                  <a:pt x="1117406" y="520770"/>
                </a:lnTo>
                <a:lnTo>
                  <a:pt x="1143086" y="521094"/>
                </a:lnTo>
                <a:lnTo>
                  <a:pt x="1168775" y="521360"/>
                </a:lnTo>
                <a:lnTo>
                  <a:pt x="1194454" y="521627"/>
                </a:lnTo>
                <a:lnTo>
                  <a:pt x="1220143" y="521827"/>
                </a:lnTo>
                <a:lnTo>
                  <a:pt x="1245822" y="522037"/>
                </a:lnTo>
                <a:lnTo>
                  <a:pt x="1271511" y="522180"/>
                </a:lnTo>
                <a:lnTo>
                  <a:pt x="1297191" y="522322"/>
                </a:lnTo>
                <a:lnTo>
                  <a:pt x="1322880" y="522408"/>
                </a:lnTo>
                <a:lnTo>
                  <a:pt x="1348559" y="522503"/>
                </a:lnTo>
                <a:lnTo>
                  <a:pt x="1374248" y="522532"/>
                </a:lnTo>
                <a:lnTo>
                  <a:pt x="1399927" y="522561"/>
                </a:lnTo>
                <a:lnTo>
                  <a:pt x="1425616" y="522542"/>
                </a:lnTo>
                <a:lnTo>
                  <a:pt x="1451296" y="522513"/>
                </a:lnTo>
                <a:lnTo>
                  <a:pt x="1476985" y="522437"/>
                </a:lnTo>
                <a:lnTo>
                  <a:pt x="1502664" y="522351"/>
                </a:lnTo>
                <a:lnTo>
                  <a:pt x="1528353" y="522218"/>
                </a:lnTo>
                <a:lnTo>
                  <a:pt x="1554032" y="522075"/>
                </a:lnTo>
                <a:lnTo>
                  <a:pt x="1579721" y="521884"/>
                </a:lnTo>
                <a:lnTo>
                  <a:pt x="1605401" y="521675"/>
                </a:lnTo>
                <a:lnTo>
                  <a:pt x="1631090" y="521427"/>
                </a:lnTo>
                <a:lnTo>
                  <a:pt x="1656769" y="521170"/>
                </a:lnTo>
                <a:lnTo>
                  <a:pt x="1682448" y="520865"/>
                </a:lnTo>
                <a:lnTo>
                  <a:pt x="1708137" y="520532"/>
                </a:lnTo>
                <a:lnTo>
                  <a:pt x="1733817" y="520160"/>
                </a:lnTo>
                <a:lnTo>
                  <a:pt x="1759496" y="519770"/>
                </a:lnTo>
                <a:lnTo>
                  <a:pt x="1785175" y="519332"/>
                </a:lnTo>
                <a:lnTo>
                  <a:pt x="1810864" y="518865"/>
                </a:lnTo>
                <a:lnTo>
                  <a:pt x="1836544" y="518370"/>
                </a:lnTo>
                <a:lnTo>
                  <a:pt x="1862223" y="517836"/>
                </a:lnTo>
                <a:lnTo>
                  <a:pt x="1887893" y="517255"/>
                </a:lnTo>
                <a:lnTo>
                  <a:pt x="1913573" y="516636"/>
                </a:lnTo>
                <a:lnTo>
                  <a:pt x="1939252" y="515979"/>
                </a:lnTo>
                <a:lnTo>
                  <a:pt x="1964931" y="515274"/>
                </a:lnTo>
                <a:lnTo>
                  <a:pt x="1990601" y="514521"/>
                </a:lnTo>
                <a:lnTo>
                  <a:pt x="2016271" y="513721"/>
                </a:lnTo>
                <a:lnTo>
                  <a:pt x="2041941" y="512864"/>
                </a:lnTo>
                <a:lnTo>
                  <a:pt x="2067611" y="511959"/>
                </a:lnTo>
                <a:lnTo>
                  <a:pt x="2093281" y="510997"/>
                </a:lnTo>
                <a:lnTo>
                  <a:pt x="2118941" y="509978"/>
                </a:lnTo>
                <a:lnTo>
                  <a:pt x="2144601" y="508883"/>
                </a:lnTo>
                <a:lnTo>
                  <a:pt x="2170262" y="507711"/>
                </a:lnTo>
                <a:lnTo>
                  <a:pt x="2195913" y="506463"/>
                </a:lnTo>
                <a:lnTo>
                  <a:pt x="2221563" y="505130"/>
                </a:lnTo>
                <a:lnTo>
                  <a:pt x="2247214" y="503692"/>
                </a:lnTo>
                <a:lnTo>
                  <a:pt x="2272846" y="502158"/>
                </a:lnTo>
                <a:lnTo>
                  <a:pt x="2298478" y="500472"/>
                </a:lnTo>
                <a:lnTo>
                  <a:pt x="2324100" y="498662"/>
                </a:lnTo>
                <a:lnTo>
                  <a:pt x="2349703" y="496662"/>
                </a:lnTo>
                <a:lnTo>
                  <a:pt x="2375297" y="494471"/>
                </a:lnTo>
                <a:lnTo>
                  <a:pt x="2400862" y="492014"/>
                </a:lnTo>
                <a:lnTo>
                  <a:pt x="2426399" y="489223"/>
                </a:lnTo>
                <a:lnTo>
                  <a:pt x="2451878" y="485975"/>
                </a:lnTo>
                <a:lnTo>
                  <a:pt x="2477252" y="482032"/>
                </a:lnTo>
                <a:lnTo>
                  <a:pt x="2502408" y="476860"/>
                </a:lnTo>
                <a:lnTo>
                  <a:pt x="2526497" y="468220"/>
                </a:lnTo>
                <a:lnTo>
                  <a:pt x="2540394" y="447113"/>
                </a:lnTo>
                <a:lnTo>
                  <a:pt x="2553529" y="425044"/>
                </a:lnTo>
                <a:lnTo>
                  <a:pt x="2566664" y="402965"/>
                </a:lnTo>
                <a:lnTo>
                  <a:pt x="2579799" y="380895"/>
                </a:lnTo>
                <a:lnTo>
                  <a:pt x="2592934" y="358826"/>
                </a:lnTo>
                <a:lnTo>
                  <a:pt x="2606069" y="336747"/>
                </a:lnTo>
                <a:lnTo>
                  <a:pt x="2619204" y="314677"/>
                </a:lnTo>
                <a:lnTo>
                  <a:pt x="2632329" y="292608"/>
                </a:lnTo>
                <a:lnTo>
                  <a:pt x="2645464" y="270529"/>
                </a:lnTo>
                <a:lnTo>
                  <a:pt x="2658599" y="248460"/>
                </a:lnTo>
                <a:lnTo>
                  <a:pt x="2671734" y="226390"/>
                </a:lnTo>
                <a:lnTo>
                  <a:pt x="2684869" y="204311"/>
                </a:lnTo>
                <a:lnTo>
                  <a:pt x="2698004" y="182242"/>
                </a:lnTo>
                <a:lnTo>
                  <a:pt x="2711139" y="160172"/>
                </a:lnTo>
                <a:lnTo>
                  <a:pt x="2724274" y="138093"/>
                </a:lnTo>
                <a:lnTo>
                  <a:pt x="2737409" y="116024"/>
                </a:lnTo>
                <a:lnTo>
                  <a:pt x="2750544" y="93955"/>
                </a:lnTo>
                <a:lnTo>
                  <a:pt x="2763679" y="71876"/>
                </a:lnTo>
                <a:lnTo>
                  <a:pt x="2776814" y="49806"/>
                </a:lnTo>
                <a:lnTo>
                  <a:pt x="2789939" y="27737"/>
                </a:lnTo>
                <a:lnTo>
                  <a:pt x="2803074" y="5658"/>
                </a:lnTo>
                <a:lnTo>
                  <a:pt x="2791244" y="10077"/>
                </a:lnTo>
                <a:lnTo>
                  <a:pt x="2766289" y="16059"/>
                </a:lnTo>
                <a:lnTo>
                  <a:pt x="2740943" y="20212"/>
                </a:lnTo>
                <a:lnTo>
                  <a:pt x="2715473" y="23517"/>
                </a:lnTo>
                <a:lnTo>
                  <a:pt x="2689936" y="26308"/>
                </a:lnTo>
                <a:lnTo>
                  <a:pt x="2664371" y="28746"/>
                </a:lnTo>
                <a:lnTo>
                  <a:pt x="2638777" y="30928"/>
                </a:lnTo>
                <a:lnTo>
                  <a:pt x="2613165" y="32890"/>
                </a:lnTo>
                <a:lnTo>
                  <a:pt x="2587552" y="34681"/>
                </a:lnTo>
                <a:lnTo>
                  <a:pt x="2561920" y="36338"/>
                </a:lnTo>
                <a:lnTo>
                  <a:pt x="2536279" y="37871"/>
                </a:lnTo>
                <a:lnTo>
                  <a:pt x="2510628" y="39300"/>
                </a:lnTo>
                <a:lnTo>
                  <a:pt x="2484987" y="40643"/>
                </a:lnTo>
                <a:lnTo>
                  <a:pt x="2459326" y="41891"/>
                </a:lnTo>
                <a:lnTo>
                  <a:pt x="2433676" y="43072"/>
                </a:lnTo>
                <a:lnTo>
                  <a:pt x="2408015" y="44186"/>
                </a:lnTo>
                <a:lnTo>
                  <a:pt x="2382345" y="45234"/>
                </a:lnTo>
                <a:lnTo>
                  <a:pt x="2356685" y="46234"/>
                </a:lnTo>
                <a:lnTo>
                  <a:pt x="2331015" y="47177"/>
                </a:lnTo>
                <a:lnTo>
                  <a:pt x="2305345" y="48073"/>
                </a:lnTo>
                <a:lnTo>
                  <a:pt x="2279675" y="48930"/>
                </a:lnTo>
                <a:lnTo>
                  <a:pt x="2254006" y="49740"/>
                </a:lnTo>
                <a:lnTo>
                  <a:pt x="2228326" y="50502"/>
                </a:lnTo>
                <a:lnTo>
                  <a:pt x="2202656" y="51235"/>
                </a:lnTo>
                <a:lnTo>
                  <a:pt x="2176977" y="51930"/>
                </a:lnTo>
                <a:lnTo>
                  <a:pt x="2151307" y="52597"/>
                </a:lnTo>
                <a:lnTo>
                  <a:pt x="2125628" y="53226"/>
                </a:lnTo>
                <a:lnTo>
                  <a:pt x="2099948" y="53826"/>
                </a:lnTo>
                <a:lnTo>
                  <a:pt x="2074269" y="54388"/>
                </a:lnTo>
                <a:lnTo>
                  <a:pt x="2048589" y="54931"/>
                </a:lnTo>
                <a:lnTo>
                  <a:pt x="2022910" y="55426"/>
                </a:lnTo>
                <a:lnTo>
                  <a:pt x="1997231" y="55912"/>
                </a:lnTo>
                <a:lnTo>
                  <a:pt x="1971551" y="56378"/>
                </a:lnTo>
                <a:lnTo>
                  <a:pt x="1945872" y="56807"/>
                </a:lnTo>
                <a:lnTo>
                  <a:pt x="1920192" y="57236"/>
                </a:lnTo>
                <a:lnTo>
                  <a:pt x="1894503" y="57607"/>
                </a:lnTo>
                <a:lnTo>
                  <a:pt x="1868824" y="57979"/>
                </a:lnTo>
                <a:lnTo>
                  <a:pt x="1843145" y="58322"/>
                </a:lnTo>
                <a:lnTo>
                  <a:pt x="1817465" y="58636"/>
                </a:lnTo>
                <a:lnTo>
                  <a:pt x="1791776" y="58950"/>
                </a:lnTo>
                <a:lnTo>
                  <a:pt x="1766097" y="59207"/>
                </a:lnTo>
                <a:lnTo>
                  <a:pt x="1740408" y="59474"/>
                </a:lnTo>
                <a:lnTo>
                  <a:pt x="1714729" y="59712"/>
                </a:lnTo>
                <a:lnTo>
                  <a:pt x="1689049" y="59922"/>
                </a:lnTo>
                <a:lnTo>
                  <a:pt x="1663360" y="60131"/>
                </a:lnTo>
                <a:lnTo>
                  <a:pt x="1637681" y="60303"/>
                </a:lnTo>
                <a:lnTo>
                  <a:pt x="1611992" y="60465"/>
                </a:lnTo>
                <a:lnTo>
                  <a:pt x="1586313" y="60608"/>
                </a:lnTo>
                <a:lnTo>
                  <a:pt x="1560624" y="60722"/>
                </a:lnTo>
                <a:lnTo>
                  <a:pt x="1534935" y="60836"/>
                </a:lnTo>
                <a:lnTo>
                  <a:pt x="1509255" y="60912"/>
                </a:lnTo>
                <a:lnTo>
                  <a:pt x="1483566" y="60979"/>
                </a:lnTo>
                <a:lnTo>
                  <a:pt x="1457887" y="61027"/>
                </a:lnTo>
                <a:lnTo>
                  <a:pt x="1432198" y="61055"/>
                </a:lnTo>
                <a:lnTo>
                  <a:pt x="1406519" y="61074"/>
                </a:lnTo>
                <a:lnTo>
                  <a:pt x="1380830" y="61055"/>
                </a:lnTo>
                <a:lnTo>
                  <a:pt x="1355150" y="61036"/>
                </a:lnTo>
                <a:lnTo>
                  <a:pt x="1329461" y="60998"/>
                </a:lnTo>
                <a:lnTo>
                  <a:pt x="1303782" y="60931"/>
                </a:lnTo>
                <a:lnTo>
                  <a:pt x="1278093" y="60855"/>
                </a:lnTo>
                <a:lnTo>
                  <a:pt x="1252414" y="60750"/>
                </a:lnTo>
                <a:lnTo>
                  <a:pt x="1226725" y="60636"/>
                </a:lnTo>
                <a:lnTo>
                  <a:pt x="1201036" y="60503"/>
                </a:lnTo>
                <a:lnTo>
                  <a:pt x="1175356" y="60341"/>
                </a:lnTo>
                <a:lnTo>
                  <a:pt x="1149677" y="60179"/>
                </a:lnTo>
                <a:lnTo>
                  <a:pt x="1123988" y="59979"/>
                </a:lnTo>
                <a:lnTo>
                  <a:pt x="1098309" y="59769"/>
                </a:lnTo>
                <a:lnTo>
                  <a:pt x="1072620" y="59541"/>
                </a:lnTo>
                <a:lnTo>
                  <a:pt x="1046940" y="59274"/>
                </a:lnTo>
                <a:lnTo>
                  <a:pt x="1021251" y="59017"/>
                </a:lnTo>
                <a:lnTo>
                  <a:pt x="995572" y="58712"/>
                </a:lnTo>
                <a:lnTo>
                  <a:pt x="969893" y="58398"/>
                </a:lnTo>
                <a:lnTo>
                  <a:pt x="944204" y="58074"/>
                </a:lnTo>
                <a:lnTo>
                  <a:pt x="918524" y="57702"/>
                </a:lnTo>
                <a:lnTo>
                  <a:pt x="892845" y="57331"/>
                </a:lnTo>
                <a:lnTo>
                  <a:pt x="867156" y="56912"/>
                </a:lnTo>
                <a:lnTo>
                  <a:pt x="841477" y="56493"/>
                </a:lnTo>
                <a:lnTo>
                  <a:pt x="815797" y="56036"/>
                </a:lnTo>
                <a:lnTo>
                  <a:pt x="790118" y="55550"/>
                </a:lnTo>
                <a:lnTo>
                  <a:pt x="764438" y="55064"/>
                </a:lnTo>
                <a:lnTo>
                  <a:pt x="738759" y="54531"/>
                </a:lnTo>
                <a:lnTo>
                  <a:pt x="713080" y="53969"/>
                </a:lnTo>
                <a:lnTo>
                  <a:pt x="687400" y="53378"/>
                </a:lnTo>
                <a:lnTo>
                  <a:pt x="661730" y="52759"/>
                </a:lnTo>
                <a:lnTo>
                  <a:pt x="636051" y="52102"/>
                </a:lnTo>
                <a:lnTo>
                  <a:pt x="610372" y="51416"/>
                </a:lnTo>
                <a:lnTo>
                  <a:pt x="584702" y="50692"/>
                </a:lnTo>
                <a:lnTo>
                  <a:pt x="559022" y="49940"/>
                </a:lnTo>
                <a:lnTo>
                  <a:pt x="533352" y="49139"/>
                </a:lnTo>
                <a:lnTo>
                  <a:pt x="507683" y="48301"/>
                </a:lnTo>
                <a:lnTo>
                  <a:pt x="482013" y="47415"/>
                </a:lnTo>
                <a:lnTo>
                  <a:pt x="456343" y="46482"/>
                </a:lnTo>
                <a:lnTo>
                  <a:pt x="430682" y="45501"/>
                </a:lnTo>
                <a:lnTo>
                  <a:pt x="405013" y="44463"/>
                </a:lnTo>
                <a:lnTo>
                  <a:pt x="379352" y="43358"/>
                </a:lnTo>
                <a:lnTo>
                  <a:pt x="353701" y="42196"/>
                </a:lnTo>
                <a:lnTo>
                  <a:pt x="328041" y="40967"/>
                </a:lnTo>
                <a:lnTo>
                  <a:pt x="302390" y="39653"/>
                </a:lnTo>
                <a:lnTo>
                  <a:pt x="276749" y="38243"/>
                </a:lnTo>
                <a:lnTo>
                  <a:pt x="251108" y="36738"/>
                </a:lnTo>
                <a:lnTo>
                  <a:pt x="225476" y="35119"/>
                </a:lnTo>
                <a:lnTo>
                  <a:pt x="199844" y="33366"/>
                </a:lnTo>
                <a:lnTo>
                  <a:pt x="174231" y="31442"/>
                </a:lnTo>
                <a:lnTo>
                  <a:pt x="148638" y="29327"/>
                </a:lnTo>
                <a:lnTo>
                  <a:pt x="123063" y="26965"/>
                </a:lnTo>
                <a:lnTo>
                  <a:pt x="97517" y="24270"/>
                </a:lnTo>
                <a:lnTo>
                  <a:pt x="72028" y="21117"/>
                </a:lnTo>
                <a:lnTo>
                  <a:pt x="46644" y="17240"/>
                </a:lnTo>
                <a:lnTo>
                  <a:pt x="21517" y="119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94545345-B693-4DAE-95D9-ADB3DCCF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92739" y="3113532"/>
            <a:ext cx="280652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67E9C9B1-D34C-492F-BBF9-11D87321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383" y="3819525"/>
            <a:ext cx="2257120" cy="522561"/>
          </a:xfrm>
          <a:custGeom xmlns:a="http://schemas.openxmlformats.org/drawingml/2006/main">
            <a:pathLst>
              <a:path w="2257120" h="522561">
                <a:moveTo>
                  <a:pt x="0" y="0"/>
                </a:moveTo>
                <a:lnTo>
                  <a:pt x="10116" y="18669"/>
                </a:lnTo>
                <a:lnTo>
                  <a:pt x="20222" y="37338"/>
                </a:lnTo>
                <a:lnTo>
                  <a:pt x="30337" y="56007"/>
                </a:lnTo>
                <a:lnTo>
                  <a:pt x="40443" y="74676"/>
                </a:lnTo>
                <a:lnTo>
                  <a:pt x="50559" y="93345"/>
                </a:lnTo>
                <a:lnTo>
                  <a:pt x="60665" y="112014"/>
                </a:lnTo>
                <a:lnTo>
                  <a:pt x="70780" y="130683"/>
                </a:lnTo>
                <a:lnTo>
                  <a:pt x="80886" y="149362"/>
                </a:lnTo>
                <a:lnTo>
                  <a:pt x="91002" y="168031"/>
                </a:lnTo>
                <a:lnTo>
                  <a:pt x="101117" y="186700"/>
                </a:lnTo>
                <a:lnTo>
                  <a:pt x="111223" y="205369"/>
                </a:lnTo>
                <a:lnTo>
                  <a:pt x="121339" y="224038"/>
                </a:lnTo>
                <a:lnTo>
                  <a:pt x="131445" y="242707"/>
                </a:lnTo>
                <a:lnTo>
                  <a:pt x="141561" y="261376"/>
                </a:lnTo>
                <a:lnTo>
                  <a:pt x="151667" y="280045"/>
                </a:lnTo>
                <a:lnTo>
                  <a:pt x="161782" y="298714"/>
                </a:lnTo>
                <a:lnTo>
                  <a:pt x="171888" y="317383"/>
                </a:lnTo>
                <a:lnTo>
                  <a:pt x="182004" y="336052"/>
                </a:lnTo>
                <a:lnTo>
                  <a:pt x="192110" y="354721"/>
                </a:lnTo>
                <a:lnTo>
                  <a:pt x="202225" y="373390"/>
                </a:lnTo>
                <a:lnTo>
                  <a:pt x="212341" y="392059"/>
                </a:lnTo>
                <a:lnTo>
                  <a:pt x="222447" y="410737"/>
                </a:lnTo>
                <a:lnTo>
                  <a:pt x="232562" y="429406"/>
                </a:lnTo>
                <a:lnTo>
                  <a:pt x="242668" y="448075"/>
                </a:lnTo>
                <a:lnTo>
                  <a:pt x="252451" y="466744"/>
                </a:lnTo>
                <a:lnTo>
                  <a:pt x="271205" y="476317"/>
                </a:lnTo>
                <a:lnTo>
                  <a:pt x="291694" y="481870"/>
                </a:lnTo>
                <a:lnTo>
                  <a:pt x="312515" y="486032"/>
                </a:lnTo>
                <a:lnTo>
                  <a:pt x="333470" y="489442"/>
                </a:lnTo>
                <a:lnTo>
                  <a:pt x="354501" y="492357"/>
                </a:lnTo>
                <a:lnTo>
                  <a:pt x="375571" y="494909"/>
                </a:lnTo>
                <a:lnTo>
                  <a:pt x="396688" y="497186"/>
                </a:lnTo>
                <a:lnTo>
                  <a:pt x="417814" y="499234"/>
                </a:lnTo>
                <a:lnTo>
                  <a:pt x="438969" y="501110"/>
                </a:lnTo>
                <a:lnTo>
                  <a:pt x="460124" y="502825"/>
                </a:lnTo>
                <a:lnTo>
                  <a:pt x="481298" y="504415"/>
                </a:lnTo>
                <a:lnTo>
                  <a:pt x="502482" y="505873"/>
                </a:lnTo>
                <a:lnTo>
                  <a:pt x="523665" y="507244"/>
                </a:lnTo>
                <a:lnTo>
                  <a:pt x="544868" y="508502"/>
                </a:lnTo>
                <a:lnTo>
                  <a:pt x="566061" y="509692"/>
                </a:lnTo>
                <a:lnTo>
                  <a:pt x="587264" y="510797"/>
                </a:lnTo>
                <a:lnTo>
                  <a:pt x="608476" y="511826"/>
                </a:lnTo>
                <a:lnTo>
                  <a:pt x="629679" y="512797"/>
                </a:lnTo>
                <a:lnTo>
                  <a:pt x="650891" y="513702"/>
                </a:lnTo>
                <a:lnTo>
                  <a:pt x="672113" y="514550"/>
                </a:lnTo>
                <a:lnTo>
                  <a:pt x="693325" y="515350"/>
                </a:lnTo>
                <a:lnTo>
                  <a:pt x="714546" y="516084"/>
                </a:lnTo>
                <a:lnTo>
                  <a:pt x="735768" y="516779"/>
                </a:lnTo>
                <a:lnTo>
                  <a:pt x="756990" y="517417"/>
                </a:lnTo>
                <a:lnTo>
                  <a:pt x="778212" y="518017"/>
                </a:lnTo>
                <a:lnTo>
                  <a:pt x="799433" y="518579"/>
                </a:lnTo>
                <a:lnTo>
                  <a:pt x="820664" y="519093"/>
                </a:lnTo>
                <a:lnTo>
                  <a:pt x="841886" y="519579"/>
                </a:lnTo>
                <a:lnTo>
                  <a:pt x="863117" y="520017"/>
                </a:lnTo>
                <a:lnTo>
                  <a:pt x="884349" y="520417"/>
                </a:lnTo>
                <a:lnTo>
                  <a:pt x="905570" y="520779"/>
                </a:lnTo>
                <a:lnTo>
                  <a:pt x="926802" y="521113"/>
                </a:lnTo>
                <a:lnTo>
                  <a:pt x="948033" y="521399"/>
                </a:lnTo>
                <a:lnTo>
                  <a:pt x="969264" y="521656"/>
                </a:lnTo>
                <a:lnTo>
                  <a:pt x="990495" y="521875"/>
                </a:lnTo>
                <a:lnTo>
                  <a:pt x="1011726" y="522075"/>
                </a:lnTo>
                <a:lnTo>
                  <a:pt x="1032958" y="522237"/>
                </a:lnTo>
                <a:lnTo>
                  <a:pt x="1054189" y="522361"/>
                </a:lnTo>
                <a:lnTo>
                  <a:pt x="1075420" y="522456"/>
                </a:lnTo>
                <a:lnTo>
                  <a:pt x="1096651" y="522522"/>
                </a:lnTo>
                <a:lnTo>
                  <a:pt x="1117883" y="522561"/>
                </a:lnTo>
                <a:lnTo>
                  <a:pt x="1139114" y="522561"/>
                </a:lnTo>
                <a:lnTo>
                  <a:pt x="1160345" y="522522"/>
                </a:lnTo>
                <a:lnTo>
                  <a:pt x="1181576" y="522456"/>
                </a:lnTo>
                <a:lnTo>
                  <a:pt x="1202807" y="522361"/>
                </a:lnTo>
                <a:lnTo>
                  <a:pt x="1224039" y="522237"/>
                </a:lnTo>
                <a:lnTo>
                  <a:pt x="1245270" y="522084"/>
                </a:lnTo>
                <a:lnTo>
                  <a:pt x="1266501" y="521884"/>
                </a:lnTo>
                <a:lnTo>
                  <a:pt x="1287732" y="521665"/>
                </a:lnTo>
                <a:lnTo>
                  <a:pt x="1308964" y="521408"/>
                </a:lnTo>
                <a:lnTo>
                  <a:pt x="1330195" y="521113"/>
                </a:lnTo>
                <a:lnTo>
                  <a:pt x="1351426" y="520789"/>
                </a:lnTo>
                <a:lnTo>
                  <a:pt x="1372657" y="520417"/>
                </a:lnTo>
                <a:lnTo>
                  <a:pt x="1393879" y="520017"/>
                </a:lnTo>
                <a:lnTo>
                  <a:pt x="1415110" y="519579"/>
                </a:lnTo>
                <a:lnTo>
                  <a:pt x="1436332" y="519103"/>
                </a:lnTo>
                <a:lnTo>
                  <a:pt x="1457563" y="518589"/>
                </a:lnTo>
                <a:lnTo>
                  <a:pt x="1478785" y="518027"/>
                </a:lnTo>
                <a:lnTo>
                  <a:pt x="1500007" y="517427"/>
                </a:lnTo>
                <a:lnTo>
                  <a:pt x="1521228" y="516779"/>
                </a:lnTo>
                <a:lnTo>
                  <a:pt x="1542450" y="516093"/>
                </a:lnTo>
                <a:lnTo>
                  <a:pt x="1563672" y="515350"/>
                </a:lnTo>
                <a:lnTo>
                  <a:pt x="1584884" y="514560"/>
                </a:lnTo>
                <a:lnTo>
                  <a:pt x="1606106" y="513712"/>
                </a:lnTo>
                <a:lnTo>
                  <a:pt x="1627318" y="512807"/>
                </a:lnTo>
                <a:lnTo>
                  <a:pt x="1648520" y="511845"/>
                </a:lnTo>
                <a:lnTo>
                  <a:pt x="1669733" y="510807"/>
                </a:lnTo>
                <a:lnTo>
                  <a:pt x="1690935" y="509702"/>
                </a:lnTo>
                <a:lnTo>
                  <a:pt x="1712138" y="508521"/>
                </a:lnTo>
                <a:lnTo>
                  <a:pt x="1733331" y="507254"/>
                </a:lnTo>
                <a:lnTo>
                  <a:pt x="1754515" y="505892"/>
                </a:lnTo>
                <a:lnTo>
                  <a:pt x="1775698" y="504425"/>
                </a:lnTo>
                <a:lnTo>
                  <a:pt x="1796872" y="502844"/>
                </a:lnTo>
                <a:lnTo>
                  <a:pt x="1818037" y="501129"/>
                </a:lnTo>
                <a:lnTo>
                  <a:pt x="1839182" y="499253"/>
                </a:lnTo>
                <a:lnTo>
                  <a:pt x="1860318" y="497205"/>
                </a:lnTo>
                <a:lnTo>
                  <a:pt x="1881426" y="494938"/>
                </a:lnTo>
                <a:lnTo>
                  <a:pt x="1902504" y="492385"/>
                </a:lnTo>
                <a:lnTo>
                  <a:pt x="1923536" y="489471"/>
                </a:lnTo>
                <a:lnTo>
                  <a:pt x="1944491" y="486070"/>
                </a:lnTo>
                <a:lnTo>
                  <a:pt x="1965312" y="481917"/>
                </a:lnTo>
                <a:lnTo>
                  <a:pt x="1985801" y="476393"/>
                </a:lnTo>
                <a:lnTo>
                  <a:pt x="2004622" y="466906"/>
                </a:lnTo>
                <a:lnTo>
                  <a:pt x="2014452" y="448285"/>
                </a:lnTo>
                <a:lnTo>
                  <a:pt x="2024558" y="429606"/>
                </a:lnTo>
                <a:lnTo>
                  <a:pt x="2034673" y="410937"/>
                </a:lnTo>
                <a:lnTo>
                  <a:pt x="2044789" y="392268"/>
                </a:lnTo>
                <a:lnTo>
                  <a:pt x="2054895" y="373599"/>
                </a:lnTo>
                <a:lnTo>
                  <a:pt x="2065010" y="354930"/>
                </a:lnTo>
                <a:lnTo>
                  <a:pt x="2075117" y="336261"/>
                </a:lnTo>
                <a:lnTo>
                  <a:pt x="2085232" y="317592"/>
                </a:lnTo>
                <a:lnTo>
                  <a:pt x="2095338" y="298923"/>
                </a:lnTo>
                <a:lnTo>
                  <a:pt x="2105454" y="280254"/>
                </a:lnTo>
                <a:lnTo>
                  <a:pt x="2115560" y="261585"/>
                </a:lnTo>
                <a:lnTo>
                  <a:pt x="2125675" y="242916"/>
                </a:lnTo>
                <a:lnTo>
                  <a:pt x="2135781" y="224247"/>
                </a:lnTo>
                <a:lnTo>
                  <a:pt x="2145897" y="205578"/>
                </a:lnTo>
                <a:lnTo>
                  <a:pt x="2156012" y="186909"/>
                </a:lnTo>
                <a:lnTo>
                  <a:pt x="2166118" y="168231"/>
                </a:lnTo>
                <a:lnTo>
                  <a:pt x="2176234" y="149562"/>
                </a:lnTo>
                <a:lnTo>
                  <a:pt x="2186340" y="130893"/>
                </a:lnTo>
                <a:lnTo>
                  <a:pt x="2196455" y="112224"/>
                </a:lnTo>
                <a:lnTo>
                  <a:pt x="2206562" y="93555"/>
                </a:lnTo>
                <a:lnTo>
                  <a:pt x="2216677" y="74886"/>
                </a:lnTo>
                <a:lnTo>
                  <a:pt x="2226793" y="56217"/>
                </a:lnTo>
                <a:lnTo>
                  <a:pt x="2236899" y="37548"/>
                </a:lnTo>
                <a:lnTo>
                  <a:pt x="2247014" y="18879"/>
                </a:lnTo>
                <a:lnTo>
                  <a:pt x="2257120" y="210"/>
                </a:lnTo>
                <a:lnTo>
                  <a:pt x="2240909" y="11592"/>
                </a:lnTo>
                <a:lnTo>
                  <a:pt x="2220411" y="17088"/>
                </a:lnTo>
                <a:lnTo>
                  <a:pt x="2199561" y="21069"/>
                </a:lnTo>
                <a:lnTo>
                  <a:pt x="2178577" y="24308"/>
                </a:lnTo>
                <a:lnTo>
                  <a:pt x="2157517" y="27051"/>
                </a:lnTo>
                <a:lnTo>
                  <a:pt x="2136429" y="29461"/>
                </a:lnTo>
                <a:lnTo>
                  <a:pt x="2115302" y="31623"/>
                </a:lnTo>
                <a:lnTo>
                  <a:pt x="2094167" y="33576"/>
                </a:lnTo>
                <a:lnTo>
                  <a:pt x="2073002" y="35347"/>
                </a:lnTo>
                <a:lnTo>
                  <a:pt x="2051837" y="36995"/>
                </a:lnTo>
                <a:lnTo>
                  <a:pt x="2030663" y="38529"/>
                </a:lnTo>
                <a:lnTo>
                  <a:pt x="2009480" y="39948"/>
                </a:lnTo>
                <a:lnTo>
                  <a:pt x="1988287" y="41272"/>
                </a:lnTo>
                <a:lnTo>
                  <a:pt x="1967093" y="42529"/>
                </a:lnTo>
                <a:lnTo>
                  <a:pt x="1945891" y="43701"/>
                </a:lnTo>
                <a:lnTo>
                  <a:pt x="1924688" y="44815"/>
                </a:lnTo>
                <a:lnTo>
                  <a:pt x="1903486" y="45863"/>
                </a:lnTo>
                <a:lnTo>
                  <a:pt x="1882273" y="46844"/>
                </a:lnTo>
                <a:lnTo>
                  <a:pt x="1861061" y="47787"/>
                </a:lnTo>
                <a:lnTo>
                  <a:pt x="1839849" y="48673"/>
                </a:lnTo>
                <a:lnTo>
                  <a:pt x="1818637" y="49520"/>
                </a:lnTo>
                <a:lnTo>
                  <a:pt x="1797415" y="50321"/>
                </a:lnTo>
                <a:lnTo>
                  <a:pt x="1776203" y="51083"/>
                </a:lnTo>
                <a:lnTo>
                  <a:pt x="1754981" y="51797"/>
                </a:lnTo>
                <a:lnTo>
                  <a:pt x="1733760" y="52492"/>
                </a:lnTo>
                <a:lnTo>
                  <a:pt x="1712538" y="53140"/>
                </a:lnTo>
                <a:lnTo>
                  <a:pt x="1691316" y="53759"/>
                </a:lnTo>
                <a:lnTo>
                  <a:pt x="1670094" y="54340"/>
                </a:lnTo>
                <a:lnTo>
                  <a:pt x="1648863" y="54893"/>
                </a:lnTo>
                <a:lnTo>
                  <a:pt x="1627642" y="55426"/>
                </a:lnTo>
                <a:lnTo>
                  <a:pt x="1606420" y="55921"/>
                </a:lnTo>
                <a:lnTo>
                  <a:pt x="1585189" y="56398"/>
                </a:lnTo>
                <a:lnTo>
                  <a:pt x="1563957" y="56845"/>
                </a:lnTo>
                <a:lnTo>
                  <a:pt x="1542736" y="57264"/>
                </a:lnTo>
                <a:lnTo>
                  <a:pt x="1521504" y="57645"/>
                </a:lnTo>
                <a:lnTo>
                  <a:pt x="1500273" y="58026"/>
                </a:lnTo>
                <a:lnTo>
                  <a:pt x="1479052" y="58379"/>
                </a:lnTo>
                <a:lnTo>
                  <a:pt x="1457820" y="58703"/>
                </a:lnTo>
                <a:lnTo>
                  <a:pt x="1436589" y="59007"/>
                </a:lnTo>
                <a:lnTo>
                  <a:pt x="1415358" y="59274"/>
                </a:lnTo>
                <a:lnTo>
                  <a:pt x="1394127" y="59550"/>
                </a:lnTo>
                <a:lnTo>
                  <a:pt x="1372895" y="59779"/>
                </a:lnTo>
                <a:lnTo>
                  <a:pt x="1351664" y="59998"/>
                </a:lnTo>
                <a:lnTo>
                  <a:pt x="1330433" y="60198"/>
                </a:lnTo>
                <a:lnTo>
                  <a:pt x="1309202" y="60360"/>
                </a:lnTo>
                <a:lnTo>
                  <a:pt x="1287971" y="60531"/>
                </a:lnTo>
                <a:lnTo>
                  <a:pt x="1266739" y="60655"/>
                </a:lnTo>
                <a:lnTo>
                  <a:pt x="1245508" y="60779"/>
                </a:lnTo>
                <a:lnTo>
                  <a:pt x="1224277" y="60874"/>
                </a:lnTo>
                <a:lnTo>
                  <a:pt x="1203046" y="60950"/>
                </a:lnTo>
                <a:lnTo>
                  <a:pt x="1181814" y="61017"/>
                </a:lnTo>
                <a:lnTo>
                  <a:pt x="1160583" y="61046"/>
                </a:lnTo>
                <a:lnTo>
                  <a:pt x="1139352" y="61065"/>
                </a:lnTo>
                <a:lnTo>
                  <a:pt x="1118121" y="61065"/>
                </a:lnTo>
                <a:lnTo>
                  <a:pt x="1096889" y="61046"/>
                </a:lnTo>
                <a:lnTo>
                  <a:pt x="1075658" y="61017"/>
                </a:lnTo>
                <a:lnTo>
                  <a:pt x="1054427" y="60950"/>
                </a:lnTo>
                <a:lnTo>
                  <a:pt x="1033196" y="60874"/>
                </a:lnTo>
                <a:lnTo>
                  <a:pt x="1011965" y="60779"/>
                </a:lnTo>
                <a:lnTo>
                  <a:pt x="990733" y="60655"/>
                </a:lnTo>
                <a:lnTo>
                  <a:pt x="969493" y="60531"/>
                </a:lnTo>
                <a:lnTo>
                  <a:pt x="948261" y="60369"/>
                </a:lnTo>
                <a:lnTo>
                  <a:pt x="927040" y="60198"/>
                </a:lnTo>
                <a:lnTo>
                  <a:pt x="905799" y="59998"/>
                </a:lnTo>
                <a:lnTo>
                  <a:pt x="884577" y="59779"/>
                </a:lnTo>
                <a:lnTo>
                  <a:pt x="863346" y="59550"/>
                </a:lnTo>
                <a:lnTo>
                  <a:pt x="842115" y="59284"/>
                </a:lnTo>
                <a:lnTo>
                  <a:pt x="820884" y="59007"/>
                </a:lnTo>
                <a:lnTo>
                  <a:pt x="799652" y="58712"/>
                </a:lnTo>
                <a:lnTo>
                  <a:pt x="778421" y="58379"/>
                </a:lnTo>
                <a:lnTo>
                  <a:pt x="757190" y="58026"/>
                </a:lnTo>
                <a:lnTo>
                  <a:pt x="735968" y="57655"/>
                </a:lnTo>
                <a:lnTo>
                  <a:pt x="714737" y="57274"/>
                </a:lnTo>
                <a:lnTo>
                  <a:pt x="693506" y="56845"/>
                </a:lnTo>
                <a:lnTo>
                  <a:pt x="672284" y="56398"/>
                </a:lnTo>
                <a:lnTo>
                  <a:pt x="651053" y="55931"/>
                </a:lnTo>
                <a:lnTo>
                  <a:pt x="629831" y="55426"/>
                </a:lnTo>
                <a:lnTo>
                  <a:pt x="608600" y="54902"/>
                </a:lnTo>
                <a:lnTo>
                  <a:pt x="587378" y="54350"/>
                </a:lnTo>
                <a:lnTo>
                  <a:pt x="566156" y="53759"/>
                </a:lnTo>
                <a:lnTo>
                  <a:pt x="544935" y="53150"/>
                </a:lnTo>
                <a:lnTo>
                  <a:pt x="523713" y="52492"/>
                </a:lnTo>
                <a:lnTo>
                  <a:pt x="502491" y="51806"/>
                </a:lnTo>
                <a:lnTo>
                  <a:pt x="481270" y="51083"/>
                </a:lnTo>
                <a:lnTo>
                  <a:pt x="460048" y="50330"/>
                </a:lnTo>
                <a:lnTo>
                  <a:pt x="438836" y="49530"/>
                </a:lnTo>
                <a:lnTo>
                  <a:pt x="417624" y="48682"/>
                </a:lnTo>
                <a:lnTo>
                  <a:pt x="396402" y="47796"/>
                </a:lnTo>
                <a:lnTo>
                  <a:pt x="375199" y="46853"/>
                </a:lnTo>
                <a:lnTo>
                  <a:pt x="353987" y="45872"/>
                </a:lnTo>
                <a:lnTo>
                  <a:pt x="332784" y="44825"/>
                </a:lnTo>
                <a:lnTo>
                  <a:pt x="311572" y="43720"/>
                </a:lnTo>
                <a:lnTo>
                  <a:pt x="290379" y="42539"/>
                </a:lnTo>
                <a:lnTo>
                  <a:pt x="269186" y="41291"/>
                </a:lnTo>
                <a:lnTo>
                  <a:pt x="247993" y="39957"/>
                </a:lnTo>
                <a:lnTo>
                  <a:pt x="226809" y="38538"/>
                </a:lnTo>
                <a:lnTo>
                  <a:pt x="205635" y="37014"/>
                </a:lnTo>
                <a:lnTo>
                  <a:pt x="184461" y="35366"/>
                </a:lnTo>
                <a:lnTo>
                  <a:pt x="163306" y="33595"/>
                </a:lnTo>
                <a:lnTo>
                  <a:pt x="142161" y="31642"/>
                </a:lnTo>
                <a:lnTo>
                  <a:pt x="121044" y="29489"/>
                </a:lnTo>
                <a:lnTo>
                  <a:pt x="99946" y="27080"/>
                </a:lnTo>
                <a:lnTo>
                  <a:pt x="78896" y="24336"/>
                </a:lnTo>
                <a:lnTo>
                  <a:pt x="57912" y="21117"/>
                </a:lnTo>
                <a:lnTo>
                  <a:pt x="37052" y="17135"/>
                </a:lnTo>
                <a:lnTo>
                  <a:pt x="16554" y="11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8255C763-EAA0-4A5C-9004-82781367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67411" y="3732657"/>
            <a:ext cx="2257168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071F96AD-5D81-45E0-86D7-BD3EE576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19" y="4438650"/>
            <a:ext cx="1752971" cy="522561"/>
          </a:xfrm>
          <a:custGeom xmlns:a="http://schemas.openxmlformats.org/drawingml/2006/main">
            <a:pathLst>
              <a:path w="1752971" h="522561">
                <a:moveTo>
                  <a:pt x="0" y="0"/>
                </a:moveTo>
                <a:lnTo>
                  <a:pt x="8611" y="16916"/>
                </a:lnTo>
                <a:lnTo>
                  <a:pt x="17221" y="33823"/>
                </a:lnTo>
                <a:lnTo>
                  <a:pt x="25832" y="50740"/>
                </a:lnTo>
                <a:lnTo>
                  <a:pt x="34452" y="67656"/>
                </a:lnTo>
                <a:lnTo>
                  <a:pt x="43063" y="84563"/>
                </a:lnTo>
                <a:lnTo>
                  <a:pt x="51673" y="101479"/>
                </a:lnTo>
                <a:lnTo>
                  <a:pt x="60284" y="118396"/>
                </a:lnTo>
                <a:lnTo>
                  <a:pt x="68894" y="135312"/>
                </a:lnTo>
                <a:lnTo>
                  <a:pt x="77505" y="152219"/>
                </a:lnTo>
                <a:lnTo>
                  <a:pt x="86125" y="169135"/>
                </a:lnTo>
                <a:lnTo>
                  <a:pt x="94736" y="186052"/>
                </a:lnTo>
                <a:lnTo>
                  <a:pt x="103346" y="202959"/>
                </a:lnTo>
                <a:lnTo>
                  <a:pt x="111957" y="219875"/>
                </a:lnTo>
                <a:lnTo>
                  <a:pt x="120567" y="236792"/>
                </a:lnTo>
                <a:lnTo>
                  <a:pt x="129178" y="253698"/>
                </a:lnTo>
                <a:lnTo>
                  <a:pt x="137798" y="270615"/>
                </a:lnTo>
                <a:lnTo>
                  <a:pt x="146409" y="287531"/>
                </a:lnTo>
                <a:lnTo>
                  <a:pt x="155019" y="304448"/>
                </a:lnTo>
                <a:lnTo>
                  <a:pt x="163630" y="321354"/>
                </a:lnTo>
                <a:lnTo>
                  <a:pt x="172241" y="338271"/>
                </a:lnTo>
                <a:lnTo>
                  <a:pt x="180851" y="355187"/>
                </a:lnTo>
                <a:lnTo>
                  <a:pt x="189462" y="372094"/>
                </a:lnTo>
                <a:lnTo>
                  <a:pt x="198082" y="389011"/>
                </a:lnTo>
                <a:lnTo>
                  <a:pt x="206693" y="405927"/>
                </a:lnTo>
                <a:lnTo>
                  <a:pt x="215303" y="422834"/>
                </a:lnTo>
                <a:lnTo>
                  <a:pt x="223914" y="439750"/>
                </a:lnTo>
                <a:lnTo>
                  <a:pt x="232524" y="456667"/>
                </a:lnTo>
                <a:lnTo>
                  <a:pt x="242640" y="472030"/>
                </a:lnTo>
                <a:lnTo>
                  <a:pt x="259823" y="479984"/>
                </a:lnTo>
                <a:lnTo>
                  <a:pt x="278025" y="485337"/>
                </a:lnTo>
                <a:lnTo>
                  <a:pt x="296542" y="489518"/>
                </a:lnTo>
                <a:lnTo>
                  <a:pt x="315201" y="492985"/>
                </a:lnTo>
                <a:lnTo>
                  <a:pt x="333947" y="495957"/>
                </a:lnTo>
                <a:lnTo>
                  <a:pt x="352739" y="498567"/>
                </a:lnTo>
                <a:lnTo>
                  <a:pt x="371580" y="500891"/>
                </a:lnTo>
                <a:lnTo>
                  <a:pt x="390449" y="502987"/>
                </a:lnTo>
                <a:lnTo>
                  <a:pt x="409327" y="504882"/>
                </a:lnTo>
                <a:lnTo>
                  <a:pt x="428234" y="506616"/>
                </a:lnTo>
                <a:lnTo>
                  <a:pt x="447142" y="508197"/>
                </a:lnTo>
                <a:lnTo>
                  <a:pt x="466068" y="509654"/>
                </a:lnTo>
                <a:lnTo>
                  <a:pt x="485003" y="510997"/>
                </a:lnTo>
                <a:lnTo>
                  <a:pt x="503939" y="512226"/>
                </a:lnTo>
                <a:lnTo>
                  <a:pt x="522884" y="513369"/>
                </a:lnTo>
                <a:lnTo>
                  <a:pt x="541839" y="514417"/>
                </a:lnTo>
                <a:lnTo>
                  <a:pt x="560794" y="515398"/>
                </a:lnTo>
                <a:lnTo>
                  <a:pt x="579749" y="516284"/>
                </a:lnTo>
                <a:lnTo>
                  <a:pt x="598713" y="517112"/>
                </a:lnTo>
                <a:lnTo>
                  <a:pt x="617677" y="517865"/>
                </a:lnTo>
                <a:lnTo>
                  <a:pt x="636641" y="518551"/>
                </a:lnTo>
                <a:lnTo>
                  <a:pt x="655615" y="519179"/>
                </a:lnTo>
                <a:lnTo>
                  <a:pt x="674589" y="519751"/>
                </a:lnTo>
                <a:lnTo>
                  <a:pt x="693553" y="520256"/>
                </a:lnTo>
                <a:lnTo>
                  <a:pt x="712527" y="520722"/>
                </a:lnTo>
                <a:lnTo>
                  <a:pt x="731510" y="521122"/>
                </a:lnTo>
                <a:lnTo>
                  <a:pt x="750484" y="521475"/>
                </a:lnTo>
                <a:lnTo>
                  <a:pt x="769458" y="521770"/>
                </a:lnTo>
                <a:lnTo>
                  <a:pt x="788441" y="522027"/>
                </a:lnTo>
                <a:lnTo>
                  <a:pt x="807415" y="522227"/>
                </a:lnTo>
                <a:lnTo>
                  <a:pt x="826399" y="522380"/>
                </a:lnTo>
                <a:lnTo>
                  <a:pt x="845372" y="522494"/>
                </a:lnTo>
                <a:lnTo>
                  <a:pt x="864356" y="522551"/>
                </a:lnTo>
                <a:lnTo>
                  <a:pt x="883339" y="522561"/>
                </a:lnTo>
                <a:lnTo>
                  <a:pt x="902313" y="522522"/>
                </a:lnTo>
                <a:lnTo>
                  <a:pt x="921296" y="522446"/>
                </a:lnTo>
                <a:lnTo>
                  <a:pt x="940279" y="522313"/>
                </a:lnTo>
                <a:lnTo>
                  <a:pt x="959253" y="522132"/>
                </a:lnTo>
                <a:lnTo>
                  <a:pt x="978237" y="521903"/>
                </a:lnTo>
                <a:lnTo>
                  <a:pt x="997210" y="521637"/>
                </a:lnTo>
                <a:lnTo>
                  <a:pt x="1016184" y="521303"/>
                </a:lnTo>
                <a:lnTo>
                  <a:pt x="1035167" y="520932"/>
                </a:lnTo>
                <a:lnTo>
                  <a:pt x="1054141" y="520503"/>
                </a:lnTo>
                <a:lnTo>
                  <a:pt x="1073115" y="520017"/>
                </a:lnTo>
                <a:lnTo>
                  <a:pt x="1092089" y="519474"/>
                </a:lnTo>
                <a:lnTo>
                  <a:pt x="1111053" y="518874"/>
                </a:lnTo>
                <a:lnTo>
                  <a:pt x="1130027" y="518217"/>
                </a:lnTo>
                <a:lnTo>
                  <a:pt x="1148991" y="517503"/>
                </a:lnTo>
                <a:lnTo>
                  <a:pt x="1167956" y="516712"/>
                </a:lnTo>
                <a:lnTo>
                  <a:pt x="1186910" y="515855"/>
                </a:lnTo>
                <a:lnTo>
                  <a:pt x="1205875" y="514922"/>
                </a:lnTo>
                <a:lnTo>
                  <a:pt x="1224820" y="513921"/>
                </a:lnTo>
                <a:lnTo>
                  <a:pt x="1243775" y="512816"/>
                </a:lnTo>
                <a:lnTo>
                  <a:pt x="1262710" y="511635"/>
                </a:lnTo>
                <a:lnTo>
                  <a:pt x="1281655" y="510350"/>
                </a:lnTo>
                <a:lnTo>
                  <a:pt x="1300582" y="508959"/>
                </a:lnTo>
                <a:lnTo>
                  <a:pt x="1319498" y="507435"/>
                </a:lnTo>
                <a:lnTo>
                  <a:pt x="1338405" y="505778"/>
                </a:lnTo>
                <a:lnTo>
                  <a:pt x="1357303" y="503968"/>
                </a:lnTo>
                <a:lnTo>
                  <a:pt x="1376172" y="501987"/>
                </a:lnTo>
                <a:lnTo>
                  <a:pt x="1395022" y="499786"/>
                </a:lnTo>
                <a:lnTo>
                  <a:pt x="1413843" y="497329"/>
                </a:lnTo>
                <a:lnTo>
                  <a:pt x="1432617" y="494548"/>
                </a:lnTo>
                <a:lnTo>
                  <a:pt x="1451334" y="491347"/>
                </a:lnTo>
                <a:lnTo>
                  <a:pt x="1469927" y="487575"/>
                </a:lnTo>
                <a:lnTo>
                  <a:pt x="1488319" y="482908"/>
                </a:lnTo>
                <a:lnTo>
                  <a:pt x="1506207" y="476583"/>
                </a:lnTo>
                <a:lnTo>
                  <a:pt x="1521285" y="465553"/>
                </a:lnTo>
                <a:lnTo>
                  <a:pt x="1529058" y="448370"/>
                </a:lnTo>
                <a:lnTo>
                  <a:pt x="1537668" y="431454"/>
                </a:lnTo>
                <a:lnTo>
                  <a:pt x="1546289" y="414538"/>
                </a:lnTo>
                <a:lnTo>
                  <a:pt x="1554899" y="397631"/>
                </a:lnTo>
                <a:lnTo>
                  <a:pt x="1563510" y="380714"/>
                </a:lnTo>
                <a:lnTo>
                  <a:pt x="1572120" y="363798"/>
                </a:lnTo>
                <a:lnTo>
                  <a:pt x="1580731" y="346881"/>
                </a:lnTo>
                <a:lnTo>
                  <a:pt x="1589342" y="329975"/>
                </a:lnTo>
                <a:lnTo>
                  <a:pt x="1597962" y="313058"/>
                </a:lnTo>
                <a:lnTo>
                  <a:pt x="1606572" y="296142"/>
                </a:lnTo>
                <a:lnTo>
                  <a:pt x="1615183" y="279235"/>
                </a:lnTo>
                <a:lnTo>
                  <a:pt x="1623793" y="262319"/>
                </a:lnTo>
                <a:lnTo>
                  <a:pt x="1632404" y="245402"/>
                </a:lnTo>
                <a:lnTo>
                  <a:pt x="1641015" y="228495"/>
                </a:lnTo>
                <a:lnTo>
                  <a:pt x="1649635" y="211579"/>
                </a:lnTo>
                <a:lnTo>
                  <a:pt x="1658245" y="194662"/>
                </a:lnTo>
                <a:lnTo>
                  <a:pt x="1666856" y="177746"/>
                </a:lnTo>
                <a:lnTo>
                  <a:pt x="1675467" y="160839"/>
                </a:lnTo>
                <a:lnTo>
                  <a:pt x="1684077" y="143923"/>
                </a:lnTo>
                <a:lnTo>
                  <a:pt x="1692688" y="127006"/>
                </a:lnTo>
                <a:lnTo>
                  <a:pt x="1701308" y="110099"/>
                </a:lnTo>
                <a:lnTo>
                  <a:pt x="1709918" y="93183"/>
                </a:lnTo>
                <a:lnTo>
                  <a:pt x="1718529" y="76267"/>
                </a:lnTo>
                <a:lnTo>
                  <a:pt x="1727140" y="59360"/>
                </a:lnTo>
                <a:lnTo>
                  <a:pt x="1735750" y="42443"/>
                </a:lnTo>
                <a:lnTo>
                  <a:pt x="1744361" y="25527"/>
                </a:lnTo>
                <a:lnTo>
                  <a:pt x="1752971" y="8620"/>
                </a:lnTo>
                <a:lnTo>
                  <a:pt x="1752305" y="7410"/>
                </a:lnTo>
                <a:lnTo>
                  <a:pt x="1735064" y="15173"/>
                </a:lnTo>
                <a:lnTo>
                  <a:pt x="1716748" y="20117"/>
                </a:lnTo>
                <a:lnTo>
                  <a:pt x="1698155" y="23936"/>
                </a:lnTo>
                <a:lnTo>
                  <a:pt x="1679438" y="27099"/>
                </a:lnTo>
                <a:lnTo>
                  <a:pt x="1660655" y="29823"/>
                </a:lnTo>
                <a:lnTo>
                  <a:pt x="1641834" y="32233"/>
                </a:lnTo>
                <a:lnTo>
                  <a:pt x="1622974" y="34395"/>
                </a:lnTo>
                <a:lnTo>
                  <a:pt x="1604096" y="36357"/>
                </a:lnTo>
                <a:lnTo>
                  <a:pt x="1585198" y="38148"/>
                </a:lnTo>
                <a:lnTo>
                  <a:pt x="1566291" y="39795"/>
                </a:lnTo>
                <a:lnTo>
                  <a:pt x="1547374" y="41319"/>
                </a:lnTo>
                <a:lnTo>
                  <a:pt x="1528448" y="42748"/>
                </a:lnTo>
                <a:lnTo>
                  <a:pt x="1509512" y="44072"/>
                </a:lnTo>
                <a:lnTo>
                  <a:pt x="1490577" y="45310"/>
                </a:lnTo>
                <a:lnTo>
                  <a:pt x="1471632" y="46482"/>
                </a:lnTo>
                <a:lnTo>
                  <a:pt x="1452686" y="47577"/>
                </a:lnTo>
                <a:lnTo>
                  <a:pt x="1433732" y="48606"/>
                </a:lnTo>
                <a:lnTo>
                  <a:pt x="1414777" y="49568"/>
                </a:lnTo>
                <a:lnTo>
                  <a:pt x="1395822" y="50483"/>
                </a:lnTo>
                <a:lnTo>
                  <a:pt x="1376858" y="51340"/>
                </a:lnTo>
                <a:lnTo>
                  <a:pt x="1357894" y="52149"/>
                </a:lnTo>
                <a:lnTo>
                  <a:pt x="1338929" y="52921"/>
                </a:lnTo>
                <a:lnTo>
                  <a:pt x="1319965" y="53635"/>
                </a:lnTo>
                <a:lnTo>
                  <a:pt x="1301001" y="54312"/>
                </a:lnTo>
                <a:lnTo>
                  <a:pt x="1282027" y="54950"/>
                </a:lnTo>
                <a:lnTo>
                  <a:pt x="1263063" y="55550"/>
                </a:lnTo>
                <a:lnTo>
                  <a:pt x="1244089" y="56112"/>
                </a:lnTo>
                <a:lnTo>
                  <a:pt x="1225115" y="56645"/>
                </a:lnTo>
                <a:lnTo>
                  <a:pt x="1206141" y="57140"/>
                </a:lnTo>
                <a:lnTo>
                  <a:pt x="1187167" y="57598"/>
                </a:lnTo>
                <a:lnTo>
                  <a:pt x="1168194" y="58026"/>
                </a:lnTo>
                <a:lnTo>
                  <a:pt x="1149220" y="58426"/>
                </a:lnTo>
                <a:lnTo>
                  <a:pt x="1130237" y="58798"/>
                </a:lnTo>
                <a:lnTo>
                  <a:pt x="1111263" y="59131"/>
                </a:lnTo>
                <a:lnTo>
                  <a:pt x="1092289" y="59446"/>
                </a:lnTo>
                <a:lnTo>
                  <a:pt x="1073306" y="59722"/>
                </a:lnTo>
                <a:lnTo>
                  <a:pt x="1054332" y="59979"/>
                </a:lnTo>
                <a:lnTo>
                  <a:pt x="1035348" y="60198"/>
                </a:lnTo>
                <a:lnTo>
                  <a:pt x="1016375" y="60398"/>
                </a:lnTo>
                <a:lnTo>
                  <a:pt x="997391" y="60579"/>
                </a:lnTo>
                <a:lnTo>
                  <a:pt x="978418" y="60722"/>
                </a:lnTo>
                <a:lnTo>
                  <a:pt x="959434" y="60846"/>
                </a:lnTo>
                <a:lnTo>
                  <a:pt x="940451" y="60931"/>
                </a:lnTo>
                <a:lnTo>
                  <a:pt x="921477" y="61008"/>
                </a:lnTo>
                <a:lnTo>
                  <a:pt x="902494" y="61055"/>
                </a:lnTo>
                <a:lnTo>
                  <a:pt x="883520" y="61074"/>
                </a:lnTo>
                <a:lnTo>
                  <a:pt x="864537" y="61065"/>
                </a:lnTo>
                <a:lnTo>
                  <a:pt x="845553" y="61036"/>
                </a:lnTo>
                <a:lnTo>
                  <a:pt x="826580" y="60970"/>
                </a:lnTo>
                <a:lnTo>
                  <a:pt x="807596" y="60893"/>
                </a:lnTo>
                <a:lnTo>
                  <a:pt x="788613" y="60789"/>
                </a:lnTo>
                <a:lnTo>
                  <a:pt x="769639" y="60655"/>
                </a:lnTo>
                <a:lnTo>
                  <a:pt x="750656" y="60493"/>
                </a:lnTo>
                <a:lnTo>
                  <a:pt x="731682" y="60312"/>
                </a:lnTo>
                <a:lnTo>
                  <a:pt x="712699" y="60103"/>
                </a:lnTo>
                <a:lnTo>
                  <a:pt x="693725" y="59855"/>
                </a:lnTo>
                <a:lnTo>
                  <a:pt x="674741" y="59588"/>
                </a:lnTo>
                <a:lnTo>
                  <a:pt x="655768" y="59293"/>
                </a:lnTo>
                <a:lnTo>
                  <a:pt x="636794" y="58969"/>
                </a:lnTo>
                <a:lnTo>
                  <a:pt x="617811" y="58617"/>
                </a:lnTo>
                <a:lnTo>
                  <a:pt x="598837" y="58236"/>
                </a:lnTo>
                <a:lnTo>
                  <a:pt x="579863" y="57826"/>
                </a:lnTo>
                <a:lnTo>
                  <a:pt x="560889" y="57379"/>
                </a:lnTo>
                <a:lnTo>
                  <a:pt x="541915" y="56902"/>
                </a:lnTo>
                <a:lnTo>
                  <a:pt x="522942" y="56388"/>
                </a:lnTo>
                <a:lnTo>
                  <a:pt x="503968" y="55845"/>
                </a:lnTo>
                <a:lnTo>
                  <a:pt x="484994" y="55264"/>
                </a:lnTo>
                <a:lnTo>
                  <a:pt x="466030" y="54645"/>
                </a:lnTo>
                <a:lnTo>
                  <a:pt x="447056" y="53988"/>
                </a:lnTo>
                <a:lnTo>
                  <a:pt x="428092" y="53292"/>
                </a:lnTo>
                <a:lnTo>
                  <a:pt x="409127" y="52549"/>
                </a:lnTo>
                <a:lnTo>
                  <a:pt x="390163" y="51768"/>
                </a:lnTo>
                <a:lnTo>
                  <a:pt x="371199" y="50930"/>
                </a:lnTo>
                <a:lnTo>
                  <a:pt x="352244" y="50044"/>
                </a:lnTo>
                <a:lnTo>
                  <a:pt x="333289" y="49101"/>
                </a:lnTo>
                <a:lnTo>
                  <a:pt x="314335" y="48101"/>
                </a:lnTo>
                <a:lnTo>
                  <a:pt x="295380" y="47044"/>
                </a:lnTo>
                <a:lnTo>
                  <a:pt x="276435" y="45920"/>
                </a:lnTo>
                <a:lnTo>
                  <a:pt x="257499" y="44720"/>
                </a:lnTo>
                <a:lnTo>
                  <a:pt x="238554" y="43434"/>
                </a:lnTo>
                <a:lnTo>
                  <a:pt x="219627" y="42062"/>
                </a:lnTo>
                <a:lnTo>
                  <a:pt x="200701" y="40596"/>
                </a:lnTo>
                <a:lnTo>
                  <a:pt x="181794" y="38995"/>
                </a:lnTo>
                <a:lnTo>
                  <a:pt x="162887" y="37290"/>
                </a:lnTo>
                <a:lnTo>
                  <a:pt x="143999" y="35414"/>
                </a:lnTo>
                <a:lnTo>
                  <a:pt x="125130" y="33366"/>
                </a:lnTo>
                <a:lnTo>
                  <a:pt x="106289" y="31090"/>
                </a:lnTo>
                <a:lnTo>
                  <a:pt x="87487" y="28537"/>
                </a:lnTo>
                <a:lnTo>
                  <a:pt x="68732" y="25613"/>
                </a:lnTo>
                <a:lnTo>
                  <a:pt x="50063" y="22165"/>
                </a:lnTo>
                <a:lnTo>
                  <a:pt x="31575" y="17888"/>
                </a:lnTo>
                <a:lnTo>
                  <a:pt x="13564" y="1195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A3FD64D7-8812-489E-9B1F-D7DF8B6A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17300" y="4351782"/>
            <a:ext cx="1757410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DB6C79A6-DCA1-4DCF-941A-FA3033FB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01" y="5057775"/>
            <a:ext cx="1287237" cy="522561"/>
          </a:xfrm>
          <a:custGeom xmlns:a="http://schemas.openxmlformats.org/drawingml/2006/main">
            <a:pathLst>
              <a:path w="1287237" h="522561">
                <a:moveTo>
                  <a:pt x="0" y="0"/>
                </a:moveTo>
                <a:lnTo>
                  <a:pt x="8287" y="17031"/>
                </a:lnTo>
                <a:lnTo>
                  <a:pt x="16574" y="34061"/>
                </a:lnTo>
                <a:lnTo>
                  <a:pt x="24860" y="51092"/>
                </a:lnTo>
                <a:lnTo>
                  <a:pt x="33157" y="68123"/>
                </a:lnTo>
                <a:lnTo>
                  <a:pt x="41443" y="85154"/>
                </a:lnTo>
                <a:lnTo>
                  <a:pt x="49730" y="102184"/>
                </a:lnTo>
                <a:lnTo>
                  <a:pt x="58017" y="119215"/>
                </a:lnTo>
                <a:lnTo>
                  <a:pt x="66304" y="136236"/>
                </a:lnTo>
                <a:lnTo>
                  <a:pt x="74590" y="153267"/>
                </a:lnTo>
                <a:lnTo>
                  <a:pt x="82887" y="170297"/>
                </a:lnTo>
                <a:lnTo>
                  <a:pt x="91173" y="187328"/>
                </a:lnTo>
                <a:lnTo>
                  <a:pt x="99460" y="204359"/>
                </a:lnTo>
                <a:lnTo>
                  <a:pt x="107747" y="221390"/>
                </a:lnTo>
                <a:lnTo>
                  <a:pt x="116034" y="238420"/>
                </a:lnTo>
                <a:lnTo>
                  <a:pt x="124320" y="255451"/>
                </a:lnTo>
                <a:lnTo>
                  <a:pt x="132617" y="272482"/>
                </a:lnTo>
                <a:lnTo>
                  <a:pt x="140903" y="289512"/>
                </a:lnTo>
                <a:lnTo>
                  <a:pt x="149190" y="306543"/>
                </a:lnTo>
                <a:lnTo>
                  <a:pt x="157477" y="323574"/>
                </a:lnTo>
                <a:lnTo>
                  <a:pt x="165764" y="340604"/>
                </a:lnTo>
                <a:lnTo>
                  <a:pt x="174050" y="357635"/>
                </a:lnTo>
                <a:lnTo>
                  <a:pt x="182347" y="374666"/>
                </a:lnTo>
                <a:lnTo>
                  <a:pt x="190633" y="391697"/>
                </a:lnTo>
                <a:lnTo>
                  <a:pt x="198920" y="408718"/>
                </a:lnTo>
                <a:lnTo>
                  <a:pt x="207207" y="425748"/>
                </a:lnTo>
                <a:lnTo>
                  <a:pt x="215494" y="442779"/>
                </a:lnTo>
                <a:lnTo>
                  <a:pt x="223790" y="459810"/>
                </a:lnTo>
                <a:lnTo>
                  <a:pt x="233439" y="475374"/>
                </a:lnTo>
                <a:lnTo>
                  <a:pt x="250079" y="484318"/>
                </a:lnTo>
                <a:lnTo>
                  <a:pt x="267967" y="490509"/>
                </a:lnTo>
                <a:lnTo>
                  <a:pt x="286283" y="495319"/>
                </a:lnTo>
                <a:lnTo>
                  <a:pt x="304810" y="499272"/>
                </a:lnTo>
                <a:lnTo>
                  <a:pt x="323450" y="502596"/>
                </a:lnTo>
                <a:lnTo>
                  <a:pt x="342176" y="505473"/>
                </a:lnTo>
                <a:lnTo>
                  <a:pt x="360940" y="507978"/>
                </a:lnTo>
                <a:lnTo>
                  <a:pt x="379752" y="510178"/>
                </a:lnTo>
                <a:lnTo>
                  <a:pt x="398593" y="512121"/>
                </a:lnTo>
                <a:lnTo>
                  <a:pt x="417462" y="513845"/>
                </a:lnTo>
                <a:lnTo>
                  <a:pt x="436340" y="515369"/>
                </a:lnTo>
                <a:lnTo>
                  <a:pt x="455228" y="516703"/>
                </a:lnTo>
                <a:lnTo>
                  <a:pt x="474135" y="517884"/>
                </a:lnTo>
                <a:lnTo>
                  <a:pt x="493043" y="518912"/>
                </a:lnTo>
                <a:lnTo>
                  <a:pt x="511959" y="519798"/>
                </a:lnTo>
                <a:lnTo>
                  <a:pt x="530885" y="520551"/>
                </a:lnTo>
                <a:lnTo>
                  <a:pt x="549821" y="521179"/>
                </a:lnTo>
                <a:lnTo>
                  <a:pt x="568747" y="521684"/>
                </a:lnTo>
                <a:lnTo>
                  <a:pt x="587683" y="522075"/>
                </a:lnTo>
                <a:lnTo>
                  <a:pt x="606619" y="522351"/>
                </a:lnTo>
                <a:lnTo>
                  <a:pt x="625564" y="522513"/>
                </a:lnTo>
                <a:lnTo>
                  <a:pt x="644500" y="522561"/>
                </a:lnTo>
                <a:lnTo>
                  <a:pt x="663445" y="522503"/>
                </a:lnTo>
                <a:lnTo>
                  <a:pt x="682381" y="522332"/>
                </a:lnTo>
                <a:lnTo>
                  <a:pt x="701316" y="522046"/>
                </a:lnTo>
                <a:lnTo>
                  <a:pt x="720252" y="521646"/>
                </a:lnTo>
                <a:lnTo>
                  <a:pt x="739188" y="521132"/>
                </a:lnTo>
                <a:lnTo>
                  <a:pt x="758114" y="520494"/>
                </a:lnTo>
                <a:lnTo>
                  <a:pt x="777040" y="519732"/>
                </a:lnTo>
                <a:lnTo>
                  <a:pt x="795957" y="518827"/>
                </a:lnTo>
                <a:lnTo>
                  <a:pt x="814873" y="517789"/>
                </a:lnTo>
                <a:lnTo>
                  <a:pt x="833771" y="516598"/>
                </a:lnTo>
                <a:lnTo>
                  <a:pt x="852659" y="515245"/>
                </a:lnTo>
                <a:lnTo>
                  <a:pt x="871538" y="513702"/>
                </a:lnTo>
                <a:lnTo>
                  <a:pt x="890397" y="511969"/>
                </a:lnTo>
                <a:lnTo>
                  <a:pt x="909237" y="510007"/>
                </a:lnTo>
                <a:lnTo>
                  <a:pt x="928049" y="507778"/>
                </a:lnTo>
                <a:lnTo>
                  <a:pt x="946814" y="505244"/>
                </a:lnTo>
                <a:lnTo>
                  <a:pt x="965530" y="502339"/>
                </a:lnTo>
                <a:lnTo>
                  <a:pt x="984171" y="498958"/>
                </a:lnTo>
                <a:lnTo>
                  <a:pt x="1002678" y="494957"/>
                </a:lnTo>
                <a:lnTo>
                  <a:pt x="1020966" y="490052"/>
                </a:lnTo>
                <a:lnTo>
                  <a:pt x="1038806" y="483699"/>
                </a:lnTo>
                <a:lnTo>
                  <a:pt x="1055227" y="474383"/>
                </a:lnTo>
                <a:lnTo>
                  <a:pt x="1064314" y="458372"/>
                </a:lnTo>
                <a:lnTo>
                  <a:pt x="1072601" y="441341"/>
                </a:lnTo>
                <a:lnTo>
                  <a:pt x="1080897" y="424310"/>
                </a:lnTo>
                <a:lnTo>
                  <a:pt x="1089184" y="407279"/>
                </a:lnTo>
                <a:lnTo>
                  <a:pt x="1097471" y="390249"/>
                </a:lnTo>
                <a:lnTo>
                  <a:pt x="1105757" y="373218"/>
                </a:lnTo>
                <a:lnTo>
                  <a:pt x="1114044" y="356187"/>
                </a:lnTo>
                <a:lnTo>
                  <a:pt x="1122331" y="339157"/>
                </a:lnTo>
                <a:lnTo>
                  <a:pt x="1130627" y="322126"/>
                </a:lnTo>
                <a:lnTo>
                  <a:pt x="1138914" y="305095"/>
                </a:lnTo>
                <a:lnTo>
                  <a:pt x="1147201" y="288065"/>
                </a:lnTo>
                <a:lnTo>
                  <a:pt x="1155487" y="271034"/>
                </a:lnTo>
                <a:lnTo>
                  <a:pt x="1163774" y="254013"/>
                </a:lnTo>
                <a:lnTo>
                  <a:pt x="1172061" y="236982"/>
                </a:lnTo>
                <a:lnTo>
                  <a:pt x="1180357" y="219951"/>
                </a:lnTo>
                <a:lnTo>
                  <a:pt x="1188644" y="202921"/>
                </a:lnTo>
                <a:lnTo>
                  <a:pt x="1196931" y="185890"/>
                </a:lnTo>
                <a:lnTo>
                  <a:pt x="1205217" y="168859"/>
                </a:lnTo>
                <a:lnTo>
                  <a:pt x="1213504" y="151829"/>
                </a:lnTo>
                <a:lnTo>
                  <a:pt x="1221791" y="134798"/>
                </a:lnTo>
                <a:lnTo>
                  <a:pt x="1230087" y="117767"/>
                </a:lnTo>
                <a:lnTo>
                  <a:pt x="1238374" y="100736"/>
                </a:lnTo>
                <a:lnTo>
                  <a:pt x="1246661" y="83706"/>
                </a:lnTo>
                <a:lnTo>
                  <a:pt x="1254947" y="66675"/>
                </a:lnTo>
                <a:lnTo>
                  <a:pt x="1263234" y="49644"/>
                </a:lnTo>
                <a:lnTo>
                  <a:pt x="1271521" y="32614"/>
                </a:lnTo>
                <a:lnTo>
                  <a:pt x="1279817" y="15583"/>
                </a:lnTo>
                <a:lnTo>
                  <a:pt x="1287237" y="1591"/>
                </a:lnTo>
                <a:lnTo>
                  <a:pt x="1273664" y="13964"/>
                </a:lnTo>
                <a:lnTo>
                  <a:pt x="1255957" y="20641"/>
                </a:lnTo>
                <a:lnTo>
                  <a:pt x="1237650" y="25470"/>
                </a:lnTo>
                <a:lnTo>
                  <a:pt x="1219114" y="29347"/>
                </a:lnTo>
                <a:lnTo>
                  <a:pt x="1200455" y="32614"/>
                </a:lnTo>
                <a:lnTo>
                  <a:pt x="1181729" y="35443"/>
                </a:lnTo>
                <a:lnTo>
                  <a:pt x="1162955" y="37938"/>
                </a:lnTo>
                <a:lnTo>
                  <a:pt x="1144143" y="40167"/>
                </a:lnTo>
                <a:lnTo>
                  <a:pt x="1125312" y="42177"/>
                </a:lnTo>
                <a:lnTo>
                  <a:pt x="1106462" y="44015"/>
                </a:lnTo>
                <a:lnTo>
                  <a:pt x="1087603" y="45691"/>
                </a:lnTo>
                <a:lnTo>
                  <a:pt x="1068724" y="47225"/>
                </a:lnTo>
                <a:lnTo>
                  <a:pt x="1049836" y="48635"/>
                </a:lnTo>
                <a:lnTo>
                  <a:pt x="1030938" y="49940"/>
                </a:lnTo>
                <a:lnTo>
                  <a:pt x="1012041" y="51140"/>
                </a:lnTo>
                <a:lnTo>
                  <a:pt x="993134" y="52245"/>
                </a:lnTo>
                <a:lnTo>
                  <a:pt x="974217" y="53273"/>
                </a:lnTo>
                <a:lnTo>
                  <a:pt x="955300" y="54207"/>
                </a:lnTo>
                <a:lnTo>
                  <a:pt x="936384" y="55083"/>
                </a:lnTo>
                <a:lnTo>
                  <a:pt x="917458" y="55874"/>
                </a:lnTo>
                <a:lnTo>
                  <a:pt x="898531" y="56607"/>
                </a:lnTo>
                <a:lnTo>
                  <a:pt x="879605" y="57274"/>
                </a:lnTo>
                <a:lnTo>
                  <a:pt x="860669" y="57883"/>
                </a:lnTo>
                <a:lnTo>
                  <a:pt x="841743" y="58426"/>
                </a:lnTo>
                <a:lnTo>
                  <a:pt x="822808" y="58922"/>
                </a:lnTo>
                <a:lnTo>
                  <a:pt x="803872" y="59360"/>
                </a:lnTo>
                <a:lnTo>
                  <a:pt x="784936" y="59750"/>
                </a:lnTo>
                <a:lnTo>
                  <a:pt x="766001" y="60084"/>
                </a:lnTo>
                <a:lnTo>
                  <a:pt x="747065" y="60369"/>
                </a:lnTo>
                <a:lnTo>
                  <a:pt x="728129" y="60608"/>
                </a:lnTo>
                <a:lnTo>
                  <a:pt x="709184" y="60798"/>
                </a:lnTo>
                <a:lnTo>
                  <a:pt x="690248" y="60931"/>
                </a:lnTo>
                <a:lnTo>
                  <a:pt x="671303" y="61027"/>
                </a:lnTo>
                <a:lnTo>
                  <a:pt x="652367" y="61074"/>
                </a:lnTo>
                <a:lnTo>
                  <a:pt x="633432" y="61065"/>
                </a:lnTo>
                <a:lnTo>
                  <a:pt x="614486" y="61027"/>
                </a:lnTo>
                <a:lnTo>
                  <a:pt x="595551" y="60922"/>
                </a:lnTo>
                <a:lnTo>
                  <a:pt x="576605" y="60779"/>
                </a:lnTo>
                <a:lnTo>
                  <a:pt x="557670" y="60589"/>
                </a:lnTo>
                <a:lnTo>
                  <a:pt x="538734" y="60350"/>
                </a:lnTo>
                <a:lnTo>
                  <a:pt x="519798" y="60055"/>
                </a:lnTo>
                <a:lnTo>
                  <a:pt x="500853" y="59722"/>
                </a:lnTo>
                <a:lnTo>
                  <a:pt x="481917" y="59331"/>
                </a:lnTo>
                <a:lnTo>
                  <a:pt x="462982" y="58884"/>
                </a:lnTo>
                <a:lnTo>
                  <a:pt x="444056" y="58388"/>
                </a:lnTo>
                <a:lnTo>
                  <a:pt x="425120" y="57836"/>
                </a:lnTo>
                <a:lnTo>
                  <a:pt x="406194" y="57217"/>
                </a:lnTo>
                <a:lnTo>
                  <a:pt x="387267" y="56540"/>
                </a:lnTo>
                <a:lnTo>
                  <a:pt x="368341" y="55807"/>
                </a:lnTo>
                <a:lnTo>
                  <a:pt x="349415" y="55007"/>
                </a:lnTo>
                <a:lnTo>
                  <a:pt x="330498" y="54131"/>
                </a:lnTo>
                <a:lnTo>
                  <a:pt x="311582" y="53188"/>
                </a:lnTo>
                <a:lnTo>
                  <a:pt x="292665" y="52149"/>
                </a:lnTo>
                <a:lnTo>
                  <a:pt x="273758" y="51044"/>
                </a:lnTo>
                <a:lnTo>
                  <a:pt x="254860" y="49835"/>
                </a:lnTo>
                <a:lnTo>
                  <a:pt x="235963" y="48530"/>
                </a:lnTo>
                <a:lnTo>
                  <a:pt x="217075" y="47101"/>
                </a:lnTo>
                <a:lnTo>
                  <a:pt x="198206" y="45558"/>
                </a:lnTo>
                <a:lnTo>
                  <a:pt x="179337" y="43872"/>
                </a:lnTo>
                <a:lnTo>
                  <a:pt x="160487" y="42015"/>
                </a:lnTo>
                <a:lnTo>
                  <a:pt x="141656" y="39986"/>
                </a:lnTo>
                <a:lnTo>
                  <a:pt x="122853" y="37738"/>
                </a:lnTo>
                <a:lnTo>
                  <a:pt x="104080" y="35214"/>
                </a:lnTo>
                <a:lnTo>
                  <a:pt x="85354" y="32356"/>
                </a:lnTo>
                <a:lnTo>
                  <a:pt x="66713" y="29042"/>
                </a:lnTo>
                <a:lnTo>
                  <a:pt x="48187" y="25108"/>
                </a:lnTo>
                <a:lnTo>
                  <a:pt x="29909" y="20164"/>
                </a:lnTo>
                <a:lnTo>
                  <a:pt x="12297" y="132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044206D2-7B68-418E-8AF9-23FE4169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52329" y="4970907"/>
            <a:ext cx="1287342" cy="1737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8C0F5B9B-94E0-4D1C-9732-D74123C7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53"/>
          </a:xfrm>
          <a:custGeom xmlns:a="http://schemas.openxmlformats.org/drawingml/2006/main">
            <a:pathLst>
              <a:path w="1832610" h="3087453">
                <a:moveTo>
                  <a:pt x="0" y="0"/>
                </a:moveTo>
                <a:lnTo>
                  <a:pt x="171" y="38633"/>
                </a:lnTo>
                <a:lnTo>
                  <a:pt x="11782" y="75514"/>
                </a:lnTo>
                <a:lnTo>
                  <a:pt x="23393" y="112395"/>
                </a:lnTo>
                <a:lnTo>
                  <a:pt x="35014" y="149276"/>
                </a:lnTo>
                <a:lnTo>
                  <a:pt x="46625" y="186147"/>
                </a:lnTo>
                <a:lnTo>
                  <a:pt x="58236" y="223028"/>
                </a:lnTo>
                <a:lnTo>
                  <a:pt x="69847" y="259909"/>
                </a:lnTo>
                <a:lnTo>
                  <a:pt x="81458" y="296780"/>
                </a:lnTo>
                <a:lnTo>
                  <a:pt x="93078" y="333661"/>
                </a:lnTo>
                <a:lnTo>
                  <a:pt x="104689" y="370542"/>
                </a:lnTo>
                <a:lnTo>
                  <a:pt x="116300" y="407413"/>
                </a:lnTo>
                <a:lnTo>
                  <a:pt x="127921" y="444294"/>
                </a:lnTo>
                <a:lnTo>
                  <a:pt x="139532" y="481174"/>
                </a:lnTo>
                <a:lnTo>
                  <a:pt x="151143" y="518055"/>
                </a:lnTo>
                <a:lnTo>
                  <a:pt x="162754" y="554927"/>
                </a:lnTo>
                <a:lnTo>
                  <a:pt x="173784" y="591979"/>
                </a:lnTo>
                <a:lnTo>
                  <a:pt x="183375" y="629431"/>
                </a:lnTo>
                <a:lnTo>
                  <a:pt x="192796" y="666921"/>
                </a:lnTo>
                <a:lnTo>
                  <a:pt x="201720" y="704545"/>
                </a:lnTo>
                <a:lnTo>
                  <a:pt x="210636" y="742169"/>
                </a:lnTo>
                <a:lnTo>
                  <a:pt x="219551" y="779793"/>
                </a:lnTo>
                <a:lnTo>
                  <a:pt x="228467" y="817407"/>
                </a:lnTo>
                <a:lnTo>
                  <a:pt x="237382" y="855031"/>
                </a:lnTo>
                <a:lnTo>
                  <a:pt x="246297" y="892654"/>
                </a:lnTo>
                <a:lnTo>
                  <a:pt x="255213" y="930269"/>
                </a:lnTo>
                <a:lnTo>
                  <a:pt x="264138" y="967892"/>
                </a:lnTo>
                <a:lnTo>
                  <a:pt x="273053" y="1005516"/>
                </a:lnTo>
                <a:lnTo>
                  <a:pt x="281969" y="1043140"/>
                </a:lnTo>
                <a:lnTo>
                  <a:pt x="290884" y="1080754"/>
                </a:lnTo>
                <a:lnTo>
                  <a:pt x="299799" y="1118378"/>
                </a:lnTo>
                <a:lnTo>
                  <a:pt x="308715" y="1156002"/>
                </a:lnTo>
                <a:lnTo>
                  <a:pt x="317640" y="1193616"/>
                </a:lnTo>
                <a:lnTo>
                  <a:pt x="326155" y="1231335"/>
                </a:lnTo>
                <a:lnTo>
                  <a:pt x="334604" y="1269063"/>
                </a:lnTo>
                <a:lnTo>
                  <a:pt x="342795" y="1306849"/>
                </a:lnTo>
                <a:lnTo>
                  <a:pt x="350920" y="1344644"/>
                </a:lnTo>
                <a:lnTo>
                  <a:pt x="359054" y="1382449"/>
                </a:lnTo>
                <a:lnTo>
                  <a:pt x="367179" y="1420244"/>
                </a:lnTo>
                <a:lnTo>
                  <a:pt x="375314" y="1458039"/>
                </a:lnTo>
                <a:lnTo>
                  <a:pt x="383438" y="1495844"/>
                </a:lnTo>
                <a:lnTo>
                  <a:pt x="391573" y="1533639"/>
                </a:lnTo>
                <a:lnTo>
                  <a:pt x="399707" y="1571444"/>
                </a:lnTo>
                <a:lnTo>
                  <a:pt x="407832" y="1609239"/>
                </a:lnTo>
                <a:lnTo>
                  <a:pt x="415966" y="1647034"/>
                </a:lnTo>
                <a:lnTo>
                  <a:pt x="424091" y="1684839"/>
                </a:lnTo>
                <a:lnTo>
                  <a:pt x="432225" y="1722634"/>
                </a:lnTo>
                <a:lnTo>
                  <a:pt x="440350" y="1760439"/>
                </a:lnTo>
                <a:lnTo>
                  <a:pt x="448485" y="1798234"/>
                </a:lnTo>
                <a:lnTo>
                  <a:pt x="456495" y="1836058"/>
                </a:lnTo>
                <a:lnTo>
                  <a:pt x="464344" y="1873920"/>
                </a:lnTo>
                <a:lnTo>
                  <a:pt x="472116" y="1911791"/>
                </a:lnTo>
                <a:lnTo>
                  <a:pt x="479774" y="1949691"/>
                </a:lnTo>
                <a:lnTo>
                  <a:pt x="487432" y="1987582"/>
                </a:lnTo>
                <a:lnTo>
                  <a:pt x="495100" y="2025482"/>
                </a:lnTo>
                <a:lnTo>
                  <a:pt x="502758" y="2063382"/>
                </a:lnTo>
                <a:lnTo>
                  <a:pt x="510416" y="2101272"/>
                </a:lnTo>
                <a:lnTo>
                  <a:pt x="518074" y="2139172"/>
                </a:lnTo>
                <a:lnTo>
                  <a:pt x="525732" y="2177072"/>
                </a:lnTo>
                <a:lnTo>
                  <a:pt x="533390" y="2214963"/>
                </a:lnTo>
                <a:lnTo>
                  <a:pt x="541049" y="2252863"/>
                </a:lnTo>
                <a:lnTo>
                  <a:pt x="548707" y="2290763"/>
                </a:lnTo>
                <a:lnTo>
                  <a:pt x="556365" y="2328662"/>
                </a:lnTo>
                <a:lnTo>
                  <a:pt x="564032" y="2366553"/>
                </a:lnTo>
                <a:lnTo>
                  <a:pt x="571691" y="2404453"/>
                </a:lnTo>
                <a:lnTo>
                  <a:pt x="579330" y="2442353"/>
                </a:lnTo>
                <a:lnTo>
                  <a:pt x="582216" y="2476500"/>
                </a:lnTo>
                <a:lnTo>
                  <a:pt x="543554" y="2476500"/>
                </a:lnTo>
                <a:lnTo>
                  <a:pt x="504892" y="2476500"/>
                </a:lnTo>
                <a:lnTo>
                  <a:pt x="466230" y="2476500"/>
                </a:lnTo>
                <a:lnTo>
                  <a:pt x="427558" y="2476500"/>
                </a:lnTo>
                <a:lnTo>
                  <a:pt x="388896" y="2476500"/>
                </a:lnTo>
                <a:lnTo>
                  <a:pt x="350234" y="2476500"/>
                </a:lnTo>
                <a:lnTo>
                  <a:pt x="311572" y="2476500"/>
                </a:lnTo>
                <a:lnTo>
                  <a:pt x="303514" y="2489083"/>
                </a:lnTo>
                <a:lnTo>
                  <a:pt x="330994" y="2516286"/>
                </a:lnTo>
                <a:lnTo>
                  <a:pt x="358473" y="2543480"/>
                </a:lnTo>
                <a:lnTo>
                  <a:pt x="385953" y="2570683"/>
                </a:lnTo>
                <a:lnTo>
                  <a:pt x="413433" y="2597877"/>
                </a:lnTo>
                <a:lnTo>
                  <a:pt x="440903" y="2625080"/>
                </a:lnTo>
                <a:lnTo>
                  <a:pt x="468382" y="2652274"/>
                </a:lnTo>
                <a:lnTo>
                  <a:pt x="495862" y="2679478"/>
                </a:lnTo>
                <a:lnTo>
                  <a:pt x="523342" y="2706672"/>
                </a:lnTo>
                <a:lnTo>
                  <a:pt x="550821" y="2733875"/>
                </a:lnTo>
                <a:lnTo>
                  <a:pt x="578301" y="2761069"/>
                </a:lnTo>
                <a:lnTo>
                  <a:pt x="605780" y="2788272"/>
                </a:lnTo>
                <a:lnTo>
                  <a:pt x="633260" y="2815466"/>
                </a:lnTo>
                <a:lnTo>
                  <a:pt x="660740" y="2842670"/>
                </a:lnTo>
                <a:lnTo>
                  <a:pt x="688219" y="2869863"/>
                </a:lnTo>
                <a:lnTo>
                  <a:pt x="715699" y="2897067"/>
                </a:lnTo>
                <a:lnTo>
                  <a:pt x="743179" y="2924261"/>
                </a:lnTo>
                <a:lnTo>
                  <a:pt x="770658" y="2951464"/>
                </a:lnTo>
                <a:lnTo>
                  <a:pt x="798138" y="2978658"/>
                </a:lnTo>
                <a:lnTo>
                  <a:pt x="825617" y="3005861"/>
                </a:lnTo>
                <a:lnTo>
                  <a:pt x="853088" y="3033055"/>
                </a:lnTo>
                <a:lnTo>
                  <a:pt x="880567" y="3060259"/>
                </a:lnTo>
                <a:lnTo>
                  <a:pt x="908047" y="3087453"/>
                </a:lnTo>
                <a:lnTo>
                  <a:pt x="935526" y="3076594"/>
                </a:lnTo>
                <a:lnTo>
                  <a:pt x="963006" y="3049400"/>
                </a:lnTo>
                <a:lnTo>
                  <a:pt x="990486" y="3022197"/>
                </a:lnTo>
                <a:lnTo>
                  <a:pt x="1017965" y="2995003"/>
                </a:lnTo>
                <a:lnTo>
                  <a:pt x="1045445" y="2967800"/>
                </a:lnTo>
                <a:lnTo>
                  <a:pt x="1072925" y="2940606"/>
                </a:lnTo>
                <a:lnTo>
                  <a:pt x="1100404" y="2913402"/>
                </a:lnTo>
                <a:lnTo>
                  <a:pt x="1127884" y="2886208"/>
                </a:lnTo>
                <a:lnTo>
                  <a:pt x="1155363" y="2859005"/>
                </a:lnTo>
                <a:lnTo>
                  <a:pt x="1182843" y="2831811"/>
                </a:lnTo>
                <a:lnTo>
                  <a:pt x="1210323" y="2804608"/>
                </a:lnTo>
                <a:lnTo>
                  <a:pt x="1237793" y="2777414"/>
                </a:lnTo>
                <a:lnTo>
                  <a:pt x="1265272" y="2750210"/>
                </a:lnTo>
                <a:lnTo>
                  <a:pt x="1292752" y="2723017"/>
                </a:lnTo>
                <a:lnTo>
                  <a:pt x="1320232" y="2695813"/>
                </a:lnTo>
                <a:lnTo>
                  <a:pt x="1347711" y="2668619"/>
                </a:lnTo>
                <a:lnTo>
                  <a:pt x="1375191" y="2641416"/>
                </a:lnTo>
                <a:lnTo>
                  <a:pt x="1402671" y="2614222"/>
                </a:lnTo>
                <a:lnTo>
                  <a:pt x="1430150" y="2587019"/>
                </a:lnTo>
                <a:lnTo>
                  <a:pt x="1457630" y="2559825"/>
                </a:lnTo>
                <a:lnTo>
                  <a:pt x="1485109" y="2532621"/>
                </a:lnTo>
                <a:lnTo>
                  <a:pt x="1512589" y="2505427"/>
                </a:lnTo>
                <a:lnTo>
                  <a:pt x="1540069" y="247822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83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26" y="2476500"/>
                </a:lnTo>
                <a:lnTo>
                  <a:pt x="1248775" y="2465146"/>
                </a:lnTo>
                <a:lnTo>
                  <a:pt x="1256319" y="2427227"/>
                </a:lnTo>
                <a:lnTo>
                  <a:pt x="1263977" y="2389327"/>
                </a:lnTo>
                <a:lnTo>
                  <a:pt x="1271635" y="2351427"/>
                </a:lnTo>
                <a:lnTo>
                  <a:pt x="1279303" y="2313537"/>
                </a:lnTo>
                <a:lnTo>
                  <a:pt x="1286961" y="2275637"/>
                </a:lnTo>
                <a:lnTo>
                  <a:pt x="1294619" y="2237737"/>
                </a:lnTo>
                <a:lnTo>
                  <a:pt x="1302277" y="2199837"/>
                </a:lnTo>
                <a:lnTo>
                  <a:pt x="1309935" y="2161946"/>
                </a:lnTo>
                <a:lnTo>
                  <a:pt x="1317593" y="2124046"/>
                </a:lnTo>
                <a:lnTo>
                  <a:pt x="1325251" y="2086146"/>
                </a:lnTo>
                <a:lnTo>
                  <a:pt x="1332909" y="2048256"/>
                </a:lnTo>
                <a:lnTo>
                  <a:pt x="1340568" y="2010356"/>
                </a:lnTo>
                <a:lnTo>
                  <a:pt x="1348235" y="1972456"/>
                </a:lnTo>
                <a:lnTo>
                  <a:pt x="1355893" y="1934556"/>
                </a:lnTo>
                <a:lnTo>
                  <a:pt x="1363551" y="1896666"/>
                </a:lnTo>
                <a:lnTo>
                  <a:pt x="1371400" y="1858804"/>
                </a:lnTo>
                <a:lnTo>
                  <a:pt x="1379258" y="1820951"/>
                </a:lnTo>
                <a:lnTo>
                  <a:pt x="1387373" y="1783147"/>
                </a:lnTo>
                <a:lnTo>
                  <a:pt x="1395498" y="1745351"/>
                </a:lnTo>
                <a:lnTo>
                  <a:pt x="1403633" y="1707547"/>
                </a:lnTo>
                <a:lnTo>
                  <a:pt x="1411757" y="1669752"/>
                </a:lnTo>
                <a:lnTo>
                  <a:pt x="1419892" y="1631947"/>
                </a:lnTo>
                <a:lnTo>
                  <a:pt x="1428026" y="1594152"/>
                </a:lnTo>
                <a:lnTo>
                  <a:pt x="1436151" y="1556356"/>
                </a:lnTo>
                <a:lnTo>
                  <a:pt x="1444285" y="1518552"/>
                </a:lnTo>
                <a:lnTo>
                  <a:pt x="1452410" y="1480757"/>
                </a:lnTo>
                <a:lnTo>
                  <a:pt x="1460544" y="1442961"/>
                </a:lnTo>
                <a:lnTo>
                  <a:pt x="1468669" y="1405157"/>
                </a:lnTo>
                <a:lnTo>
                  <a:pt x="1476804" y="1367361"/>
                </a:lnTo>
                <a:lnTo>
                  <a:pt x="1484928" y="1329557"/>
                </a:lnTo>
                <a:lnTo>
                  <a:pt x="1493063" y="1291761"/>
                </a:lnTo>
                <a:lnTo>
                  <a:pt x="1501378" y="1254004"/>
                </a:lnTo>
                <a:lnTo>
                  <a:pt x="1509817" y="1216276"/>
                </a:lnTo>
                <a:lnTo>
                  <a:pt x="1518533" y="1178604"/>
                </a:lnTo>
                <a:lnTo>
                  <a:pt x="1527448" y="1140981"/>
                </a:lnTo>
                <a:lnTo>
                  <a:pt x="1536363" y="1103366"/>
                </a:lnTo>
                <a:lnTo>
                  <a:pt x="1545288" y="1065743"/>
                </a:lnTo>
                <a:lnTo>
                  <a:pt x="1554204" y="1028119"/>
                </a:lnTo>
                <a:lnTo>
                  <a:pt x="1563119" y="990495"/>
                </a:lnTo>
                <a:lnTo>
                  <a:pt x="1572035" y="952881"/>
                </a:lnTo>
                <a:lnTo>
                  <a:pt x="1580950" y="915257"/>
                </a:lnTo>
                <a:lnTo>
                  <a:pt x="1589865" y="877634"/>
                </a:lnTo>
                <a:lnTo>
                  <a:pt x="1598790" y="840019"/>
                </a:lnTo>
                <a:lnTo>
                  <a:pt x="1607706" y="802396"/>
                </a:lnTo>
                <a:lnTo>
                  <a:pt x="1616621" y="764772"/>
                </a:lnTo>
                <a:lnTo>
                  <a:pt x="1625537" y="727148"/>
                </a:lnTo>
                <a:lnTo>
                  <a:pt x="1634452" y="689534"/>
                </a:lnTo>
                <a:lnTo>
                  <a:pt x="1643463" y="651929"/>
                </a:lnTo>
                <a:lnTo>
                  <a:pt x="1653064" y="614477"/>
                </a:lnTo>
                <a:lnTo>
                  <a:pt x="1662875" y="577091"/>
                </a:lnTo>
                <a:lnTo>
                  <a:pt x="1674485" y="540210"/>
                </a:lnTo>
                <a:lnTo>
                  <a:pt x="1686106" y="503330"/>
                </a:lnTo>
                <a:lnTo>
                  <a:pt x="1697717" y="466458"/>
                </a:lnTo>
                <a:lnTo>
                  <a:pt x="1709328" y="429578"/>
                </a:lnTo>
                <a:lnTo>
                  <a:pt x="1720939" y="392697"/>
                </a:lnTo>
                <a:lnTo>
                  <a:pt x="1732559" y="355816"/>
                </a:lnTo>
                <a:lnTo>
                  <a:pt x="1744170" y="318945"/>
                </a:lnTo>
                <a:lnTo>
                  <a:pt x="1755781" y="282064"/>
                </a:lnTo>
                <a:lnTo>
                  <a:pt x="1767392" y="245183"/>
                </a:lnTo>
                <a:lnTo>
                  <a:pt x="1779013" y="208312"/>
                </a:lnTo>
                <a:lnTo>
                  <a:pt x="1790624" y="171431"/>
                </a:lnTo>
                <a:lnTo>
                  <a:pt x="1802235" y="134550"/>
                </a:lnTo>
                <a:lnTo>
                  <a:pt x="1813846" y="97679"/>
                </a:lnTo>
                <a:lnTo>
                  <a:pt x="1825466" y="60798"/>
                </a:lnTo>
                <a:lnTo>
                  <a:pt x="1832610" y="23231"/>
                </a:lnTo>
                <a:lnTo>
                  <a:pt x="1817180" y="0"/>
                </a:lnTo>
                <a:lnTo>
                  <a:pt x="1778518" y="0"/>
                </a:lnTo>
                <a:lnTo>
                  <a:pt x="1739856" y="0"/>
                </a:lnTo>
                <a:lnTo>
                  <a:pt x="1701184" y="0"/>
                </a:lnTo>
                <a:lnTo>
                  <a:pt x="1662522" y="0"/>
                </a:lnTo>
                <a:lnTo>
                  <a:pt x="1623860" y="0"/>
                </a:lnTo>
                <a:lnTo>
                  <a:pt x="1585198" y="0"/>
                </a:lnTo>
                <a:lnTo>
                  <a:pt x="1546536" y="0"/>
                </a:lnTo>
                <a:lnTo>
                  <a:pt x="1507874" y="0"/>
                </a:lnTo>
                <a:lnTo>
                  <a:pt x="1469212" y="0"/>
                </a:lnTo>
                <a:lnTo>
                  <a:pt x="1430541" y="0"/>
                </a:lnTo>
                <a:lnTo>
                  <a:pt x="1391879" y="0"/>
                </a:lnTo>
                <a:lnTo>
                  <a:pt x="1353217" y="0"/>
                </a:lnTo>
                <a:lnTo>
                  <a:pt x="1314555" y="0"/>
                </a:lnTo>
                <a:lnTo>
                  <a:pt x="1275893" y="0"/>
                </a:lnTo>
                <a:lnTo>
                  <a:pt x="1237231" y="0"/>
                </a:lnTo>
                <a:lnTo>
                  <a:pt x="1198569" y="0"/>
                </a:lnTo>
                <a:lnTo>
                  <a:pt x="1159897" y="0"/>
                </a:lnTo>
                <a:lnTo>
                  <a:pt x="1121235" y="0"/>
                </a:lnTo>
                <a:lnTo>
                  <a:pt x="1082573" y="0"/>
                </a:lnTo>
                <a:lnTo>
                  <a:pt x="1043911" y="0"/>
                </a:lnTo>
                <a:lnTo>
                  <a:pt x="1005249" y="0"/>
                </a:lnTo>
                <a:lnTo>
                  <a:pt x="966587" y="0"/>
                </a:lnTo>
                <a:lnTo>
                  <a:pt x="927916" y="0"/>
                </a:lnTo>
                <a:lnTo>
                  <a:pt x="889254" y="0"/>
                </a:lnTo>
                <a:lnTo>
                  <a:pt x="850592" y="0"/>
                </a:lnTo>
                <a:lnTo>
                  <a:pt x="811930" y="0"/>
                </a:lnTo>
                <a:lnTo>
                  <a:pt x="773268" y="0"/>
                </a:lnTo>
                <a:lnTo>
                  <a:pt x="734606" y="0"/>
                </a:lnTo>
                <a:lnTo>
                  <a:pt x="695944" y="0"/>
                </a:lnTo>
                <a:lnTo>
                  <a:pt x="657273" y="0"/>
                </a:lnTo>
                <a:lnTo>
                  <a:pt x="618611" y="0"/>
                </a:lnTo>
                <a:lnTo>
                  <a:pt x="579949" y="0"/>
                </a:lnTo>
                <a:lnTo>
                  <a:pt x="541287" y="0"/>
                </a:lnTo>
                <a:lnTo>
                  <a:pt x="502625" y="0"/>
                </a:lnTo>
                <a:lnTo>
                  <a:pt x="463963" y="0"/>
                </a:lnTo>
                <a:lnTo>
                  <a:pt x="425301" y="0"/>
                </a:lnTo>
                <a:lnTo>
                  <a:pt x="386629" y="0"/>
                </a:lnTo>
                <a:lnTo>
                  <a:pt x="347967" y="0"/>
                </a:lnTo>
                <a:lnTo>
                  <a:pt x="309305" y="0"/>
                </a:lnTo>
                <a:lnTo>
                  <a:pt x="27064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86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3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FB99B88A-D29E-49BA-B65C-D3823A92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8977" y="2719388"/>
            <a:ext cx="2654056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4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126B06FE-880C-425A-B663-C5E4C1BA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3640" y="3338513"/>
            <a:ext cx="210473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5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B4C6C5F8-62B3-4DA1-A07E-A23F409B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3519" y="3957638"/>
            <a:ext cx="16049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6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B556AA94-5567-4612-83D7-06C90FA5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8596" y="4576763"/>
            <a:ext cx="113481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7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69ECB5CE-7040-4BA4-9C25-84554605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195888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18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E13B6891-198D-49FA-941C-4B1015CB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6738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b3b79b71b42fe">
            <a:extLst>
              <a:ext uri="{96DAC541-7B7A-43D3-8B79-37D633B846F1}">
                <asvg:svgBlip xmlns:asvg="http://schemas.microsoft.com/office/drawing/2016/SVG/main" r:embed="Rc5bb1d89fafd42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00563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4C320998-84F5-44A7-AA16-981369D7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05375" y="1724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744d8ba0649f9">
            <a:extLst>
              <a:ext uri="{96DAC541-7B7A-43D3-8B79-37D633B846F1}">
                <asvg:svgBlip xmlns:asvg="http://schemas.microsoft.com/office/drawing/2016/SVG/main" r:embed="Re0ae65ca672b4e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029200" y="18478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2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FC16A369-0BF9-4AD4-B6B2-DF9A2CBC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6863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cb967486f4bc6">
            <a:extLst>
              <a:ext uri="{96DAC541-7B7A-43D3-8B79-37D633B846F1}">
                <asvg:svgBlip xmlns:asvg="http://schemas.microsoft.com/office/drawing/2016/SVG/main" r:embed="R4561b99f48af46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00688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4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B414786A-5012-47DB-9857-1172297A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50ad94f6b467f">
            <a:extLst>
              <a:ext uri="{96DAC541-7B7A-43D3-8B79-37D633B846F1}">
                <asvg:svgBlip xmlns:asvg="http://schemas.microsoft.com/office/drawing/2016/SVG/main" r:embed="R90b7225d1e4d4a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240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6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B0366E0A-5C04-465A-87A0-AEFF254D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6988" y="1657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ea046f8d142f3">
            <a:extLst>
              <a:ext uri="{96DAC541-7B7A-43D3-8B79-37D633B846F1}">
                <asvg:svgBlip xmlns:asvg="http://schemas.microsoft.com/office/drawing/2016/SVG/main" r:embed="R2f52e88bc32746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00813" y="17811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786B6689-31B4-41C6-A339-B1A25F73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1790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127767601421d">
            <a:extLst>
              <a:ext uri="{96DAC541-7B7A-43D3-8B79-37D633B846F1}">
                <asvg:svgBlip xmlns:asvg="http://schemas.microsoft.com/office/drawing/2016/SVG/main" r:embed="R55ba86c7916441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29450" y="19145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30" name="simple-input-core-6">
            <a:extLst xmlns:a="http://schemas.openxmlformats.org/drawingml/2006/main">
              <a:ext uri="{FF2B5EF4-FFF2-40B4-BE49-F238E27FC236}">
                <a16:creationId xmlns:a16="http://schemas.microsoft.com/office/drawing/2014/main" id="{C67B570C-E378-4351-8700-CBDA9057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7113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c77e990844bb6">
            <a:extLst>
              <a:ext uri="{96DAC541-7B7A-43D3-8B79-37D633B846F1}">
                <asvg:svgBlip xmlns:asvg="http://schemas.microsoft.com/office/drawing/2016/SVG/main" r:embed="R30f45108884245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00938" y="200025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69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A153ED3C-E573-46F7-9C87-5F6213EC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A96FB3FE-B18D-4E74-8ED3-6C6BB5CE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9972C4A8-B8B3-4A22-9377-50001C3A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D9DFDAB7-1E08-4BCC-AEB7-348535C3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45B6846C-7A8B-45B1-BDE2-EC967D3A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331659D3-DFF5-43C7-88B7-B017A195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59A6F981-340E-403F-B747-9EEF0D56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D2FE2DF4-705B-4F8F-AD42-79E3D99C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412707E7-50B6-47F4-B85A-C1341022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8857A58F-FE08-4543-8631-6CDB0B91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978C08B2-A6C9-4EBC-B8D6-B5B25206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A9A96C6F-C1AE-498D-9FEC-EE510BA8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A00667BD-1F86-481F-B59C-8CF9CEF2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DC4A6A63-85DD-49D8-AA4C-2EA7BD8F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F8F4B524-EC21-4B68-BB22-DCEB79B5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7F748A0F-0E9B-4140-B710-6CF80806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7E739E39-E762-4361-9739-52542BAE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1EB926BF-668E-45C8-A821-9C8694E4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E873FA2C-7C2D-4F56-B149-B2069CFE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E7823972-9376-4FE4-A86C-5B6467C3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</p:spTree>
    <p:extLst>
      <p:ext uri="{BB962C8B-B14F-4D97-AF65-F5344CB8AC3E}">
        <p14:creationId xmlns:p14="http://schemas.microsoft.com/office/powerpoint/2010/main" val="183211690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49E8A489-E4CF-4013-9157-38DE7C1B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C6AFCF0D-9159-47CE-82E5-8F5C1E85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8223F03E-5438-4492-A701-59DB0932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1EF22FDC-3158-45E0-8774-49714705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809BA9EB-E521-4519-B6EE-D5C4A2BE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F3CA18A6-EAD0-4CEF-BFE2-98AC937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865265A5-1985-4417-A06B-F31DA4AE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043D8891-57E3-4373-ADD8-58120ED5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5B80A328-C073-462E-9942-372B04BD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55D1DE2B-779B-45CB-9A29-54BA493D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66E13185-D34E-44E8-89E6-7296A470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E2E3BCA9-E872-44EC-B79D-DBA917F7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0678759B-D63B-451F-8886-5242EF83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A98E9857-C53D-4A73-96C1-0363B4CA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4AF4D4B9-F5C2-4FBF-9A99-FB3B40E9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ABC15AB5-9C4E-49D7-9B82-6851CC50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F6384341-5F15-4386-BEBE-D72A656B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DF3658D0-101E-4BD1-9434-DB65170E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7A9DFDAD-5B0C-4523-958A-59AE5DCD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E52F1D13-7880-4481-B2D9-91A4BA75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1433C68C-C806-4965-A730-26B75A25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7526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b6bfbf9bb4736">
            <a:extLst>
              <a:ext uri="{96DAC541-7B7A-43D3-8B79-37D633B846F1}">
                <asvg:svgBlip xmlns:asvg="http://schemas.microsoft.com/office/drawing/2016/SVG/main" r:embed="R4214bd505d2e4ac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87642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155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24182154-21D5-4981-BA91-E13DBEE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09BFF452-A766-45AD-B720-FD8FD48F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204BA125-996F-4405-BC17-F6650BD2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90F4C048-517A-4102-98B8-8625A6E3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B2EE2D50-816D-4B22-B9EA-420F2730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43ACE823-A887-4E5E-97BF-B004D35C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417C9B90-125E-46D5-86D7-05F3AC73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0FB0F1CF-9549-4D5B-8D2B-66FE1582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A4BFD2AE-747A-43F2-9609-3C22A8E0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1E396FAB-5672-4E93-8028-86C43B16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690FC9FD-67DD-432A-A8B2-9660B56A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78A46C02-FD64-41D0-BA11-7DC9080B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D9634B3A-CF09-4CBF-948F-9881C551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612BD406-2574-4AA9-B367-65C22761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5AF2B070-AAF7-43A8-88B5-D3C883B7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86F88E08-FA28-4122-BFD4-8E7FEAF3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CC86EFB5-73D7-4700-B2DA-D17DC784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BA8A5E4A-1978-471E-80B3-80C6442A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C340F817-245C-4643-9D72-A239FA44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93BEEB16-7400-41FE-A582-74562564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7A4D5795-7277-44B3-8D9E-CC2CE5C0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0aff2ef534a63">
            <a:extLst>
              <a:ext uri="{96DAC541-7B7A-43D3-8B79-37D633B846F1}">
                <asvg:svgBlip xmlns:asvg="http://schemas.microsoft.com/office/drawing/2016/SVG/main" r:embed="Rbd081c7923324e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86375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4B8ACC8D-B1B6-4C80-8526-4F47A667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1657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c534c4a4d4124">
            <a:extLst>
              <a:ext uri="{96DAC541-7B7A-43D3-8B79-37D633B846F1}">
                <asvg:svgBlip xmlns:asvg="http://schemas.microsoft.com/office/drawing/2016/SVG/main" r:embed="R9b6b3754c12545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43700" y="178117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865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45E67DEF-A741-4820-ADB6-36DD8C2A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F8917495-8829-4E35-9039-6A5D16F5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82DFA109-08A1-4CA0-91E2-B28F0E9D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2AABFF0B-9102-436E-A723-6A908CAC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BBF224BA-F897-4DCE-8429-4CDCFDBC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DE84CA31-04C5-4314-AA18-73EFAB63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1FFBAC28-65A4-48AF-A523-552E63F4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A5F8CA6B-ABB7-4023-BD51-58CC8F6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6BADB9EB-AE28-4C2C-BEDA-BDCEEB3B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AE6C6959-51CB-48AA-9D6C-7D7AF4C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E456403F-40D9-4FD8-9398-1842F181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F9DF7385-999F-4828-8267-EC3B7B92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B726235D-27A8-4E5C-BE1B-63625291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BE7FE3C6-5255-41FA-9488-D3DEA659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71F513F8-983C-4A8F-BD6C-7F528E6A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12311D9B-BE94-4989-8407-5806E4EF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851CD4C6-AE04-4AC1-AA84-5E07CBD4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97E1D2CA-A19C-499C-88F4-871DA33C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9740F13F-31FE-4379-9E88-FD71D2FC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CF61464A-0B3B-486C-8432-0DEF86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5DB17875-1940-46D3-95BB-94821636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29175" y="18478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0f828611040f9">
            <a:extLst>
              <a:ext uri="{96DAC541-7B7A-43D3-8B79-37D633B846F1}">
                <asvg:svgBlip xmlns:asvg="http://schemas.microsoft.com/office/drawing/2016/SVG/main" r:embed="R3fb14730948b4c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53000" y="19716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23B9A266-E9F0-4647-B38B-86033FF3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38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22deb9eee4824">
            <a:extLst>
              <a:ext uri="{96DAC541-7B7A-43D3-8B79-37D633B846F1}">
                <asvg:svgBlip xmlns:asvg="http://schemas.microsoft.com/office/drawing/2016/SVG/main" r:embed="R7aad6ae5eb8849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621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D9673A2C-A309-407D-A162-544790E4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4675" y="18097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c532af010445ef">
            <a:extLst>
              <a:ext uri="{96DAC541-7B7A-43D3-8B79-37D633B846F1}">
                <asvg:svgBlip xmlns:asvg="http://schemas.microsoft.com/office/drawing/2016/SVG/main" r:embed="Rc2555f451f804f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48500" y="1933575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35990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2016BA1A-646D-4B03-99C5-F696A5C3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6CA42854-2755-4DBE-9D3F-11D9A9A9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780AB216-5A8D-4A66-BF24-D99E9402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C2C4DD9E-F6CF-4834-9783-F1E14277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3F1B8210-24D6-420D-9B04-10507657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9A8DF965-CAC5-4E2A-ADBD-CFECCA12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2F4155C8-F022-4C52-ADFD-46BD4CF7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2877E191-097F-4B72-80A5-AF9E6D59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24349D87-C760-44A5-8000-69FB02F5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1C44A0EC-1952-4B2D-BC4E-A80E5FF5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5201DED5-8A93-4982-85FB-DBAFB18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E79A5B7B-08E8-405D-A31B-73E9D1AB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2CFDCA60-580E-4483-B91B-B17F092E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2B9A3A41-CCD8-473A-8E0D-D8902982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5823EF0F-87DE-4A49-9C11-5EE3A5F8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7981BF58-81FD-4987-8594-36CD529C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0A947E45-0792-4610-891F-9702CD05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09EA01FC-978B-46C6-9709-F6625E6D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85A2D8E6-3F60-4FAC-B21E-D9759E98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B6B9FAC2-117E-4104-A1D3-7395916A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2BE10EE5-673C-414E-802F-1949477C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e3cd62d0145b5">
            <a:extLst>
              <a:ext uri="{96DAC541-7B7A-43D3-8B79-37D633B846F1}">
                <asvg:svgBlip xmlns:asvg="http://schemas.microsoft.com/office/drawing/2016/SVG/main" r:embed="R15df51e8af3145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10125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F23C8BDF-73E0-4D49-9BA5-F000CF1C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8574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00ac36f4e04d66">
            <a:extLst>
              <a:ext uri="{96DAC541-7B7A-43D3-8B79-37D633B846F1}">
                <asvg:svgBlip xmlns:asvg="http://schemas.microsoft.com/office/drawing/2016/SVG/main" r:embed="Re9be7cb4abfa4a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632399" y="18002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E75B74E8-1F4D-4A1C-8242-4B302AB3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73698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ebce7156a4118">
            <a:extLst>
              <a:ext uri="{96DAC541-7B7A-43D3-8B79-37D633B846F1}">
                <asvg:svgBlip xmlns:asvg="http://schemas.microsoft.com/office/drawing/2016/SVG/main" r:embed="R35a7e667d6584c0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97523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1BD71060-11FF-4FFB-A5B8-6BE515CB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6125" y="1828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9804b58724b1e">
            <a:extLst>
              <a:ext uri="{96DAC541-7B7A-43D3-8B79-37D633B846F1}">
                <asvg:svgBlip xmlns:asvg="http://schemas.microsoft.com/office/drawing/2016/SVG/main" r:embed="R60ec9d62c5d444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19950" y="19526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3954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49CD0CF8-D416-4CDD-98C8-E02200F1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0C829BBB-1334-478B-810E-3EA993D2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0D9BE3A6-45D7-4D88-A975-8C035065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FDC42D46-D896-433F-A4EB-6BFF44F7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B93A6B56-299E-46BA-8B22-8BB0A1D5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C2E6E13F-43DA-4E12-92F2-6376D7EB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6B7749F1-E200-46F5-84C8-9B7B361F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25B12605-CF43-4912-89B5-61121CE4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631F040B-5DE8-4BA5-86A6-A33FBD17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8407079E-B8B0-40AA-8484-5E6505C8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817020E1-A31E-4017-8620-A5D3BD36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23081399-2600-48B3-A4C7-C70F83BB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7F569BA9-8FFA-4041-A594-12911CCA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AED7214A-596F-4D35-801D-4D74F8E5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4A043FF2-C3EF-478F-9924-134A48CA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EE30A451-457A-41A2-AE7B-04998034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9C9B443A-8CCD-4471-B400-98AAD3C8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956734B9-64DE-4109-9DF5-A3547E2C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AFE16CED-9493-4A8B-8173-8EC6A2B7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8CBA9E23-DA5E-4692-AE36-5D451AAE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53906E74-A831-4498-A108-F5EDE71F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4342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b52ba983c43b1">
            <a:extLst>
              <a:ext uri="{96DAC541-7B7A-43D3-8B79-37D633B846F1}">
                <asvg:svgBlip xmlns:asvg="http://schemas.microsoft.com/office/drawing/2016/SVG/main" r:embed="R8b9517fbbb8443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6725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C2536CB2-8C0E-4969-A82D-399A2EBD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0" y="16859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ba154aef4420b">
            <a:extLst>
              <a:ext uri="{96DAC541-7B7A-43D3-8B79-37D633B846F1}">
                <asvg:svgBlip xmlns:asvg="http://schemas.microsoft.com/office/drawing/2016/SVG/main" r:embed="R968aadeaddb149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62575" y="18097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B9346F7D-D55C-40EE-B67B-C7E4D379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0923461a74036">
            <a:extLst>
              <a:ext uri="{96DAC541-7B7A-43D3-8B79-37D633B846F1}">
                <asvg:svgBlip xmlns:asvg="http://schemas.microsoft.com/office/drawing/2016/SVG/main" r:embed="R0839e02726cf4a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0075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7057746D-B1A1-4C9C-B64D-3EE0E3EA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d0e24faf1425a">
            <a:extLst>
              <a:ext uri="{96DAC541-7B7A-43D3-8B79-37D633B846F1}">
                <asvg:svgBlip xmlns:asvg="http://schemas.microsoft.com/office/drawing/2016/SVG/main" r:embed="Rdd8d462d309e4d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96075" y="18383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9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6A08E9F3-7E92-4EE9-A066-4D8E0A96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0425" y="18573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9b868341e4a8d">
            <a:extLst>
              <a:ext uri="{96DAC541-7B7A-43D3-8B79-37D633B846F1}">
                <asvg:svgBlip xmlns:asvg="http://schemas.microsoft.com/office/drawing/2016/SVG/main" r:embed="Rcf15782ebf6f4b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198120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62054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63FDD9D2-935F-497B-A9D5-D9C47ADD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DE730CDF-7864-4697-AEDA-661049E0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4557461E-8DEF-4712-A9F0-464CC7A1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152BA578-C0A4-4698-81F2-3C56BF4F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DEAA1019-96E0-4EFA-87AD-B27CBDCD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E34D0209-B27C-4FC4-BBDE-B812689E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E2097744-A5D0-46B3-BFBB-173C24DE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D65E994B-F0E5-4637-AED7-1C61D50B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66E69D31-64AE-4FDA-8566-680E3732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5B34D9C2-BAC3-4962-942E-2C9C9C6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3F545966-4D89-4C44-B914-195939EE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24385FE8-F58C-470C-959A-24C60FA5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C5A1529F-7FE0-4D9D-9522-BE1ACF9E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78E68B21-E395-479D-9420-731E8AA7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2CFBA4BC-2E05-4590-8C9D-F6FE3871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1AACA1B5-69E5-4056-8D82-A9346DFE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41E1E13B-2894-4B0C-BFFF-7D802305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ED646970-14E6-4C91-A517-6E045456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96473861-16AD-40B7-8DD4-E3085EC2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3A706CBF-FEBE-4A90-97D8-DA6C46FF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B3633B2E-5688-4016-9049-B4CA6F07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48175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19397232e4fb3">
            <a:extLst>
              <a:ext uri="{96DAC541-7B7A-43D3-8B79-37D633B846F1}">
                <asvg:svgBlip xmlns:asvg="http://schemas.microsoft.com/office/drawing/2016/SVG/main" r:embed="R722adca9952f4c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72000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F8E6294D-3A87-4904-ACB4-6F63A342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48250" y="17049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d0b137a064e48">
            <a:extLst>
              <a:ext uri="{96DAC541-7B7A-43D3-8B79-37D633B846F1}">
                <asvg:svgBlip xmlns:asvg="http://schemas.microsoft.com/office/drawing/2016/SVG/main" r:embed="R7747b62da0eb43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72075" y="182880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ECCFE2D2-5892-44F7-A65A-4321DC12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1175" y="16097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5c397cc9f94720">
            <a:extLst>
              <a:ext uri="{96DAC541-7B7A-43D3-8B79-37D633B846F1}">
                <asvg:svgBlip xmlns:asvg="http://schemas.microsoft.com/office/drawing/2016/SVG/main" r:embed="Rc7f34e1107c44f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15000" y="17335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769A81C8-D650-433C-98C1-A4C3CAFF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1647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73760d923472e">
            <a:extLst>
              <a:ext uri="{96DAC541-7B7A-43D3-8B79-37D633B846F1}">
                <asvg:svgBlip xmlns:asvg="http://schemas.microsoft.com/office/drawing/2016/SVG/main" r:embed="Re6b37e1c24514e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315075" y="17716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9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3AF2BDC8-93A3-42B7-BC80-4FD45896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34175" y="17716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0106dc6b548c9">
            <a:extLst>
              <a:ext uri="{96DAC541-7B7A-43D3-8B79-37D633B846F1}">
                <asvg:svgBlip xmlns:asvg="http://schemas.microsoft.com/office/drawing/2016/SVG/main" r:embed="R54811626378a4e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18954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403ADBBE-08BB-40DF-A8AB-E491C1FB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1866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30b0a9c0a4e8d">
            <a:extLst>
              <a:ext uri="{96DAC541-7B7A-43D3-8B79-37D633B846F1}">
                <asvg:svgBlip xmlns:asvg="http://schemas.microsoft.com/office/drawing/2016/SVG/main" r:embed="R511e6a41e9e546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58075" y="1990725"/>
            <a:ext cx="133350" cy="133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37286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imple-funnel-orbit">
            <a:extLst xmlns:a="http://schemas.openxmlformats.org/drawingml/2006/main">
              <a:ext uri="{FF2B5EF4-FFF2-40B4-BE49-F238E27FC236}">
                <a16:creationId xmlns:a16="http://schemas.microsoft.com/office/drawing/2014/main" id="{C226017C-41DC-40DA-9195-45790513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20000">
            <a:off x="3381375" y="1981200"/>
            <a:ext cx="5429250" cy="3857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E7EAC">
                <a:alpha val="12000"/>
              </a:srgbClr>
            </a:solidFill>
            <a:prstDash val="solid"/>
          </a:ln>
        </p:spPr>
      </p:sp>
      <p:sp>
        <p:nvSpPr>
          <p:cNvPr id="2" name="simple-step-body-0">
            <a:extLst xmlns:a="http://schemas.openxmlformats.org/drawingml/2006/main">
              <a:ext uri="{FF2B5EF4-FFF2-40B4-BE49-F238E27FC236}">
                <a16:creationId xmlns:a16="http://schemas.microsoft.com/office/drawing/2014/main" id="{6B4BA99F-1E50-462D-81AE-AA9FF728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81275"/>
            <a:ext cx="3520459" cy="446199"/>
          </a:xfrm>
          <a:custGeom xmlns:a="http://schemas.openxmlformats.org/drawingml/2006/main">
            <a:pathLst>
              <a:path w="3520459" h="446199">
                <a:moveTo>
                  <a:pt x="0" y="0"/>
                </a:moveTo>
                <a:lnTo>
                  <a:pt x="19155" y="24422"/>
                </a:lnTo>
                <a:lnTo>
                  <a:pt x="38300" y="48844"/>
                </a:lnTo>
                <a:lnTo>
                  <a:pt x="57455" y="73276"/>
                </a:lnTo>
                <a:lnTo>
                  <a:pt x="76610" y="97698"/>
                </a:lnTo>
                <a:lnTo>
                  <a:pt x="95764" y="122120"/>
                </a:lnTo>
                <a:lnTo>
                  <a:pt x="114910" y="146542"/>
                </a:lnTo>
                <a:lnTo>
                  <a:pt x="134064" y="170964"/>
                </a:lnTo>
                <a:lnTo>
                  <a:pt x="153219" y="195396"/>
                </a:lnTo>
                <a:lnTo>
                  <a:pt x="172364" y="219818"/>
                </a:lnTo>
                <a:lnTo>
                  <a:pt x="191519" y="244240"/>
                </a:lnTo>
                <a:lnTo>
                  <a:pt x="210674" y="268662"/>
                </a:lnTo>
                <a:lnTo>
                  <a:pt x="229819" y="293084"/>
                </a:lnTo>
                <a:lnTo>
                  <a:pt x="248974" y="317516"/>
                </a:lnTo>
                <a:lnTo>
                  <a:pt x="268129" y="341938"/>
                </a:lnTo>
                <a:lnTo>
                  <a:pt x="287284" y="366360"/>
                </a:lnTo>
                <a:lnTo>
                  <a:pt x="306429" y="390782"/>
                </a:lnTo>
                <a:lnTo>
                  <a:pt x="332689" y="404536"/>
                </a:lnTo>
                <a:lnTo>
                  <a:pt x="363303" y="409604"/>
                </a:lnTo>
                <a:lnTo>
                  <a:pt x="394125" y="413214"/>
                </a:lnTo>
                <a:lnTo>
                  <a:pt x="425025" y="416119"/>
                </a:lnTo>
                <a:lnTo>
                  <a:pt x="455962" y="418586"/>
                </a:lnTo>
                <a:lnTo>
                  <a:pt x="486928" y="420729"/>
                </a:lnTo>
                <a:lnTo>
                  <a:pt x="517903" y="422653"/>
                </a:lnTo>
                <a:lnTo>
                  <a:pt x="548897" y="424377"/>
                </a:lnTo>
                <a:lnTo>
                  <a:pt x="579892" y="425958"/>
                </a:lnTo>
                <a:lnTo>
                  <a:pt x="610895" y="427406"/>
                </a:lnTo>
                <a:lnTo>
                  <a:pt x="641909" y="428749"/>
                </a:lnTo>
                <a:lnTo>
                  <a:pt x="672922" y="429987"/>
                </a:lnTo>
                <a:lnTo>
                  <a:pt x="703936" y="431149"/>
                </a:lnTo>
                <a:lnTo>
                  <a:pt x="734949" y="432235"/>
                </a:lnTo>
                <a:lnTo>
                  <a:pt x="765972" y="433254"/>
                </a:lnTo>
                <a:lnTo>
                  <a:pt x="796995" y="434207"/>
                </a:lnTo>
                <a:lnTo>
                  <a:pt x="828018" y="435102"/>
                </a:lnTo>
                <a:lnTo>
                  <a:pt x="859050" y="435940"/>
                </a:lnTo>
                <a:lnTo>
                  <a:pt x="890073" y="436740"/>
                </a:lnTo>
                <a:lnTo>
                  <a:pt x="921106" y="437493"/>
                </a:lnTo>
                <a:lnTo>
                  <a:pt x="952138" y="438198"/>
                </a:lnTo>
                <a:lnTo>
                  <a:pt x="983161" y="438864"/>
                </a:lnTo>
                <a:lnTo>
                  <a:pt x="1014193" y="439484"/>
                </a:lnTo>
                <a:lnTo>
                  <a:pt x="1045226" y="440084"/>
                </a:lnTo>
                <a:lnTo>
                  <a:pt x="1076258" y="440636"/>
                </a:lnTo>
                <a:lnTo>
                  <a:pt x="1107291" y="441169"/>
                </a:lnTo>
                <a:lnTo>
                  <a:pt x="1138323" y="441655"/>
                </a:lnTo>
                <a:lnTo>
                  <a:pt x="1169365" y="442131"/>
                </a:lnTo>
                <a:lnTo>
                  <a:pt x="1200398" y="442551"/>
                </a:lnTo>
                <a:lnTo>
                  <a:pt x="1231430" y="442970"/>
                </a:lnTo>
                <a:lnTo>
                  <a:pt x="1262463" y="443341"/>
                </a:lnTo>
                <a:lnTo>
                  <a:pt x="1293505" y="443713"/>
                </a:lnTo>
                <a:lnTo>
                  <a:pt x="1324537" y="444027"/>
                </a:lnTo>
                <a:lnTo>
                  <a:pt x="1355569" y="444341"/>
                </a:lnTo>
                <a:lnTo>
                  <a:pt x="1386611" y="444608"/>
                </a:lnTo>
                <a:lnTo>
                  <a:pt x="1417644" y="444865"/>
                </a:lnTo>
                <a:lnTo>
                  <a:pt x="1448686" y="445094"/>
                </a:lnTo>
                <a:lnTo>
                  <a:pt x="1479718" y="445303"/>
                </a:lnTo>
                <a:lnTo>
                  <a:pt x="1510760" y="445484"/>
                </a:lnTo>
                <a:lnTo>
                  <a:pt x="1541793" y="445656"/>
                </a:lnTo>
                <a:lnTo>
                  <a:pt x="1572835" y="445799"/>
                </a:lnTo>
                <a:lnTo>
                  <a:pt x="1603867" y="445913"/>
                </a:lnTo>
                <a:lnTo>
                  <a:pt x="1634909" y="446018"/>
                </a:lnTo>
                <a:lnTo>
                  <a:pt x="1665942" y="446084"/>
                </a:lnTo>
                <a:lnTo>
                  <a:pt x="1696984" y="446151"/>
                </a:lnTo>
                <a:lnTo>
                  <a:pt x="1728016" y="446170"/>
                </a:lnTo>
                <a:lnTo>
                  <a:pt x="1759058" y="446199"/>
                </a:lnTo>
                <a:lnTo>
                  <a:pt x="1790090" y="446180"/>
                </a:lnTo>
                <a:lnTo>
                  <a:pt x="1821132" y="446151"/>
                </a:lnTo>
                <a:lnTo>
                  <a:pt x="1852165" y="446094"/>
                </a:lnTo>
                <a:lnTo>
                  <a:pt x="1883207" y="446027"/>
                </a:lnTo>
                <a:lnTo>
                  <a:pt x="1914249" y="445932"/>
                </a:lnTo>
                <a:lnTo>
                  <a:pt x="1945281" y="445818"/>
                </a:lnTo>
                <a:lnTo>
                  <a:pt x="1976323" y="445684"/>
                </a:lnTo>
                <a:lnTo>
                  <a:pt x="2007356" y="445522"/>
                </a:lnTo>
                <a:lnTo>
                  <a:pt x="2038398" y="445351"/>
                </a:lnTo>
                <a:lnTo>
                  <a:pt x="2069430" y="445132"/>
                </a:lnTo>
                <a:lnTo>
                  <a:pt x="2100463" y="444922"/>
                </a:lnTo>
                <a:lnTo>
                  <a:pt x="2131505" y="444656"/>
                </a:lnTo>
                <a:lnTo>
                  <a:pt x="2162537" y="444398"/>
                </a:lnTo>
                <a:lnTo>
                  <a:pt x="2193579" y="444084"/>
                </a:lnTo>
                <a:lnTo>
                  <a:pt x="2224611" y="443770"/>
                </a:lnTo>
                <a:lnTo>
                  <a:pt x="2255644" y="443417"/>
                </a:lnTo>
                <a:lnTo>
                  <a:pt x="2286686" y="443046"/>
                </a:lnTo>
                <a:lnTo>
                  <a:pt x="2317718" y="442636"/>
                </a:lnTo>
                <a:lnTo>
                  <a:pt x="2348751" y="442217"/>
                </a:lnTo>
                <a:lnTo>
                  <a:pt x="2379783" y="441750"/>
                </a:lnTo>
                <a:lnTo>
                  <a:pt x="2410825" y="441265"/>
                </a:lnTo>
                <a:lnTo>
                  <a:pt x="2441858" y="440741"/>
                </a:lnTo>
                <a:lnTo>
                  <a:pt x="2472890" y="440198"/>
                </a:lnTo>
                <a:lnTo>
                  <a:pt x="2503922" y="439598"/>
                </a:lnTo>
                <a:lnTo>
                  <a:pt x="2534945" y="438988"/>
                </a:lnTo>
                <a:lnTo>
                  <a:pt x="2565978" y="438321"/>
                </a:lnTo>
                <a:lnTo>
                  <a:pt x="2597010" y="437636"/>
                </a:lnTo>
                <a:lnTo>
                  <a:pt x="2628043" y="436893"/>
                </a:lnTo>
                <a:lnTo>
                  <a:pt x="2659066" y="436102"/>
                </a:lnTo>
                <a:lnTo>
                  <a:pt x="2690089" y="435273"/>
                </a:lnTo>
                <a:lnTo>
                  <a:pt x="2721121" y="434388"/>
                </a:lnTo>
                <a:lnTo>
                  <a:pt x="2752144" y="433445"/>
                </a:lnTo>
                <a:lnTo>
                  <a:pt x="2783167" y="432445"/>
                </a:lnTo>
                <a:lnTo>
                  <a:pt x="2814180" y="431368"/>
                </a:lnTo>
                <a:lnTo>
                  <a:pt x="2845194" y="430225"/>
                </a:lnTo>
                <a:lnTo>
                  <a:pt x="2876207" y="428996"/>
                </a:lnTo>
                <a:lnTo>
                  <a:pt x="2907221" y="427682"/>
                </a:lnTo>
                <a:lnTo>
                  <a:pt x="2938224" y="426253"/>
                </a:lnTo>
                <a:lnTo>
                  <a:pt x="2969228" y="424701"/>
                </a:lnTo>
                <a:lnTo>
                  <a:pt x="3000213" y="423005"/>
                </a:lnTo>
                <a:lnTo>
                  <a:pt x="3031198" y="421119"/>
                </a:lnTo>
                <a:lnTo>
                  <a:pt x="3062164" y="419033"/>
                </a:lnTo>
                <a:lnTo>
                  <a:pt x="3093110" y="416633"/>
                </a:lnTo>
                <a:lnTo>
                  <a:pt x="3124019" y="413833"/>
                </a:lnTo>
                <a:lnTo>
                  <a:pt x="3154861" y="410394"/>
                </a:lnTo>
                <a:lnTo>
                  <a:pt x="3185541" y="405736"/>
                </a:lnTo>
                <a:lnTo>
                  <a:pt x="3214573" y="395878"/>
                </a:lnTo>
                <a:lnTo>
                  <a:pt x="3233185" y="371189"/>
                </a:lnTo>
                <a:lnTo>
                  <a:pt x="3252330" y="346767"/>
                </a:lnTo>
                <a:lnTo>
                  <a:pt x="3271485" y="322345"/>
                </a:lnTo>
                <a:lnTo>
                  <a:pt x="3290640" y="297923"/>
                </a:lnTo>
                <a:lnTo>
                  <a:pt x="3309785" y="273501"/>
                </a:lnTo>
                <a:lnTo>
                  <a:pt x="3328940" y="249069"/>
                </a:lnTo>
                <a:lnTo>
                  <a:pt x="3348095" y="224647"/>
                </a:lnTo>
                <a:lnTo>
                  <a:pt x="3367249" y="200225"/>
                </a:lnTo>
                <a:lnTo>
                  <a:pt x="3386395" y="175803"/>
                </a:lnTo>
                <a:lnTo>
                  <a:pt x="3405549" y="151371"/>
                </a:lnTo>
                <a:lnTo>
                  <a:pt x="3424704" y="126949"/>
                </a:lnTo>
                <a:lnTo>
                  <a:pt x="3443849" y="102527"/>
                </a:lnTo>
                <a:lnTo>
                  <a:pt x="3463004" y="78105"/>
                </a:lnTo>
                <a:lnTo>
                  <a:pt x="3482159" y="53683"/>
                </a:lnTo>
                <a:lnTo>
                  <a:pt x="3501314" y="29251"/>
                </a:lnTo>
                <a:lnTo>
                  <a:pt x="3520459" y="4829"/>
                </a:lnTo>
                <a:lnTo>
                  <a:pt x="3502066" y="9258"/>
                </a:lnTo>
                <a:lnTo>
                  <a:pt x="3471396" y="14021"/>
                </a:lnTo>
                <a:lnTo>
                  <a:pt x="3440544" y="17393"/>
                </a:lnTo>
                <a:lnTo>
                  <a:pt x="3409626" y="20107"/>
                </a:lnTo>
                <a:lnTo>
                  <a:pt x="3378679" y="22412"/>
                </a:lnTo>
                <a:lnTo>
                  <a:pt x="3347704" y="24422"/>
                </a:lnTo>
                <a:lnTo>
                  <a:pt x="3316719" y="26232"/>
                </a:lnTo>
                <a:lnTo>
                  <a:pt x="3285725" y="27861"/>
                </a:lnTo>
                <a:lnTo>
                  <a:pt x="3254721" y="29366"/>
                </a:lnTo>
                <a:lnTo>
                  <a:pt x="3223717" y="30747"/>
                </a:lnTo>
                <a:lnTo>
                  <a:pt x="3192704" y="32023"/>
                </a:lnTo>
                <a:lnTo>
                  <a:pt x="3161690" y="33223"/>
                </a:lnTo>
                <a:lnTo>
                  <a:pt x="3130677" y="34347"/>
                </a:lnTo>
                <a:lnTo>
                  <a:pt x="3099654" y="35395"/>
                </a:lnTo>
                <a:lnTo>
                  <a:pt x="3068631" y="36395"/>
                </a:lnTo>
                <a:lnTo>
                  <a:pt x="3037608" y="37328"/>
                </a:lnTo>
                <a:lnTo>
                  <a:pt x="3006585" y="38214"/>
                </a:lnTo>
                <a:lnTo>
                  <a:pt x="2975562" y="39062"/>
                </a:lnTo>
                <a:lnTo>
                  <a:pt x="2944530" y="39853"/>
                </a:lnTo>
                <a:lnTo>
                  <a:pt x="2913507" y="40615"/>
                </a:lnTo>
                <a:lnTo>
                  <a:pt x="2882475" y="41339"/>
                </a:lnTo>
                <a:lnTo>
                  <a:pt x="2851442" y="42024"/>
                </a:lnTo>
                <a:lnTo>
                  <a:pt x="2820410" y="42662"/>
                </a:lnTo>
                <a:lnTo>
                  <a:pt x="2789387" y="43291"/>
                </a:lnTo>
                <a:lnTo>
                  <a:pt x="2758354" y="43882"/>
                </a:lnTo>
                <a:lnTo>
                  <a:pt x="2727322" y="44444"/>
                </a:lnTo>
                <a:lnTo>
                  <a:pt x="2696289" y="44987"/>
                </a:lnTo>
                <a:lnTo>
                  <a:pt x="2665247" y="45491"/>
                </a:lnTo>
                <a:lnTo>
                  <a:pt x="2634215" y="45996"/>
                </a:lnTo>
                <a:lnTo>
                  <a:pt x="2603183" y="46444"/>
                </a:lnTo>
                <a:lnTo>
                  <a:pt x="2572150" y="46901"/>
                </a:lnTo>
                <a:lnTo>
                  <a:pt x="2541118" y="47311"/>
                </a:lnTo>
                <a:lnTo>
                  <a:pt x="2510076" y="47711"/>
                </a:lnTo>
                <a:lnTo>
                  <a:pt x="2479043" y="48101"/>
                </a:lnTo>
                <a:lnTo>
                  <a:pt x="2448011" y="48454"/>
                </a:lnTo>
                <a:lnTo>
                  <a:pt x="2416969" y="48806"/>
                </a:lnTo>
                <a:lnTo>
                  <a:pt x="2385936" y="49120"/>
                </a:lnTo>
                <a:lnTo>
                  <a:pt x="2354904" y="49425"/>
                </a:lnTo>
                <a:lnTo>
                  <a:pt x="2323862" y="49711"/>
                </a:lnTo>
                <a:lnTo>
                  <a:pt x="2292829" y="49978"/>
                </a:lnTo>
                <a:lnTo>
                  <a:pt x="2261787" y="50235"/>
                </a:lnTo>
                <a:lnTo>
                  <a:pt x="2230755" y="50463"/>
                </a:lnTo>
                <a:lnTo>
                  <a:pt x="2199713" y="50683"/>
                </a:lnTo>
                <a:lnTo>
                  <a:pt x="2168681" y="50892"/>
                </a:lnTo>
                <a:lnTo>
                  <a:pt x="2137648" y="51073"/>
                </a:lnTo>
                <a:lnTo>
                  <a:pt x="2106606" y="51245"/>
                </a:lnTo>
                <a:lnTo>
                  <a:pt x="2075574" y="51397"/>
                </a:lnTo>
                <a:lnTo>
                  <a:pt x="2044532" y="51540"/>
                </a:lnTo>
                <a:lnTo>
                  <a:pt x="2013499" y="51673"/>
                </a:lnTo>
                <a:lnTo>
                  <a:pt x="1982457" y="51778"/>
                </a:lnTo>
                <a:lnTo>
                  <a:pt x="1951415" y="51873"/>
                </a:lnTo>
                <a:lnTo>
                  <a:pt x="1920383" y="51959"/>
                </a:lnTo>
                <a:lnTo>
                  <a:pt x="1889341" y="52016"/>
                </a:lnTo>
                <a:lnTo>
                  <a:pt x="1858308" y="52073"/>
                </a:lnTo>
                <a:lnTo>
                  <a:pt x="1827266" y="52111"/>
                </a:lnTo>
                <a:lnTo>
                  <a:pt x="1796234" y="52130"/>
                </a:lnTo>
                <a:lnTo>
                  <a:pt x="1765192" y="52149"/>
                </a:lnTo>
                <a:lnTo>
                  <a:pt x="1734160" y="52130"/>
                </a:lnTo>
                <a:lnTo>
                  <a:pt x="1703118" y="52111"/>
                </a:lnTo>
                <a:lnTo>
                  <a:pt x="1672085" y="52083"/>
                </a:lnTo>
                <a:lnTo>
                  <a:pt x="1641043" y="52026"/>
                </a:lnTo>
                <a:lnTo>
                  <a:pt x="1610011" y="51968"/>
                </a:lnTo>
                <a:lnTo>
                  <a:pt x="1578969" y="51892"/>
                </a:lnTo>
                <a:lnTo>
                  <a:pt x="1547936" y="51797"/>
                </a:lnTo>
                <a:lnTo>
                  <a:pt x="1516894" y="51692"/>
                </a:lnTo>
                <a:lnTo>
                  <a:pt x="1485852" y="51559"/>
                </a:lnTo>
                <a:lnTo>
                  <a:pt x="1454820" y="51425"/>
                </a:lnTo>
                <a:lnTo>
                  <a:pt x="1423778" y="51283"/>
                </a:lnTo>
                <a:lnTo>
                  <a:pt x="1392746" y="51102"/>
                </a:lnTo>
                <a:lnTo>
                  <a:pt x="1361704" y="50930"/>
                </a:lnTo>
                <a:lnTo>
                  <a:pt x="1330671" y="50721"/>
                </a:lnTo>
                <a:lnTo>
                  <a:pt x="1299639" y="50511"/>
                </a:lnTo>
                <a:lnTo>
                  <a:pt x="1268597" y="50282"/>
                </a:lnTo>
                <a:lnTo>
                  <a:pt x="1237564" y="50025"/>
                </a:lnTo>
                <a:lnTo>
                  <a:pt x="1206522" y="49768"/>
                </a:lnTo>
                <a:lnTo>
                  <a:pt x="1175490" y="49482"/>
                </a:lnTo>
                <a:lnTo>
                  <a:pt x="1144448" y="49178"/>
                </a:lnTo>
                <a:lnTo>
                  <a:pt x="1113415" y="48873"/>
                </a:lnTo>
                <a:lnTo>
                  <a:pt x="1082383" y="48520"/>
                </a:lnTo>
                <a:lnTo>
                  <a:pt x="1051341" y="48168"/>
                </a:lnTo>
                <a:lnTo>
                  <a:pt x="1020308" y="47796"/>
                </a:lnTo>
                <a:lnTo>
                  <a:pt x="989276" y="47396"/>
                </a:lnTo>
                <a:lnTo>
                  <a:pt x="958244" y="46987"/>
                </a:lnTo>
                <a:lnTo>
                  <a:pt x="927202" y="46539"/>
                </a:lnTo>
                <a:lnTo>
                  <a:pt x="896169" y="46082"/>
                </a:lnTo>
                <a:lnTo>
                  <a:pt x="865137" y="45596"/>
                </a:lnTo>
                <a:lnTo>
                  <a:pt x="834104" y="45091"/>
                </a:lnTo>
                <a:lnTo>
                  <a:pt x="803072" y="44558"/>
                </a:lnTo>
                <a:lnTo>
                  <a:pt x="772039" y="43986"/>
                </a:lnTo>
                <a:lnTo>
                  <a:pt x="741007" y="43415"/>
                </a:lnTo>
                <a:lnTo>
                  <a:pt x="709974" y="42786"/>
                </a:lnTo>
                <a:lnTo>
                  <a:pt x="678942" y="42158"/>
                </a:lnTo>
                <a:lnTo>
                  <a:pt x="647910" y="41472"/>
                </a:lnTo>
                <a:lnTo>
                  <a:pt x="616887" y="40757"/>
                </a:lnTo>
                <a:lnTo>
                  <a:pt x="585854" y="40005"/>
                </a:lnTo>
                <a:lnTo>
                  <a:pt x="554831" y="39214"/>
                </a:lnTo>
                <a:lnTo>
                  <a:pt x="523799" y="38386"/>
                </a:lnTo>
                <a:lnTo>
                  <a:pt x="492776" y="37509"/>
                </a:lnTo>
                <a:lnTo>
                  <a:pt x="461753" y="36586"/>
                </a:lnTo>
                <a:lnTo>
                  <a:pt x="430730" y="35604"/>
                </a:lnTo>
                <a:lnTo>
                  <a:pt x="399707" y="34557"/>
                </a:lnTo>
                <a:lnTo>
                  <a:pt x="368694" y="33452"/>
                </a:lnTo>
                <a:lnTo>
                  <a:pt x="337680" y="32271"/>
                </a:lnTo>
                <a:lnTo>
                  <a:pt x="306667" y="31004"/>
                </a:lnTo>
                <a:lnTo>
                  <a:pt x="275654" y="29651"/>
                </a:lnTo>
                <a:lnTo>
                  <a:pt x="244659" y="28165"/>
                </a:lnTo>
                <a:lnTo>
                  <a:pt x="213655" y="26565"/>
                </a:lnTo>
                <a:lnTo>
                  <a:pt x="182670" y="24794"/>
                </a:lnTo>
                <a:lnTo>
                  <a:pt x="151695" y="22831"/>
                </a:lnTo>
                <a:lnTo>
                  <a:pt x="120739" y="20593"/>
                </a:lnTo>
                <a:lnTo>
                  <a:pt x="89811" y="17974"/>
                </a:lnTo>
                <a:lnTo>
                  <a:pt x="58941" y="14754"/>
                </a:lnTo>
                <a:lnTo>
                  <a:pt x="28223" y="103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" name="simple-step-cap-0">
            <a:extLst xmlns:a="http://schemas.openxmlformats.org/drawingml/2006/main">
              <a:ext uri="{FF2B5EF4-FFF2-40B4-BE49-F238E27FC236}">
                <a16:creationId xmlns:a16="http://schemas.microsoft.com/office/drawing/2014/main" id="{2011F68F-8167-4223-AFA7-3A8A92FE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3875" y="2507104"/>
            <a:ext cx="3524250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" name="simple-step-body-1">
            <a:extLst xmlns:a="http://schemas.openxmlformats.org/drawingml/2006/main">
              <a:ext uri="{FF2B5EF4-FFF2-40B4-BE49-F238E27FC236}">
                <a16:creationId xmlns:a16="http://schemas.microsoft.com/office/drawing/2014/main" id="{C9DF994E-A326-4C77-9F1E-857BD2C5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866" y="3092482"/>
            <a:ext cx="2898905" cy="446094"/>
          </a:xfrm>
          <a:custGeom xmlns:a="http://schemas.openxmlformats.org/drawingml/2006/main">
            <a:pathLst>
              <a:path w="2898905" h="446094">
                <a:moveTo>
                  <a:pt x="0" y="0"/>
                </a:moveTo>
                <a:lnTo>
                  <a:pt x="13468" y="22422"/>
                </a:lnTo>
                <a:lnTo>
                  <a:pt x="26937" y="44853"/>
                </a:lnTo>
                <a:lnTo>
                  <a:pt x="40405" y="67275"/>
                </a:lnTo>
                <a:lnTo>
                  <a:pt x="53873" y="89697"/>
                </a:lnTo>
                <a:lnTo>
                  <a:pt x="67342" y="112119"/>
                </a:lnTo>
                <a:lnTo>
                  <a:pt x="80810" y="134550"/>
                </a:lnTo>
                <a:lnTo>
                  <a:pt x="94278" y="156972"/>
                </a:lnTo>
                <a:lnTo>
                  <a:pt x="107737" y="179394"/>
                </a:lnTo>
                <a:lnTo>
                  <a:pt x="121206" y="201816"/>
                </a:lnTo>
                <a:lnTo>
                  <a:pt x="134674" y="224247"/>
                </a:lnTo>
                <a:lnTo>
                  <a:pt x="148142" y="246669"/>
                </a:lnTo>
                <a:lnTo>
                  <a:pt x="161611" y="269091"/>
                </a:lnTo>
                <a:lnTo>
                  <a:pt x="175079" y="291522"/>
                </a:lnTo>
                <a:lnTo>
                  <a:pt x="188547" y="313944"/>
                </a:lnTo>
                <a:lnTo>
                  <a:pt x="202016" y="336366"/>
                </a:lnTo>
                <a:lnTo>
                  <a:pt x="215484" y="358788"/>
                </a:lnTo>
                <a:lnTo>
                  <a:pt x="228952" y="381219"/>
                </a:lnTo>
                <a:lnTo>
                  <a:pt x="244897" y="400822"/>
                </a:lnTo>
                <a:lnTo>
                  <a:pt x="270177" y="407432"/>
                </a:lnTo>
                <a:lnTo>
                  <a:pt x="295999" y="411575"/>
                </a:lnTo>
                <a:lnTo>
                  <a:pt x="321955" y="414766"/>
                </a:lnTo>
                <a:lnTo>
                  <a:pt x="347977" y="417424"/>
                </a:lnTo>
                <a:lnTo>
                  <a:pt x="374037" y="419719"/>
                </a:lnTo>
                <a:lnTo>
                  <a:pt x="400117" y="421738"/>
                </a:lnTo>
                <a:lnTo>
                  <a:pt x="426215" y="423558"/>
                </a:lnTo>
                <a:lnTo>
                  <a:pt x="452314" y="425196"/>
                </a:lnTo>
                <a:lnTo>
                  <a:pt x="478431" y="426720"/>
                </a:lnTo>
                <a:lnTo>
                  <a:pt x="504549" y="428101"/>
                </a:lnTo>
                <a:lnTo>
                  <a:pt x="530676" y="429397"/>
                </a:lnTo>
                <a:lnTo>
                  <a:pt x="556812" y="430597"/>
                </a:lnTo>
                <a:lnTo>
                  <a:pt x="582940" y="431721"/>
                </a:lnTo>
                <a:lnTo>
                  <a:pt x="609076" y="432768"/>
                </a:lnTo>
                <a:lnTo>
                  <a:pt x="635222" y="433749"/>
                </a:lnTo>
                <a:lnTo>
                  <a:pt x="661359" y="434673"/>
                </a:lnTo>
                <a:lnTo>
                  <a:pt x="687505" y="435540"/>
                </a:lnTo>
                <a:lnTo>
                  <a:pt x="713651" y="436359"/>
                </a:lnTo>
                <a:lnTo>
                  <a:pt x="739797" y="437131"/>
                </a:lnTo>
                <a:lnTo>
                  <a:pt x="765943" y="437855"/>
                </a:lnTo>
                <a:lnTo>
                  <a:pt x="792089" y="438541"/>
                </a:lnTo>
                <a:lnTo>
                  <a:pt x="818245" y="439179"/>
                </a:lnTo>
                <a:lnTo>
                  <a:pt x="844391" y="439798"/>
                </a:lnTo>
                <a:lnTo>
                  <a:pt x="870547" y="440360"/>
                </a:lnTo>
                <a:lnTo>
                  <a:pt x="896693" y="440912"/>
                </a:lnTo>
                <a:lnTo>
                  <a:pt x="922849" y="441408"/>
                </a:lnTo>
                <a:lnTo>
                  <a:pt x="949004" y="441893"/>
                </a:lnTo>
                <a:lnTo>
                  <a:pt x="975160" y="442331"/>
                </a:lnTo>
                <a:lnTo>
                  <a:pt x="1001316" y="442760"/>
                </a:lnTo>
                <a:lnTo>
                  <a:pt x="1027471" y="443141"/>
                </a:lnTo>
                <a:lnTo>
                  <a:pt x="1053627" y="443513"/>
                </a:lnTo>
                <a:lnTo>
                  <a:pt x="1079783" y="443846"/>
                </a:lnTo>
                <a:lnTo>
                  <a:pt x="1105938" y="444160"/>
                </a:lnTo>
                <a:lnTo>
                  <a:pt x="1132094" y="444446"/>
                </a:lnTo>
                <a:lnTo>
                  <a:pt x="1158250" y="444713"/>
                </a:lnTo>
                <a:lnTo>
                  <a:pt x="1184405" y="444941"/>
                </a:lnTo>
                <a:lnTo>
                  <a:pt x="1210561" y="445160"/>
                </a:lnTo>
                <a:lnTo>
                  <a:pt x="1236716" y="445351"/>
                </a:lnTo>
                <a:lnTo>
                  <a:pt x="1262872" y="445522"/>
                </a:lnTo>
                <a:lnTo>
                  <a:pt x="1289037" y="445675"/>
                </a:lnTo>
                <a:lnTo>
                  <a:pt x="1315193" y="445789"/>
                </a:lnTo>
                <a:lnTo>
                  <a:pt x="1341349" y="445903"/>
                </a:lnTo>
                <a:lnTo>
                  <a:pt x="1367504" y="445980"/>
                </a:lnTo>
                <a:lnTo>
                  <a:pt x="1393660" y="446046"/>
                </a:lnTo>
                <a:lnTo>
                  <a:pt x="1419825" y="446075"/>
                </a:lnTo>
                <a:lnTo>
                  <a:pt x="1445981" y="446094"/>
                </a:lnTo>
                <a:lnTo>
                  <a:pt x="1472136" y="446084"/>
                </a:lnTo>
                <a:lnTo>
                  <a:pt x="1498292" y="446065"/>
                </a:lnTo>
                <a:lnTo>
                  <a:pt x="1524457" y="446018"/>
                </a:lnTo>
                <a:lnTo>
                  <a:pt x="1550613" y="445941"/>
                </a:lnTo>
                <a:lnTo>
                  <a:pt x="1576769" y="445856"/>
                </a:lnTo>
                <a:lnTo>
                  <a:pt x="1602924" y="445741"/>
                </a:lnTo>
                <a:lnTo>
                  <a:pt x="1629080" y="445608"/>
                </a:lnTo>
                <a:lnTo>
                  <a:pt x="1655245" y="445446"/>
                </a:lnTo>
                <a:lnTo>
                  <a:pt x="1681401" y="445275"/>
                </a:lnTo>
                <a:lnTo>
                  <a:pt x="1707556" y="445065"/>
                </a:lnTo>
                <a:lnTo>
                  <a:pt x="1733712" y="444846"/>
                </a:lnTo>
                <a:lnTo>
                  <a:pt x="1759868" y="444589"/>
                </a:lnTo>
                <a:lnTo>
                  <a:pt x="1786023" y="444322"/>
                </a:lnTo>
                <a:lnTo>
                  <a:pt x="1812179" y="444017"/>
                </a:lnTo>
                <a:lnTo>
                  <a:pt x="1838335" y="443703"/>
                </a:lnTo>
                <a:lnTo>
                  <a:pt x="1864490" y="443341"/>
                </a:lnTo>
                <a:lnTo>
                  <a:pt x="1890646" y="442970"/>
                </a:lnTo>
                <a:lnTo>
                  <a:pt x="1916801" y="442570"/>
                </a:lnTo>
                <a:lnTo>
                  <a:pt x="1942957" y="442141"/>
                </a:lnTo>
                <a:lnTo>
                  <a:pt x="1969113" y="441674"/>
                </a:lnTo>
                <a:lnTo>
                  <a:pt x="1995268" y="441188"/>
                </a:lnTo>
                <a:lnTo>
                  <a:pt x="2021415" y="440665"/>
                </a:lnTo>
                <a:lnTo>
                  <a:pt x="2047570" y="440112"/>
                </a:lnTo>
                <a:lnTo>
                  <a:pt x="2073726" y="439512"/>
                </a:lnTo>
                <a:lnTo>
                  <a:pt x="2099872" y="438902"/>
                </a:lnTo>
                <a:lnTo>
                  <a:pt x="2126018" y="438236"/>
                </a:lnTo>
                <a:lnTo>
                  <a:pt x="2152174" y="437540"/>
                </a:lnTo>
                <a:lnTo>
                  <a:pt x="2178320" y="436788"/>
                </a:lnTo>
                <a:lnTo>
                  <a:pt x="2204466" y="435997"/>
                </a:lnTo>
                <a:lnTo>
                  <a:pt x="2230612" y="435159"/>
                </a:lnTo>
                <a:lnTo>
                  <a:pt x="2256749" y="434264"/>
                </a:lnTo>
                <a:lnTo>
                  <a:pt x="2282895" y="433311"/>
                </a:lnTo>
                <a:lnTo>
                  <a:pt x="2309031" y="432302"/>
                </a:lnTo>
                <a:lnTo>
                  <a:pt x="2335168" y="431216"/>
                </a:lnTo>
                <a:lnTo>
                  <a:pt x="2361295" y="430063"/>
                </a:lnTo>
                <a:lnTo>
                  <a:pt x="2387422" y="428825"/>
                </a:lnTo>
                <a:lnTo>
                  <a:pt x="2413549" y="427492"/>
                </a:lnTo>
                <a:lnTo>
                  <a:pt x="2439667" y="426044"/>
                </a:lnTo>
                <a:lnTo>
                  <a:pt x="2465775" y="424472"/>
                </a:lnTo>
                <a:lnTo>
                  <a:pt x="2491883" y="422758"/>
                </a:lnTo>
                <a:lnTo>
                  <a:pt x="2517972" y="420843"/>
                </a:lnTo>
                <a:lnTo>
                  <a:pt x="2544042" y="418719"/>
                </a:lnTo>
                <a:lnTo>
                  <a:pt x="2570083" y="416271"/>
                </a:lnTo>
                <a:lnTo>
                  <a:pt x="2596077" y="413404"/>
                </a:lnTo>
                <a:lnTo>
                  <a:pt x="2621994" y="409851"/>
                </a:lnTo>
                <a:lnTo>
                  <a:pt x="2647683" y="404965"/>
                </a:lnTo>
                <a:lnTo>
                  <a:pt x="2669953" y="393478"/>
                </a:lnTo>
                <a:lnTo>
                  <a:pt x="2683421" y="371056"/>
                </a:lnTo>
                <a:lnTo>
                  <a:pt x="2696889" y="348634"/>
                </a:lnTo>
                <a:lnTo>
                  <a:pt x="2710358" y="326212"/>
                </a:lnTo>
                <a:lnTo>
                  <a:pt x="2723826" y="303781"/>
                </a:lnTo>
                <a:lnTo>
                  <a:pt x="2737285" y="281359"/>
                </a:lnTo>
                <a:lnTo>
                  <a:pt x="2750753" y="258937"/>
                </a:lnTo>
                <a:lnTo>
                  <a:pt x="2764222" y="236506"/>
                </a:lnTo>
                <a:lnTo>
                  <a:pt x="2777690" y="214084"/>
                </a:lnTo>
                <a:lnTo>
                  <a:pt x="2791158" y="191662"/>
                </a:lnTo>
                <a:lnTo>
                  <a:pt x="2804627" y="169240"/>
                </a:lnTo>
                <a:lnTo>
                  <a:pt x="2818095" y="146809"/>
                </a:lnTo>
                <a:lnTo>
                  <a:pt x="2831563" y="124387"/>
                </a:lnTo>
                <a:lnTo>
                  <a:pt x="2845032" y="101965"/>
                </a:lnTo>
                <a:lnTo>
                  <a:pt x="2858500" y="79543"/>
                </a:lnTo>
                <a:lnTo>
                  <a:pt x="2871968" y="57112"/>
                </a:lnTo>
                <a:lnTo>
                  <a:pt x="2885437" y="34690"/>
                </a:lnTo>
                <a:lnTo>
                  <a:pt x="2898905" y="12268"/>
                </a:lnTo>
                <a:lnTo>
                  <a:pt x="2897095" y="6620"/>
                </a:lnTo>
                <a:lnTo>
                  <a:pt x="2871654" y="12573"/>
                </a:lnTo>
                <a:lnTo>
                  <a:pt x="2845775" y="16354"/>
                </a:lnTo>
                <a:lnTo>
                  <a:pt x="2819781" y="19307"/>
                </a:lnTo>
                <a:lnTo>
                  <a:pt x="2793740" y="21765"/>
                </a:lnTo>
                <a:lnTo>
                  <a:pt x="2767670" y="23898"/>
                </a:lnTo>
                <a:lnTo>
                  <a:pt x="2741581" y="25794"/>
                </a:lnTo>
                <a:lnTo>
                  <a:pt x="2715482" y="27508"/>
                </a:lnTo>
                <a:lnTo>
                  <a:pt x="2689365" y="29061"/>
                </a:lnTo>
                <a:lnTo>
                  <a:pt x="2663247" y="30490"/>
                </a:lnTo>
                <a:lnTo>
                  <a:pt x="2637120" y="31823"/>
                </a:lnTo>
                <a:lnTo>
                  <a:pt x="2610993" y="33052"/>
                </a:lnTo>
                <a:lnTo>
                  <a:pt x="2584866" y="34204"/>
                </a:lnTo>
                <a:lnTo>
                  <a:pt x="2558729" y="35290"/>
                </a:lnTo>
                <a:lnTo>
                  <a:pt x="2532593" y="36309"/>
                </a:lnTo>
                <a:lnTo>
                  <a:pt x="2506447" y="37271"/>
                </a:lnTo>
                <a:lnTo>
                  <a:pt x="2480310" y="38186"/>
                </a:lnTo>
                <a:lnTo>
                  <a:pt x="2454164" y="39043"/>
                </a:lnTo>
                <a:lnTo>
                  <a:pt x="2428018" y="39862"/>
                </a:lnTo>
                <a:lnTo>
                  <a:pt x="2401872" y="40634"/>
                </a:lnTo>
                <a:lnTo>
                  <a:pt x="2375726" y="41367"/>
                </a:lnTo>
                <a:lnTo>
                  <a:pt x="2349579" y="42072"/>
                </a:lnTo>
                <a:lnTo>
                  <a:pt x="2323424" y="42739"/>
                </a:lnTo>
                <a:lnTo>
                  <a:pt x="2297278" y="43367"/>
                </a:lnTo>
                <a:lnTo>
                  <a:pt x="2271122" y="43967"/>
                </a:lnTo>
                <a:lnTo>
                  <a:pt x="2244976" y="44539"/>
                </a:lnTo>
                <a:lnTo>
                  <a:pt x="2218820" y="45082"/>
                </a:lnTo>
                <a:lnTo>
                  <a:pt x="2192665" y="45596"/>
                </a:lnTo>
                <a:lnTo>
                  <a:pt x="2166518" y="46101"/>
                </a:lnTo>
                <a:lnTo>
                  <a:pt x="2140363" y="46558"/>
                </a:lnTo>
                <a:lnTo>
                  <a:pt x="2114207" y="47015"/>
                </a:lnTo>
                <a:lnTo>
                  <a:pt x="2088051" y="47435"/>
                </a:lnTo>
                <a:lnTo>
                  <a:pt x="2061896" y="47835"/>
                </a:lnTo>
                <a:lnTo>
                  <a:pt x="2035740" y="48216"/>
                </a:lnTo>
                <a:lnTo>
                  <a:pt x="2009585" y="48578"/>
                </a:lnTo>
                <a:lnTo>
                  <a:pt x="1983429" y="48930"/>
                </a:lnTo>
                <a:lnTo>
                  <a:pt x="1957273" y="49235"/>
                </a:lnTo>
                <a:lnTo>
                  <a:pt x="1931118" y="49549"/>
                </a:lnTo>
                <a:lnTo>
                  <a:pt x="1904962" y="49835"/>
                </a:lnTo>
                <a:lnTo>
                  <a:pt x="1878806" y="50092"/>
                </a:lnTo>
                <a:lnTo>
                  <a:pt x="1852651" y="50349"/>
                </a:lnTo>
                <a:lnTo>
                  <a:pt x="1826495" y="50578"/>
                </a:lnTo>
                <a:lnTo>
                  <a:pt x="1800339" y="50797"/>
                </a:lnTo>
                <a:lnTo>
                  <a:pt x="1774184" y="50987"/>
                </a:lnTo>
                <a:lnTo>
                  <a:pt x="1748018" y="51168"/>
                </a:lnTo>
                <a:lnTo>
                  <a:pt x="1721863" y="51349"/>
                </a:lnTo>
                <a:lnTo>
                  <a:pt x="1695707" y="51483"/>
                </a:lnTo>
                <a:lnTo>
                  <a:pt x="1669552" y="51626"/>
                </a:lnTo>
                <a:lnTo>
                  <a:pt x="1643396" y="51740"/>
                </a:lnTo>
                <a:lnTo>
                  <a:pt x="1617231" y="51845"/>
                </a:lnTo>
                <a:lnTo>
                  <a:pt x="1591075" y="51940"/>
                </a:lnTo>
                <a:lnTo>
                  <a:pt x="1564919" y="51997"/>
                </a:lnTo>
                <a:lnTo>
                  <a:pt x="1538764" y="52064"/>
                </a:lnTo>
                <a:lnTo>
                  <a:pt x="1512599" y="52102"/>
                </a:lnTo>
                <a:lnTo>
                  <a:pt x="1486443" y="52121"/>
                </a:lnTo>
                <a:lnTo>
                  <a:pt x="1460287" y="52140"/>
                </a:lnTo>
                <a:lnTo>
                  <a:pt x="1434132" y="52140"/>
                </a:lnTo>
                <a:lnTo>
                  <a:pt x="1407966" y="52111"/>
                </a:lnTo>
                <a:lnTo>
                  <a:pt x="1381811" y="52092"/>
                </a:lnTo>
                <a:lnTo>
                  <a:pt x="1355655" y="52035"/>
                </a:lnTo>
                <a:lnTo>
                  <a:pt x="1329500" y="51978"/>
                </a:lnTo>
                <a:lnTo>
                  <a:pt x="1303344" y="51892"/>
                </a:lnTo>
                <a:lnTo>
                  <a:pt x="1277179" y="51797"/>
                </a:lnTo>
                <a:lnTo>
                  <a:pt x="1251023" y="51702"/>
                </a:lnTo>
                <a:lnTo>
                  <a:pt x="1224867" y="51559"/>
                </a:lnTo>
                <a:lnTo>
                  <a:pt x="1198712" y="51425"/>
                </a:lnTo>
                <a:lnTo>
                  <a:pt x="1172556" y="51273"/>
                </a:lnTo>
                <a:lnTo>
                  <a:pt x="1146391" y="51092"/>
                </a:lnTo>
                <a:lnTo>
                  <a:pt x="1120235" y="50911"/>
                </a:lnTo>
                <a:lnTo>
                  <a:pt x="1094080" y="50692"/>
                </a:lnTo>
                <a:lnTo>
                  <a:pt x="1067924" y="50473"/>
                </a:lnTo>
                <a:lnTo>
                  <a:pt x="1041768" y="50244"/>
                </a:lnTo>
                <a:lnTo>
                  <a:pt x="1015613" y="49978"/>
                </a:lnTo>
                <a:lnTo>
                  <a:pt x="989457" y="49711"/>
                </a:lnTo>
                <a:lnTo>
                  <a:pt x="963301" y="49406"/>
                </a:lnTo>
                <a:lnTo>
                  <a:pt x="937146" y="49101"/>
                </a:lnTo>
                <a:lnTo>
                  <a:pt x="910981" y="48768"/>
                </a:lnTo>
                <a:lnTo>
                  <a:pt x="884834" y="48416"/>
                </a:lnTo>
                <a:lnTo>
                  <a:pt x="858679" y="48054"/>
                </a:lnTo>
                <a:lnTo>
                  <a:pt x="832523" y="47654"/>
                </a:lnTo>
                <a:lnTo>
                  <a:pt x="806367" y="47244"/>
                </a:lnTo>
                <a:lnTo>
                  <a:pt x="780212" y="46815"/>
                </a:lnTo>
                <a:lnTo>
                  <a:pt x="754056" y="46349"/>
                </a:lnTo>
                <a:lnTo>
                  <a:pt x="727901" y="45882"/>
                </a:lnTo>
                <a:lnTo>
                  <a:pt x="701754" y="45358"/>
                </a:lnTo>
                <a:lnTo>
                  <a:pt x="675599" y="44844"/>
                </a:lnTo>
                <a:lnTo>
                  <a:pt x="649443" y="44272"/>
                </a:lnTo>
                <a:lnTo>
                  <a:pt x="623297" y="43701"/>
                </a:lnTo>
                <a:lnTo>
                  <a:pt x="597141" y="43082"/>
                </a:lnTo>
                <a:lnTo>
                  <a:pt x="570995" y="42434"/>
                </a:lnTo>
                <a:lnTo>
                  <a:pt x="544849" y="41758"/>
                </a:lnTo>
                <a:lnTo>
                  <a:pt x="518693" y="41043"/>
                </a:lnTo>
                <a:lnTo>
                  <a:pt x="492547" y="40291"/>
                </a:lnTo>
                <a:lnTo>
                  <a:pt x="466401" y="39491"/>
                </a:lnTo>
                <a:lnTo>
                  <a:pt x="440255" y="38662"/>
                </a:lnTo>
                <a:lnTo>
                  <a:pt x="414118" y="37776"/>
                </a:lnTo>
                <a:lnTo>
                  <a:pt x="387972" y="36843"/>
                </a:lnTo>
                <a:lnTo>
                  <a:pt x="361836" y="35862"/>
                </a:lnTo>
                <a:lnTo>
                  <a:pt x="335699" y="34814"/>
                </a:lnTo>
                <a:lnTo>
                  <a:pt x="309563" y="33699"/>
                </a:lnTo>
                <a:lnTo>
                  <a:pt x="283435" y="32509"/>
                </a:lnTo>
                <a:lnTo>
                  <a:pt x="257308" y="31232"/>
                </a:lnTo>
                <a:lnTo>
                  <a:pt x="231181" y="29861"/>
                </a:lnTo>
                <a:lnTo>
                  <a:pt x="205073" y="28365"/>
                </a:lnTo>
                <a:lnTo>
                  <a:pt x="178965" y="26746"/>
                </a:lnTo>
                <a:lnTo>
                  <a:pt x="152867" y="24965"/>
                </a:lnTo>
                <a:lnTo>
                  <a:pt x="126787" y="22965"/>
                </a:lnTo>
                <a:lnTo>
                  <a:pt x="100727" y="20698"/>
                </a:lnTo>
                <a:lnTo>
                  <a:pt x="74705" y="18040"/>
                </a:lnTo>
                <a:lnTo>
                  <a:pt x="48749" y="14783"/>
                </a:lnTo>
                <a:lnTo>
                  <a:pt x="22984" y="103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F70A9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5" name="simple-step-cap-1">
            <a:extLst xmlns:a="http://schemas.openxmlformats.org/drawingml/2006/main">
              <a:ext uri="{FF2B5EF4-FFF2-40B4-BE49-F238E27FC236}">
                <a16:creationId xmlns:a16="http://schemas.microsoft.com/office/drawing/2014/main" id="{873350F5-7E01-4394-BC77-46789920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42904" y="3018282"/>
            <a:ext cx="2906192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70A9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6" name="simple-step-body-2">
            <a:extLst xmlns:a="http://schemas.openxmlformats.org/drawingml/2006/main">
              <a:ext uri="{FF2B5EF4-FFF2-40B4-BE49-F238E27FC236}">
                <a16:creationId xmlns:a16="http://schemas.microsoft.com/office/drawing/2014/main" id="{9A06441D-EDC5-4079-8661-DCBE9805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67" y="3603593"/>
            <a:ext cx="2427599" cy="446189"/>
          </a:xfrm>
          <a:custGeom xmlns:a="http://schemas.openxmlformats.org/drawingml/2006/main">
            <a:pathLst>
              <a:path w="2427599" h="446189">
                <a:moveTo>
                  <a:pt x="0" y="0"/>
                </a:moveTo>
                <a:lnTo>
                  <a:pt x="10697" y="19583"/>
                </a:lnTo>
                <a:lnTo>
                  <a:pt x="21393" y="39176"/>
                </a:lnTo>
                <a:lnTo>
                  <a:pt x="32090" y="58760"/>
                </a:lnTo>
                <a:lnTo>
                  <a:pt x="42777" y="78343"/>
                </a:lnTo>
                <a:lnTo>
                  <a:pt x="53473" y="97936"/>
                </a:lnTo>
                <a:lnTo>
                  <a:pt x="64170" y="117519"/>
                </a:lnTo>
                <a:lnTo>
                  <a:pt x="74867" y="137112"/>
                </a:lnTo>
                <a:lnTo>
                  <a:pt x="85563" y="156696"/>
                </a:lnTo>
                <a:lnTo>
                  <a:pt x="96260" y="176279"/>
                </a:lnTo>
                <a:lnTo>
                  <a:pt x="106956" y="195872"/>
                </a:lnTo>
                <a:lnTo>
                  <a:pt x="117653" y="215456"/>
                </a:lnTo>
                <a:lnTo>
                  <a:pt x="128340" y="235039"/>
                </a:lnTo>
                <a:lnTo>
                  <a:pt x="139036" y="254632"/>
                </a:lnTo>
                <a:lnTo>
                  <a:pt x="149733" y="274215"/>
                </a:lnTo>
                <a:lnTo>
                  <a:pt x="160430" y="293799"/>
                </a:lnTo>
                <a:lnTo>
                  <a:pt x="171126" y="313392"/>
                </a:lnTo>
                <a:lnTo>
                  <a:pt x="181823" y="332975"/>
                </a:lnTo>
                <a:lnTo>
                  <a:pt x="192519" y="352568"/>
                </a:lnTo>
                <a:lnTo>
                  <a:pt x="203216" y="372151"/>
                </a:lnTo>
                <a:lnTo>
                  <a:pt x="213903" y="391735"/>
                </a:lnTo>
                <a:lnTo>
                  <a:pt x="230886" y="404346"/>
                </a:lnTo>
                <a:lnTo>
                  <a:pt x="252565" y="409594"/>
                </a:lnTo>
                <a:lnTo>
                  <a:pt x="274568" y="413328"/>
                </a:lnTo>
                <a:lnTo>
                  <a:pt x="296685" y="416309"/>
                </a:lnTo>
                <a:lnTo>
                  <a:pt x="318859" y="418843"/>
                </a:lnTo>
                <a:lnTo>
                  <a:pt x="341062" y="421043"/>
                </a:lnTo>
                <a:lnTo>
                  <a:pt x="363293" y="422996"/>
                </a:lnTo>
                <a:lnTo>
                  <a:pt x="385543" y="424767"/>
                </a:lnTo>
                <a:lnTo>
                  <a:pt x="407803" y="426368"/>
                </a:lnTo>
                <a:lnTo>
                  <a:pt x="430063" y="427853"/>
                </a:lnTo>
                <a:lnTo>
                  <a:pt x="452342" y="429206"/>
                </a:lnTo>
                <a:lnTo>
                  <a:pt x="474621" y="430473"/>
                </a:lnTo>
                <a:lnTo>
                  <a:pt x="496910" y="431644"/>
                </a:lnTo>
                <a:lnTo>
                  <a:pt x="519198" y="432740"/>
                </a:lnTo>
                <a:lnTo>
                  <a:pt x="541496" y="433769"/>
                </a:lnTo>
                <a:lnTo>
                  <a:pt x="563785" y="434731"/>
                </a:lnTo>
                <a:lnTo>
                  <a:pt x="586083" y="435626"/>
                </a:lnTo>
                <a:lnTo>
                  <a:pt x="608390" y="436474"/>
                </a:lnTo>
                <a:lnTo>
                  <a:pt x="630688" y="437274"/>
                </a:lnTo>
                <a:lnTo>
                  <a:pt x="652996" y="438026"/>
                </a:lnTo>
                <a:lnTo>
                  <a:pt x="675303" y="438731"/>
                </a:lnTo>
                <a:lnTo>
                  <a:pt x="697611" y="439398"/>
                </a:lnTo>
                <a:lnTo>
                  <a:pt x="719919" y="440017"/>
                </a:lnTo>
                <a:lnTo>
                  <a:pt x="742226" y="440607"/>
                </a:lnTo>
                <a:lnTo>
                  <a:pt x="764534" y="441150"/>
                </a:lnTo>
                <a:lnTo>
                  <a:pt x="786841" y="441674"/>
                </a:lnTo>
                <a:lnTo>
                  <a:pt x="809158" y="442151"/>
                </a:lnTo>
                <a:lnTo>
                  <a:pt x="831466" y="442598"/>
                </a:lnTo>
                <a:lnTo>
                  <a:pt x="853783" y="443027"/>
                </a:lnTo>
                <a:lnTo>
                  <a:pt x="876090" y="443408"/>
                </a:lnTo>
                <a:lnTo>
                  <a:pt x="898408" y="443779"/>
                </a:lnTo>
                <a:lnTo>
                  <a:pt x="920725" y="444113"/>
                </a:lnTo>
                <a:lnTo>
                  <a:pt x="943042" y="444427"/>
                </a:lnTo>
                <a:lnTo>
                  <a:pt x="965349" y="444703"/>
                </a:lnTo>
                <a:lnTo>
                  <a:pt x="987666" y="444960"/>
                </a:lnTo>
                <a:lnTo>
                  <a:pt x="1009983" y="445189"/>
                </a:lnTo>
                <a:lnTo>
                  <a:pt x="1032300" y="445399"/>
                </a:lnTo>
                <a:lnTo>
                  <a:pt x="1054618" y="445580"/>
                </a:lnTo>
                <a:lnTo>
                  <a:pt x="1076935" y="445741"/>
                </a:lnTo>
                <a:lnTo>
                  <a:pt x="1099242" y="445865"/>
                </a:lnTo>
                <a:lnTo>
                  <a:pt x="1121559" y="445989"/>
                </a:lnTo>
                <a:lnTo>
                  <a:pt x="1143876" y="446065"/>
                </a:lnTo>
                <a:lnTo>
                  <a:pt x="1166193" y="446132"/>
                </a:lnTo>
                <a:lnTo>
                  <a:pt x="1188510" y="446170"/>
                </a:lnTo>
                <a:lnTo>
                  <a:pt x="1210828" y="446189"/>
                </a:lnTo>
                <a:lnTo>
                  <a:pt x="1233145" y="446180"/>
                </a:lnTo>
                <a:lnTo>
                  <a:pt x="1255462" y="446161"/>
                </a:lnTo>
                <a:lnTo>
                  <a:pt x="1277779" y="446103"/>
                </a:lnTo>
                <a:lnTo>
                  <a:pt x="1300096" y="446027"/>
                </a:lnTo>
                <a:lnTo>
                  <a:pt x="1322413" y="445932"/>
                </a:lnTo>
                <a:lnTo>
                  <a:pt x="1344730" y="445808"/>
                </a:lnTo>
                <a:lnTo>
                  <a:pt x="1367047" y="445665"/>
                </a:lnTo>
                <a:lnTo>
                  <a:pt x="1389364" y="445494"/>
                </a:lnTo>
                <a:lnTo>
                  <a:pt x="1411681" y="445303"/>
                </a:lnTo>
                <a:lnTo>
                  <a:pt x="1433989" y="445075"/>
                </a:lnTo>
                <a:lnTo>
                  <a:pt x="1456306" y="444837"/>
                </a:lnTo>
                <a:lnTo>
                  <a:pt x="1478623" y="444560"/>
                </a:lnTo>
                <a:lnTo>
                  <a:pt x="1500940" y="444275"/>
                </a:lnTo>
                <a:lnTo>
                  <a:pt x="1523257" y="443951"/>
                </a:lnTo>
                <a:lnTo>
                  <a:pt x="1545565" y="443608"/>
                </a:lnTo>
                <a:lnTo>
                  <a:pt x="1567882" y="443217"/>
                </a:lnTo>
                <a:lnTo>
                  <a:pt x="1590189" y="442817"/>
                </a:lnTo>
                <a:lnTo>
                  <a:pt x="1612506" y="442379"/>
                </a:lnTo>
                <a:lnTo>
                  <a:pt x="1634814" y="441922"/>
                </a:lnTo>
                <a:lnTo>
                  <a:pt x="1657131" y="441417"/>
                </a:lnTo>
                <a:lnTo>
                  <a:pt x="1679438" y="440884"/>
                </a:lnTo>
                <a:lnTo>
                  <a:pt x="1701746" y="440322"/>
                </a:lnTo>
                <a:lnTo>
                  <a:pt x="1724054" y="439712"/>
                </a:lnTo>
                <a:lnTo>
                  <a:pt x="1746361" y="439074"/>
                </a:lnTo>
                <a:lnTo>
                  <a:pt x="1768669" y="438388"/>
                </a:lnTo>
                <a:lnTo>
                  <a:pt x="1790976" y="437664"/>
                </a:lnTo>
                <a:lnTo>
                  <a:pt x="1813284" y="436893"/>
                </a:lnTo>
                <a:lnTo>
                  <a:pt x="1835582" y="436074"/>
                </a:lnTo>
                <a:lnTo>
                  <a:pt x="1857880" y="435197"/>
                </a:lnTo>
                <a:lnTo>
                  <a:pt x="1880178" y="434264"/>
                </a:lnTo>
                <a:lnTo>
                  <a:pt x="1902476" y="433273"/>
                </a:lnTo>
                <a:lnTo>
                  <a:pt x="1924764" y="432216"/>
                </a:lnTo>
                <a:lnTo>
                  <a:pt x="1947053" y="431082"/>
                </a:lnTo>
                <a:lnTo>
                  <a:pt x="1969332" y="429863"/>
                </a:lnTo>
                <a:lnTo>
                  <a:pt x="1991611" y="428558"/>
                </a:lnTo>
                <a:lnTo>
                  <a:pt x="2013890" y="427139"/>
                </a:lnTo>
                <a:lnTo>
                  <a:pt x="2036150" y="425606"/>
                </a:lnTo>
                <a:lnTo>
                  <a:pt x="2058400" y="423920"/>
                </a:lnTo>
                <a:lnTo>
                  <a:pt x="2080641" y="422062"/>
                </a:lnTo>
                <a:lnTo>
                  <a:pt x="2102863" y="419995"/>
                </a:lnTo>
                <a:lnTo>
                  <a:pt x="2125056" y="417652"/>
                </a:lnTo>
                <a:lnTo>
                  <a:pt x="2147202" y="414919"/>
                </a:lnTo>
                <a:lnTo>
                  <a:pt x="2169271" y="411623"/>
                </a:lnTo>
                <a:lnTo>
                  <a:pt x="2191169" y="407318"/>
                </a:lnTo>
                <a:lnTo>
                  <a:pt x="2212286" y="400288"/>
                </a:lnTo>
                <a:lnTo>
                  <a:pt x="2224383" y="382162"/>
                </a:lnTo>
                <a:lnTo>
                  <a:pt x="2235079" y="362579"/>
                </a:lnTo>
                <a:lnTo>
                  <a:pt x="2245776" y="342986"/>
                </a:lnTo>
                <a:lnTo>
                  <a:pt x="2256473" y="323402"/>
                </a:lnTo>
                <a:lnTo>
                  <a:pt x="2267169" y="303819"/>
                </a:lnTo>
                <a:lnTo>
                  <a:pt x="2277866" y="284226"/>
                </a:lnTo>
                <a:lnTo>
                  <a:pt x="2288562" y="264643"/>
                </a:lnTo>
                <a:lnTo>
                  <a:pt x="2299259" y="245050"/>
                </a:lnTo>
                <a:lnTo>
                  <a:pt x="2309946" y="225466"/>
                </a:lnTo>
                <a:lnTo>
                  <a:pt x="2320642" y="205883"/>
                </a:lnTo>
                <a:lnTo>
                  <a:pt x="2331339" y="186290"/>
                </a:lnTo>
                <a:lnTo>
                  <a:pt x="2342036" y="166707"/>
                </a:lnTo>
                <a:lnTo>
                  <a:pt x="2352732" y="147123"/>
                </a:lnTo>
                <a:lnTo>
                  <a:pt x="2363429" y="127530"/>
                </a:lnTo>
                <a:lnTo>
                  <a:pt x="2374125" y="107947"/>
                </a:lnTo>
                <a:lnTo>
                  <a:pt x="2384822" y="88363"/>
                </a:lnTo>
                <a:lnTo>
                  <a:pt x="2395509" y="68771"/>
                </a:lnTo>
                <a:lnTo>
                  <a:pt x="2406206" y="49187"/>
                </a:lnTo>
                <a:lnTo>
                  <a:pt x="2416902" y="29594"/>
                </a:lnTo>
                <a:lnTo>
                  <a:pt x="2427599" y="10011"/>
                </a:lnTo>
                <a:lnTo>
                  <a:pt x="2425122" y="6725"/>
                </a:lnTo>
                <a:lnTo>
                  <a:pt x="2403643" y="12659"/>
                </a:lnTo>
                <a:lnTo>
                  <a:pt x="2381660" y="16469"/>
                </a:lnTo>
                <a:lnTo>
                  <a:pt x="2359543" y="19441"/>
                </a:lnTo>
                <a:lnTo>
                  <a:pt x="2337359" y="21927"/>
                </a:lnTo>
                <a:lnTo>
                  <a:pt x="2315147" y="24079"/>
                </a:lnTo>
                <a:lnTo>
                  <a:pt x="2292915" y="25984"/>
                </a:lnTo>
                <a:lnTo>
                  <a:pt x="2270665" y="27699"/>
                </a:lnTo>
                <a:lnTo>
                  <a:pt x="2248405" y="29270"/>
                </a:lnTo>
                <a:lnTo>
                  <a:pt x="2226135" y="30718"/>
                </a:lnTo>
                <a:lnTo>
                  <a:pt x="2203856" y="32042"/>
                </a:lnTo>
                <a:lnTo>
                  <a:pt x="2181577" y="33290"/>
                </a:lnTo>
                <a:lnTo>
                  <a:pt x="2159289" y="34452"/>
                </a:lnTo>
                <a:lnTo>
                  <a:pt x="2137000" y="35538"/>
                </a:lnTo>
                <a:lnTo>
                  <a:pt x="2114702" y="36566"/>
                </a:lnTo>
                <a:lnTo>
                  <a:pt x="2092414" y="37529"/>
                </a:lnTo>
                <a:lnTo>
                  <a:pt x="2070116" y="38443"/>
                </a:lnTo>
                <a:lnTo>
                  <a:pt x="2047808" y="39300"/>
                </a:lnTo>
                <a:lnTo>
                  <a:pt x="2025510" y="40119"/>
                </a:lnTo>
                <a:lnTo>
                  <a:pt x="2003203" y="40891"/>
                </a:lnTo>
                <a:lnTo>
                  <a:pt x="1980905" y="41634"/>
                </a:lnTo>
                <a:lnTo>
                  <a:pt x="1958597" y="42329"/>
                </a:lnTo>
                <a:lnTo>
                  <a:pt x="1936290" y="42996"/>
                </a:lnTo>
                <a:lnTo>
                  <a:pt x="1913982" y="43625"/>
                </a:lnTo>
                <a:lnTo>
                  <a:pt x="1891675" y="44225"/>
                </a:lnTo>
                <a:lnTo>
                  <a:pt x="1869367" y="44796"/>
                </a:lnTo>
                <a:lnTo>
                  <a:pt x="1847050" y="45339"/>
                </a:lnTo>
                <a:lnTo>
                  <a:pt x="1824742" y="45853"/>
                </a:lnTo>
                <a:lnTo>
                  <a:pt x="1802435" y="46339"/>
                </a:lnTo>
                <a:lnTo>
                  <a:pt x="1780118" y="46806"/>
                </a:lnTo>
                <a:lnTo>
                  <a:pt x="1757810" y="47254"/>
                </a:lnTo>
                <a:lnTo>
                  <a:pt x="1735493" y="47663"/>
                </a:lnTo>
                <a:lnTo>
                  <a:pt x="1713186" y="48073"/>
                </a:lnTo>
                <a:lnTo>
                  <a:pt x="1690868" y="48435"/>
                </a:lnTo>
                <a:lnTo>
                  <a:pt x="1668551" y="48806"/>
                </a:lnTo>
                <a:lnTo>
                  <a:pt x="1646244" y="49130"/>
                </a:lnTo>
                <a:lnTo>
                  <a:pt x="1623927" y="49444"/>
                </a:lnTo>
                <a:lnTo>
                  <a:pt x="1601610" y="49749"/>
                </a:lnTo>
                <a:lnTo>
                  <a:pt x="1579293" y="50016"/>
                </a:lnTo>
                <a:lnTo>
                  <a:pt x="1556976" y="50292"/>
                </a:lnTo>
                <a:lnTo>
                  <a:pt x="1534668" y="50521"/>
                </a:lnTo>
                <a:lnTo>
                  <a:pt x="1512351" y="50749"/>
                </a:lnTo>
                <a:lnTo>
                  <a:pt x="1490034" y="50949"/>
                </a:lnTo>
                <a:lnTo>
                  <a:pt x="1467717" y="51140"/>
                </a:lnTo>
                <a:lnTo>
                  <a:pt x="1445400" y="51321"/>
                </a:lnTo>
                <a:lnTo>
                  <a:pt x="1423083" y="51464"/>
                </a:lnTo>
                <a:lnTo>
                  <a:pt x="1400766" y="51606"/>
                </a:lnTo>
                <a:lnTo>
                  <a:pt x="1378448" y="51730"/>
                </a:lnTo>
                <a:lnTo>
                  <a:pt x="1356131" y="51826"/>
                </a:lnTo>
                <a:lnTo>
                  <a:pt x="1333824" y="51930"/>
                </a:lnTo>
                <a:lnTo>
                  <a:pt x="1311507" y="51997"/>
                </a:lnTo>
                <a:lnTo>
                  <a:pt x="1289190" y="52054"/>
                </a:lnTo>
                <a:lnTo>
                  <a:pt x="1266873" y="52102"/>
                </a:lnTo>
                <a:lnTo>
                  <a:pt x="1244556" y="52121"/>
                </a:lnTo>
                <a:lnTo>
                  <a:pt x="1222238" y="52140"/>
                </a:lnTo>
                <a:lnTo>
                  <a:pt x="1199921" y="52130"/>
                </a:lnTo>
                <a:lnTo>
                  <a:pt x="1177604" y="52111"/>
                </a:lnTo>
                <a:lnTo>
                  <a:pt x="1155287" y="52083"/>
                </a:lnTo>
                <a:lnTo>
                  <a:pt x="1132970" y="52026"/>
                </a:lnTo>
                <a:lnTo>
                  <a:pt x="1110653" y="51968"/>
                </a:lnTo>
                <a:lnTo>
                  <a:pt x="1088336" y="51883"/>
                </a:lnTo>
                <a:lnTo>
                  <a:pt x="1066019" y="51778"/>
                </a:lnTo>
                <a:lnTo>
                  <a:pt x="1043702" y="51673"/>
                </a:lnTo>
                <a:lnTo>
                  <a:pt x="1021385" y="51540"/>
                </a:lnTo>
                <a:lnTo>
                  <a:pt x="999068" y="51397"/>
                </a:lnTo>
                <a:lnTo>
                  <a:pt x="976751" y="51225"/>
                </a:lnTo>
                <a:lnTo>
                  <a:pt x="954434" y="51044"/>
                </a:lnTo>
                <a:lnTo>
                  <a:pt x="932126" y="50864"/>
                </a:lnTo>
                <a:lnTo>
                  <a:pt x="909809" y="50635"/>
                </a:lnTo>
                <a:lnTo>
                  <a:pt x="887492" y="50406"/>
                </a:lnTo>
                <a:lnTo>
                  <a:pt x="865175" y="50159"/>
                </a:lnTo>
                <a:lnTo>
                  <a:pt x="842858" y="49882"/>
                </a:lnTo>
                <a:lnTo>
                  <a:pt x="820550" y="49606"/>
                </a:lnTo>
                <a:lnTo>
                  <a:pt x="798233" y="49292"/>
                </a:lnTo>
                <a:lnTo>
                  <a:pt x="775916" y="48978"/>
                </a:lnTo>
                <a:lnTo>
                  <a:pt x="753599" y="48625"/>
                </a:lnTo>
                <a:lnTo>
                  <a:pt x="731291" y="48263"/>
                </a:lnTo>
                <a:lnTo>
                  <a:pt x="708974" y="47882"/>
                </a:lnTo>
                <a:lnTo>
                  <a:pt x="686667" y="47463"/>
                </a:lnTo>
                <a:lnTo>
                  <a:pt x="664350" y="47044"/>
                </a:lnTo>
                <a:lnTo>
                  <a:pt x="642042" y="46577"/>
                </a:lnTo>
                <a:lnTo>
                  <a:pt x="619725" y="46111"/>
                </a:lnTo>
                <a:lnTo>
                  <a:pt x="597418" y="45596"/>
                </a:lnTo>
                <a:lnTo>
                  <a:pt x="575100" y="45072"/>
                </a:lnTo>
                <a:lnTo>
                  <a:pt x="552793" y="44520"/>
                </a:lnTo>
                <a:lnTo>
                  <a:pt x="530485" y="43939"/>
                </a:lnTo>
                <a:lnTo>
                  <a:pt x="508178" y="43320"/>
                </a:lnTo>
                <a:lnTo>
                  <a:pt x="485870" y="42672"/>
                </a:lnTo>
                <a:lnTo>
                  <a:pt x="463563" y="41996"/>
                </a:lnTo>
                <a:lnTo>
                  <a:pt x="441255" y="41272"/>
                </a:lnTo>
                <a:lnTo>
                  <a:pt x="418957" y="40519"/>
                </a:lnTo>
                <a:lnTo>
                  <a:pt x="396650" y="39719"/>
                </a:lnTo>
                <a:lnTo>
                  <a:pt x="374352" y="38881"/>
                </a:lnTo>
                <a:lnTo>
                  <a:pt x="352054" y="37995"/>
                </a:lnTo>
                <a:lnTo>
                  <a:pt x="329756" y="37062"/>
                </a:lnTo>
                <a:lnTo>
                  <a:pt x="307457" y="36071"/>
                </a:lnTo>
                <a:lnTo>
                  <a:pt x="285169" y="35014"/>
                </a:lnTo>
                <a:lnTo>
                  <a:pt x="262880" y="33890"/>
                </a:lnTo>
                <a:lnTo>
                  <a:pt x="240592" y="32690"/>
                </a:lnTo>
                <a:lnTo>
                  <a:pt x="218313" y="31404"/>
                </a:lnTo>
                <a:lnTo>
                  <a:pt x="196044" y="30023"/>
                </a:lnTo>
                <a:lnTo>
                  <a:pt x="173774" y="28518"/>
                </a:lnTo>
                <a:lnTo>
                  <a:pt x="151524" y="26880"/>
                </a:lnTo>
                <a:lnTo>
                  <a:pt x="129273" y="25079"/>
                </a:lnTo>
                <a:lnTo>
                  <a:pt x="107051" y="23060"/>
                </a:lnTo>
                <a:lnTo>
                  <a:pt x="84858" y="20755"/>
                </a:lnTo>
                <a:lnTo>
                  <a:pt x="62703" y="18059"/>
                </a:lnTo>
                <a:lnTo>
                  <a:pt x="40634" y="14745"/>
                </a:lnTo>
                <a:lnTo>
                  <a:pt x="18793" y="102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82B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simple-step-cap-2">
            <a:extLst xmlns:a="http://schemas.openxmlformats.org/drawingml/2006/main">
              <a:ext uri="{FF2B5EF4-FFF2-40B4-BE49-F238E27FC236}">
                <a16:creationId xmlns:a16="http://schemas.microsoft.com/office/drawing/2014/main" id="{9B1C5FCD-F0B0-4D8F-9036-0EE77BBE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9438" y="3529460"/>
            <a:ext cx="2433123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82B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8" name="simple-step-body-3">
            <a:extLst xmlns:a="http://schemas.openxmlformats.org/drawingml/2006/main">
              <a:ext uri="{FF2B5EF4-FFF2-40B4-BE49-F238E27FC236}">
                <a16:creationId xmlns:a16="http://schemas.microsoft.com/office/drawing/2014/main" id="{83537C2B-737E-4177-956B-0002A26D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37" y="4114800"/>
            <a:ext cx="2001079" cy="446189"/>
          </a:xfrm>
          <a:custGeom xmlns:a="http://schemas.openxmlformats.org/drawingml/2006/main">
            <a:pathLst>
              <a:path w="2001079" h="446189">
                <a:moveTo>
                  <a:pt x="0" y="0"/>
                </a:moveTo>
                <a:lnTo>
                  <a:pt x="8696" y="16935"/>
                </a:lnTo>
                <a:lnTo>
                  <a:pt x="17402" y="33871"/>
                </a:lnTo>
                <a:lnTo>
                  <a:pt x="26099" y="50806"/>
                </a:lnTo>
                <a:lnTo>
                  <a:pt x="34795" y="67742"/>
                </a:lnTo>
                <a:lnTo>
                  <a:pt x="43501" y="84687"/>
                </a:lnTo>
                <a:lnTo>
                  <a:pt x="52197" y="101622"/>
                </a:lnTo>
                <a:lnTo>
                  <a:pt x="60893" y="118558"/>
                </a:lnTo>
                <a:lnTo>
                  <a:pt x="69599" y="135493"/>
                </a:lnTo>
                <a:lnTo>
                  <a:pt x="78296" y="152429"/>
                </a:lnTo>
                <a:lnTo>
                  <a:pt x="86992" y="169364"/>
                </a:lnTo>
                <a:lnTo>
                  <a:pt x="95698" y="186299"/>
                </a:lnTo>
                <a:lnTo>
                  <a:pt x="104394" y="203235"/>
                </a:lnTo>
                <a:lnTo>
                  <a:pt x="113090" y="220170"/>
                </a:lnTo>
                <a:lnTo>
                  <a:pt x="121796" y="237106"/>
                </a:lnTo>
                <a:lnTo>
                  <a:pt x="130493" y="254051"/>
                </a:lnTo>
                <a:lnTo>
                  <a:pt x="139189" y="270986"/>
                </a:lnTo>
                <a:lnTo>
                  <a:pt x="147895" y="287922"/>
                </a:lnTo>
                <a:lnTo>
                  <a:pt x="156591" y="304857"/>
                </a:lnTo>
                <a:lnTo>
                  <a:pt x="165287" y="321793"/>
                </a:lnTo>
                <a:lnTo>
                  <a:pt x="173993" y="338728"/>
                </a:lnTo>
                <a:lnTo>
                  <a:pt x="182690" y="355664"/>
                </a:lnTo>
                <a:lnTo>
                  <a:pt x="191386" y="372599"/>
                </a:lnTo>
                <a:lnTo>
                  <a:pt x="200092" y="389534"/>
                </a:lnTo>
                <a:lnTo>
                  <a:pt x="212131" y="403155"/>
                </a:lnTo>
                <a:lnTo>
                  <a:pt x="230191" y="409089"/>
                </a:lnTo>
                <a:lnTo>
                  <a:pt x="248793" y="413137"/>
                </a:lnTo>
                <a:lnTo>
                  <a:pt x="267567" y="416328"/>
                </a:lnTo>
                <a:lnTo>
                  <a:pt x="286417" y="419005"/>
                </a:lnTo>
                <a:lnTo>
                  <a:pt x="305314" y="421329"/>
                </a:lnTo>
                <a:lnTo>
                  <a:pt x="324241" y="423377"/>
                </a:lnTo>
                <a:lnTo>
                  <a:pt x="343195" y="425215"/>
                </a:lnTo>
                <a:lnTo>
                  <a:pt x="362160" y="426891"/>
                </a:lnTo>
                <a:lnTo>
                  <a:pt x="381143" y="428415"/>
                </a:lnTo>
                <a:lnTo>
                  <a:pt x="400126" y="429825"/>
                </a:lnTo>
                <a:lnTo>
                  <a:pt x="419119" y="431121"/>
                </a:lnTo>
                <a:lnTo>
                  <a:pt x="438121" y="432330"/>
                </a:lnTo>
                <a:lnTo>
                  <a:pt x="457133" y="433445"/>
                </a:lnTo>
                <a:lnTo>
                  <a:pt x="476145" y="434492"/>
                </a:lnTo>
                <a:lnTo>
                  <a:pt x="495157" y="435473"/>
                </a:lnTo>
                <a:lnTo>
                  <a:pt x="514179" y="436388"/>
                </a:lnTo>
                <a:lnTo>
                  <a:pt x="533200" y="437245"/>
                </a:lnTo>
                <a:lnTo>
                  <a:pt x="552221" y="438045"/>
                </a:lnTo>
                <a:lnTo>
                  <a:pt x="571243" y="438798"/>
                </a:lnTo>
                <a:lnTo>
                  <a:pt x="590274" y="439503"/>
                </a:lnTo>
                <a:lnTo>
                  <a:pt x="609305" y="440160"/>
                </a:lnTo>
                <a:lnTo>
                  <a:pt x="628336" y="440769"/>
                </a:lnTo>
                <a:lnTo>
                  <a:pt x="647367" y="441350"/>
                </a:lnTo>
                <a:lnTo>
                  <a:pt x="666398" y="441884"/>
                </a:lnTo>
                <a:lnTo>
                  <a:pt x="685429" y="442389"/>
                </a:lnTo>
                <a:lnTo>
                  <a:pt x="704459" y="442855"/>
                </a:lnTo>
                <a:lnTo>
                  <a:pt x="723500" y="443274"/>
                </a:lnTo>
                <a:lnTo>
                  <a:pt x="742531" y="443684"/>
                </a:lnTo>
                <a:lnTo>
                  <a:pt x="761571" y="444036"/>
                </a:lnTo>
                <a:lnTo>
                  <a:pt x="780612" y="444389"/>
                </a:lnTo>
                <a:lnTo>
                  <a:pt x="799643" y="444675"/>
                </a:lnTo>
                <a:lnTo>
                  <a:pt x="818683" y="444960"/>
                </a:lnTo>
                <a:lnTo>
                  <a:pt x="837724" y="445199"/>
                </a:lnTo>
                <a:lnTo>
                  <a:pt x="856764" y="445427"/>
                </a:lnTo>
                <a:lnTo>
                  <a:pt x="875805" y="445608"/>
                </a:lnTo>
                <a:lnTo>
                  <a:pt x="894836" y="445780"/>
                </a:lnTo>
                <a:lnTo>
                  <a:pt x="913876" y="445913"/>
                </a:lnTo>
                <a:lnTo>
                  <a:pt x="932917" y="446018"/>
                </a:lnTo>
                <a:lnTo>
                  <a:pt x="951957" y="446103"/>
                </a:lnTo>
                <a:lnTo>
                  <a:pt x="970998" y="446161"/>
                </a:lnTo>
                <a:lnTo>
                  <a:pt x="990038" y="446180"/>
                </a:lnTo>
                <a:lnTo>
                  <a:pt x="1009079" y="446189"/>
                </a:lnTo>
                <a:lnTo>
                  <a:pt x="1028119" y="446161"/>
                </a:lnTo>
                <a:lnTo>
                  <a:pt x="1047159" y="446113"/>
                </a:lnTo>
                <a:lnTo>
                  <a:pt x="1066200" y="446037"/>
                </a:lnTo>
                <a:lnTo>
                  <a:pt x="1085240" y="445932"/>
                </a:lnTo>
                <a:lnTo>
                  <a:pt x="1104281" y="445799"/>
                </a:lnTo>
                <a:lnTo>
                  <a:pt x="1123321" y="445646"/>
                </a:lnTo>
                <a:lnTo>
                  <a:pt x="1142362" y="445465"/>
                </a:lnTo>
                <a:lnTo>
                  <a:pt x="1161393" y="445246"/>
                </a:lnTo>
                <a:lnTo>
                  <a:pt x="1180433" y="445008"/>
                </a:lnTo>
                <a:lnTo>
                  <a:pt x="1199474" y="444732"/>
                </a:lnTo>
                <a:lnTo>
                  <a:pt x="1218514" y="444436"/>
                </a:lnTo>
                <a:lnTo>
                  <a:pt x="1237545" y="444103"/>
                </a:lnTo>
                <a:lnTo>
                  <a:pt x="1256586" y="443751"/>
                </a:lnTo>
                <a:lnTo>
                  <a:pt x="1275617" y="443351"/>
                </a:lnTo>
                <a:lnTo>
                  <a:pt x="1294657" y="442941"/>
                </a:lnTo>
                <a:lnTo>
                  <a:pt x="1313688" y="442465"/>
                </a:lnTo>
                <a:lnTo>
                  <a:pt x="1332728" y="441989"/>
                </a:lnTo>
                <a:lnTo>
                  <a:pt x="1351759" y="441455"/>
                </a:lnTo>
                <a:lnTo>
                  <a:pt x="1370790" y="440884"/>
                </a:lnTo>
                <a:lnTo>
                  <a:pt x="1389821" y="440274"/>
                </a:lnTo>
                <a:lnTo>
                  <a:pt x="1408852" y="439626"/>
                </a:lnTo>
                <a:lnTo>
                  <a:pt x="1427874" y="438931"/>
                </a:lnTo>
                <a:lnTo>
                  <a:pt x="1446905" y="438188"/>
                </a:lnTo>
                <a:lnTo>
                  <a:pt x="1465926" y="437398"/>
                </a:lnTo>
                <a:lnTo>
                  <a:pt x="1484948" y="436550"/>
                </a:lnTo>
                <a:lnTo>
                  <a:pt x="1503969" y="435645"/>
                </a:lnTo>
                <a:lnTo>
                  <a:pt x="1522981" y="434683"/>
                </a:lnTo>
                <a:lnTo>
                  <a:pt x="1541993" y="433654"/>
                </a:lnTo>
                <a:lnTo>
                  <a:pt x="1561005" y="432549"/>
                </a:lnTo>
                <a:lnTo>
                  <a:pt x="1580007" y="431359"/>
                </a:lnTo>
                <a:lnTo>
                  <a:pt x="1599000" y="430073"/>
                </a:lnTo>
                <a:lnTo>
                  <a:pt x="1617993" y="428692"/>
                </a:lnTo>
                <a:lnTo>
                  <a:pt x="1636967" y="427187"/>
                </a:lnTo>
                <a:lnTo>
                  <a:pt x="1655940" y="425548"/>
                </a:lnTo>
                <a:lnTo>
                  <a:pt x="1674895" y="423748"/>
                </a:lnTo>
                <a:lnTo>
                  <a:pt x="1693831" y="421738"/>
                </a:lnTo>
                <a:lnTo>
                  <a:pt x="1712728" y="419471"/>
                </a:lnTo>
                <a:lnTo>
                  <a:pt x="1731597" y="416871"/>
                </a:lnTo>
                <a:lnTo>
                  <a:pt x="1750381" y="413795"/>
                </a:lnTo>
                <a:lnTo>
                  <a:pt x="1769031" y="409946"/>
                </a:lnTo>
                <a:lnTo>
                  <a:pt x="1787271" y="404546"/>
                </a:lnTo>
                <a:lnTo>
                  <a:pt x="1800987" y="392744"/>
                </a:lnTo>
                <a:lnTo>
                  <a:pt x="1809693" y="375809"/>
                </a:lnTo>
                <a:lnTo>
                  <a:pt x="1818389" y="358873"/>
                </a:lnTo>
                <a:lnTo>
                  <a:pt x="1827086" y="341938"/>
                </a:lnTo>
                <a:lnTo>
                  <a:pt x="1835791" y="325003"/>
                </a:lnTo>
                <a:lnTo>
                  <a:pt x="1844488" y="308067"/>
                </a:lnTo>
                <a:lnTo>
                  <a:pt x="1853184" y="291132"/>
                </a:lnTo>
                <a:lnTo>
                  <a:pt x="1861890" y="274196"/>
                </a:lnTo>
                <a:lnTo>
                  <a:pt x="1870586" y="257251"/>
                </a:lnTo>
                <a:lnTo>
                  <a:pt x="1879283" y="240316"/>
                </a:lnTo>
                <a:lnTo>
                  <a:pt x="1887988" y="223380"/>
                </a:lnTo>
                <a:lnTo>
                  <a:pt x="1896685" y="206445"/>
                </a:lnTo>
                <a:lnTo>
                  <a:pt x="1905381" y="189509"/>
                </a:lnTo>
                <a:lnTo>
                  <a:pt x="1914087" y="172574"/>
                </a:lnTo>
                <a:lnTo>
                  <a:pt x="1922783" y="155639"/>
                </a:lnTo>
                <a:lnTo>
                  <a:pt x="1931480" y="138703"/>
                </a:lnTo>
                <a:lnTo>
                  <a:pt x="1940185" y="121768"/>
                </a:lnTo>
                <a:lnTo>
                  <a:pt x="1948882" y="104832"/>
                </a:lnTo>
                <a:lnTo>
                  <a:pt x="1957578" y="87887"/>
                </a:lnTo>
                <a:lnTo>
                  <a:pt x="1966284" y="70952"/>
                </a:lnTo>
                <a:lnTo>
                  <a:pt x="1974980" y="54016"/>
                </a:lnTo>
                <a:lnTo>
                  <a:pt x="1983677" y="37081"/>
                </a:lnTo>
                <a:lnTo>
                  <a:pt x="1992382" y="20145"/>
                </a:lnTo>
                <a:lnTo>
                  <a:pt x="2001079" y="3210"/>
                </a:lnTo>
                <a:lnTo>
                  <a:pt x="1991030" y="8925"/>
                </a:lnTo>
                <a:lnTo>
                  <a:pt x="1972704" y="14021"/>
                </a:lnTo>
                <a:lnTo>
                  <a:pt x="1953997" y="17593"/>
                </a:lnTo>
                <a:lnTo>
                  <a:pt x="1935175" y="20441"/>
                </a:lnTo>
                <a:lnTo>
                  <a:pt x="1916287" y="22860"/>
                </a:lnTo>
                <a:lnTo>
                  <a:pt x="1897370" y="24965"/>
                </a:lnTo>
                <a:lnTo>
                  <a:pt x="1878416" y="26841"/>
                </a:lnTo>
                <a:lnTo>
                  <a:pt x="1859451" y="28546"/>
                </a:lnTo>
                <a:lnTo>
                  <a:pt x="1840478" y="30089"/>
                </a:lnTo>
                <a:lnTo>
                  <a:pt x="1821494" y="31518"/>
                </a:lnTo>
                <a:lnTo>
                  <a:pt x="1802501" y="32842"/>
                </a:lnTo>
                <a:lnTo>
                  <a:pt x="1783499" y="34071"/>
                </a:lnTo>
                <a:lnTo>
                  <a:pt x="1764487" y="35214"/>
                </a:lnTo>
                <a:lnTo>
                  <a:pt x="1745485" y="36300"/>
                </a:lnTo>
                <a:lnTo>
                  <a:pt x="1726473" y="37319"/>
                </a:lnTo>
                <a:lnTo>
                  <a:pt x="1707452" y="38271"/>
                </a:lnTo>
                <a:lnTo>
                  <a:pt x="1688430" y="39176"/>
                </a:lnTo>
                <a:lnTo>
                  <a:pt x="1669418" y="40024"/>
                </a:lnTo>
                <a:lnTo>
                  <a:pt x="1650387" y="40834"/>
                </a:lnTo>
                <a:lnTo>
                  <a:pt x="1631366" y="41596"/>
                </a:lnTo>
                <a:lnTo>
                  <a:pt x="1612335" y="42320"/>
                </a:lnTo>
                <a:lnTo>
                  <a:pt x="1593313" y="43015"/>
                </a:lnTo>
                <a:lnTo>
                  <a:pt x="1574282" y="43663"/>
                </a:lnTo>
                <a:lnTo>
                  <a:pt x="1555252" y="44282"/>
                </a:lnTo>
                <a:lnTo>
                  <a:pt x="1536221" y="44872"/>
                </a:lnTo>
                <a:lnTo>
                  <a:pt x="1517190" y="45434"/>
                </a:lnTo>
                <a:lnTo>
                  <a:pt x="1498159" y="45968"/>
                </a:lnTo>
                <a:lnTo>
                  <a:pt x="1479128" y="46463"/>
                </a:lnTo>
                <a:lnTo>
                  <a:pt x="1460087" y="46939"/>
                </a:lnTo>
                <a:lnTo>
                  <a:pt x="1441056" y="47396"/>
                </a:lnTo>
                <a:lnTo>
                  <a:pt x="1422016" y="47815"/>
                </a:lnTo>
                <a:lnTo>
                  <a:pt x="1402985" y="48216"/>
                </a:lnTo>
                <a:lnTo>
                  <a:pt x="1383944" y="48597"/>
                </a:lnTo>
                <a:lnTo>
                  <a:pt x="1364913" y="48959"/>
                </a:lnTo>
                <a:lnTo>
                  <a:pt x="1345873" y="49292"/>
                </a:lnTo>
                <a:lnTo>
                  <a:pt x="1326833" y="49616"/>
                </a:lnTo>
                <a:lnTo>
                  <a:pt x="1307802" y="49901"/>
                </a:lnTo>
                <a:lnTo>
                  <a:pt x="1288761" y="50178"/>
                </a:lnTo>
                <a:lnTo>
                  <a:pt x="1269721" y="50435"/>
                </a:lnTo>
                <a:lnTo>
                  <a:pt x="1250680" y="50673"/>
                </a:lnTo>
                <a:lnTo>
                  <a:pt x="1231640" y="50902"/>
                </a:lnTo>
                <a:lnTo>
                  <a:pt x="1212609" y="51092"/>
                </a:lnTo>
                <a:lnTo>
                  <a:pt x="1193568" y="51283"/>
                </a:lnTo>
                <a:lnTo>
                  <a:pt x="1174528" y="51435"/>
                </a:lnTo>
                <a:lnTo>
                  <a:pt x="1155487" y="51587"/>
                </a:lnTo>
                <a:lnTo>
                  <a:pt x="1136447" y="51721"/>
                </a:lnTo>
                <a:lnTo>
                  <a:pt x="1117406" y="51826"/>
                </a:lnTo>
                <a:lnTo>
                  <a:pt x="1098366" y="51930"/>
                </a:lnTo>
                <a:lnTo>
                  <a:pt x="1079325" y="51997"/>
                </a:lnTo>
                <a:lnTo>
                  <a:pt x="1060285" y="52064"/>
                </a:lnTo>
                <a:lnTo>
                  <a:pt x="1041244" y="52102"/>
                </a:lnTo>
                <a:lnTo>
                  <a:pt x="1022204" y="52130"/>
                </a:lnTo>
                <a:lnTo>
                  <a:pt x="1003163" y="52149"/>
                </a:lnTo>
                <a:lnTo>
                  <a:pt x="984123" y="52130"/>
                </a:lnTo>
                <a:lnTo>
                  <a:pt x="965083" y="52111"/>
                </a:lnTo>
                <a:lnTo>
                  <a:pt x="946052" y="52073"/>
                </a:lnTo>
                <a:lnTo>
                  <a:pt x="927011" y="52007"/>
                </a:lnTo>
                <a:lnTo>
                  <a:pt x="907971" y="51949"/>
                </a:lnTo>
                <a:lnTo>
                  <a:pt x="888930" y="51845"/>
                </a:lnTo>
                <a:lnTo>
                  <a:pt x="869890" y="51740"/>
                </a:lnTo>
                <a:lnTo>
                  <a:pt x="850849" y="51616"/>
                </a:lnTo>
                <a:lnTo>
                  <a:pt x="831809" y="51464"/>
                </a:lnTo>
                <a:lnTo>
                  <a:pt x="812768" y="51321"/>
                </a:lnTo>
                <a:lnTo>
                  <a:pt x="793728" y="51130"/>
                </a:lnTo>
                <a:lnTo>
                  <a:pt x="774687" y="50940"/>
                </a:lnTo>
                <a:lnTo>
                  <a:pt x="755647" y="50721"/>
                </a:lnTo>
                <a:lnTo>
                  <a:pt x="736616" y="50483"/>
                </a:lnTo>
                <a:lnTo>
                  <a:pt x="717575" y="50235"/>
                </a:lnTo>
                <a:lnTo>
                  <a:pt x="698535" y="49959"/>
                </a:lnTo>
                <a:lnTo>
                  <a:pt x="679494" y="49673"/>
                </a:lnTo>
                <a:lnTo>
                  <a:pt x="660464" y="49349"/>
                </a:lnTo>
                <a:lnTo>
                  <a:pt x="641423" y="49025"/>
                </a:lnTo>
                <a:lnTo>
                  <a:pt x="622383" y="48663"/>
                </a:lnTo>
                <a:lnTo>
                  <a:pt x="603352" y="48292"/>
                </a:lnTo>
                <a:lnTo>
                  <a:pt x="584311" y="47901"/>
                </a:lnTo>
                <a:lnTo>
                  <a:pt x="565280" y="47473"/>
                </a:lnTo>
                <a:lnTo>
                  <a:pt x="546240" y="47034"/>
                </a:lnTo>
                <a:lnTo>
                  <a:pt x="527209" y="46558"/>
                </a:lnTo>
                <a:lnTo>
                  <a:pt x="508178" y="46063"/>
                </a:lnTo>
                <a:lnTo>
                  <a:pt x="489147" y="45539"/>
                </a:lnTo>
                <a:lnTo>
                  <a:pt x="470116" y="44977"/>
                </a:lnTo>
                <a:lnTo>
                  <a:pt x="451075" y="44396"/>
                </a:lnTo>
                <a:lnTo>
                  <a:pt x="432054" y="43786"/>
                </a:lnTo>
                <a:lnTo>
                  <a:pt x="413023" y="43139"/>
                </a:lnTo>
                <a:lnTo>
                  <a:pt x="393992" y="42453"/>
                </a:lnTo>
                <a:lnTo>
                  <a:pt x="374971" y="41739"/>
                </a:lnTo>
                <a:lnTo>
                  <a:pt x="355940" y="40977"/>
                </a:lnTo>
                <a:lnTo>
                  <a:pt x="336918" y="40176"/>
                </a:lnTo>
                <a:lnTo>
                  <a:pt x="317897" y="39338"/>
                </a:lnTo>
                <a:lnTo>
                  <a:pt x="298875" y="38443"/>
                </a:lnTo>
                <a:lnTo>
                  <a:pt x="279864" y="37500"/>
                </a:lnTo>
                <a:lnTo>
                  <a:pt x="260852" y="36500"/>
                </a:lnTo>
                <a:lnTo>
                  <a:pt x="241840" y="35433"/>
                </a:lnTo>
                <a:lnTo>
                  <a:pt x="222828" y="34290"/>
                </a:lnTo>
                <a:lnTo>
                  <a:pt x="203825" y="33080"/>
                </a:lnTo>
                <a:lnTo>
                  <a:pt x="184833" y="31775"/>
                </a:lnTo>
                <a:lnTo>
                  <a:pt x="165849" y="30366"/>
                </a:lnTo>
                <a:lnTo>
                  <a:pt x="146866" y="28842"/>
                </a:lnTo>
                <a:lnTo>
                  <a:pt x="127902" y="27175"/>
                </a:lnTo>
                <a:lnTo>
                  <a:pt x="108947" y="25337"/>
                </a:lnTo>
                <a:lnTo>
                  <a:pt x="90021" y="23279"/>
                </a:lnTo>
                <a:lnTo>
                  <a:pt x="71123" y="20936"/>
                </a:lnTo>
                <a:lnTo>
                  <a:pt x="52292" y="18174"/>
                </a:lnTo>
                <a:lnTo>
                  <a:pt x="33557" y="14773"/>
                </a:lnTo>
                <a:lnTo>
                  <a:pt x="15107" y="100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97C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9" name="simple-step-cap-3">
            <a:extLst xmlns:a="http://schemas.openxmlformats.org/drawingml/2006/main">
              <a:ext uri="{FF2B5EF4-FFF2-40B4-BE49-F238E27FC236}">
                <a16:creationId xmlns:a16="http://schemas.microsoft.com/office/drawing/2014/main" id="{DAA87D38-09F6-4008-9014-1F5EDCAB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94618" y="4040629"/>
            <a:ext cx="2002755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97C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0" name="simple-step-body-4">
            <a:extLst xmlns:a="http://schemas.openxmlformats.org/drawingml/2006/main">
              <a:ext uri="{FF2B5EF4-FFF2-40B4-BE49-F238E27FC236}">
                <a16:creationId xmlns:a16="http://schemas.microsoft.com/office/drawing/2014/main" id="{AFD13151-81A6-41A2-94DD-6869801C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43" y="4626007"/>
            <a:ext cx="1597752" cy="446084"/>
          </a:xfrm>
          <a:custGeom xmlns:a="http://schemas.openxmlformats.org/drawingml/2006/main">
            <a:pathLst>
              <a:path w="1597752" h="446084">
                <a:moveTo>
                  <a:pt x="0" y="0"/>
                </a:moveTo>
                <a:lnTo>
                  <a:pt x="8353" y="17031"/>
                </a:lnTo>
                <a:lnTo>
                  <a:pt x="16716" y="34052"/>
                </a:lnTo>
                <a:lnTo>
                  <a:pt x="25070" y="51083"/>
                </a:lnTo>
                <a:lnTo>
                  <a:pt x="33433" y="68113"/>
                </a:lnTo>
                <a:lnTo>
                  <a:pt x="41786" y="85134"/>
                </a:lnTo>
                <a:lnTo>
                  <a:pt x="50140" y="102165"/>
                </a:lnTo>
                <a:lnTo>
                  <a:pt x="58503" y="119186"/>
                </a:lnTo>
                <a:lnTo>
                  <a:pt x="66856" y="136217"/>
                </a:lnTo>
                <a:lnTo>
                  <a:pt x="75219" y="153248"/>
                </a:lnTo>
                <a:lnTo>
                  <a:pt x="83572" y="170269"/>
                </a:lnTo>
                <a:lnTo>
                  <a:pt x="91926" y="187300"/>
                </a:lnTo>
                <a:lnTo>
                  <a:pt x="100289" y="204330"/>
                </a:lnTo>
                <a:lnTo>
                  <a:pt x="108642" y="221351"/>
                </a:lnTo>
                <a:lnTo>
                  <a:pt x="116996" y="238382"/>
                </a:lnTo>
                <a:lnTo>
                  <a:pt x="125359" y="255403"/>
                </a:lnTo>
                <a:lnTo>
                  <a:pt x="133712" y="272434"/>
                </a:lnTo>
                <a:lnTo>
                  <a:pt x="142075" y="289465"/>
                </a:lnTo>
                <a:lnTo>
                  <a:pt x="150428" y="306486"/>
                </a:lnTo>
                <a:lnTo>
                  <a:pt x="158782" y="323517"/>
                </a:lnTo>
                <a:lnTo>
                  <a:pt x="167145" y="340547"/>
                </a:lnTo>
                <a:lnTo>
                  <a:pt x="175498" y="357569"/>
                </a:lnTo>
                <a:lnTo>
                  <a:pt x="183861" y="374599"/>
                </a:lnTo>
                <a:lnTo>
                  <a:pt x="192215" y="391620"/>
                </a:lnTo>
                <a:lnTo>
                  <a:pt x="204378" y="405003"/>
                </a:lnTo>
                <a:lnTo>
                  <a:pt x="222228" y="411375"/>
                </a:lnTo>
                <a:lnTo>
                  <a:pt x="240659" y="415804"/>
                </a:lnTo>
                <a:lnTo>
                  <a:pt x="259309" y="419300"/>
                </a:lnTo>
                <a:lnTo>
                  <a:pt x="278044" y="422215"/>
                </a:lnTo>
                <a:lnTo>
                  <a:pt x="296847" y="424729"/>
                </a:lnTo>
                <a:lnTo>
                  <a:pt x="315687" y="426930"/>
                </a:lnTo>
                <a:lnTo>
                  <a:pt x="334547" y="428892"/>
                </a:lnTo>
                <a:lnTo>
                  <a:pt x="353435" y="430663"/>
                </a:lnTo>
                <a:lnTo>
                  <a:pt x="372332" y="432264"/>
                </a:lnTo>
                <a:lnTo>
                  <a:pt x="391249" y="433711"/>
                </a:lnTo>
                <a:lnTo>
                  <a:pt x="410166" y="435035"/>
                </a:lnTo>
                <a:lnTo>
                  <a:pt x="429092" y="436255"/>
                </a:lnTo>
                <a:lnTo>
                  <a:pt x="448027" y="437369"/>
                </a:lnTo>
                <a:lnTo>
                  <a:pt x="466973" y="438398"/>
                </a:lnTo>
                <a:lnTo>
                  <a:pt x="485918" y="439341"/>
                </a:lnTo>
                <a:lnTo>
                  <a:pt x="504863" y="440198"/>
                </a:lnTo>
                <a:lnTo>
                  <a:pt x="523818" y="440988"/>
                </a:lnTo>
                <a:lnTo>
                  <a:pt x="542763" y="441712"/>
                </a:lnTo>
                <a:lnTo>
                  <a:pt x="561727" y="442370"/>
                </a:lnTo>
                <a:lnTo>
                  <a:pt x="580682" y="442960"/>
                </a:lnTo>
                <a:lnTo>
                  <a:pt x="599637" y="443503"/>
                </a:lnTo>
                <a:lnTo>
                  <a:pt x="618601" y="443989"/>
                </a:lnTo>
                <a:lnTo>
                  <a:pt x="637565" y="444417"/>
                </a:lnTo>
                <a:lnTo>
                  <a:pt x="656530" y="444798"/>
                </a:lnTo>
                <a:lnTo>
                  <a:pt x="675494" y="445122"/>
                </a:lnTo>
                <a:lnTo>
                  <a:pt x="694458" y="445399"/>
                </a:lnTo>
                <a:lnTo>
                  <a:pt x="713423" y="445637"/>
                </a:lnTo>
                <a:lnTo>
                  <a:pt x="732387" y="445808"/>
                </a:lnTo>
                <a:lnTo>
                  <a:pt x="751361" y="445951"/>
                </a:lnTo>
                <a:lnTo>
                  <a:pt x="770325" y="446046"/>
                </a:lnTo>
                <a:lnTo>
                  <a:pt x="789289" y="446084"/>
                </a:lnTo>
                <a:lnTo>
                  <a:pt x="808263" y="446084"/>
                </a:lnTo>
                <a:lnTo>
                  <a:pt x="827227" y="446056"/>
                </a:lnTo>
                <a:lnTo>
                  <a:pt x="846191" y="445951"/>
                </a:lnTo>
                <a:lnTo>
                  <a:pt x="865165" y="445818"/>
                </a:lnTo>
                <a:lnTo>
                  <a:pt x="884130" y="445646"/>
                </a:lnTo>
                <a:lnTo>
                  <a:pt x="903094" y="445399"/>
                </a:lnTo>
                <a:lnTo>
                  <a:pt x="922058" y="445122"/>
                </a:lnTo>
                <a:lnTo>
                  <a:pt x="941022" y="444808"/>
                </a:lnTo>
                <a:lnTo>
                  <a:pt x="959987" y="444427"/>
                </a:lnTo>
                <a:lnTo>
                  <a:pt x="978951" y="443998"/>
                </a:lnTo>
                <a:lnTo>
                  <a:pt x="997915" y="443513"/>
                </a:lnTo>
                <a:lnTo>
                  <a:pt x="1016870" y="442979"/>
                </a:lnTo>
                <a:lnTo>
                  <a:pt x="1035834" y="442379"/>
                </a:lnTo>
                <a:lnTo>
                  <a:pt x="1054789" y="441722"/>
                </a:lnTo>
                <a:lnTo>
                  <a:pt x="1073744" y="441008"/>
                </a:lnTo>
                <a:lnTo>
                  <a:pt x="1092689" y="440217"/>
                </a:lnTo>
                <a:lnTo>
                  <a:pt x="1111644" y="439360"/>
                </a:lnTo>
                <a:lnTo>
                  <a:pt x="1130579" y="438417"/>
                </a:lnTo>
                <a:lnTo>
                  <a:pt x="1149525" y="437388"/>
                </a:lnTo>
                <a:lnTo>
                  <a:pt x="1168460" y="436274"/>
                </a:lnTo>
                <a:lnTo>
                  <a:pt x="1187387" y="435064"/>
                </a:lnTo>
                <a:lnTo>
                  <a:pt x="1206303" y="433740"/>
                </a:lnTo>
                <a:lnTo>
                  <a:pt x="1225220" y="432283"/>
                </a:lnTo>
                <a:lnTo>
                  <a:pt x="1244117" y="430692"/>
                </a:lnTo>
                <a:lnTo>
                  <a:pt x="1263005" y="428930"/>
                </a:lnTo>
                <a:lnTo>
                  <a:pt x="1281875" y="426968"/>
                </a:lnTo>
                <a:lnTo>
                  <a:pt x="1300715" y="424777"/>
                </a:lnTo>
                <a:lnTo>
                  <a:pt x="1319508" y="422272"/>
                </a:lnTo>
                <a:lnTo>
                  <a:pt x="1338253" y="419357"/>
                </a:lnTo>
                <a:lnTo>
                  <a:pt x="1356903" y="415881"/>
                </a:lnTo>
                <a:lnTo>
                  <a:pt x="1375343" y="411470"/>
                </a:lnTo>
                <a:lnTo>
                  <a:pt x="1393203" y="405165"/>
                </a:lnTo>
                <a:lnTo>
                  <a:pt x="1405538" y="391944"/>
                </a:lnTo>
                <a:lnTo>
                  <a:pt x="1413901" y="374923"/>
                </a:lnTo>
                <a:lnTo>
                  <a:pt x="1422254" y="357892"/>
                </a:lnTo>
                <a:lnTo>
                  <a:pt x="1430617" y="340871"/>
                </a:lnTo>
                <a:lnTo>
                  <a:pt x="1438970" y="323840"/>
                </a:lnTo>
                <a:lnTo>
                  <a:pt x="1447324" y="306810"/>
                </a:lnTo>
                <a:lnTo>
                  <a:pt x="1455687" y="289789"/>
                </a:lnTo>
                <a:lnTo>
                  <a:pt x="1464040" y="272758"/>
                </a:lnTo>
                <a:lnTo>
                  <a:pt x="1472394" y="255727"/>
                </a:lnTo>
                <a:lnTo>
                  <a:pt x="1480757" y="238706"/>
                </a:lnTo>
                <a:lnTo>
                  <a:pt x="1489110" y="221675"/>
                </a:lnTo>
                <a:lnTo>
                  <a:pt x="1497473" y="204654"/>
                </a:lnTo>
                <a:lnTo>
                  <a:pt x="1505826" y="187623"/>
                </a:lnTo>
                <a:lnTo>
                  <a:pt x="1514180" y="170593"/>
                </a:lnTo>
                <a:lnTo>
                  <a:pt x="1522543" y="153572"/>
                </a:lnTo>
                <a:lnTo>
                  <a:pt x="1530896" y="136541"/>
                </a:lnTo>
                <a:lnTo>
                  <a:pt x="1539259" y="119510"/>
                </a:lnTo>
                <a:lnTo>
                  <a:pt x="1547612" y="102489"/>
                </a:lnTo>
                <a:lnTo>
                  <a:pt x="1555966" y="85458"/>
                </a:lnTo>
                <a:lnTo>
                  <a:pt x="1564329" y="68428"/>
                </a:lnTo>
                <a:lnTo>
                  <a:pt x="1572682" y="51406"/>
                </a:lnTo>
                <a:lnTo>
                  <a:pt x="1581045" y="34376"/>
                </a:lnTo>
                <a:lnTo>
                  <a:pt x="1589399" y="17355"/>
                </a:lnTo>
                <a:lnTo>
                  <a:pt x="1597752" y="324"/>
                </a:lnTo>
                <a:lnTo>
                  <a:pt x="1583903" y="10858"/>
                </a:lnTo>
                <a:lnTo>
                  <a:pt x="1565691" y="16116"/>
                </a:lnTo>
                <a:lnTo>
                  <a:pt x="1547108" y="19898"/>
                </a:lnTo>
                <a:lnTo>
                  <a:pt x="1528382" y="22946"/>
                </a:lnTo>
                <a:lnTo>
                  <a:pt x="1509589" y="25517"/>
                </a:lnTo>
                <a:lnTo>
                  <a:pt x="1490758" y="27756"/>
                </a:lnTo>
                <a:lnTo>
                  <a:pt x="1471898" y="29756"/>
                </a:lnTo>
                <a:lnTo>
                  <a:pt x="1453010" y="31547"/>
                </a:lnTo>
                <a:lnTo>
                  <a:pt x="1434113" y="33176"/>
                </a:lnTo>
                <a:lnTo>
                  <a:pt x="1415205" y="34671"/>
                </a:lnTo>
                <a:lnTo>
                  <a:pt x="1396289" y="36043"/>
                </a:lnTo>
                <a:lnTo>
                  <a:pt x="1377363" y="37319"/>
                </a:lnTo>
                <a:lnTo>
                  <a:pt x="1358436" y="38510"/>
                </a:lnTo>
                <a:lnTo>
                  <a:pt x="1339501" y="39605"/>
                </a:lnTo>
                <a:lnTo>
                  <a:pt x="1320565" y="40634"/>
                </a:lnTo>
                <a:lnTo>
                  <a:pt x="1301620" y="41596"/>
                </a:lnTo>
                <a:lnTo>
                  <a:pt x="1282675" y="42491"/>
                </a:lnTo>
                <a:lnTo>
                  <a:pt x="1263720" y="43339"/>
                </a:lnTo>
                <a:lnTo>
                  <a:pt x="1244775" y="44129"/>
                </a:lnTo>
                <a:lnTo>
                  <a:pt x="1225820" y="44872"/>
                </a:lnTo>
                <a:lnTo>
                  <a:pt x="1206865" y="45568"/>
                </a:lnTo>
                <a:lnTo>
                  <a:pt x="1187910" y="46215"/>
                </a:lnTo>
                <a:lnTo>
                  <a:pt x="1168946" y="46815"/>
                </a:lnTo>
                <a:lnTo>
                  <a:pt x="1149991" y="47387"/>
                </a:lnTo>
                <a:lnTo>
                  <a:pt x="1131027" y="47920"/>
                </a:lnTo>
                <a:lnTo>
                  <a:pt x="1112072" y="48416"/>
                </a:lnTo>
                <a:lnTo>
                  <a:pt x="1093108" y="48873"/>
                </a:lnTo>
                <a:lnTo>
                  <a:pt x="1074144" y="49282"/>
                </a:lnTo>
                <a:lnTo>
                  <a:pt x="1055180" y="49682"/>
                </a:lnTo>
                <a:lnTo>
                  <a:pt x="1036215" y="50035"/>
                </a:lnTo>
                <a:lnTo>
                  <a:pt x="1017251" y="50378"/>
                </a:lnTo>
                <a:lnTo>
                  <a:pt x="998287" y="50663"/>
                </a:lnTo>
                <a:lnTo>
                  <a:pt x="979322" y="50940"/>
                </a:lnTo>
                <a:lnTo>
                  <a:pt x="960358" y="51178"/>
                </a:lnTo>
                <a:lnTo>
                  <a:pt x="941394" y="51397"/>
                </a:lnTo>
                <a:lnTo>
                  <a:pt x="922420" y="51578"/>
                </a:lnTo>
                <a:lnTo>
                  <a:pt x="903456" y="51740"/>
                </a:lnTo>
                <a:lnTo>
                  <a:pt x="884492" y="51873"/>
                </a:lnTo>
                <a:lnTo>
                  <a:pt x="865527" y="51978"/>
                </a:lnTo>
                <a:lnTo>
                  <a:pt x="846553" y="52054"/>
                </a:lnTo>
                <a:lnTo>
                  <a:pt x="827589" y="52111"/>
                </a:lnTo>
                <a:lnTo>
                  <a:pt x="808625" y="52140"/>
                </a:lnTo>
                <a:lnTo>
                  <a:pt x="789651" y="52140"/>
                </a:lnTo>
                <a:lnTo>
                  <a:pt x="770687" y="52111"/>
                </a:lnTo>
                <a:lnTo>
                  <a:pt x="751723" y="52054"/>
                </a:lnTo>
                <a:lnTo>
                  <a:pt x="732749" y="51978"/>
                </a:lnTo>
                <a:lnTo>
                  <a:pt x="713784" y="51873"/>
                </a:lnTo>
                <a:lnTo>
                  <a:pt x="694820" y="51749"/>
                </a:lnTo>
                <a:lnTo>
                  <a:pt x="675846" y="51587"/>
                </a:lnTo>
                <a:lnTo>
                  <a:pt x="656882" y="51406"/>
                </a:lnTo>
                <a:lnTo>
                  <a:pt x="637918" y="51187"/>
                </a:lnTo>
                <a:lnTo>
                  <a:pt x="618954" y="50949"/>
                </a:lnTo>
                <a:lnTo>
                  <a:pt x="599989" y="50673"/>
                </a:lnTo>
                <a:lnTo>
                  <a:pt x="581025" y="50378"/>
                </a:lnTo>
                <a:lnTo>
                  <a:pt x="562061" y="50044"/>
                </a:lnTo>
                <a:lnTo>
                  <a:pt x="543096" y="49692"/>
                </a:lnTo>
                <a:lnTo>
                  <a:pt x="524132" y="49292"/>
                </a:lnTo>
                <a:lnTo>
                  <a:pt x="505168" y="48882"/>
                </a:lnTo>
                <a:lnTo>
                  <a:pt x="486204" y="48406"/>
                </a:lnTo>
                <a:lnTo>
                  <a:pt x="467239" y="47930"/>
                </a:lnTo>
                <a:lnTo>
                  <a:pt x="448285" y="47396"/>
                </a:lnTo>
                <a:lnTo>
                  <a:pt x="429320" y="46834"/>
                </a:lnTo>
                <a:lnTo>
                  <a:pt x="410366" y="46225"/>
                </a:lnTo>
                <a:lnTo>
                  <a:pt x="391411" y="45577"/>
                </a:lnTo>
                <a:lnTo>
                  <a:pt x="372456" y="44882"/>
                </a:lnTo>
                <a:lnTo>
                  <a:pt x="353501" y="44148"/>
                </a:lnTo>
                <a:lnTo>
                  <a:pt x="334547" y="43358"/>
                </a:lnTo>
                <a:lnTo>
                  <a:pt x="315601" y="42510"/>
                </a:lnTo>
                <a:lnTo>
                  <a:pt x="296656" y="41615"/>
                </a:lnTo>
                <a:lnTo>
                  <a:pt x="277711" y="40653"/>
                </a:lnTo>
                <a:lnTo>
                  <a:pt x="258775" y="39624"/>
                </a:lnTo>
                <a:lnTo>
                  <a:pt x="239840" y="38529"/>
                </a:lnTo>
                <a:lnTo>
                  <a:pt x="220904" y="37348"/>
                </a:lnTo>
                <a:lnTo>
                  <a:pt x="201987" y="36071"/>
                </a:lnTo>
                <a:lnTo>
                  <a:pt x="183061" y="34700"/>
                </a:lnTo>
                <a:lnTo>
                  <a:pt x="164154" y="33204"/>
                </a:lnTo>
                <a:lnTo>
                  <a:pt x="145256" y="31575"/>
                </a:lnTo>
                <a:lnTo>
                  <a:pt x="126378" y="29785"/>
                </a:lnTo>
                <a:lnTo>
                  <a:pt x="107509" y="27794"/>
                </a:lnTo>
                <a:lnTo>
                  <a:pt x="88678" y="25565"/>
                </a:lnTo>
                <a:lnTo>
                  <a:pt x="69885" y="22993"/>
                </a:lnTo>
                <a:lnTo>
                  <a:pt x="51159" y="19964"/>
                </a:lnTo>
                <a:lnTo>
                  <a:pt x="32576" y="16202"/>
                </a:lnTo>
                <a:lnTo>
                  <a:pt x="14354" y="1098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1" name="simple-step-cap-4">
            <a:extLst xmlns:a="http://schemas.openxmlformats.org/drawingml/2006/main">
              <a:ext uri="{FF2B5EF4-FFF2-40B4-BE49-F238E27FC236}">
                <a16:creationId xmlns:a16="http://schemas.microsoft.com/office/drawing/2014/main" id="{1AD81D07-4FBD-4343-BA77-BADD9DE4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7014" y="4551807"/>
            <a:ext cx="1597971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2" name="simple-step-body-5">
            <a:extLst xmlns:a="http://schemas.openxmlformats.org/drawingml/2006/main">
              <a:ext uri="{FF2B5EF4-FFF2-40B4-BE49-F238E27FC236}">
                <a16:creationId xmlns:a16="http://schemas.microsoft.com/office/drawing/2014/main" id="{A0B2A13F-A3C6-498E-B760-9F78BC6E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137118"/>
            <a:ext cx="1209018" cy="446189"/>
          </a:xfrm>
          <a:custGeom xmlns:a="http://schemas.openxmlformats.org/drawingml/2006/main">
            <a:pathLst>
              <a:path w="1209018" h="446189">
                <a:moveTo>
                  <a:pt x="0" y="0"/>
                </a:moveTo>
                <a:lnTo>
                  <a:pt x="8115" y="17145"/>
                </a:lnTo>
                <a:lnTo>
                  <a:pt x="16231" y="34300"/>
                </a:lnTo>
                <a:lnTo>
                  <a:pt x="24346" y="51445"/>
                </a:lnTo>
                <a:lnTo>
                  <a:pt x="32461" y="68590"/>
                </a:lnTo>
                <a:lnTo>
                  <a:pt x="40577" y="85744"/>
                </a:lnTo>
                <a:lnTo>
                  <a:pt x="48692" y="102889"/>
                </a:lnTo>
                <a:lnTo>
                  <a:pt x="56817" y="120034"/>
                </a:lnTo>
                <a:lnTo>
                  <a:pt x="64932" y="137189"/>
                </a:lnTo>
                <a:lnTo>
                  <a:pt x="73047" y="154334"/>
                </a:lnTo>
                <a:lnTo>
                  <a:pt x="81163" y="171479"/>
                </a:lnTo>
                <a:lnTo>
                  <a:pt x="89278" y="188633"/>
                </a:lnTo>
                <a:lnTo>
                  <a:pt x="97393" y="205778"/>
                </a:lnTo>
                <a:lnTo>
                  <a:pt x="105508" y="222923"/>
                </a:lnTo>
                <a:lnTo>
                  <a:pt x="113624" y="240078"/>
                </a:lnTo>
                <a:lnTo>
                  <a:pt x="121739" y="257223"/>
                </a:lnTo>
                <a:lnTo>
                  <a:pt x="129854" y="274368"/>
                </a:lnTo>
                <a:lnTo>
                  <a:pt x="137970" y="291522"/>
                </a:lnTo>
                <a:lnTo>
                  <a:pt x="146085" y="308667"/>
                </a:lnTo>
                <a:lnTo>
                  <a:pt x="154200" y="325812"/>
                </a:lnTo>
                <a:lnTo>
                  <a:pt x="162325" y="342967"/>
                </a:lnTo>
                <a:lnTo>
                  <a:pt x="170440" y="360112"/>
                </a:lnTo>
                <a:lnTo>
                  <a:pt x="178556" y="377257"/>
                </a:lnTo>
                <a:lnTo>
                  <a:pt x="186509" y="394449"/>
                </a:lnTo>
                <a:lnTo>
                  <a:pt x="198749" y="407899"/>
                </a:lnTo>
                <a:lnTo>
                  <a:pt x="216313" y="414995"/>
                </a:lnTo>
                <a:lnTo>
                  <a:pt x="234610" y="419995"/>
                </a:lnTo>
                <a:lnTo>
                  <a:pt x="253174" y="423910"/>
                </a:lnTo>
                <a:lnTo>
                  <a:pt x="271863" y="427139"/>
                </a:lnTo>
                <a:lnTo>
                  <a:pt x="290636" y="429882"/>
                </a:lnTo>
                <a:lnTo>
                  <a:pt x="309458" y="432245"/>
                </a:lnTo>
                <a:lnTo>
                  <a:pt x="328317" y="434311"/>
                </a:lnTo>
                <a:lnTo>
                  <a:pt x="347205" y="436131"/>
                </a:lnTo>
                <a:lnTo>
                  <a:pt x="366112" y="437740"/>
                </a:lnTo>
                <a:lnTo>
                  <a:pt x="385029" y="439160"/>
                </a:lnTo>
                <a:lnTo>
                  <a:pt x="403955" y="440407"/>
                </a:lnTo>
                <a:lnTo>
                  <a:pt x="422891" y="441512"/>
                </a:lnTo>
                <a:lnTo>
                  <a:pt x="441846" y="442484"/>
                </a:lnTo>
                <a:lnTo>
                  <a:pt x="460800" y="443332"/>
                </a:lnTo>
                <a:lnTo>
                  <a:pt x="479755" y="444046"/>
                </a:lnTo>
                <a:lnTo>
                  <a:pt x="498719" y="444665"/>
                </a:lnTo>
                <a:lnTo>
                  <a:pt x="517684" y="445170"/>
                </a:lnTo>
                <a:lnTo>
                  <a:pt x="536648" y="445570"/>
                </a:lnTo>
                <a:lnTo>
                  <a:pt x="555622" y="445865"/>
                </a:lnTo>
                <a:lnTo>
                  <a:pt x="574586" y="446065"/>
                </a:lnTo>
                <a:lnTo>
                  <a:pt x="593560" y="446180"/>
                </a:lnTo>
                <a:lnTo>
                  <a:pt x="612534" y="446189"/>
                </a:lnTo>
                <a:lnTo>
                  <a:pt x="631508" y="446103"/>
                </a:lnTo>
                <a:lnTo>
                  <a:pt x="650472" y="445932"/>
                </a:lnTo>
                <a:lnTo>
                  <a:pt x="669446" y="445656"/>
                </a:lnTo>
                <a:lnTo>
                  <a:pt x="688410" y="445284"/>
                </a:lnTo>
                <a:lnTo>
                  <a:pt x="707374" y="444808"/>
                </a:lnTo>
                <a:lnTo>
                  <a:pt x="726338" y="444217"/>
                </a:lnTo>
                <a:lnTo>
                  <a:pt x="745303" y="443532"/>
                </a:lnTo>
                <a:lnTo>
                  <a:pt x="764257" y="442722"/>
                </a:lnTo>
                <a:lnTo>
                  <a:pt x="783203" y="441789"/>
                </a:lnTo>
                <a:lnTo>
                  <a:pt x="802148" y="440722"/>
                </a:lnTo>
                <a:lnTo>
                  <a:pt x="821074" y="439512"/>
                </a:lnTo>
                <a:lnTo>
                  <a:pt x="840000" y="438140"/>
                </a:lnTo>
                <a:lnTo>
                  <a:pt x="858907" y="436578"/>
                </a:lnTo>
                <a:lnTo>
                  <a:pt x="877795" y="434826"/>
                </a:lnTo>
                <a:lnTo>
                  <a:pt x="896664" y="432826"/>
                </a:lnTo>
                <a:lnTo>
                  <a:pt x="915495" y="430549"/>
                </a:lnTo>
                <a:lnTo>
                  <a:pt x="934288" y="427920"/>
                </a:lnTo>
                <a:lnTo>
                  <a:pt x="953005" y="424834"/>
                </a:lnTo>
                <a:lnTo>
                  <a:pt x="971607" y="421129"/>
                </a:lnTo>
                <a:lnTo>
                  <a:pt x="990000" y="416481"/>
                </a:lnTo>
                <a:lnTo>
                  <a:pt x="1007859" y="410137"/>
                </a:lnTo>
                <a:lnTo>
                  <a:pt x="1023090" y="399231"/>
                </a:lnTo>
                <a:lnTo>
                  <a:pt x="1030462" y="381876"/>
                </a:lnTo>
                <a:lnTo>
                  <a:pt x="1038577" y="364731"/>
                </a:lnTo>
                <a:lnTo>
                  <a:pt x="1046693" y="347577"/>
                </a:lnTo>
                <a:lnTo>
                  <a:pt x="1054808" y="330432"/>
                </a:lnTo>
                <a:lnTo>
                  <a:pt x="1062923" y="313287"/>
                </a:lnTo>
                <a:lnTo>
                  <a:pt x="1071039" y="296132"/>
                </a:lnTo>
                <a:lnTo>
                  <a:pt x="1079154" y="278987"/>
                </a:lnTo>
                <a:lnTo>
                  <a:pt x="1087269" y="261842"/>
                </a:lnTo>
                <a:lnTo>
                  <a:pt x="1095394" y="244688"/>
                </a:lnTo>
                <a:lnTo>
                  <a:pt x="1103509" y="227543"/>
                </a:lnTo>
                <a:lnTo>
                  <a:pt x="1111625" y="210398"/>
                </a:lnTo>
                <a:lnTo>
                  <a:pt x="1119740" y="193243"/>
                </a:lnTo>
                <a:lnTo>
                  <a:pt x="1127855" y="176098"/>
                </a:lnTo>
                <a:lnTo>
                  <a:pt x="1135971" y="158953"/>
                </a:lnTo>
                <a:lnTo>
                  <a:pt x="1144086" y="141799"/>
                </a:lnTo>
                <a:lnTo>
                  <a:pt x="1152201" y="124654"/>
                </a:lnTo>
                <a:lnTo>
                  <a:pt x="1160316" y="107509"/>
                </a:lnTo>
                <a:lnTo>
                  <a:pt x="1168432" y="90354"/>
                </a:lnTo>
                <a:lnTo>
                  <a:pt x="1176547" y="73209"/>
                </a:lnTo>
                <a:lnTo>
                  <a:pt x="1184662" y="56064"/>
                </a:lnTo>
                <a:lnTo>
                  <a:pt x="1192787" y="38910"/>
                </a:lnTo>
                <a:lnTo>
                  <a:pt x="1200902" y="21765"/>
                </a:lnTo>
                <a:lnTo>
                  <a:pt x="1209018" y="4620"/>
                </a:lnTo>
                <a:lnTo>
                  <a:pt x="1202407" y="9916"/>
                </a:lnTo>
                <a:lnTo>
                  <a:pt x="1184739" y="16735"/>
                </a:lnTo>
                <a:lnTo>
                  <a:pt x="1166336" y="21336"/>
                </a:lnTo>
                <a:lnTo>
                  <a:pt x="1147715" y="24927"/>
                </a:lnTo>
                <a:lnTo>
                  <a:pt x="1128979" y="27908"/>
                </a:lnTo>
                <a:lnTo>
                  <a:pt x="1110177" y="30461"/>
                </a:lnTo>
                <a:lnTo>
                  <a:pt x="1091336" y="32709"/>
                </a:lnTo>
                <a:lnTo>
                  <a:pt x="1072477" y="34700"/>
                </a:lnTo>
                <a:lnTo>
                  <a:pt x="1053589" y="36490"/>
                </a:lnTo>
                <a:lnTo>
                  <a:pt x="1034682" y="38100"/>
                </a:lnTo>
                <a:lnTo>
                  <a:pt x="1015765" y="39576"/>
                </a:lnTo>
                <a:lnTo>
                  <a:pt x="996848" y="40919"/>
                </a:lnTo>
                <a:lnTo>
                  <a:pt x="977913" y="42148"/>
                </a:lnTo>
                <a:lnTo>
                  <a:pt x="958977" y="43272"/>
                </a:lnTo>
                <a:lnTo>
                  <a:pt x="940032" y="44310"/>
                </a:lnTo>
                <a:lnTo>
                  <a:pt x="921087" y="45263"/>
                </a:lnTo>
                <a:lnTo>
                  <a:pt x="902132" y="46139"/>
                </a:lnTo>
                <a:lnTo>
                  <a:pt x="883177" y="46939"/>
                </a:lnTo>
                <a:lnTo>
                  <a:pt x="864222" y="47663"/>
                </a:lnTo>
                <a:lnTo>
                  <a:pt x="845258" y="48330"/>
                </a:lnTo>
                <a:lnTo>
                  <a:pt x="826294" y="48939"/>
                </a:lnTo>
                <a:lnTo>
                  <a:pt x="807329" y="49482"/>
                </a:lnTo>
                <a:lnTo>
                  <a:pt x="788365" y="49978"/>
                </a:lnTo>
                <a:lnTo>
                  <a:pt x="769401" y="50416"/>
                </a:lnTo>
                <a:lnTo>
                  <a:pt x="750437" y="50797"/>
                </a:lnTo>
                <a:lnTo>
                  <a:pt x="731463" y="51130"/>
                </a:lnTo>
                <a:lnTo>
                  <a:pt x="712499" y="51416"/>
                </a:lnTo>
                <a:lnTo>
                  <a:pt x="693525" y="51654"/>
                </a:lnTo>
                <a:lnTo>
                  <a:pt x="674551" y="51835"/>
                </a:lnTo>
                <a:lnTo>
                  <a:pt x="655587" y="51978"/>
                </a:lnTo>
                <a:lnTo>
                  <a:pt x="636613" y="52083"/>
                </a:lnTo>
                <a:lnTo>
                  <a:pt x="617639" y="52130"/>
                </a:lnTo>
                <a:lnTo>
                  <a:pt x="598665" y="52140"/>
                </a:lnTo>
                <a:lnTo>
                  <a:pt x="579692" y="52102"/>
                </a:lnTo>
                <a:lnTo>
                  <a:pt x="560727" y="52007"/>
                </a:lnTo>
                <a:lnTo>
                  <a:pt x="541753" y="51883"/>
                </a:lnTo>
                <a:lnTo>
                  <a:pt x="522780" y="51711"/>
                </a:lnTo>
                <a:lnTo>
                  <a:pt x="503815" y="51473"/>
                </a:lnTo>
                <a:lnTo>
                  <a:pt x="484842" y="51206"/>
                </a:lnTo>
                <a:lnTo>
                  <a:pt x="465877" y="50892"/>
                </a:lnTo>
                <a:lnTo>
                  <a:pt x="446903" y="50521"/>
                </a:lnTo>
                <a:lnTo>
                  <a:pt x="427939" y="50102"/>
                </a:lnTo>
                <a:lnTo>
                  <a:pt x="408975" y="49625"/>
                </a:lnTo>
                <a:lnTo>
                  <a:pt x="390011" y="49092"/>
                </a:lnTo>
                <a:lnTo>
                  <a:pt x="371046" y="48501"/>
                </a:lnTo>
                <a:lnTo>
                  <a:pt x="352082" y="47854"/>
                </a:lnTo>
                <a:lnTo>
                  <a:pt x="333127" y="47139"/>
                </a:lnTo>
                <a:lnTo>
                  <a:pt x="314173" y="46358"/>
                </a:lnTo>
                <a:lnTo>
                  <a:pt x="295218" y="45510"/>
                </a:lnTo>
                <a:lnTo>
                  <a:pt x="276273" y="44577"/>
                </a:lnTo>
                <a:lnTo>
                  <a:pt x="257327" y="43567"/>
                </a:lnTo>
                <a:lnTo>
                  <a:pt x="238382" y="42462"/>
                </a:lnTo>
                <a:lnTo>
                  <a:pt x="219446" y="41262"/>
                </a:lnTo>
                <a:lnTo>
                  <a:pt x="200520" y="39948"/>
                </a:lnTo>
                <a:lnTo>
                  <a:pt x="181604" y="38510"/>
                </a:lnTo>
                <a:lnTo>
                  <a:pt x="162697" y="36938"/>
                </a:lnTo>
                <a:lnTo>
                  <a:pt x="143808" y="35195"/>
                </a:lnTo>
                <a:lnTo>
                  <a:pt x="124939" y="33261"/>
                </a:lnTo>
                <a:lnTo>
                  <a:pt x="106089" y="31090"/>
                </a:lnTo>
                <a:lnTo>
                  <a:pt x="87278" y="28632"/>
                </a:lnTo>
                <a:lnTo>
                  <a:pt x="68523" y="25784"/>
                </a:lnTo>
                <a:lnTo>
                  <a:pt x="49863" y="22374"/>
                </a:lnTo>
                <a:lnTo>
                  <a:pt x="31375" y="18107"/>
                </a:lnTo>
                <a:lnTo>
                  <a:pt x="13392" y="1212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BB9E0"/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simple-step-cap-5">
            <a:extLst xmlns:a="http://schemas.openxmlformats.org/drawingml/2006/main">
              <a:ext uri="{FF2B5EF4-FFF2-40B4-BE49-F238E27FC236}">
                <a16:creationId xmlns:a16="http://schemas.microsoft.com/office/drawing/2014/main" id="{E5451B2B-6412-4E44-A1DC-040B11A6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90401" y="5062985"/>
            <a:ext cx="1211199" cy="14833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B9E0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4" name="simple-flow-arrow">
            <a:extLst xmlns:a="http://schemas.openxmlformats.org/drawingml/2006/main">
              <a:ext uri="{FF2B5EF4-FFF2-40B4-BE49-F238E27FC236}">
                <a16:creationId xmlns:a16="http://schemas.microsoft.com/office/drawing/2014/main" id="{4ADDDD57-92AB-44CC-8B7B-EC10034A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9695" y="2543175"/>
            <a:ext cx="1832610" cy="3087434"/>
          </a:xfrm>
          <a:custGeom xmlns:a="http://schemas.openxmlformats.org/drawingml/2006/main">
            <a:pathLst>
              <a:path w="1832610" h="3087434">
                <a:moveTo>
                  <a:pt x="0" y="0"/>
                </a:moveTo>
                <a:lnTo>
                  <a:pt x="171" y="38633"/>
                </a:lnTo>
                <a:lnTo>
                  <a:pt x="12097" y="75419"/>
                </a:lnTo>
                <a:lnTo>
                  <a:pt x="24013" y="112205"/>
                </a:lnTo>
                <a:lnTo>
                  <a:pt x="35928" y="148981"/>
                </a:lnTo>
                <a:lnTo>
                  <a:pt x="47844" y="185766"/>
                </a:lnTo>
                <a:lnTo>
                  <a:pt x="59760" y="222542"/>
                </a:lnTo>
                <a:lnTo>
                  <a:pt x="71685" y="259328"/>
                </a:lnTo>
                <a:lnTo>
                  <a:pt x="83601" y="296113"/>
                </a:lnTo>
                <a:lnTo>
                  <a:pt x="95517" y="332889"/>
                </a:lnTo>
                <a:lnTo>
                  <a:pt x="107432" y="369675"/>
                </a:lnTo>
                <a:lnTo>
                  <a:pt x="119358" y="406451"/>
                </a:lnTo>
                <a:lnTo>
                  <a:pt x="131274" y="443236"/>
                </a:lnTo>
                <a:lnTo>
                  <a:pt x="143189" y="480022"/>
                </a:lnTo>
                <a:lnTo>
                  <a:pt x="154267" y="517046"/>
                </a:lnTo>
                <a:lnTo>
                  <a:pt x="164040" y="554450"/>
                </a:lnTo>
                <a:lnTo>
                  <a:pt x="173241" y="592007"/>
                </a:lnTo>
                <a:lnTo>
                  <a:pt x="182442" y="629564"/>
                </a:lnTo>
                <a:lnTo>
                  <a:pt x="191643" y="667112"/>
                </a:lnTo>
                <a:lnTo>
                  <a:pt x="200844" y="704669"/>
                </a:lnTo>
                <a:lnTo>
                  <a:pt x="210036" y="742226"/>
                </a:lnTo>
                <a:lnTo>
                  <a:pt x="219237" y="779774"/>
                </a:lnTo>
                <a:lnTo>
                  <a:pt x="228438" y="817331"/>
                </a:lnTo>
                <a:lnTo>
                  <a:pt x="237639" y="854888"/>
                </a:lnTo>
                <a:lnTo>
                  <a:pt x="246840" y="892435"/>
                </a:lnTo>
                <a:lnTo>
                  <a:pt x="256042" y="929992"/>
                </a:lnTo>
                <a:lnTo>
                  <a:pt x="265233" y="967550"/>
                </a:lnTo>
                <a:lnTo>
                  <a:pt x="274434" y="1005097"/>
                </a:lnTo>
                <a:lnTo>
                  <a:pt x="283264" y="1042740"/>
                </a:lnTo>
                <a:lnTo>
                  <a:pt x="291827" y="1080449"/>
                </a:lnTo>
                <a:lnTo>
                  <a:pt x="300209" y="1118187"/>
                </a:lnTo>
                <a:lnTo>
                  <a:pt x="308600" y="1155935"/>
                </a:lnTo>
                <a:lnTo>
                  <a:pt x="316992" y="1193673"/>
                </a:lnTo>
                <a:lnTo>
                  <a:pt x="325384" y="1231421"/>
                </a:lnTo>
                <a:lnTo>
                  <a:pt x="333775" y="1269159"/>
                </a:lnTo>
                <a:lnTo>
                  <a:pt x="342167" y="1306906"/>
                </a:lnTo>
                <a:lnTo>
                  <a:pt x="350558" y="1344644"/>
                </a:lnTo>
                <a:lnTo>
                  <a:pt x="358950" y="1382392"/>
                </a:lnTo>
                <a:lnTo>
                  <a:pt x="367341" y="1420130"/>
                </a:lnTo>
                <a:lnTo>
                  <a:pt x="375733" y="1457877"/>
                </a:lnTo>
                <a:lnTo>
                  <a:pt x="384124" y="1495625"/>
                </a:lnTo>
                <a:lnTo>
                  <a:pt x="392459" y="1533373"/>
                </a:lnTo>
                <a:lnTo>
                  <a:pt x="400622" y="1571168"/>
                </a:lnTo>
                <a:lnTo>
                  <a:pt x="408527" y="1609011"/>
                </a:lnTo>
                <a:lnTo>
                  <a:pt x="416443" y="1646863"/>
                </a:lnTo>
                <a:lnTo>
                  <a:pt x="424348" y="1684706"/>
                </a:lnTo>
                <a:lnTo>
                  <a:pt x="432254" y="1722558"/>
                </a:lnTo>
                <a:lnTo>
                  <a:pt x="440160" y="1760401"/>
                </a:lnTo>
                <a:lnTo>
                  <a:pt x="448075" y="1798253"/>
                </a:lnTo>
                <a:lnTo>
                  <a:pt x="455981" y="1836096"/>
                </a:lnTo>
                <a:lnTo>
                  <a:pt x="463887" y="1873939"/>
                </a:lnTo>
                <a:lnTo>
                  <a:pt x="471792" y="1911791"/>
                </a:lnTo>
                <a:lnTo>
                  <a:pt x="479708" y="1949634"/>
                </a:lnTo>
                <a:lnTo>
                  <a:pt x="487613" y="1987487"/>
                </a:lnTo>
                <a:lnTo>
                  <a:pt x="495519" y="2025329"/>
                </a:lnTo>
                <a:lnTo>
                  <a:pt x="503301" y="2063201"/>
                </a:lnTo>
                <a:lnTo>
                  <a:pt x="510959" y="2101101"/>
                </a:lnTo>
                <a:lnTo>
                  <a:pt x="518541" y="2139020"/>
                </a:lnTo>
                <a:lnTo>
                  <a:pt x="526132" y="2176929"/>
                </a:lnTo>
                <a:lnTo>
                  <a:pt x="533714" y="2214839"/>
                </a:lnTo>
                <a:lnTo>
                  <a:pt x="541306" y="2252758"/>
                </a:lnTo>
                <a:lnTo>
                  <a:pt x="548888" y="2290667"/>
                </a:lnTo>
                <a:lnTo>
                  <a:pt x="556479" y="2328577"/>
                </a:lnTo>
                <a:lnTo>
                  <a:pt x="564061" y="2366496"/>
                </a:lnTo>
                <a:lnTo>
                  <a:pt x="571652" y="2404405"/>
                </a:lnTo>
                <a:lnTo>
                  <a:pt x="579234" y="2442315"/>
                </a:lnTo>
                <a:lnTo>
                  <a:pt x="582273" y="2476500"/>
                </a:lnTo>
                <a:lnTo>
                  <a:pt x="543601" y="2476500"/>
                </a:lnTo>
                <a:lnTo>
                  <a:pt x="504939" y="2476500"/>
                </a:lnTo>
                <a:lnTo>
                  <a:pt x="466277" y="2476500"/>
                </a:lnTo>
                <a:lnTo>
                  <a:pt x="427615" y="2476500"/>
                </a:lnTo>
                <a:lnTo>
                  <a:pt x="388944" y="2476500"/>
                </a:lnTo>
                <a:lnTo>
                  <a:pt x="350282" y="2476500"/>
                </a:lnTo>
                <a:lnTo>
                  <a:pt x="311620" y="2476500"/>
                </a:lnTo>
                <a:lnTo>
                  <a:pt x="303486" y="2489054"/>
                </a:lnTo>
                <a:lnTo>
                  <a:pt x="330965" y="2516248"/>
                </a:lnTo>
                <a:lnTo>
                  <a:pt x="358445" y="2543451"/>
                </a:lnTo>
                <a:lnTo>
                  <a:pt x="385924" y="2570655"/>
                </a:lnTo>
                <a:lnTo>
                  <a:pt x="413404" y="2597849"/>
                </a:lnTo>
                <a:lnTo>
                  <a:pt x="440884" y="2625052"/>
                </a:lnTo>
                <a:lnTo>
                  <a:pt x="468363" y="2652246"/>
                </a:lnTo>
                <a:lnTo>
                  <a:pt x="495843" y="2679449"/>
                </a:lnTo>
                <a:lnTo>
                  <a:pt x="523323" y="2706643"/>
                </a:lnTo>
                <a:lnTo>
                  <a:pt x="550802" y="2733846"/>
                </a:lnTo>
                <a:lnTo>
                  <a:pt x="578282" y="2761050"/>
                </a:lnTo>
                <a:lnTo>
                  <a:pt x="605761" y="2788244"/>
                </a:lnTo>
                <a:lnTo>
                  <a:pt x="633241" y="2815447"/>
                </a:lnTo>
                <a:lnTo>
                  <a:pt x="660721" y="2842641"/>
                </a:lnTo>
                <a:lnTo>
                  <a:pt x="688200" y="2869844"/>
                </a:lnTo>
                <a:lnTo>
                  <a:pt x="715680" y="2897038"/>
                </a:lnTo>
                <a:lnTo>
                  <a:pt x="743160" y="2924242"/>
                </a:lnTo>
                <a:lnTo>
                  <a:pt x="770639" y="2951445"/>
                </a:lnTo>
                <a:lnTo>
                  <a:pt x="798119" y="2978639"/>
                </a:lnTo>
                <a:lnTo>
                  <a:pt x="825598" y="3005842"/>
                </a:lnTo>
                <a:lnTo>
                  <a:pt x="853078" y="3033036"/>
                </a:lnTo>
                <a:lnTo>
                  <a:pt x="880558" y="3060240"/>
                </a:lnTo>
                <a:lnTo>
                  <a:pt x="908037" y="3087434"/>
                </a:lnTo>
                <a:lnTo>
                  <a:pt x="935517" y="3076613"/>
                </a:lnTo>
                <a:lnTo>
                  <a:pt x="962997" y="3049410"/>
                </a:lnTo>
                <a:lnTo>
                  <a:pt x="990476" y="3022216"/>
                </a:lnTo>
                <a:lnTo>
                  <a:pt x="1017956" y="2995012"/>
                </a:lnTo>
                <a:lnTo>
                  <a:pt x="1045435" y="2967819"/>
                </a:lnTo>
                <a:lnTo>
                  <a:pt x="1072915" y="2940615"/>
                </a:lnTo>
                <a:lnTo>
                  <a:pt x="1100395" y="2913421"/>
                </a:lnTo>
                <a:lnTo>
                  <a:pt x="1127874" y="2886218"/>
                </a:lnTo>
                <a:lnTo>
                  <a:pt x="1155354" y="2859014"/>
                </a:lnTo>
                <a:lnTo>
                  <a:pt x="1182834" y="2831821"/>
                </a:lnTo>
                <a:lnTo>
                  <a:pt x="1210313" y="2804617"/>
                </a:lnTo>
                <a:lnTo>
                  <a:pt x="1237793" y="2777423"/>
                </a:lnTo>
                <a:lnTo>
                  <a:pt x="1265272" y="2750220"/>
                </a:lnTo>
                <a:lnTo>
                  <a:pt x="1292752" y="2723026"/>
                </a:lnTo>
                <a:lnTo>
                  <a:pt x="1320232" y="2695823"/>
                </a:lnTo>
                <a:lnTo>
                  <a:pt x="1347711" y="2668629"/>
                </a:lnTo>
                <a:lnTo>
                  <a:pt x="1375191" y="2641425"/>
                </a:lnTo>
                <a:lnTo>
                  <a:pt x="1402671" y="2614222"/>
                </a:lnTo>
                <a:lnTo>
                  <a:pt x="1430150" y="2587028"/>
                </a:lnTo>
                <a:lnTo>
                  <a:pt x="1457630" y="2559825"/>
                </a:lnTo>
                <a:lnTo>
                  <a:pt x="1485109" y="2532631"/>
                </a:lnTo>
                <a:lnTo>
                  <a:pt x="1512589" y="2505427"/>
                </a:lnTo>
                <a:lnTo>
                  <a:pt x="1540069" y="2478234"/>
                </a:lnTo>
                <a:lnTo>
                  <a:pt x="1505607" y="2476500"/>
                </a:lnTo>
                <a:lnTo>
                  <a:pt x="1466945" y="2476500"/>
                </a:lnTo>
                <a:lnTo>
                  <a:pt x="1428274" y="2476500"/>
                </a:lnTo>
                <a:lnTo>
                  <a:pt x="1389612" y="2476500"/>
                </a:lnTo>
                <a:lnTo>
                  <a:pt x="1350950" y="2476500"/>
                </a:lnTo>
                <a:lnTo>
                  <a:pt x="1312288" y="2476500"/>
                </a:lnTo>
                <a:lnTo>
                  <a:pt x="1273616" y="2476500"/>
                </a:lnTo>
                <a:lnTo>
                  <a:pt x="1248813" y="2465146"/>
                </a:lnTo>
                <a:lnTo>
                  <a:pt x="1256395" y="2427227"/>
                </a:lnTo>
                <a:lnTo>
                  <a:pt x="1263977" y="2389318"/>
                </a:lnTo>
                <a:lnTo>
                  <a:pt x="1271568" y="2351408"/>
                </a:lnTo>
                <a:lnTo>
                  <a:pt x="1279150" y="2313489"/>
                </a:lnTo>
                <a:lnTo>
                  <a:pt x="1286742" y="2275580"/>
                </a:lnTo>
                <a:lnTo>
                  <a:pt x="1294324" y="2237670"/>
                </a:lnTo>
                <a:lnTo>
                  <a:pt x="1301915" y="2199751"/>
                </a:lnTo>
                <a:lnTo>
                  <a:pt x="1309497" y="2161842"/>
                </a:lnTo>
                <a:lnTo>
                  <a:pt x="1317088" y="2123932"/>
                </a:lnTo>
                <a:lnTo>
                  <a:pt x="1324670" y="2086013"/>
                </a:lnTo>
                <a:lnTo>
                  <a:pt x="1332386" y="2048132"/>
                </a:lnTo>
                <a:lnTo>
                  <a:pt x="1340234" y="2010270"/>
                </a:lnTo>
                <a:lnTo>
                  <a:pt x="1348140" y="1972418"/>
                </a:lnTo>
                <a:lnTo>
                  <a:pt x="1356055" y="1934575"/>
                </a:lnTo>
                <a:lnTo>
                  <a:pt x="1363961" y="1896732"/>
                </a:lnTo>
                <a:lnTo>
                  <a:pt x="1371867" y="1858880"/>
                </a:lnTo>
                <a:lnTo>
                  <a:pt x="1379782" y="1821037"/>
                </a:lnTo>
                <a:lnTo>
                  <a:pt x="1387688" y="1783185"/>
                </a:lnTo>
                <a:lnTo>
                  <a:pt x="1395593" y="1745342"/>
                </a:lnTo>
                <a:lnTo>
                  <a:pt x="1403499" y="1707490"/>
                </a:lnTo>
                <a:lnTo>
                  <a:pt x="1411415" y="1669647"/>
                </a:lnTo>
                <a:lnTo>
                  <a:pt x="1419320" y="1631804"/>
                </a:lnTo>
                <a:lnTo>
                  <a:pt x="1427226" y="1593952"/>
                </a:lnTo>
                <a:lnTo>
                  <a:pt x="1435237" y="1556128"/>
                </a:lnTo>
                <a:lnTo>
                  <a:pt x="1443438" y="1518342"/>
                </a:lnTo>
                <a:lnTo>
                  <a:pt x="1451829" y="1480604"/>
                </a:lnTo>
                <a:lnTo>
                  <a:pt x="1460221" y="1442857"/>
                </a:lnTo>
                <a:lnTo>
                  <a:pt x="1468612" y="1405118"/>
                </a:lnTo>
                <a:lnTo>
                  <a:pt x="1477004" y="1367371"/>
                </a:lnTo>
                <a:lnTo>
                  <a:pt x="1485395" y="1329633"/>
                </a:lnTo>
                <a:lnTo>
                  <a:pt x="1493787" y="1291885"/>
                </a:lnTo>
                <a:lnTo>
                  <a:pt x="1502169" y="1254147"/>
                </a:lnTo>
                <a:lnTo>
                  <a:pt x="1510560" y="1216400"/>
                </a:lnTo>
                <a:lnTo>
                  <a:pt x="1518952" y="1178662"/>
                </a:lnTo>
                <a:lnTo>
                  <a:pt x="1527343" y="1140914"/>
                </a:lnTo>
                <a:lnTo>
                  <a:pt x="1535735" y="1103176"/>
                </a:lnTo>
                <a:lnTo>
                  <a:pt x="1544126" y="1065428"/>
                </a:lnTo>
                <a:lnTo>
                  <a:pt x="1552823" y="1027757"/>
                </a:lnTo>
                <a:lnTo>
                  <a:pt x="1561833" y="990152"/>
                </a:lnTo>
                <a:lnTo>
                  <a:pt x="1571034" y="952605"/>
                </a:lnTo>
                <a:lnTo>
                  <a:pt x="1580236" y="915048"/>
                </a:lnTo>
                <a:lnTo>
                  <a:pt x="1589437" y="877491"/>
                </a:lnTo>
                <a:lnTo>
                  <a:pt x="1598628" y="839943"/>
                </a:lnTo>
                <a:lnTo>
                  <a:pt x="1607830" y="802386"/>
                </a:lnTo>
                <a:lnTo>
                  <a:pt x="1617031" y="764829"/>
                </a:lnTo>
                <a:lnTo>
                  <a:pt x="1626232" y="727281"/>
                </a:lnTo>
                <a:lnTo>
                  <a:pt x="1635433" y="689724"/>
                </a:lnTo>
                <a:lnTo>
                  <a:pt x="1644634" y="652167"/>
                </a:lnTo>
                <a:lnTo>
                  <a:pt x="1653826" y="614620"/>
                </a:lnTo>
                <a:lnTo>
                  <a:pt x="1663027" y="577063"/>
                </a:lnTo>
                <a:lnTo>
                  <a:pt x="1672400" y="539553"/>
                </a:lnTo>
                <a:lnTo>
                  <a:pt x="1682267" y="502168"/>
                </a:lnTo>
                <a:lnTo>
                  <a:pt x="1694164" y="465382"/>
                </a:lnTo>
                <a:lnTo>
                  <a:pt x="1706080" y="428596"/>
                </a:lnTo>
                <a:lnTo>
                  <a:pt x="1717996" y="391820"/>
                </a:lnTo>
                <a:lnTo>
                  <a:pt x="1729921" y="355035"/>
                </a:lnTo>
                <a:lnTo>
                  <a:pt x="1741837" y="318249"/>
                </a:lnTo>
                <a:lnTo>
                  <a:pt x="1753753" y="281473"/>
                </a:lnTo>
                <a:lnTo>
                  <a:pt x="1765668" y="244688"/>
                </a:lnTo>
                <a:lnTo>
                  <a:pt x="1777594" y="207912"/>
                </a:lnTo>
                <a:lnTo>
                  <a:pt x="1789509" y="171126"/>
                </a:lnTo>
                <a:lnTo>
                  <a:pt x="1801425" y="134341"/>
                </a:lnTo>
                <a:lnTo>
                  <a:pt x="1813341" y="97565"/>
                </a:lnTo>
                <a:lnTo>
                  <a:pt x="1825257" y="60779"/>
                </a:lnTo>
                <a:lnTo>
                  <a:pt x="1832610" y="23279"/>
                </a:lnTo>
                <a:lnTo>
                  <a:pt x="1817227" y="0"/>
                </a:lnTo>
                <a:lnTo>
                  <a:pt x="1778556" y="0"/>
                </a:lnTo>
                <a:lnTo>
                  <a:pt x="1739894" y="0"/>
                </a:lnTo>
                <a:lnTo>
                  <a:pt x="1701232" y="0"/>
                </a:lnTo>
                <a:lnTo>
                  <a:pt x="1662570" y="0"/>
                </a:lnTo>
                <a:lnTo>
                  <a:pt x="1623898" y="0"/>
                </a:lnTo>
                <a:lnTo>
                  <a:pt x="1585236" y="0"/>
                </a:lnTo>
                <a:lnTo>
                  <a:pt x="1546574" y="0"/>
                </a:lnTo>
                <a:lnTo>
                  <a:pt x="1507912" y="0"/>
                </a:lnTo>
                <a:lnTo>
                  <a:pt x="1469241" y="0"/>
                </a:lnTo>
                <a:lnTo>
                  <a:pt x="1430579" y="0"/>
                </a:lnTo>
                <a:lnTo>
                  <a:pt x="1391917" y="0"/>
                </a:lnTo>
                <a:lnTo>
                  <a:pt x="1353255" y="0"/>
                </a:lnTo>
                <a:lnTo>
                  <a:pt x="1314583" y="0"/>
                </a:lnTo>
                <a:lnTo>
                  <a:pt x="1275921" y="0"/>
                </a:lnTo>
                <a:lnTo>
                  <a:pt x="1237259" y="0"/>
                </a:lnTo>
                <a:lnTo>
                  <a:pt x="1198597" y="0"/>
                </a:lnTo>
                <a:lnTo>
                  <a:pt x="1159926" y="0"/>
                </a:lnTo>
                <a:lnTo>
                  <a:pt x="1121264" y="0"/>
                </a:lnTo>
                <a:lnTo>
                  <a:pt x="1082602" y="0"/>
                </a:lnTo>
                <a:lnTo>
                  <a:pt x="1043940" y="0"/>
                </a:lnTo>
                <a:lnTo>
                  <a:pt x="1005269" y="0"/>
                </a:lnTo>
                <a:lnTo>
                  <a:pt x="966607" y="0"/>
                </a:lnTo>
                <a:lnTo>
                  <a:pt x="927945" y="0"/>
                </a:lnTo>
                <a:lnTo>
                  <a:pt x="889283" y="0"/>
                </a:lnTo>
                <a:lnTo>
                  <a:pt x="850611" y="0"/>
                </a:lnTo>
                <a:lnTo>
                  <a:pt x="811949" y="0"/>
                </a:lnTo>
                <a:lnTo>
                  <a:pt x="773287" y="0"/>
                </a:lnTo>
                <a:lnTo>
                  <a:pt x="734625" y="0"/>
                </a:lnTo>
                <a:lnTo>
                  <a:pt x="695954" y="0"/>
                </a:lnTo>
                <a:lnTo>
                  <a:pt x="657292" y="0"/>
                </a:lnTo>
                <a:lnTo>
                  <a:pt x="618630" y="0"/>
                </a:lnTo>
                <a:lnTo>
                  <a:pt x="579968" y="0"/>
                </a:lnTo>
                <a:lnTo>
                  <a:pt x="541296" y="0"/>
                </a:lnTo>
                <a:lnTo>
                  <a:pt x="502634" y="0"/>
                </a:lnTo>
                <a:lnTo>
                  <a:pt x="463972" y="0"/>
                </a:lnTo>
                <a:lnTo>
                  <a:pt x="425310" y="0"/>
                </a:lnTo>
                <a:lnTo>
                  <a:pt x="386639" y="0"/>
                </a:lnTo>
                <a:lnTo>
                  <a:pt x="347977" y="0"/>
                </a:lnTo>
                <a:lnTo>
                  <a:pt x="309315" y="0"/>
                </a:lnTo>
                <a:lnTo>
                  <a:pt x="270653" y="0"/>
                </a:lnTo>
                <a:lnTo>
                  <a:pt x="231981" y="0"/>
                </a:lnTo>
                <a:lnTo>
                  <a:pt x="193319" y="0"/>
                </a:lnTo>
                <a:lnTo>
                  <a:pt x="154657" y="0"/>
                </a:lnTo>
                <a:lnTo>
                  <a:pt x="115995" y="0"/>
                </a:lnTo>
                <a:lnTo>
                  <a:pt x="77324" y="0"/>
                </a:lnTo>
                <a:lnTo>
                  <a:pt x="38662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5" name="simple-step-title-0">
            <a:extLst xmlns:a="http://schemas.openxmlformats.org/drawingml/2006/main">
              <a:ext uri="{FF2B5EF4-FFF2-40B4-BE49-F238E27FC236}">
                <a16:creationId xmlns:a16="http://schemas.microsoft.com/office/drawing/2014/main" id="{943615F2-118D-47C9-B707-3AB27BD0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19114" y="2686050"/>
            <a:ext cx="27537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16" name="simple-step-title-1">
            <a:extLst xmlns:a="http://schemas.openxmlformats.org/drawingml/2006/main">
              <a:ext uri="{FF2B5EF4-FFF2-40B4-BE49-F238E27FC236}">
                <a16:creationId xmlns:a16="http://schemas.microsoft.com/office/drawing/2014/main" id="{4BCB6D1E-E818-4C24-A2E1-EB06AC6C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5677" y="3197123"/>
            <a:ext cx="2280647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17" name="simple-step-title-2">
            <a:extLst xmlns:a="http://schemas.openxmlformats.org/drawingml/2006/main">
              <a:ext uri="{FF2B5EF4-FFF2-40B4-BE49-F238E27FC236}">
                <a16:creationId xmlns:a16="http://schemas.microsoft.com/office/drawing/2014/main" id="{F221B3DE-025E-46A9-A4D8-49B38A26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70884" y="3708349"/>
            <a:ext cx="185023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18" name="simple-step-title-3">
            <a:extLst xmlns:a="http://schemas.openxmlformats.org/drawingml/2006/main">
              <a:ext uri="{FF2B5EF4-FFF2-40B4-BE49-F238E27FC236}">
                <a16:creationId xmlns:a16="http://schemas.microsoft.com/office/drawing/2014/main" id="{2D59D18B-AA59-4910-B831-0CB293BC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3214" y="4219575"/>
            <a:ext cx="144557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19" name="simple-step-title-4">
            <a:extLst xmlns:a="http://schemas.openxmlformats.org/drawingml/2006/main">
              <a:ext uri="{FF2B5EF4-FFF2-40B4-BE49-F238E27FC236}">
                <a16:creationId xmlns:a16="http://schemas.microsoft.com/office/drawing/2014/main" id="{47ED255F-3754-4EC3-B03C-438A7163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6620" y="4730648"/>
            <a:ext cx="1058761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20" name="simple-step-title-5">
            <a:extLst xmlns:a="http://schemas.openxmlformats.org/drawingml/2006/main">
              <a:ext uri="{FF2B5EF4-FFF2-40B4-BE49-F238E27FC236}">
                <a16:creationId xmlns:a16="http://schemas.microsoft.com/office/drawing/2014/main" id="{133FEABC-D47A-4AB1-8A40-05613EAF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5241874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21" name="simple-input-core-0">
            <a:extLst xmlns:a="http://schemas.openxmlformats.org/drawingml/2006/main">
              <a:ext uri="{FF2B5EF4-FFF2-40B4-BE49-F238E27FC236}">
                <a16:creationId xmlns:a16="http://schemas.microsoft.com/office/drawing/2014/main" id="{58D29E02-0BEA-4FF6-88EA-9FCD3179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76738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1d5af209b425c">
            <a:extLst>
              <a:ext uri="{96DAC541-7B7A-43D3-8B79-37D633B846F1}">
                <asvg:svgBlip xmlns:asvg="http://schemas.microsoft.com/office/drawing/2016/SVG/main" r:embed="R15bf65e10ee744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00563" y="200025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3" name="simple-input-core-1">
            <a:extLst xmlns:a="http://schemas.openxmlformats.org/drawingml/2006/main">
              <a:ext uri="{FF2B5EF4-FFF2-40B4-BE49-F238E27FC236}">
                <a16:creationId xmlns:a16="http://schemas.microsoft.com/office/drawing/2014/main" id="{99D1B555-0576-4F78-87F0-30E8A7CB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05375" y="1724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1e45bb5b4a95">
            <a:extLst>
              <a:ext uri="{96DAC541-7B7A-43D3-8B79-37D633B846F1}">
                <asvg:svgBlip xmlns:asvg="http://schemas.microsoft.com/office/drawing/2016/SVG/main" r:embed="Rbec29781771b40b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029200" y="1847850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5" name="simple-input-core-2">
            <a:extLst xmlns:a="http://schemas.openxmlformats.org/drawingml/2006/main">
              <a:ext uri="{FF2B5EF4-FFF2-40B4-BE49-F238E27FC236}">
                <a16:creationId xmlns:a16="http://schemas.microsoft.com/office/drawing/2014/main" id="{77A449EF-77E9-4169-916A-EA9EBC3F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6863" y="162877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3c047926b4065">
            <a:extLst>
              <a:ext uri="{96DAC541-7B7A-43D3-8B79-37D633B846F1}">
                <asvg:svgBlip xmlns:asvg="http://schemas.microsoft.com/office/drawing/2016/SVG/main" r:embed="R73fb43e4727844e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00688" y="17526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simple-input-core-3">
            <a:extLst xmlns:a="http://schemas.openxmlformats.org/drawingml/2006/main">
              <a:ext uri="{FF2B5EF4-FFF2-40B4-BE49-F238E27FC236}">
                <a16:creationId xmlns:a16="http://schemas.microsoft.com/office/drawing/2014/main" id="{C39677FB-DEFF-4814-B1E8-9D9226EE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4290422dc4aed">
            <a:extLst>
              <a:ext uri="{96DAC541-7B7A-43D3-8B79-37D633B846F1}">
                <asvg:svgBlip xmlns:asvg="http://schemas.microsoft.com/office/drawing/2016/SVG/main" r:embed="R82564b0092804a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29325" y="17240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29" name="simple-input-core-4">
            <a:extLst xmlns:a="http://schemas.openxmlformats.org/drawingml/2006/main">
              <a:ext uri="{FF2B5EF4-FFF2-40B4-BE49-F238E27FC236}">
                <a16:creationId xmlns:a16="http://schemas.microsoft.com/office/drawing/2014/main" id="{C5309B1A-095D-40A3-A186-C7CED060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76988" y="16573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67be7d3d54431">
            <a:extLst>
              <a:ext uri="{96DAC541-7B7A-43D3-8B79-37D633B846F1}">
                <asvg:svgBlip xmlns:asvg="http://schemas.microsoft.com/office/drawing/2016/SVG/main" r:embed="Rcb070f592662493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00813" y="178117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simple-input-core-5">
            <a:extLst xmlns:a="http://schemas.openxmlformats.org/drawingml/2006/main">
              <a:ext uri="{FF2B5EF4-FFF2-40B4-BE49-F238E27FC236}">
                <a16:creationId xmlns:a16="http://schemas.microsoft.com/office/drawing/2014/main" id="{C5FD1578-27C4-4817-9DE5-E90592AF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1790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1caf02a934faa">
            <a:extLst>
              <a:ext uri="{96DAC541-7B7A-43D3-8B79-37D633B846F1}">
                <asvg:svgBlip xmlns:asvg="http://schemas.microsoft.com/office/drawing/2016/SVG/main" r:embed="R74122e44cd2f41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29450" y="1914525"/>
            <a:ext cx="133350" cy="133350"/>
          </a:xfrm>
          <a:prstGeom xmlns:a="http://schemas.openxmlformats.org/drawingml/2006/main" prst="rect">
            <a:avLst/>
          </a:prstGeom>
        </p:spPr>
      </p:pic>
      <p:sp>
        <p:nvSpPr>
          <p:cNvPr id="33" name="simple-input-core-6">
            <a:extLst xmlns:a="http://schemas.openxmlformats.org/drawingml/2006/main">
              <a:ext uri="{FF2B5EF4-FFF2-40B4-BE49-F238E27FC236}">
                <a16:creationId xmlns:a16="http://schemas.microsoft.com/office/drawing/2014/main" id="{39EEEEF6-84C5-42F8-AE40-7F4F3E05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7113" y="18764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e2d7678f3483a">
            <a:extLst>
              <a:ext uri="{96DAC541-7B7A-43D3-8B79-37D633B846F1}">
                <asvg:svgBlip xmlns:asvg="http://schemas.microsoft.com/office/drawing/2016/SVG/main" r:embed="Re8b0151de99345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00938" y="2000250"/>
            <a:ext cx="190500" cy="19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502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3335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2026-08-24T14:52:04.4070000Z</dcterms:created>
  <dcterms:modified xsi:type="dcterms:W3CDTF">2026-08-24T14:52:04.4070000Z</dcterms:modified>
</coreProperties>
</file>