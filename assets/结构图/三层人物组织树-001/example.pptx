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41e90d5dfc4a77" /><Relationship Type="http://schemas.openxmlformats.org/officeDocument/2006/relationships/extended-properties" Target="/docProps/app.xml" Id="Rb4475d86db0343bc" /><Relationship Type="http://schemas.openxmlformats.org/officeDocument/2006/relationships/officeDocument" Target="/ppt/presentation.xml" Id="Rd0b48a3c4d4443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09ac800d02487e"/>
  </p:sldMasterIdLst>
  <p:notesMasterIdLst>
    <p:notesMasterId xmlns:r="http://schemas.openxmlformats.org/officeDocument/2006/relationships" r:id="R0f1b2592b1084ceb"/>
  </p:notesMasterIdLst>
  <p:sldIdLst>
    <p:sldId xmlns:r="http://schemas.openxmlformats.org/officeDocument/2006/relationships" id="256" r:id="R864fb93c144240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fa264013f54786" /><Relationship Type="http://schemas.openxmlformats.org/officeDocument/2006/relationships/slideMaster" Target="/ppt/slideMasters/slideMaster1.xml" Id="Rb309ac800d02487e" /><Relationship Type="http://schemas.openxmlformats.org/officeDocument/2006/relationships/notesMaster" Target="/ppt/notesMasters/notesMaster1.xml" Id="R0f1b2592b1084ceb" /><Relationship Type="http://schemas.openxmlformats.org/officeDocument/2006/relationships/presProps" Target="/ppt/presProps.xml" Id="R146e7a7a35b64b22" /><Relationship Type="http://schemas.openxmlformats.org/officeDocument/2006/relationships/tableStyles" Target="/ppt/tableStyles.xml" Id="R85fa0f4174cd40ee" /><Relationship Type="http://schemas.openxmlformats.org/officeDocument/2006/relationships/slide" Target="/ppt/slides/slide1.xml" Id="R864fb93c144240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ee06c3012d47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9622367fb24f2e" /><Relationship Type="http://schemas.openxmlformats.org/officeDocument/2006/relationships/notesMaster" Target="/ppt/notesMasters/notesMaster1.xml" Id="Rb4919cb2413f4f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ca4981065544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2326c380114134" /><Relationship Type="http://schemas.openxmlformats.org/officeDocument/2006/relationships/slideLayout" Target="/ppt/slideLayouts/slideLayout1.xml" Id="R8d95e374068249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95e374068249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d4b9d925c4b24" /><Relationship Type="http://schemas.openxmlformats.org/officeDocument/2006/relationships/image" Target="/ppt/media/image.png" Id="R8d53d12a54bb494d" /><Relationship Type="http://schemas.openxmlformats.org/officeDocument/2006/relationships/image" Target="/ppt/media/image.svg" Id="R4d1f735c47e34d38" /><Relationship Type="http://schemas.openxmlformats.org/officeDocument/2006/relationships/image" Target="/ppt/media/image2.png" Id="Rea692d8b69ba480e" /><Relationship Type="http://schemas.openxmlformats.org/officeDocument/2006/relationships/image" Target="/ppt/media/image2.svg" Id="R183126f320ed4f79" /><Relationship Type="http://schemas.openxmlformats.org/officeDocument/2006/relationships/image" Target="/ppt/media/image3.png" Id="Rcfc36c33cadd4f6b" /><Relationship Type="http://schemas.openxmlformats.org/officeDocument/2006/relationships/image" Target="/ppt/media/image3.svg" Id="R4786fbc5054f4c94" /><Relationship Type="http://schemas.openxmlformats.org/officeDocument/2006/relationships/image" Target="/ppt/media/image4.png" Id="Rc08d961b20e44909" /><Relationship Type="http://schemas.openxmlformats.org/officeDocument/2006/relationships/image" Target="/ppt/media/image4.svg" Id="R13440cc1d0c1477d" /><Relationship Type="http://schemas.openxmlformats.org/officeDocument/2006/relationships/image" Target="/ppt/media/image5.png" Id="R283369b151c940d7" /><Relationship Type="http://schemas.openxmlformats.org/officeDocument/2006/relationships/image" Target="/ppt/media/image5.svg" Id="R10ea5d8925e245e4" /><Relationship Type="http://schemas.openxmlformats.org/officeDocument/2006/relationships/image" Target="/ppt/media/image6.png" Id="R0d65bbb0d6ba4354" /><Relationship Type="http://schemas.openxmlformats.org/officeDocument/2006/relationships/image" Target="/ppt/media/image6.svg" Id="R7409e25223004ffe" /><Relationship Type="http://schemas.openxmlformats.org/officeDocument/2006/relationships/image" Target="/ppt/media/image7.png" Id="Red0014fe426d4b56" /><Relationship Type="http://schemas.openxmlformats.org/officeDocument/2006/relationships/image" Target="/ppt/media/image7.svg" Id="R7aab41d7fa1b4b4f" /><Relationship Type="http://schemas.openxmlformats.org/officeDocument/2006/relationships/image" Target="/ppt/media/image8.png" Id="R6494989cb3dc49ee" /><Relationship Type="http://schemas.openxmlformats.org/officeDocument/2006/relationships/image" Target="/ppt/media/image8.svg" Id="Rd79818c9793b46d2" /><Relationship Type="http://schemas.openxmlformats.org/officeDocument/2006/relationships/image" Target="/ppt/media/image9.png" Id="R618d0afa69f64185" /><Relationship Type="http://schemas.openxmlformats.org/officeDocument/2006/relationships/image" Target="/ppt/media/image9.svg" Id="R8989192471214a05" /><Relationship Type="http://schemas.openxmlformats.org/officeDocument/2006/relationships/image" Target="/ppt/media/image10.png" Id="Rffffa809d4434b24" /><Relationship Type="http://schemas.openxmlformats.org/officeDocument/2006/relationships/image" Target="/ppt/media/image10.svg" Id="R5cfeb4cbea104d9f" /><Relationship Type="http://schemas.openxmlformats.org/officeDocument/2006/relationships/notesSlide" Target="/ppt/notesSlides/notesSlide1.xml" Id="R754258d2f19f4e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hierarchy-root-trunk">
            <a:extLst xmlns:a="http://schemas.openxmlformats.org/drawingml/2006/main">
              <a:ext uri="{FF2B5EF4-FFF2-40B4-BE49-F238E27FC236}">
                <a16:creationId xmlns:a16="http://schemas.microsoft.com/office/drawing/2014/main" id="{EF201E8C-A419-4952-AFF0-0277A3BD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2590800"/>
            <a:ext cx="28575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ierarchy-department-bus">
            <a:extLst xmlns:a="http://schemas.openxmlformats.org/drawingml/2006/main">
              <a:ext uri="{FF2B5EF4-FFF2-40B4-BE49-F238E27FC236}">
                <a16:creationId xmlns:a16="http://schemas.microsoft.com/office/drawing/2014/main" id="{D8F2BD25-8BA7-4DF4-99C2-8E651D3F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957513"/>
            <a:ext cx="80010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partment-0-head-connector">
            <a:extLst xmlns:a="http://schemas.openxmlformats.org/drawingml/2006/main">
              <a:ext uri="{FF2B5EF4-FFF2-40B4-BE49-F238E27FC236}">
                <a16:creationId xmlns:a16="http://schemas.microsoft.com/office/drawing/2014/main" id="{8ACBD507-2A8F-482F-A9F7-13883157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1213" y="2971800"/>
            <a:ext cx="285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partment-0-member-trunk">
            <a:extLst xmlns:a="http://schemas.openxmlformats.org/drawingml/2006/main">
              <a:ext uri="{FF2B5EF4-FFF2-40B4-BE49-F238E27FC236}">
                <a16:creationId xmlns:a16="http://schemas.microsoft.com/office/drawing/2014/main" id="{4D4172B9-7A41-4025-8D64-CD451B45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1213" y="4057650"/>
            <a:ext cx="28575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partment-0-member-bus">
            <a:extLst xmlns:a="http://schemas.openxmlformats.org/drawingml/2006/main">
              <a:ext uri="{FF2B5EF4-FFF2-40B4-BE49-F238E27FC236}">
                <a16:creationId xmlns:a16="http://schemas.microsoft.com/office/drawing/2014/main" id="{9FC594AC-7E78-4750-ADC8-AC8706EA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4557713"/>
            <a:ext cx="20955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partment-0-member-0-connector">
            <a:extLst xmlns:a="http://schemas.openxmlformats.org/drawingml/2006/main">
              <a:ext uri="{FF2B5EF4-FFF2-40B4-BE49-F238E27FC236}">
                <a16:creationId xmlns:a16="http://schemas.microsoft.com/office/drawing/2014/main" id="{3FEE7C19-27F3-435C-9DAB-BC27CE87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463" y="4572000"/>
            <a:ext cx="28575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partment-0-member-1-connector">
            <a:extLst xmlns:a="http://schemas.openxmlformats.org/drawingml/2006/main">
              <a:ext uri="{FF2B5EF4-FFF2-40B4-BE49-F238E27FC236}">
                <a16:creationId xmlns:a16="http://schemas.microsoft.com/office/drawing/2014/main" id="{4AAED1F4-51BE-4F73-B170-6D8F2D88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8963" y="4572000"/>
            <a:ext cx="28575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partment-1-head-connector">
            <a:extLst xmlns:a="http://schemas.openxmlformats.org/drawingml/2006/main">
              <a:ext uri="{FF2B5EF4-FFF2-40B4-BE49-F238E27FC236}">
                <a16:creationId xmlns:a16="http://schemas.microsoft.com/office/drawing/2014/main" id="{AFE0BB47-0CC3-45C6-B219-8F695369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2971800"/>
            <a:ext cx="285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epartment-1-member-trunk">
            <a:extLst xmlns:a="http://schemas.openxmlformats.org/drawingml/2006/main">
              <a:ext uri="{FF2B5EF4-FFF2-40B4-BE49-F238E27FC236}">
                <a16:creationId xmlns:a16="http://schemas.microsoft.com/office/drawing/2014/main" id="{BA5AF141-6444-4B50-9DFE-828A2784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4057650"/>
            <a:ext cx="28575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epartment-1-member-bus">
            <a:extLst xmlns:a="http://schemas.openxmlformats.org/drawingml/2006/main">
              <a:ext uri="{FF2B5EF4-FFF2-40B4-BE49-F238E27FC236}">
                <a16:creationId xmlns:a16="http://schemas.microsoft.com/office/drawing/2014/main" id="{AE6DED86-3115-43EF-8D33-F5468E88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4557713"/>
            <a:ext cx="20955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partment-1-member-0-connector">
            <a:extLst xmlns:a="http://schemas.openxmlformats.org/drawingml/2006/main">
              <a:ext uri="{FF2B5EF4-FFF2-40B4-BE49-F238E27FC236}">
                <a16:creationId xmlns:a16="http://schemas.microsoft.com/office/drawing/2014/main" id="{B2294101-798C-4414-8790-F4772B77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3963" y="4572000"/>
            <a:ext cx="28575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epartment-1-member-1-connector">
            <a:extLst xmlns:a="http://schemas.openxmlformats.org/drawingml/2006/main">
              <a:ext uri="{FF2B5EF4-FFF2-40B4-BE49-F238E27FC236}">
                <a16:creationId xmlns:a16="http://schemas.microsoft.com/office/drawing/2014/main" id="{DA0D19B8-3358-4039-AE86-2BD57F19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9463" y="4572000"/>
            <a:ext cx="28575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epartment-2-head-connector">
            <a:extLst xmlns:a="http://schemas.openxmlformats.org/drawingml/2006/main">
              <a:ext uri="{FF2B5EF4-FFF2-40B4-BE49-F238E27FC236}">
                <a16:creationId xmlns:a16="http://schemas.microsoft.com/office/drawing/2014/main" id="{E40FD5F0-515D-4DCE-8AE5-76B8F1C3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82213" y="2971800"/>
            <a:ext cx="285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epartment-2-member-trunk">
            <a:extLst xmlns:a="http://schemas.openxmlformats.org/drawingml/2006/main">
              <a:ext uri="{FF2B5EF4-FFF2-40B4-BE49-F238E27FC236}">
                <a16:creationId xmlns:a16="http://schemas.microsoft.com/office/drawing/2014/main" id="{D62AD1A6-2FF0-48CD-9417-06F8E9BB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82213" y="4057650"/>
            <a:ext cx="28575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epartment-2-member-bus">
            <a:extLst xmlns:a="http://schemas.openxmlformats.org/drawingml/2006/main">
              <a:ext uri="{FF2B5EF4-FFF2-40B4-BE49-F238E27FC236}">
                <a16:creationId xmlns:a16="http://schemas.microsoft.com/office/drawing/2014/main" id="{78379418-A2AD-426D-80F9-425F57D6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0" y="4557713"/>
            <a:ext cx="20955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epartment-2-member-0-connector">
            <a:extLst xmlns:a="http://schemas.openxmlformats.org/drawingml/2006/main">
              <a:ext uri="{FF2B5EF4-FFF2-40B4-BE49-F238E27FC236}">
                <a16:creationId xmlns:a16="http://schemas.microsoft.com/office/drawing/2014/main" id="{BFF2AFCD-2D7F-4F24-B9D3-EEAEE784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4463" y="4572000"/>
            <a:ext cx="28575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epartment-2-member-1-connector">
            <a:extLst xmlns:a="http://schemas.openxmlformats.org/drawingml/2006/main">
              <a:ext uri="{FF2B5EF4-FFF2-40B4-BE49-F238E27FC236}">
                <a16:creationId xmlns:a16="http://schemas.microsoft.com/office/drawing/2014/main" id="{AD0E7B9E-9015-4C79-BF67-F32221F6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9963" y="4572000"/>
            <a:ext cx="28575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B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eader-halo">
            <a:extLst xmlns:a="http://schemas.openxmlformats.org/drawingml/2006/main">
              <a:ext uri="{FF2B5EF4-FFF2-40B4-BE49-F238E27FC236}">
                <a16:creationId xmlns:a16="http://schemas.microsoft.com/office/drawing/2014/main" id="{EB783A7C-25EC-427C-9151-45A5C713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1175" y="1581150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leader-shell">
            <a:extLst xmlns:a="http://schemas.openxmlformats.org/drawingml/2006/main">
              <a:ext uri="{FF2B5EF4-FFF2-40B4-BE49-F238E27FC236}">
                <a16:creationId xmlns:a16="http://schemas.microsoft.com/office/drawing/2014/main" id="{4CEAB80C-6FBE-4290-B20D-F87BEC72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16764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83F7A"/>
            </a:solidFill>
            <a:prstDash val="solid"/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3d12a54bb494d">
            <a:extLst>
              <a:ext uri="{96DAC541-7B7A-43D3-8B79-37D633B846F1}">
                <asvg:svgBlip xmlns:asvg="http://schemas.microsoft.com/office/drawing/2016/SVG/main" r:embed="R4d1f735c47e34d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24525" y="17145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21" name="leader-identity">
            <a:extLst xmlns:a="http://schemas.openxmlformats.org/drawingml/2006/main">
              <a:ext uri="{FF2B5EF4-FFF2-40B4-BE49-F238E27FC236}">
                <a16:creationId xmlns:a16="http://schemas.microsoft.com/office/drawing/2014/main" id="{7F28BF26-DF40-4FF6-BDE7-9AE74499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2457450"/>
            <a:ext cx="2095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83F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eader-name">
            <a:extLst xmlns:a="http://schemas.openxmlformats.org/drawingml/2006/main">
              <a:ext uri="{FF2B5EF4-FFF2-40B4-BE49-F238E27FC236}">
                <a16:creationId xmlns:a16="http://schemas.microsoft.com/office/drawing/2014/main" id="{E15D0996-985B-42C9-BDF3-F22AC65E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3291" y="24574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周明远</a:t>
            </a:r>
          </a:p>
        </p:txBody>
      </p:sp>
      <p:sp>
        <p:nvSpPr>
          <p:cNvPr id="23" name="leader-role">
            <a:extLst xmlns:a="http://schemas.openxmlformats.org/drawingml/2006/main">
              <a:ext uri="{FF2B5EF4-FFF2-40B4-BE49-F238E27FC236}">
                <a16:creationId xmlns:a16="http://schemas.microsoft.com/office/drawing/2014/main" id="{75F33323-AC1F-46B9-AA32-D8A68F2E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8932" y="2457450"/>
            <a:ext cx="80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项目负责人</a:t>
            </a:r>
          </a:p>
        </p:txBody>
      </p:sp>
      <p:sp>
        <p:nvSpPr>
          <p:cNvPr id="24" name="department-0-name">
            <a:extLst xmlns:a="http://schemas.openxmlformats.org/drawingml/2006/main">
              <a:ext uri="{FF2B5EF4-FFF2-40B4-BE49-F238E27FC236}">
                <a16:creationId xmlns:a16="http://schemas.microsoft.com/office/drawing/2014/main" id="{5BE73E52-2B03-437A-8795-705D6D14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3028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44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44F86"/>
                </a:solidFill>
                <a:latin typeface="Microsoft YaHei"/>
                <a:ea typeface="Microsoft YaHei"/>
                <a:cs typeface="Microsoft YaHei"/>
              </a:rPr>
              <a:t>研究策划部</a:t>
            </a:r>
          </a:p>
        </p:txBody>
      </p:sp>
      <p:sp>
        <p:nvSpPr>
          <p:cNvPr id="25" name="department-0-head-halo">
            <a:extLst xmlns:a="http://schemas.openxmlformats.org/drawingml/2006/main">
              <a:ext uri="{FF2B5EF4-FFF2-40B4-BE49-F238E27FC236}">
                <a16:creationId xmlns:a16="http://schemas.microsoft.com/office/drawing/2014/main" id="{C5C14DE1-3801-440F-B6E4-E71EA109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4975" y="32575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epartment-0-head-shell">
            <a:extLst xmlns:a="http://schemas.openxmlformats.org/drawingml/2006/main">
              <a:ext uri="{FF2B5EF4-FFF2-40B4-BE49-F238E27FC236}">
                <a16:creationId xmlns:a16="http://schemas.microsoft.com/office/drawing/2014/main" id="{E161F688-3A6D-4111-B68A-4FC971A7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1175" y="3333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5EA8"/>
            </a:solidFill>
            <a:prstDash val="solid"/>
          </a:ln>
        </p:spPr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92d8b69ba480e">
            <a:extLst>
              <a:ext uri="{96DAC541-7B7A-43D3-8B79-37D633B846F1}">
                <asvg:svgBlip xmlns:asvg="http://schemas.microsoft.com/office/drawing/2016/SVG/main" r:embed="R183126f320ed4f7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35366" y="3487941"/>
            <a:ext cx="320278" cy="320278"/>
          </a:xfrm>
          <a:prstGeom xmlns:a="http://schemas.openxmlformats.org/drawingml/2006/main" prst="rect">
            <a:avLst/>
          </a:prstGeom>
        </p:spPr>
      </p:pic>
      <p:sp>
        <p:nvSpPr>
          <p:cNvPr id="28" name="department-0-head-identity">
            <a:extLst xmlns:a="http://schemas.openxmlformats.org/drawingml/2006/main">
              <a:ext uri="{FF2B5EF4-FFF2-40B4-BE49-F238E27FC236}">
                <a16:creationId xmlns:a16="http://schemas.microsoft.com/office/drawing/2014/main" id="{8C3AE28B-8EB7-44B6-9D58-822E9FCD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3971925"/>
            <a:ext cx="14859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epartment-0-head-name">
            <a:extLst xmlns:a="http://schemas.openxmlformats.org/drawingml/2006/main">
              <a:ext uri="{FF2B5EF4-FFF2-40B4-BE49-F238E27FC236}">
                <a16:creationId xmlns:a16="http://schemas.microsoft.com/office/drawing/2014/main" id="{D8A3AABB-C03B-405B-8B89-4EB7F87E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8516" y="397192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林清</a:t>
            </a:r>
          </a:p>
        </p:txBody>
      </p:sp>
      <p:sp>
        <p:nvSpPr>
          <p:cNvPr id="30" name="department-0-head-role">
            <a:extLst xmlns:a="http://schemas.openxmlformats.org/drawingml/2006/main">
              <a:ext uri="{FF2B5EF4-FFF2-40B4-BE49-F238E27FC236}">
                <a16:creationId xmlns:a16="http://schemas.microsoft.com/office/drawing/2014/main" id="{A1AF399B-367E-4DF7-A19A-30C9848D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2707" y="3971925"/>
            <a:ext cx="80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部门负责人</a:t>
            </a:r>
          </a:p>
        </p:txBody>
      </p:sp>
      <p:sp>
        <p:nvSpPr>
          <p:cNvPr id="31" name="department-0-member-0-halo">
            <a:extLst xmlns:a="http://schemas.openxmlformats.org/drawingml/2006/main">
              <a:ext uri="{FF2B5EF4-FFF2-40B4-BE49-F238E27FC236}">
                <a16:creationId xmlns:a16="http://schemas.microsoft.com/office/drawing/2014/main" id="{83F89D3D-E5B1-4115-A2C5-30B96B46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4714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epartment-0-member-0-shell">
            <a:extLst xmlns:a="http://schemas.openxmlformats.org/drawingml/2006/main">
              <a:ext uri="{FF2B5EF4-FFF2-40B4-BE49-F238E27FC236}">
                <a16:creationId xmlns:a16="http://schemas.microsoft.com/office/drawing/2014/main" id="{6EF77D4A-BEB9-4A8F-AD31-029D56EF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4762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6AB47"/>
            </a:solidFill>
            <a:prstDash val="solid"/>
          </a:ln>
        </p:spPr>
      </p:sp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36c33cadd4f6b">
            <a:extLst>
              <a:ext uri="{96DAC541-7B7A-43D3-8B79-37D633B846F1}">
                <asvg:svgBlip xmlns:asvg="http://schemas.microsoft.com/office/drawing/2016/SVG/main" r:embed="R4786fbc5054f4c9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7317" y="4880667"/>
            <a:ext cx="220866" cy="220866"/>
          </a:xfrm>
          <a:prstGeom xmlns:a="http://schemas.openxmlformats.org/drawingml/2006/main" prst="rect">
            <a:avLst/>
          </a:prstGeom>
        </p:spPr>
      </p:pic>
      <p:sp>
        <p:nvSpPr>
          <p:cNvPr id="34" name="department-0-member-0-identity">
            <a:extLst xmlns:a="http://schemas.openxmlformats.org/drawingml/2006/main">
              <a:ext uri="{FF2B5EF4-FFF2-40B4-BE49-F238E27FC236}">
                <a16:creationId xmlns:a16="http://schemas.microsoft.com/office/drawing/2014/main" id="{549DDC70-19C2-493A-9C3E-AA7BBBA4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5267325"/>
            <a:ext cx="9906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epartment-0-member-0-name">
            <a:extLst xmlns:a="http://schemas.openxmlformats.org/drawingml/2006/main">
              <a:ext uri="{FF2B5EF4-FFF2-40B4-BE49-F238E27FC236}">
                <a16:creationId xmlns:a16="http://schemas.microsoft.com/office/drawing/2014/main" id="{97F0757F-FEA9-48EE-B4C9-E08B8CE9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5267325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赵宁</a:t>
            </a:r>
          </a:p>
        </p:txBody>
      </p:sp>
      <p:sp>
        <p:nvSpPr>
          <p:cNvPr id="36" name="department-0-member-0-role">
            <a:extLst xmlns:a="http://schemas.openxmlformats.org/drawingml/2006/main">
              <a:ext uri="{FF2B5EF4-FFF2-40B4-BE49-F238E27FC236}">
                <a16:creationId xmlns:a16="http://schemas.microsoft.com/office/drawing/2014/main" id="{F31EA22D-32F3-4270-91D5-66D50D09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5486400"/>
            <a:ext cx="990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3F5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F536B"/>
                </a:solidFill>
                <a:latin typeface="Microsoft YaHei"/>
                <a:ea typeface="Microsoft YaHei"/>
                <a:cs typeface="Microsoft YaHei"/>
              </a:rPr>
              <a:t>研究专员</a:t>
            </a:r>
          </a:p>
        </p:txBody>
      </p:sp>
      <p:sp>
        <p:nvSpPr>
          <p:cNvPr id="37" name="department-0-member-1-halo">
            <a:extLst xmlns:a="http://schemas.openxmlformats.org/drawingml/2006/main">
              <a:ext uri="{FF2B5EF4-FFF2-40B4-BE49-F238E27FC236}">
                <a16:creationId xmlns:a16="http://schemas.microsoft.com/office/drawing/2014/main" id="{8AA31719-DC25-411B-8AEB-8D7B4EFA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4714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department-0-member-1-shell">
            <a:extLst xmlns:a="http://schemas.openxmlformats.org/drawingml/2006/main">
              <a:ext uri="{FF2B5EF4-FFF2-40B4-BE49-F238E27FC236}">
                <a16:creationId xmlns:a16="http://schemas.microsoft.com/office/drawing/2014/main" id="{EBB20FC5-C33C-4A23-B009-4DD596D1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4762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6AB47"/>
            </a:solidFill>
            <a:prstDash val="solid"/>
          </a:ln>
        </p:spPr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d961b20e44909">
            <a:extLst>
              <a:ext uri="{96DAC541-7B7A-43D3-8B79-37D633B846F1}">
                <asvg:svgBlip xmlns:asvg="http://schemas.microsoft.com/office/drawing/2016/SVG/main" r:embed="R13440cc1d0c1477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32817" y="4880667"/>
            <a:ext cx="220866" cy="220866"/>
          </a:xfrm>
          <a:prstGeom xmlns:a="http://schemas.openxmlformats.org/drawingml/2006/main" prst="rect">
            <a:avLst/>
          </a:prstGeom>
        </p:spPr>
      </p:pic>
      <p:sp>
        <p:nvSpPr>
          <p:cNvPr id="40" name="department-0-member-1-identity">
            <a:extLst xmlns:a="http://schemas.openxmlformats.org/drawingml/2006/main">
              <a:ext uri="{FF2B5EF4-FFF2-40B4-BE49-F238E27FC236}">
                <a16:creationId xmlns:a16="http://schemas.microsoft.com/office/drawing/2014/main" id="{AF23F826-CD82-41BE-98F1-90B195B0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5267325"/>
            <a:ext cx="9906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department-0-member-1-name">
            <a:extLst xmlns:a="http://schemas.openxmlformats.org/drawingml/2006/main">
              <a:ext uri="{FF2B5EF4-FFF2-40B4-BE49-F238E27FC236}">
                <a16:creationId xmlns:a16="http://schemas.microsoft.com/office/drawing/2014/main" id="{19C85604-4B88-4755-9B16-F2C97F8E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5267325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孙悦</a:t>
            </a:r>
          </a:p>
        </p:txBody>
      </p:sp>
      <p:sp>
        <p:nvSpPr>
          <p:cNvPr id="42" name="department-0-member-1-role">
            <a:extLst xmlns:a="http://schemas.openxmlformats.org/drawingml/2006/main">
              <a:ext uri="{FF2B5EF4-FFF2-40B4-BE49-F238E27FC236}">
                <a16:creationId xmlns:a16="http://schemas.microsoft.com/office/drawing/2014/main" id="{45069E3A-C276-4372-B4E6-CB6D89F3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5486400"/>
            <a:ext cx="990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3F5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F536B"/>
                </a:solidFill>
                <a:latin typeface="Microsoft YaHei"/>
                <a:ea typeface="Microsoft YaHei"/>
                <a:cs typeface="Microsoft YaHei"/>
              </a:rPr>
              <a:t>数据专员</a:t>
            </a:r>
          </a:p>
        </p:txBody>
      </p:sp>
      <p:sp>
        <p:nvSpPr>
          <p:cNvPr id="43" name="department-1-name">
            <a:extLst xmlns:a="http://schemas.openxmlformats.org/drawingml/2006/main">
              <a:ext uri="{FF2B5EF4-FFF2-40B4-BE49-F238E27FC236}">
                <a16:creationId xmlns:a16="http://schemas.microsoft.com/office/drawing/2014/main" id="{2EDA33F4-4461-4647-B541-B7AAB754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3028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44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44F86"/>
                </a:solidFill>
                <a:latin typeface="Microsoft YaHei"/>
                <a:ea typeface="Microsoft YaHei"/>
                <a:cs typeface="Microsoft YaHei"/>
              </a:rPr>
              <a:t>产品设计部</a:t>
            </a:r>
          </a:p>
        </p:txBody>
      </p:sp>
      <p:sp>
        <p:nvSpPr>
          <p:cNvPr id="44" name="department-1-head-halo">
            <a:extLst xmlns:a="http://schemas.openxmlformats.org/drawingml/2006/main">
              <a:ext uri="{FF2B5EF4-FFF2-40B4-BE49-F238E27FC236}">
                <a16:creationId xmlns:a16="http://schemas.microsoft.com/office/drawing/2014/main" id="{DC6BA931-CADC-45DF-9D17-9FAA833B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5475" y="32575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department-1-head-shell">
            <a:extLst xmlns:a="http://schemas.openxmlformats.org/drawingml/2006/main">
              <a:ext uri="{FF2B5EF4-FFF2-40B4-BE49-F238E27FC236}">
                <a16:creationId xmlns:a16="http://schemas.microsoft.com/office/drawing/2014/main" id="{6EF69FD6-D898-4691-9431-7545FA16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1675" y="3333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5EA8"/>
            </a:solidFill>
            <a:prstDash val="solid"/>
          </a:ln>
        </p:spPr>
      </p:sp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369b151c940d7">
            <a:extLst>
              <a:ext uri="{96DAC541-7B7A-43D3-8B79-37D633B846F1}">
                <asvg:svgBlip xmlns:asvg="http://schemas.microsoft.com/office/drawing/2016/SVG/main" r:embed="R10ea5d8925e245e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35866" y="3487941"/>
            <a:ext cx="320278" cy="320278"/>
          </a:xfrm>
          <a:prstGeom xmlns:a="http://schemas.openxmlformats.org/drawingml/2006/main" prst="rect">
            <a:avLst/>
          </a:prstGeom>
        </p:spPr>
      </p:pic>
      <p:sp>
        <p:nvSpPr>
          <p:cNvPr id="47" name="department-1-head-identity">
            <a:extLst xmlns:a="http://schemas.openxmlformats.org/drawingml/2006/main">
              <a:ext uri="{FF2B5EF4-FFF2-40B4-BE49-F238E27FC236}">
                <a16:creationId xmlns:a16="http://schemas.microsoft.com/office/drawing/2014/main" id="{D493696C-EAA0-491A-8C1B-479620ED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3971925"/>
            <a:ext cx="14859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department-1-head-name">
            <a:extLst xmlns:a="http://schemas.openxmlformats.org/drawingml/2006/main">
              <a:ext uri="{FF2B5EF4-FFF2-40B4-BE49-F238E27FC236}">
                <a16:creationId xmlns:a16="http://schemas.microsoft.com/office/drawing/2014/main" id="{79661250-CEB3-4921-AF3B-BBCE117B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9016" y="397192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陈昕</a:t>
            </a:r>
          </a:p>
        </p:txBody>
      </p:sp>
      <p:sp>
        <p:nvSpPr>
          <p:cNvPr id="49" name="department-1-head-role">
            <a:extLst xmlns:a="http://schemas.openxmlformats.org/drawingml/2006/main">
              <a:ext uri="{FF2B5EF4-FFF2-40B4-BE49-F238E27FC236}">
                <a16:creationId xmlns:a16="http://schemas.microsoft.com/office/drawing/2014/main" id="{316C39B6-0B98-46ED-ADDC-C748EC2E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3207" y="3971925"/>
            <a:ext cx="80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部门负责人</a:t>
            </a:r>
          </a:p>
        </p:txBody>
      </p:sp>
      <p:sp>
        <p:nvSpPr>
          <p:cNvPr id="50" name="department-1-member-0-halo">
            <a:extLst xmlns:a="http://schemas.openxmlformats.org/drawingml/2006/main">
              <a:ext uri="{FF2B5EF4-FFF2-40B4-BE49-F238E27FC236}">
                <a16:creationId xmlns:a16="http://schemas.microsoft.com/office/drawing/2014/main" id="{319FB7C9-6C4D-4EE6-965A-02A23573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4714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department-1-member-0-shell">
            <a:extLst xmlns:a="http://schemas.openxmlformats.org/drawingml/2006/main">
              <a:ext uri="{FF2B5EF4-FFF2-40B4-BE49-F238E27FC236}">
                <a16:creationId xmlns:a16="http://schemas.microsoft.com/office/drawing/2014/main" id="{C0BF81A0-B3FA-4549-8145-64583349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4762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6AB47"/>
            </a:solidFill>
            <a:prstDash val="solid"/>
          </a:ln>
        </p:spPr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5bbb0d6ba4354">
            <a:extLst>
              <a:ext uri="{96DAC541-7B7A-43D3-8B79-37D633B846F1}">
                <asvg:svgBlip xmlns:asvg="http://schemas.microsoft.com/office/drawing/2016/SVG/main" r:embed="R7409e25223004f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37817" y="4880667"/>
            <a:ext cx="220866" cy="220866"/>
          </a:xfrm>
          <a:prstGeom xmlns:a="http://schemas.openxmlformats.org/drawingml/2006/main" prst="rect">
            <a:avLst/>
          </a:prstGeom>
        </p:spPr>
      </p:pic>
      <p:sp>
        <p:nvSpPr>
          <p:cNvPr id="53" name="department-1-member-0-identity">
            <a:extLst xmlns:a="http://schemas.openxmlformats.org/drawingml/2006/main">
              <a:ext uri="{FF2B5EF4-FFF2-40B4-BE49-F238E27FC236}">
                <a16:creationId xmlns:a16="http://schemas.microsoft.com/office/drawing/2014/main" id="{F2121EED-C1A0-4859-9411-7FD70706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2950" y="5267325"/>
            <a:ext cx="9906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department-1-member-0-name">
            <a:extLst xmlns:a="http://schemas.openxmlformats.org/drawingml/2006/main">
              <a:ext uri="{FF2B5EF4-FFF2-40B4-BE49-F238E27FC236}">
                <a16:creationId xmlns:a16="http://schemas.microsoft.com/office/drawing/2014/main" id="{39E31749-4089-4252-8AE2-482ACCD9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2950" y="5267325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吴桐</a:t>
            </a:r>
          </a:p>
        </p:txBody>
      </p:sp>
      <p:sp>
        <p:nvSpPr>
          <p:cNvPr id="55" name="department-1-member-0-role">
            <a:extLst xmlns:a="http://schemas.openxmlformats.org/drawingml/2006/main">
              <a:ext uri="{FF2B5EF4-FFF2-40B4-BE49-F238E27FC236}">
                <a16:creationId xmlns:a16="http://schemas.microsoft.com/office/drawing/2014/main" id="{0FA6FF2C-C952-4CA8-A72D-579AB511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2950" y="5486400"/>
            <a:ext cx="990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3F5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F536B"/>
                </a:solidFill>
                <a:latin typeface="Microsoft YaHei"/>
                <a:ea typeface="Microsoft YaHei"/>
                <a:cs typeface="Microsoft YaHei"/>
              </a:rPr>
              <a:t>产品专员</a:t>
            </a:r>
          </a:p>
        </p:txBody>
      </p:sp>
      <p:sp>
        <p:nvSpPr>
          <p:cNvPr id="56" name="department-1-member-1-halo">
            <a:extLst xmlns:a="http://schemas.openxmlformats.org/drawingml/2006/main">
              <a:ext uri="{FF2B5EF4-FFF2-40B4-BE49-F238E27FC236}">
                <a16:creationId xmlns:a16="http://schemas.microsoft.com/office/drawing/2014/main" id="{0FA7E7C1-78F3-4CED-A4FD-0ED9E8EC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7525" y="4714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department-1-member-1-shell">
            <a:extLst xmlns:a="http://schemas.openxmlformats.org/drawingml/2006/main">
              <a:ext uri="{FF2B5EF4-FFF2-40B4-BE49-F238E27FC236}">
                <a16:creationId xmlns:a16="http://schemas.microsoft.com/office/drawing/2014/main" id="{EAB85163-43FA-4729-9567-A3117FD5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4762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6AB47"/>
            </a:solidFill>
            <a:prstDash val="solid"/>
          </a:ln>
        </p:spPr>
      </p:sp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0014fe426d4b56">
            <a:extLst>
              <a:ext uri="{96DAC541-7B7A-43D3-8B79-37D633B846F1}">
                <asvg:svgBlip xmlns:asvg="http://schemas.microsoft.com/office/drawing/2016/SVG/main" r:embed="R7aab41d7fa1b4b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33317" y="4880667"/>
            <a:ext cx="220866" cy="220866"/>
          </a:xfrm>
          <a:prstGeom xmlns:a="http://schemas.openxmlformats.org/drawingml/2006/main" prst="rect">
            <a:avLst/>
          </a:prstGeom>
        </p:spPr>
      </p:pic>
      <p:sp>
        <p:nvSpPr>
          <p:cNvPr id="59" name="department-1-member-1-identity">
            <a:extLst xmlns:a="http://schemas.openxmlformats.org/drawingml/2006/main">
              <a:ext uri="{FF2B5EF4-FFF2-40B4-BE49-F238E27FC236}">
                <a16:creationId xmlns:a16="http://schemas.microsoft.com/office/drawing/2014/main" id="{EF2A02EB-B4FD-49DE-968F-0721022C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5267325"/>
            <a:ext cx="9906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department-1-member-1-name">
            <a:extLst xmlns:a="http://schemas.openxmlformats.org/drawingml/2006/main">
              <a:ext uri="{FF2B5EF4-FFF2-40B4-BE49-F238E27FC236}">
                <a16:creationId xmlns:a16="http://schemas.microsoft.com/office/drawing/2014/main" id="{5ACDF7B7-2E67-4D5F-AB23-BD4BB1DD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5267325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许安</a:t>
            </a:r>
          </a:p>
        </p:txBody>
      </p:sp>
      <p:sp>
        <p:nvSpPr>
          <p:cNvPr id="61" name="department-1-member-1-role">
            <a:extLst xmlns:a="http://schemas.openxmlformats.org/drawingml/2006/main">
              <a:ext uri="{FF2B5EF4-FFF2-40B4-BE49-F238E27FC236}">
                <a16:creationId xmlns:a16="http://schemas.microsoft.com/office/drawing/2014/main" id="{43B6EED2-1C91-4740-B93F-52B4099C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5486400"/>
            <a:ext cx="990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3F5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F536B"/>
                </a:solidFill>
                <a:latin typeface="Microsoft YaHei"/>
                <a:ea typeface="Microsoft YaHei"/>
                <a:cs typeface="Microsoft YaHei"/>
              </a:rPr>
              <a:t>设计专员</a:t>
            </a:r>
          </a:p>
        </p:txBody>
      </p:sp>
      <p:sp>
        <p:nvSpPr>
          <p:cNvPr id="62" name="department-2-name">
            <a:extLst xmlns:a="http://schemas.openxmlformats.org/drawingml/2006/main">
              <a:ext uri="{FF2B5EF4-FFF2-40B4-BE49-F238E27FC236}">
                <a16:creationId xmlns:a16="http://schemas.microsoft.com/office/drawing/2014/main" id="{F43C4894-A3F5-4328-90F8-3630A207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3028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44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44F86"/>
                </a:solidFill>
                <a:latin typeface="Microsoft YaHei"/>
                <a:ea typeface="Microsoft YaHei"/>
                <a:cs typeface="Microsoft YaHei"/>
              </a:rPr>
              <a:t>实施交付部</a:t>
            </a:r>
          </a:p>
        </p:txBody>
      </p:sp>
      <p:sp>
        <p:nvSpPr>
          <p:cNvPr id="63" name="department-2-head-halo">
            <a:extLst xmlns:a="http://schemas.openxmlformats.org/drawingml/2006/main">
              <a:ext uri="{FF2B5EF4-FFF2-40B4-BE49-F238E27FC236}">
                <a16:creationId xmlns:a16="http://schemas.microsoft.com/office/drawing/2014/main" id="{6DC0AB36-15F0-4673-B457-4A2CAC2A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5975" y="32575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department-2-head-shell">
            <a:extLst xmlns:a="http://schemas.openxmlformats.org/drawingml/2006/main">
              <a:ext uri="{FF2B5EF4-FFF2-40B4-BE49-F238E27FC236}">
                <a16:creationId xmlns:a16="http://schemas.microsoft.com/office/drawing/2014/main" id="{0E5949FA-75A3-4EFB-939C-80E76642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2175" y="3333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5EA8"/>
            </a:solidFill>
            <a:prstDash val="solid"/>
          </a:ln>
        </p:spPr>
      </p:sp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4989cb3dc49ee">
            <a:extLst>
              <a:ext uri="{96DAC541-7B7A-43D3-8B79-37D633B846F1}">
                <asvg:svgBlip xmlns:asvg="http://schemas.microsoft.com/office/drawing/2016/SVG/main" r:embed="Rd79818c9793b46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36366" y="3487941"/>
            <a:ext cx="320278" cy="320278"/>
          </a:xfrm>
          <a:prstGeom xmlns:a="http://schemas.openxmlformats.org/drawingml/2006/main" prst="rect">
            <a:avLst/>
          </a:prstGeom>
        </p:spPr>
      </p:pic>
      <p:sp>
        <p:nvSpPr>
          <p:cNvPr id="66" name="department-2-head-identity">
            <a:extLst xmlns:a="http://schemas.openxmlformats.org/drawingml/2006/main">
              <a:ext uri="{FF2B5EF4-FFF2-40B4-BE49-F238E27FC236}">
                <a16:creationId xmlns:a16="http://schemas.microsoft.com/office/drawing/2014/main" id="{3584342B-973B-47A4-9DD7-15D5EEFA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3971925"/>
            <a:ext cx="14859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department-2-head-name">
            <a:extLst xmlns:a="http://schemas.openxmlformats.org/drawingml/2006/main">
              <a:ext uri="{FF2B5EF4-FFF2-40B4-BE49-F238E27FC236}">
                <a16:creationId xmlns:a16="http://schemas.microsoft.com/office/drawing/2014/main" id="{19A2997A-1602-4E81-9F5B-BE3A4660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9516" y="397192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顾辰</a:t>
            </a:r>
          </a:p>
        </p:txBody>
      </p:sp>
      <p:sp>
        <p:nvSpPr>
          <p:cNvPr id="68" name="department-2-head-role">
            <a:extLst xmlns:a="http://schemas.openxmlformats.org/drawingml/2006/main">
              <a:ext uri="{FF2B5EF4-FFF2-40B4-BE49-F238E27FC236}">
                <a16:creationId xmlns:a16="http://schemas.microsoft.com/office/drawing/2014/main" id="{E8994350-277D-4518-A1C0-4F80566A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3707" y="3971925"/>
            <a:ext cx="80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部门负责人</a:t>
            </a:r>
          </a:p>
        </p:txBody>
      </p:sp>
      <p:sp>
        <p:nvSpPr>
          <p:cNvPr id="69" name="department-2-member-0-halo">
            <a:extLst xmlns:a="http://schemas.openxmlformats.org/drawingml/2006/main">
              <a:ext uri="{FF2B5EF4-FFF2-40B4-BE49-F238E27FC236}">
                <a16:creationId xmlns:a16="http://schemas.microsoft.com/office/drawing/2014/main" id="{33EAA825-A67F-46DC-B763-B32647A0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2525" y="4714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department-2-member-0-shell">
            <a:extLst xmlns:a="http://schemas.openxmlformats.org/drawingml/2006/main">
              <a:ext uri="{FF2B5EF4-FFF2-40B4-BE49-F238E27FC236}">
                <a16:creationId xmlns:a16="http://schemas.microsoft.com/office/drawing/2014/main" id="{0B26123C-AC2F-47C0-B2E8-7FBE40BF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4762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6AB47"/>
            </a:solidFill>
            <a:prstDash val="solid"/>
          </a:ln>
        </p:spPr>
      </p:sp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d0afa69f64185">
            <a:extLst>
              <a:ext uri="{96DAC541-7B7A-43D3-8B79-37D633B846F1}">
                <asvg:svgBlip xmlns:asvg="http://schemas.microsoft.com/office/drawing/2016/SVG/main" r:embed="R8989192471214a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38317" y="4880667"/>
            <a:ext cx="220866" cy="220866"/>
          </a:xfrm>
          <a:prstGeom xmlns:a="http://schemas.openxmlformats.org/drawingml/2006/main" prst="rect">
            <a:avLst/>
          </a:prstGeom>
        </p:spPr>
      </p:pic>
      <p:sp>
        <p:nvSpPr>
          <p:cNvPr id="72" name="department-2-member-0-identity">
            <a:extLst xmlns:a="http://schemas.openxmlformats.org/drawingml/2006/main">
              <a:ext uri="{FF2B5EF4-FFF2-40B4-BE49-F238E27FC236}">
                <a16:creationId xmlns:a16="http://schemas.microsoft.com/office/drawing/2014/main" id="{DCBE7263-7395-4FBA-AA05-E669BDEB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50" y="5267325"/>
            <a:ext cx="9906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department-2-member-0-name">
            <a:extLst xmlns:a="http://schemas.openxmlformats.org/drawingml/2006/main">
              <a:ext uri="{FF2B5EF4-FFF2-40B4-BE49-F238E27FC236}">
                <a16:creationId xmlns:a16="http://schemas.microsoft.com/office/drawing/2014/main" id="{5455223F-B1B9-4742-8F28-B19BA47D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50" y="5267325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何川</a:t>
            </a:r>
          </a:p>
        </p:txBody>
      </p:sp>
      <p:sp>
        <p:nvSpPr>
          <p:cNvPr id="74" name="department-2-member-0-role">
            <a:extLst xmlns:a="http://schemas.openxmlformats.org/drawingml/2006/main">
              <a:ext uri="{FF2B5EF4-FFF2-40B4-BE49-F238E27FC236}">
                <a16:creationId xmlns:a16="http://schemas.microsoft.com/office/drawing/2014/main" id="{E3629ADF-73D1-4413-90C7-37A364B9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50" y="5486400"/>
            <a:ext cx="990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3F5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F536B"/>
                </a:solidFill>
                <a:latin typeface="Microsoft YaHei"/>
                <a:ea typeface="Microsoft YaHei"/>
                <a:cs typeface="Microsoft YaHei"/>
              </a:rPr>
              <a:t>实施专员</a:t>
            </a:r>
          </a:p>
        </p:txBody>
      </p:sp>
      <p:sp>
        <p:nvSpPr>
          <p:cNvPr id="75" name="department-2-member-1-halo">
            <a:extLst xmlns:a="http://schemas.openxmlformats.org/drawingml/2006/main">
              <a:ext uri="{FF2B5EF4-FFF2-40B4-BE49-F238E27FC236}">
                <a16:creationId xmlns:a16="http://schemas.microsoft.com/office/drawing/2014/main" id="{706B5BF2-89F1-421E-8C84-91B28BE2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8025" y="4714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department-2-member-1-shell">
            <a:extLst xmlns:a="http://schemas.openxmlformats.org/drawingml/2006/main">
              <a:ext uri="{FF2B5EF4-FFF2-40B4-BE49-F238E27FC236}">
                <a16:creationId xmlns:a16="http://schemas.microsoft.com/office/drawing/2014/main" id="{96E632DA-7EFE-4340-AA37-F8FDA226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5650" y="4762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6AB47"/>
            </a:solidFill>
            <a:prstDash val="solid"/>
          </a:ln>
        </p:spPr>
      </p:sp>
      <p:pic>
        <p:nvPicPr>
          <p:cNvPr id="1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fa809d4434b24">
            <a:extLst>
              <a:ext uri="{96DAC541-7B7A-43D3-8B79-37D633B846F1}">
                <asvg:svgBlip xmlns:asvg="http://schemas.microsoft.com/office/drawing/2016/SVG/main" r:embed="R5cfeb4cbea104d9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3817" y="4880667"/>
            <a:ext cx="220866" cy="220866"/>
          </a:xfrm>
          <a:prstGeom xmlns:a="http://schemas.openxmlformats.org/drawingml/2006/main" prst="rect">
            <a:avLst/>
          </a:prstGeom>
        </p:spPr>
      </p:pic>
      <p:sp>
        <p:nvSpPr>
          <p:cNvPr id="78" name="department-2-member-1-identity">
            <a:extLst xmlns:a="http://schemas.openxmlformats.org/drawingml/2006/main">
              <a:ext uri="{FF2B5EF4-FFF2-40B4-BE49-F238E27FC236}">
                <a16:creationId xmlns:a16="http://schemas.microsoft.com/office/drawing/2014/main" id="{86FC7B04-472A-4942-82A0-A503C8C0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8950" y="5267325"/>
            <a:ext cx="9906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department-2-member-1-name">
            <a:extLst xmlns:a="http://schemas.openxmlformats.org/drawingml/2006/main">
              <a:ext uri="{FF2B5EF4-FFF2-40B4-BE49-F238E27FC236}">
                <a16:creationId xmlns:a16="http://schemas.microsoft.com/office/drawing/2014/main" id="{588B6E5C-70FE-4976-BAAC-B222855B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8950" y="5267325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陆遥</a:t>
            </a:r>
          </a:p>
        </p:txBody>
      </p:sp>
      <p:sp>
        <p:nvSpPr>
          <p:cNvPr id="80" name="department-2-member-1-role">
            <a:extLst xmlns:a="http://schemas.openxmlformats.org/drawingml/2006/main">
              <a:ext uri="{FF2B5EF4-FFF2-40B4-BE49-F238E27FC236}">
                <a16:creationId xmlns:a16="http://schemas.microsoft.com/office/drawing/2014/main" id="{B7A5B021-7C13-4A72-AFBA-7704D3AD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8950" y="5486400"/>
            <a:ext cx="990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3F5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F536B"/>
                </a:solidFill>
                <a:latin typeface="Microsoft YaHei"/>
                <a:ea typeface="Microsoft YaHei"/>
                <a:cs typeface="Microsoft YaHei"/>
              </a:rPr>
              <a:t>质量专员</a:t>
            </a:r>
          </a:p>
        </p:txBody>
      </p:sp>
    </p:spTree>
    <p:extLst>
      <p:ext uri="{BB962C8B-B14F-4D97-AF65-F5344CB8AC3E}">
        <p14:creationId xmlns:p14="http://schemas.microsoft.com/office/powerpoint/2010/main" val="8366117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2026-08-17T12:58:01.5750000Z</dcterms:created>
  <dcterms:modified xsi:type="dcterms:W3CDTF">2026-08-17T12:58:01.5750000Z</dcterms:modified>
</coreProperties>
</file>