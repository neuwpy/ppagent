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af78d5c7d64464" /><Relationship Type="http://schemas.openxmlformats.org/officeDocument/2006/relationships/extended-properties" Target="/docProps/app.xml" Id="R0ab1ab69db964323" /><Relationship Type="http://schemas.openxmlformats.org/officeDocument/2006/relationships/officeDocument" Target="/ppt/presentation.xml" Id="R5c58f235cd9f45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fe44317a1443ef"/>
  </p:sldMasterIdLst>
  <p:notesMasterIdLst>
    <p:notesMasterId xmlns:r="http://schemas.openxmlformats.org/officeDocument/2006/relationships" r:id="Raec91df499294a40"/>
  </p:notesMasterIdLst>
  <p:sldIdLst>
    <p:sldId xmlns:r="http://schemas.openxmlformats.org/officeDocument/2006/relationships" id="256" r:id="R6cc24c3cc63c40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a6d6441a694a14" /><Relationship Type="http://schemas.openxmlformats.org/officeDocument/2006/relationships/slideMaster" Target="/ppt/slideMasters/slideMaster1.xml" Id="R8cfe44317a1443ef" /><Relationship Type="http://schemas.openxmlformats.org/officeDocument/2006/relationships/notesMaster" Target="/ppt/notesMasters/notesMaster1.xml" Id="Raec91df499294a40" /><Relationship Type="http://schemas.openxmlformats.org/officeDocument/2006/relationships/presProps" Target="/ppt/presProps.xml" Id="R2fb75bc60ad0406d" /><Relationship Type="http://schemas.openxmlformats.org/officeDocument/2006/relationships/tableStyles" Target="/ppt/tableStyles.xml" Id="R0ff0d3b4310240dc" /><Relationship Type="http://schemas.openxmlformats.org/officeDocument/2006/relationships/slide" Target="/ppt/slides/slide1.xml" Id="R6cc24c3cc63c40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0ebbf9a93d42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64C7C">
                <a:alpha val="16000"/>
              </a:srgbClr>
            </a:outerShdw>
          </a:effectLst>
        </a:effectStyle>
        <a:effectStyle>
          <a:effectLst>
            <a:outerShdw blurRad="133350" dist="57150" dir="5400000">
              <a:srgbClr val="183F7A">
                <a:alpha val="18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54E84">
                <a:alpha val="12000"/>
              </a:srgbClr>
            </a:outerShdw>
          </a:effectLst>
        </a:effectStyle>
        <a:effectStyle>
          <a:effectLst>
            <a:outerShdw blurRad="228600" dist="95250" dir="5400000">
              <a:srgbClr val="264E84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71450" dist="76200" dir="5400000">
              <a:srgbClr val="2A4F7F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284D7E">
                <a:alpha val="17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142875" dist="66675" dir="5400000">
              <a:srgbClr val="284D7E">
                <a:alpha val="18000"/>
              </a:srgbClr>
            </a:outerShdw>
          </a:effectLst>
        </a:effectStyle>
        <a:effectStyle>
          <a:effectLst>
            <a:outerShdw blurRad="133350" dist="57150" dir="5400000">
              <a:srgbClr val="2B4C68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284D6B">
                <a:alpha val="16000"/>
              </a:srgbClr>
            </a:outerShdw>
          </a:effectLst>
        </a:effectStyle>
        <a:effectStyle>
          <a:effectLst>
            <a:outerShdw blurRad="209550" dist="95250" dir="5400000">
              <a:srgbClr val="1D457E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D4984">
                <a:alpha val="16000"/>
              </a:srgbClr>
            </a:outerShdw>
          </a:effectLst>
        </a:effectStyle>
        <a:effectStyle>
          <a:effectLst>
            <a:outerShdw blurRad="238125" dist="114300" dir="5400000">
              <a:srgbClr val="285B82">
                <a:alpha val="18000"/>
              </a:srgbClr>
            </a:outerShdw>
          </a:effectLst>
        </a:effectStyle>
        <a:effectStyle>
          <a:effectLst>
            <a:outerShdw blurRad="190500" dist="76200" dir="5400000">
              <a:srgbClr val="234867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8b964637cf4512" /><Relationship Type="http://schemas.openxmlformats.org/officeDocument/2006/relationships/notesMaster" Target="/ppt/notesMasters/notesMaster1.xml" Id="Re82b66d56eab46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ee3949d1847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4ad6958ada46fe" /><Relationship Type="http://schemas.openxmlformats.org/officeDocument/2006/relationships/slideLayout" Target="/ppt/slideLayouts/slideLayout1.xml" Id="R866c8543bcdf40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6c8543bcdf40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64C7C">
                <a:alpha val="16000"/>
              </a:srgbClr>
            </a:outerShdw>
          </a:effectLst>
        </a:effectStyle>
        <a:effectStyle>
          <a:effectLst>
            <a:outerShdw blurRad="133350" dist="57150" dir="5400000">
              <a:srgbClr val="183F7A">
                <a:alpha val="18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54E84">
                <a:alpha val="12000"/>
              </a:srgbClr>
            </a:outerShdw>
          </a:effectLst>
        </a:effectStyle>
        <a:effectStyle>
          <a:effectLst>
            <a:outerShdw blurRad="228600" dist="95250" dir="5400000">
              <a:srgbClr val="264E84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71450" dist="76200" dir="5400000">
              <a:srgbClr val="2A4F7F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284D7E">
                <a:alpha val="17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142875" dist="66675" dir="5400000">
              <a:srgbClr val="284D7E">
                <a:alpha val="18000"/>
              </a:srgbClr>
            </a:outerShdw>
          </a:effectLst>
        </a:effectStyle>
        <a:effectStyle>
          <a:effectLst>
            <a:outerShdw blurRad="133350" dist="57150" dir="5400000">
              <a:srgbClr val="2B4C68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284D6B">
                <a:alpha val="16000"/>
              </a:srgbClr>
            </a:outerShdw>
          </a:effectLst>
        </a:effectStyle>
        <a:effectStyle>
          <a:effectLst>
            <a:outerShdw blurRad="209550" dist="95250" dir="5400000">
              <a:srgbClr val="1D457E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D4984">
                <a:alpha val="16000"/>
              </a:srgbClr>
            </a:outerShdw>
          </a:effectLst>
        </a:effectStyle>
        <a:effectStyle>
          <a:effectLst>
            <a:outerShdw blurRad="238125" dist="114300" dir="5400000">
              <a:srgbClr val="285B82">
                <a:alpha val="18000"/>
              </a:srgbClr>
            </a:outerShdw>
          </a:effectLst>
        </a:effectStyle>
        <a:effectStyle>
          <a:effectLst>
            <a:outerShdw blurRad="190500" dist="76200" dir="5400000">
              <a:srgbClr val="234867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1f904dd2e45c2" /><Relationship Type="http://schemas.openxmlformats.org/officeDocument/2006/relationships/notesSlide" Target="/ppt/notesSlides/notesSlide1.xml" Id="R147bc0eaa1514c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cenario-path-0">
            <a:extLst xmlns:a="http://schemas.openxmlformats.org/drawingml/2006/main">
              <a:ext uri="{FF2B5EF4-FFF2-40B4-BE49-F238E27FC236}">
                <a16:creationId xmlns:a16="http://schemas.microsoft.com/office/drawing/2014/main" id="{E83BEE98-FA46-4714-A729-DB9617DB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2495550"/>
            <a:ext cx="4429125" cy="1733550"/>
          </a:xfrm>
          <a:custGeom xmlns:a="http://schemas.openxmlformats.org/drawingml/2006/main">
            <a:pathLst>
              <a:path w="4429125" h="1733550">
                <a:moveTo>
                  <a:pt x="4429125" y="0"/>
                </a:moveTo>
                <a:lnTo>
                  <a:pt x="4427858" y="20564"/>
                </a:lnTo>
                <a:lnTo>
                  <a:pt x="4424058" y="40815"/>
                </a:lnTo>
                <a:lnTo>
                  <a:pt x="4417866" y="60474"/>
                </a:lnTo>
                <a:lnTo>
                  <a:pt x="4409542" y="79324"/>
                </a:lnTo>
                <a:lnTo>
                  <a:pt x="4399378" y="97250"/>
                </a:lnTo>
                <a:lnTo>
                  <a:pt x="4387672" y="114214"/>
                </a:lnTo>
                <a:lnTo>
                  <a:pt x="4374718" y="130245"/>
                </a:lnTo>
                <a:lnTo>
                  <a:pt x="4360726" y="145390"/>
                </a:lnTo>
                <a:lnTo>
                  <a:pt x="4345896" y="159706"/>
                </a:lnTo>
                <a:lnTo>
                  <a:pt x="4330379" y="173279"/>
                </a:lnTo>
                <a:lnTo>
                  <a:pt x="4314292" y="186157"/>
                </a:lnTo>
                <a:lnTo>
                  <a:pt x="4297718" y="198434"/>
                </a:lnTo>
                <a:lnTo>
                  <a:pt x="4280754" y="210141"/>
                </a:lnTo>
                <a:lnTo>
                  <a:pt x="4263447" y="221342"/>
                </a:lnTo>
                <a:lnTo>
                  <a:pt x="4245854" y="232086"/>
                </a:lnTo>
                <a:lnTo>
                  <a:pt x="4228005" y="242411"/>
                </a:lnTo>
                <a:lnTo>
                  <a:pt x="4209945" y="252355"/>
                </a:lnTo>
                <a:lnTo>
                  <a:pt x="4191695" y="261947"/>
                </a:lnTo>
                <a:lnTo>
                  <a:pt x="4173274" y="271215"/>
                </a:lnTo>
                <a:lnTo>
                  <a:pt x="4154710" y="280178"/>
                </a:lnTo>
                <a:lnTo>
                  <a:pt x="4136022" y="288884"/>
                </a:lnTo>
                <a:lnTo>
                  <a:pt x="4117210" y="297323"/>
                </a:lnTo>
                <a:lnTo>
                  <a:pt x="4098303" y="305524"/>
                </a:lnTo>
                <a:lnTo>
                  <a:pt x="4079291" y="313515"/>
                </a:lnTo>
                <a:lnTo>
                  <a:pt x="4060203" y="321297"/>
                </a:lnTo>
                <a:lnTo>
                  <a:pt x="4041029" y="328879"/>
                </a:lnTo>
                <a:lnTo>
                  <a:pt x="4021788" y="336290"/>
                </a:lnTo>
                <a:lnTo>
                  <a:pt x="4002491" y="343529"/>
                </a:lnTo>
                <a:lnTo>
                  <a:pt x="3983126" y="350615"/>
                </a:lnTo>
                <a:lnTo>
                  <a:pt x="3963705" y="357549"/>
                </a:lnTo>
                <a:lnTo>
                  <a:pt x="3944245" y="364331"/>
                </a:lnTo>
                <a:lnTo>
                  <a:pt x="3924729" y="370989"/>
                </a:lnTo>
                <a:lnTo>
                  <a:pt x="3905174" y="377523"/>
                </a:lnTo>
                <a:lnTo>
                  <a:pt x="3885581" y="383934"/>
                </a:lnTo>
                <a:lnTo>
                  <a:pt x="3865950" y="390230"/>
                </a:lnTo>
                <a:lnTo>
                  <a:pt x="3846281" y="396421"/>
                </a:lnTo>
                <a:lnTo>
                  <a:pt x="3826583" y="402507"/>
                </a:lnTo>
                <a:lnTo>
                  <a:pt x="3806857" y="408499"/>
                </a:lnTo>
                <a:lnTo>
                  <a:pt x="3787102" y="414404"/>
                </a:lnTo>
                <a:lnTo>
                  <a:pt x="3767318" y="420214"/>
                </a:lnTo>
                <a:lnTo>
                  <a:pt x="3747516" y="425939"/>
                </a:lnTo>
                <a:lnTo>
                  <a:pt x="3727685" y="431587"/>
                </a:lnTo>
                <a:lnTo>
                  <a:pt x="3707835" y="437150"/>
                </a:lnTo>
                <a:lnTo>
                  <a:pt x="3687956" y="442636"/>
                </a:lnTo>
                <a:lnTo>
                  <a:pt x="3668068" y="448066"/>
                </a:lnTo>
                <a:lnTo>
                  <a:pt x="3648161" y="453428"/>
                </a:lnTo>
                <a:lnTo>
                  <a:pt x="3628234" y="458714"/>
                </a:lnTo>
                <a:lnTo>
                  <a:pt x="3608299" y="463953"/>
                </a:lnTo>
                <a:lnTo>
                  <a:pt x="3588334" y="469125"/>
                </a:lnTo>
                <a:lnTo>
                  <a:pt x="3568370" y="474240"/>
                </a:lnTo>
                <a:lnTo>
                  <a:pt x="3548377" y="479308"/>
                </a:lnTo>
                <a:lnTo>
                  <a:pt x="3528384" y="484318"/>
                </a:lnTo>
                <a:lnTo>
                  <a:pt x="3508372" y="489280"/>
                </a:lnTo>
                <a:lnTo>
                  <a:pt x="3488350" y="494195"/>
                </a:lnTo>
                <a:lnTo>
                  <a:pt x="3468310" y="499062"/>
                </a:lnTo>
                <a:lnTo>
                  <a:pt x="3448269" y="503882"/>
                </a:lnTo>
                <a:lnTo>
                  <a:pt x="3428209" y="508654"/>
                </a:lnTo>
                <a:lnTo>
                  <a:pt x="3408150" y="513398"/>
                </a:lnTo>
                <a:lnTo>
                  <a:pt x="3388071" y="518093"/>
                </a:lnTo>
                <a:lnTo>
                  <a:pt x="3367992" y="522751"/>
                </a:lnTo>
                <a:lnTo>
                  <a:pt x="3347895" y="527380"/>
                </a:lnTo>
                <a:lnTo>
                  <a:pt x="3327797" y="531971"/>
                </a:lnTo>
                <a:lnTo>
                  <a:pt x="3307690" y="536534"/>
                </a:lnTo>
                <a:lnTo>
                  <a:pt x="3287582" y="541058"/>
                </a:lnTo>
                <a:lnTo>
                  <a:pt x="3267456" y="545554"/>
                </a:lnTo>
                <a:lnTo>
                  <a:pt x="3247330" y="550021"/>
                </a:lnTo>
                <a:lnTo>
                  <a:pt x="3227194" y="554460"/>
                </a:lnTo>
                <a:lnTo>
                  <a:pt x="3207058" y="558870"/>
                </a:lnTo>
                <a:lnTo>
                  <a:pt x="3186913" y="563251"/>
                </a:lnTo>
                <a:lnTo>
                  <a:pt x="3166758" y="567614"/>
                </a:lnTo>
                <a:lnTo>
                  <a:pt x="3146603" y="571948"/>
                </a:lnTo>
                <a:lnTo>
                  <a:pt x="3126438" y="576263"/>
                </a:lnTo>
                <a:lnTo>
                  <a:pt x="3106274" y="580549"/>
                </a:lnTo>
                <a:lnTo>
                  <a:pt x="3086110" y="584816"/>
                </a:lnTo>
                <a:lnTo>
                  <a:pt x="3065926" y="589064"/>
                </a:lnTo>
                <a:lnTo>
                  <a:pt x="3045752" y="593293"/>
                </a:lnTo>
                <a:lnTo>
                  <a:pt x="3025569" y="597503"/>
                </a:lnTo>
                <a:lnTo>
                  <a:pt x="3005385" y="601694"/>
                </a:lnTo>
                <a:lnTo>
                  <a:pt x="2985192" y="605876"/>
                </a:lnTo>
                <a:lnTo>
                  <a:pt x="2964999" y="610038"/>
                </a:lnTo>
                <a:lnTo>
                  <a:pt x="2944806" y="614182"/>
                </a:lnTo>
                <a:lnTo>
                  <a:pt x="2924604" y="618315"/>
                </a:lnTo>
                <a:lnTo>
                  <a:pt x="2904401" y="622430"/>
                </a:lnTo>
                <a:lnTo>
                  <a:pt x="2884199" y="626545"/>
                </a:lnTo>
                <a:lnTo>
                  <a:pt x="2863996" y="630631"/>
                </a:lnTo>
                <a:lnTo>
                  <a:pt x="2843784" y="634717"/>
                </a:lnTo>
                <a:lnTo>
                  <a:pt x="2823572" y="638794"/>
                </a:lnTo>
                <a:lnTo>
                  <a:pt x="2803360" y="642852"/>
                </a:lnTo>
                <a:lnTo>
                  <a:pt x="2783148" y="646909"/>
                </a:lnTo>
                <a:lnTo>
                  <a:pt x="2762936" y="650958"/>
                </a:lnTo>
                <a:lnTo>
                  <a:pt x="2742714" y="654987"/>
                </a:lnTo>
                <a:lnTo>
                  <a:pt x="2722493" y="659025"/>
                </a:lnTo>
                <a:lnTo>
                  <a:pt x="2702271" y="663035"/>
                </a:lnTo>
                <a:lnTo>
                  <a:pt x="2682050" y="667045"/>
                </a:lnTo>
                <a:lnTo>
                  <a:pt x="2661828" y="671065"/>
                </a:lnTo>
                <a:lnTo>
                  <a:pt x="2641606" y="675075"/>
                </a:lnTo>
                <a:lnTo>
                  <a:pt x="2621385" y="679085"/>
                </a:lnTo>
                <a:lnTo>
                  <a:pt x="2601154" y="683076"/>
                </a:lnTo>
                <a:lnTo>
                  <a:pt x="2580932" y="687067"/>
                </a:lnTo>
                <a:lnTo>
                  <a:pt x="2560701" y="691067"/>
                </a:lnTo>
                <a:lnTo>
                  <a:pt x="2540470" y="695058"/>
                </a:lnTo>
                <a:lnTo>
                  <a:pt x="2520248" y="699049"/>
                </a:lnTo>
                <a:lnTo>
                  <a:pt x="2500017" y="703040"/>
                </a:lnTo>
                <a:lnTo>
                  <a:pt x="2479796" y="707041"/>
                </a:lnTo>
                <a:lnTo>
                  <a:pt x="2459565" y="711032"/>
                </a:lnTo>
                <a:lnTo>
                  <a:pt x="2439343" y="715023"/>
                </a:lnTo>
                <a:lnTo>
                  <a:pt x="2419112" y="719014"/>
                </a:lnTo>
                <a:lnTo>
                  <a:pt x="2398890" y="723014"/>
                </a:lnTo>
                <a:lnTo>
                  <a:pt x="2378669" y="727024"/>
                </a:lnTo>
                <a:lnTo>
                  <a:pt x="2358438" y="731025"/>
                </a:lnTo>
                <a:lnTo>
                  <a:pt x="2338216" y="735025"/>
                </a:lnTo>
                <a:lnTo>
                  <a:pt x="2317994" y="739026"/>
                </a:lnTo>
                <a:lnTo>
                  <a:pt x="2297773" y="743055"/>
                </a:lnTo>
                <a:lnTo>
                  <a:pt x="2277551" y="747074"/>
                </a:lnTo>
                <a:lnTo>
                  <a:pt x="2257330" y="751103"/>
                </a:lnTo>
                <a:lnTo>
                  <a:pt x="2237108" y="755132"/>
                </a:lnTo>
                <a:lnTo>
                  <a:pt x="2216887" y="759152"/>
                </a:lnTo>
                <a:lnTo>
                  <a:pt x="2196675" y="763210"/>
                </a:lnTo>
                <a:lnTo>
                  <a:pt x="2176463" y="767258"/>
                </a:lnTo>
                <a:lnTo>
                  <a:pt x="2156250" y="771325"/>
                </a:lnTo>
                <a:lnTo>
                  <a:pt x="2136038" y="775402"/>
                </a:lnTo>
                <a:lnTo>
                  <a:pt x="2115826" y="779478"/>
                </a:lnTo>
                <a:lnTo>
                  <a:pt x="2095624" y="783574"/>
                </a:lnTo>
                <a:lnTo>
                  <a:pt x="2075412" y="787679"/>
                </a:lnTo>
                <a:lnTo>
                  <a:pt x="2055209" y="791785"/>
                </a:lnTo>
                <a:lnTo>
                  <a:pt x="2035016" y="795919"/>
                </a:lnTo>
                <a:lnTo>
                  <a:pt x="2014814" y="800052"/>
                </a:lnTo>
                <a:lnTo>
                  <a:pt x="1994621" y="804215"/>
                </a:lnTo>
                <a:lnTo>
                  <a:pt x="1974428" y="808377"/>
                </a:lnTo>
                <a:lnTo>
                  <a:pt x="1954244" y="812549"/>
                </a:lnTo>
                <a:lnTo>
                  <a:pt x="1934061" y="816759"/>
                </a:lnTo>
                <a:lnTo>
                  <a:pt x="1913877" y="820969"/>
                </a:lnTo>
                <a:lnTo>
                  <a:pt x="1893694" y="825189"/>
                </a:lnTo>
                <a:lnTo>
                  <a:pt x="1873520" y="829447"/>
                </a:lnTo>
                <a:lnTo>
                  <a:pt x="1853346" y="833695"/>
                </a:lnTo>
                <a:lnTo>
                  <a:pt x="1833182" y="837971"/>
                </a:lnTo>
                <a:lnTo>
                  <a:pt x="1813017" y="842277"/>
                </a:lnTo>
                <a:lnTo>
                  <a:pt x="1792853" y="846592"/>
                </a:lnTo>
                <a:lnTo>
                  <a:pt x="1772698" y="850925"/>
                </a:lnTo>
                <a:lnTo>
                  <a:pt x="1752552" y="855288"/>
                </a:lnTo>
                <a:lnTo>
                  <a:pt x="1732407" y="859669"/>
                </a:lnTo>
                <a:lnTo>
                  <a:pt x="1712262" y="864070"/>
                </a:lnTo>
                <a:lnTo>
                  <a:pt x="1692126" y="868499"/>
                </a:lnTo>
                <a:lnTo>
                  <a:pt x="1671990" y="872947"/>
                </a:lnTo>
                <a:lnTo>
                  <a:pt x="1651864" y="877414"/>
                </a:lnTo>
                <a:lnTo>
                  <a:pt x="1631747" y="881920"/>
                </a:lnTo>
                <a:lnTo>
                  <a:pt x="1611630" y="886444"/>
                </a:lnTo>
                <a:lnTo>
                  <a:pt x="1591523" y="890997"/>
                </a:lnTo>
                <a:lnTo>
                  <a:pt x="1571425" y="895569"/>
                </a:lnTo>
                <a:lnTo>
                  <a:pt x="1551327" y="900179"/>
                </a:lnTo>
                <a:lnTo>
                  <a:pt x="1531239" y="904808"/>
                </a:lnTo>
                <a:lnTo>
                  <a:pt x="1511151" y="909476"/>
                </a:lnTo>
                <a:lnTo>
                  <a:pt x="1491082" y="914171"/>
                </a:lnTo>
                <a:lnTo>
                  <a:pt x="1471012" y="918905"/>
                </a:lnTo>
                <a:lnTo>
                  <a:pt x="1450953" y="923658"/>
                </a:lnTo>
                <a:lnTo>
                  <a:pt x="1430903" y="928459"/>
                </a:lnTo>
                <a:lnTo>
                  <a:pt x="1410853" y="933288"/>
                </a:lnTo>
                <a:lnTo>
                  <a:pt x="1390821" y="938155"/>
                </a:lnTo>
                <a:lnTo>
                  <a:pt x="1370790" y="943051"/>
                </a:lnTo>
                <a:lnTo>
                  <a:pt x="1350778" y="947985"/>
                </a:lnTo>
                <a:lnTo>
                  <a:pt x="1330766" y="952967"/>
                </a:lnTo>
                <a:lnTo>
                  <a:pt x="1310773" y="957986"/>
                </a:lnTo>
                <a:lnTo>
                  <a:pt x="1290790" y="963044"/>
                </a:lnTo>
                <a:lnTo>
                  <a:pt x="1270806" y="968140"/>
                </a:lnTo>
                <a:lnTo>
                  <a:pt x="1250842" y="973284"/>
                </a:lnTo>
                <a:lnTo>
                  <a:pt x="1230887" y="978465"/>
                </a:lnTo>
                <a:lnTo>
                  <a:pt x="1210951" y="983704"/>
                </a:lnTo>
                <a:lnTo>
                  <a:pt x="1191016" y="988981"/>
                </a:lnTo>
                <a:lnTo>
                  <a:pt x="1171108" y="994315"/>
                </a:lnTo>
                <a:lnTo>
                  <a:pt x="1151201" y="999696"/>
                </a:lnTo>
                <a:lnTo>
                  <a:pt x="1131313" y="1005126"/>
                </a:lnTo>
                <a:lnTo>
                  <a:pt x="1111434" y="1010612"/>
                </a:lnTo>
                <a:lnTo>
                  <a:pt x="1091575" y="1016137"/>
                </a:lnTo>
                <a:lnTo>
                  <a:pt x="1071734" y="1021737"/>
                </a:lnTo>
                <a:lnTo>
                  <a:pt x="1051903" y="1027386"/>
                </a:lnTo>
                <a:lnTo>
                  <a:pt x="1032100" y="1033101"/>
                </a:lnTo>
                <a:lnTo>
                  <a:pt x="1012307" y="1038873"/>
                </a:lnTo>
                <a:lnTo>
                  <a:pt x="992534" y="1044702"/>
                </a:lnTo>
                <a:lnTo>
                  <a:pt x="972779" y="1050608"/>
                </a:lnTo>
                <a:lnTo>
                  <a:pt x="953043" y="1056580"/>
                </a:lnTo>
                <a:lnTo>
                  <a:pt x="933326" y="1062619"/>
                </a:lnTo>
                <a:lnTo>
                  <a:pt x="913638" y="1068724"/>
                </a:lnTo>
                <a:lnTo>
                  <a:pt x="893969" y="1074906"/>
                </a:lnTo>
                <a:lnTo>
                  <a:pt x="874328" y="1081164"/>
                </a:lnTo>
                <a:lnTo>
                  <a:pt x="854707" y="1087507"/>
                </a:lnTo>
                <a:lnTo>
                  <a:pt x="835114" y="1093927"/>
                </a:lnTo>
                <a:lnTo>
                  <a:pt x="815550" y="1100433"/>
                </a:lnTo>
                <a:lnTo>
                  <a:pt x="796014" y="1107024"/>
                </a:lnTo>
                <a:lnTo>
                  <a:pt x="776516" y="1113701"/>
                </a:lnTo>
                <a:lnTo>
                  <a:pt x="757037" y="1120473"/>
                </a:lnTo>
                <a:lnTo>
                  <a:pt x="737597" y="1127350"/>
                </a:lnTo>
                <a:lnTo>
                  <a:pt x="718195" y="1134313"/>
                </a:lnTo>
                <a:lnTo>
                  <a:pt x="698830" y="1141390"/>
                </a:lnTo>
                <a:lnTo>
                  <a:pt x="679504" y="1148572"/>
                </a:lnTo>
                <a:lnTo>
                  <a:pt x="660225" y="1155868"/>
                </a:lnTo>
                <a:lnTo>
                  <a:pt x="640985" y="1163269"/>
                </a:lnTo>
                <a:lnTo>
                  <a:pt x="621792" y="1170803"/>
                </a:lnTo>
                <a:lnTo>
                  <a:pt x="602647" y="1178452"/>
                </a:lnTo>
                <a:lnTo>
                  <a:pt x="583549" y="1186234"/>
                </a:lnTo>
                <a:lnTo>
                  <a:pt x="564518" y="1194149"/>
                </a:lnTo>
                <a:lnTo>
                  <a:pt x="545535" y="1202207"/>
                </a:lnTo>
                <a:lnTo>
                  <a:pt x="526628" y="1210408"/>
                </a:lnTo>
                <a:lnTo>
                  <a:pt x="507778" y="1218771"/>
                </a:lnTo>
                <a:lnTo>
                  <a:pt x="489004" y="1227287"/>
                </a:lnTo>
                <a:lnTo>
                  <a:pt x="470297" y="1235964"/>
                </a:lnTo>
                <a:lnTo>
                  <a:pt x="451685" y="1244822"/>
                </a:lnTo>
                <a:lnTo>
                  <a:pt x="433149" y="1253852"/>
                </a:lnTo>
                <a:lnTo>
                  <a:pt x="414719" y="1263082"/>
                </a:lnTo>
                <a:lnTo>
                  <a:pt x="396383" y="1272511"/>
                </a:lnTo>
                <a:lnTo>
                  <a:pt x="378152" y="1282141"/>
                </a:lnTo>
                <a:lnTo>
                  <a:pt x="360045" y="1292000"/>
                </a:lnTo>
                <a:lnTo>
                  <a:pt x="342052" y="1302077"/>
                </a:lnTo>
                <a:lnTo>
                  <a:pt x="324212" y="1312402"/>
                </a:lnTo>
                <a:lnTo>
                  <a:pt x="306515" y="1322975"/>
                </a:lnTo>
                <a:lnTo>
                  <a:pt x="288979" y="1333814"/>
                </a:lnTo>
                <a:lnTo>
                  <a:pt x="271615" y="1344940"/>
                </a:lnTo>
                <a:lnTo>
                  <a:pt x="254451" y="1356360"/>
                </a:lnTo>
                <a:lnTo>
                  <a:pt x="237496" y="1368095"/>
                </a:lnTo>
                <a:lnTo>
                  <a:pt x="220780" y="1380153"/>
                </a:lnTo>
                <a:lnTo>
                  <a:pt x="204311" y="1392555"/>
                </a:lnTo>
                <a:lnTo>
                  <a:pt x="188128" y="1405328"/>
                </a:lnTo>
                <a:lnTo>
                  <a:pt x="172250" y="1418482"/>
                </a:lnTo>
                <a:lnTo>
                  <a:pt x="156715" y="1432036"/>
                </a:lnTo>
                <a:lnTo>
                  <a:pt x="141570" y="1446019"/>
                </a:lnTo>
                <a:lnTo>
                  <a:pt x="126844" y="1460449"/>
                </a:lnTo>
                <a:lnTo>
                  <a:pt x="112586" y="1475346"/>
                </a:lnTo>
                <a:lnTo>
                  <a:pt x="98860" y="1490720"/>
                </a:lnTo>
                <a:lnTo>
                  <a:pt x="85715" y="1506607"/>
                </a:lnTo>
                <a:lnTo>
                  <a:pt x="73219" y="1523000"/>
                </a:lnTo>
                <a:lnTo>
                  <a:pt x="61436" y="1539926"/>
                </a:lnTo>
                <a:lnTo>
                  <a:pt x="50463" y="1557366"/>
                </a:lnTo>
                <a:lnTo>
                  <a:pt x="40357" y="1575340"/>
                </a:lnTo>
                <a:lnTo>
                  <a:pt x="31223" y="1593818"/>
                </a:lnTo>
                <a:lnTo>
                  <a:pt x="23127" y="1612773"/>
                </a:lnTo>
                <a:lnTo>
                  <a:pt x="16154" y="1632175"/>
                </a:lnTo>
                <a:lnTo>
                  <a:pt x="10373" y="1651959"/>
                </a:lnTo>
                <a:lnTo>
                  <a:pt x="5839" y="1672066"/>
                </a:lnTo>
                <a:lnTo>
                  <a:pt x="2591" y="1692421"/>
                </a:lnTo>
                <a:lnTo>
                  <a:pt x="648" y="1712947"/>
                </a:lnTo>
                <a:lnTo>
                  <a:pt x="0" y="1733550"/>
                </a:lnTo>
              </a:path>
            </a:pathLst>
          </a:custGeom>
          <a:noFill xmlns:a="http://schemas.openxmlformats.org/drawingml/2006/main"/>
          <a:ln xmlns:a="http://schemas.openxmlformats.org/drawingml/2006/main" w="123825">
            <a:solidFill>
              <a:srgbClr val="28557A"/>
            </a:solidFill>
            <a:prstDash val="solid"/>
          </a:ln>
        </p:spPr>
      </p:sp>
      <p:sp>
        <p:nvSpPr>
          <p:cNvPr id="2" name="scenario-path-1">
            <a:extLst xmlns:a="http://schemas.openxmlformats.org/drawingml/2006/main">
              <a:ext uri="{FF2B5EF4-FFF2-40B4-BE49-F238E27FC236}">
                <a16:creationId xmlns:a16="http://schemas.microsoft.com/office/drawing/2014/main" id="{E92246F8-6F1A-4AD8-82BB-CDD4A0F3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495550"/>
            <a:ext cx="1476375" cy="1733550"/>
          </a:xfrm>
          <a:custGeom xmlns:a="http://schemas.openxmlformats.org/drawingml/2006/main">
            <a:pathLst>
              <a:path w="1476375" h="1733550">
                <a:moveTo>
                  <a:pt x="1476375" y="0"/>
                </a:moveTo>
                <a:lnTo>
                  <a:pt x="1476013" y="19031"/>
                </a:lnTo>
                <a:lnTo>
                  <a:pt x="1474908" y="38024"/>
                </a:lnTo>
                <a:lnTo>
                  <a:pt x="1473051" y="56960"/>
                </a:lnTo>
                <a:lnTo>
                  <a:pt x="1470422" y="75809"/>
                </a:lnTo>
                <a:lnTo>
                  <a:pt x="1467021" y="94536"/>
                </a:lnTo>
                <a:lnTo>
                  <a:pt x="1462840" y="113100"/>
                </a:lnTo>
                <a:lnTo>
                  <a:pt x="1457877" y="131474"/>
                </a:lnTo>
                <a:lnTo>
                  <a:pt x="1452172" y="149628"/>
                </a:lnTo>
                <a:lnTo>
                  <a:pt x="1445714" y="167526"/>
                </a:lnTo>
                <a:lnTo>
                  <a:pt x="1438532" y="185147"/>
                </a:lnTo>
                <a:lnTo>
                  <a:pt x="1430665" y="202473"/>
                </a:lnTo>
                <a:lnTo>
                  <a:pt x="1422130" y="219485"/>
                </a:lnTo>
                <a:lnTo>
                  <a:pt x="1412967" y="236163"/>
                </a:lnTo>
                <a:lnTo>
                  <a:pt x="1403223" y="252508"/>
                </a:lnTo>
                <a:lnTo>
                  <a:pt x="1392917" y="268510"/>
                </a:lnTo>
                <a:lnTo>
                  <a:pt x="1382087" y="284159"/>
                </a:lnTo>
                <a:lnTo>
                  <a:pt x="1370781" y="299466"/>
                </a:lnTo>
                <a:lnTo>
                  <a:pt x="1359027" y="314430"/>
                </a:lnTo>
                <a:lnTo>
                  <a:pt x="1346854" y="329060"/>
                </a:lnTo>
                <a:lnTo>
                  <a:pt x="1334310" y="343367"/>
                </a:lnTo>
                <a:lnTo>
                  <a:pt x="1321413" y="357359"/>
                </a:lnTo>
                <a:lnTo>
                  <a:pt x="1308183" y="371046"/>
                </a:lnTo>
                <a:lnTo>
                  <a:pt x="1294667" y="384448"/>
                </a:lnTo>
                <a:lnTo>
                  <a:pt x="1280874" y="397564"/>
                </a:lnTo>
                <a:lnTo>
                  <a:pt x="1266835" y="410404"/>
                </a:lnTo>
                <a:lnTo>
                  <a:pt x="1252566" y="423005"/>
                </a:lnTo>
                <a:lnTo>
                  <a:pt x="1238088" y="435350"/>
                </a:lnTo>
                <a:lnTo>
                  <a:pt x="1223420" y="447475"/>
                </a:lnTo>
                <a:lnTo>
                  <a:pt x="1208580" y="459391"/>
                </a:lnTo>
                <a:lnTo>
                  <a:pt x="1193568" y="471087"/>
                </a:lnTo>
                <a:lnTo>
                  <a:pt x="1178414" y="482603"/>
                </a:lnTo>
                <a:lnTo>
                  <a:pt x="1163126" y="493938"/>
                </a:lnTo>
                <a:lnTo>
                  <a:pt x="1147715" y="505101"/>
                </a:lnTo>
                <a:lnTo>
                  <a:pt x="1132189" y="516112"/>
                </a:lnTo>
                <a:lnTo>
                  <a:pt x="1116568" y="526971"/>
                </a:lnTo>
                <a:lnTo>
                  <a:pt x="1100842" y="537696"/>
                </a:lnTo>
                <a:lnTo>
                  <a:pt x="1085040" y="548297"/>
                </a:lnTo>
                <a:lnTo>
                  <a:pt x="1069153" y="558775"/>
                </a:lnTo>
                <a:lnTo>
                  <a:pt x="1053198" y="569147"/>
                </a:lnTo>
                <a:lnTo>
                  <a:pt x="1037177" y="579425"/>
                </a:lnTo>
                <a:lnTo>
                  <a:pt x="1021109" y="589617"/>
                </a:lnTo>
                <a:lnTo>
                  <a:pt x="1004973" y="599723"/>
                </a:lnTo>
                <a:lnTo>
                  <a:pt x="988800" y="609743"/>
                </a:lnTo>
                <a:lnTo>
                  <a:pt x="972588" y="619716"/>
                </a:lnTo>
                <a:lnTo>
                  <a:pt x="956339" y="629622"/>
                </a:lnTo>
                <a:lnTo>
                  <a:pt x="940060" y="639480"/>
                </a:lnTo>
                <a:lnTo>
                  <a:pt x="923754" y="649291"/>
                </a:lnTo>
                <a:lnTo>
                  <a:pt x="907428" y="659063"/>
                </a:lnTo>
                <a:lnTo>
                  <a:pt x="891083" y="668817"/>
                </a:lnTo>
                <a:lnTo>
                  <a:pt x="874719" y="678542"/>
                </a:lnTo>
                <a:lnTo>
                  <a:pt x="858345" y="688238"/>
                </a:lnTo>
                <a:lnTo>
                  <a:pt x="841972" y="697944"/>
                </a:lnTo>
                <a:lnTo>
                  <a:pt x="825598" y="707631"/>
                </a:lnTo>
                <a:lnTo>
                  <a:pt x="809225" y="717328"/>
                </a:lnTo>
                <a:lnTo>
                  <a:pt x="792851" y="727043"/>
                </a:lnTo>
                <a:lnTo>
                  <a:pt x="776488" y="736759"/>
                </a:lnTo>
                <a:lnTo>
                  <a:pt x="760133" y="746493"/>
                </a:lnTo>
                <a:lnTo>
                  <a:pt x="743798" y="756256"/>
                </a:lnTo>
                <a:lnTo>
                  <a:pt x="727491" y="766058"/>
                </a:lnTo>
                <a:lnTo>
                  <a:pt x="711194" y="775897"/>
                </a:lnTo>
                <a:lnTo>
                  <a:pt x="694925" y="785774"/>
                </a:lnTo>
                <a:lnTo>
                  <a:pt x="678694" y="795699"/>
                </a:lnTo>
                <a:lnTo>
                  <a:pt x="662483" y="805682"/>
                </a:lnTo>
                <a:lnTo>
                  <a:pt x="646319" y="815721"/>
                </a:lnTo>
                <a:lnTo>
                  <a:pt x="630203" y="825837"/>
                </a:lnTo>
                <a:lnTo>
                  <a:pt x="614124" y="836019"/>
                </a:lnTo>
                <a:lnTo>
                  <a:pt x="598094" y="846287"/>
                </a:lnTo>
                <a:lnTo>
                  <a:pt x="582120" y="856631"/>
                </a:lnTo>
                <a:lnTo>
                  <a:pt x="566204" y="867061"/>
                </a:lnTo>
                <a:lnTo>
                  <a:pt x="550355" y="877595"/>
                </a:lnTo>
                <a:lnTo>
                  <a:pt x="534572" y="888225"/>
                </a:lnTo>
                <a:lnTo>
                  <a:pt x="518865" y="898970"/>
                </a:lnTo>
                <a:lnTo>
                  <a:pt x="503225" y="909818"/>
                </a:lnTo>
                <a:lnTo>
                  <a:pt x="487680" y="920791"/>
                </a:lnTo>
                <a:lnTo>
                  <a:pt x="472211" y="931888"/>
                </a:lnTo>
                <a:lnTo>
                  <a:pt x="456848" y="943118"/>
                </a:lnTo>
                <a:lnTo>
                  <a:pt x="441579" y="954472"/>
                </a:lnTo>
                <a:lnTo>
                  <a:pt x="426415" y="965978"/>
                </a:lnTo>
                <a:lnTo>
                  <a:pt x="411366" y="977627"/>
                </a:lnTo>
                <a:lnTo>
                  <a:pt x="396440" y="989438"/>
                </a:lnTo>
                <a:lnTo>
                  <a:pt x="381638" y="1001401"/>
                </a:lnTo>
                <a:lnTo>
                  <a:pt x="366979" y="1013527"/>
                </a:lnTo>
                <a:lnTo>
                  <a:pt x="352454" y="1025823"/>
                </a:lnTo>
                <a:lnTo>
                  <a:pt x="338080" y="1038301"/>
                </a:lnTo>
                <a:lnTo>
                  <a:pt x="323869" y="1050960"/>
                </a:lnTo>
                <a:lnTo>
                  <a:pt x="309829" y="1063800"/>
                </a:lnTo>
                <a:lnTo>
                  <a:pt x="295961" y="1076839"/>
                </a:lnTo>
                <a:lnTo>
                  <a:pt x="282283" y="1090070"/>
                </a:lnTo>
                <a:lnTo>
                  <a:pt x="268805" y="1103500"/>
                </a:lnTo>
                <a:lnTo>
                  <a:pt x="255527" y="1117140"/>
                </a:lnTo>
                <a:lnTo>
                  <a:pt x="242468" y="1130989"/>
                </a:lnTo>
                <a:lnTo>
                  <a:pt x="229648" y="1145048"/>
                </a:lnTo>
                <a:lnTo>
                  <a:pt x="217065" y="1159326"/>
                </a:lnTo>
                <a:lnTo>
                  <a:pt x="204730" y="1173823"/>
                </a:lnTo>
                <a:lnTo>
                  <a:pt x="192662" y="1188530"/>
                </a:lnTo>
                <a:lnTo>
                  <a:pt x="180870" y="1203474"/>
                </a:lnTo>
                <a:lnTo>
                  <a:pt x="169364" y="1218629"/>
                </a:lnTo>
                <a:lnTo>
                  <a:pt x="158153" y="1234011"/>
                </a:lnTo>
                <a:lnTo>
                  <a:pt x="147266" y="1249613"/>
                </a:lnTo>
                <a:lnTo>
                  <a:pt x="136693" y="1265444"/>
                </a:lnTo>
                <a:lnTo>
                  <a:pt x="126463" y="1281484"/>
                </a:lnTo>
                <a:lnTo>
                  <a:pt x="116567" y="1297753"/>
                </a:lnTo>
                <a:lnTo>
                  <a:pt x="107042" y="1314221"/>
                </a:lnTo>
                <a:lnTo>
                  <a:pt x="97879" y="1330900"/>
                </a:lnTo>
                <a:lnTo>
                  <a:pt x="89097" y="1347788"/>
                </a:lnTo>
                <a:lnTo>
                  <a:pt x="80705" y="1364866"/>
                </a:lnTo>
                <a:lnTo>
                  <a:pt x="72704" y="1382135"/>
                </a:lnTo>
                <a:lnTo>
                  <a:pt x="65103" y="1399584"/>
                </a:lnTo>
                <a:lnTo>
                  <a:pt x="57922" y="1417206"/>
                </a:lnTo>
                <a:lnTo>
                  <a:pt x="51149" y="1434989"/>
                </a:lnTo>
                <a:lnTo>
                  <a:pt x="44806" y="1452934"/>
                </a:lnTo>
                <a:lnTo>
                  <a:pt x="38881" y="1471012"/>
                </a:lnTo>
                <a:lnTo>
                  <a:pt x="33385" y="1489234"/>
                </a:lnTo>
                <a:lnTo>
                  <a:pt x="28318" y="1507579"/>
                </a:lnTo>
                <a:lnTo>
                  <a:pt x="23679" y="1526038"/>
                </a:lnTo>
                <a:lnTo>
                  <a:pt x="19460" y="1544593"/>
                </a:lnTo>
                <a:lnTo>
                  <a:pt x="15678" y="1563243"/>
                </a:lnTo>
                <a:lnTo>
                  <a:pt x="12316" y="1581979"/>
                </a:lnTo>
                <a:lnTo>
                  <a:pt x="9373" y="1600781"/>
                </a:lnTo>
                <a:lnTo>
                  <a:pt x="6839" y="1619641"/>
                </a:lnTo>
                <a:lnTo>
                  <a:pt x="4715" y="1638548"/>
                </a:lnTo>
                <a:lnTo>
                  <a:pt x="3000" y="1657502"/>
                </a:lnTo>
                <a:lnTo>
                  <a:pt x="1676" y="1676486"/>
                </a:lnTo>
                <a:lnTo>
                  <a:pt x="743" y="1695498"/>
                </a:lnTo>
                <a:lnTo>
                  <a:pt x="191" y="1714519"/>
                </a:lnTo>
                <a:lnTo>
                  <a:pt x="0" y="1733550"/>
                </a:lnTo>
              </a:path>
            </a:pathLst>
          </a:custGeom>
          <a:noFill xmlns:a="http://schemas.openxmlformats.org/drawingml/2006/main"/>
          <a:ln xmlns:a="http://schemas.openxmlformats.org/drawingml/2006/main" w="119063">
            <a:solidFill>
              <a:srgbClr val="35688F"/>
            </a:solidFill>
            <a:prstDash val="solid"/>
          </a:ln>
        </p:spPr>
      </p:sp>
      <p:sp>
        <p:nvSpPr>
          <p:cNvPr id="3" name="scenario-path-2">
            <a:extLst xmlns:a="http://schemas.openxmlformats.org/drawingml/2006/main">
              <a:ext uri="{FF2B5EF4-FFF2-40B4-BE49-F238E27FC236}">
                <a16:creationId xmlns:a16="http://schemas.microsoft.com/office/drawing/2014/main" id="{D80B71B7-77C3-46D3-B8AF-51E93B43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495550"/>
            <a:ext cx="1476375" cy="1733550"/>
          </a:xfrm>
          <a:custGeom xmlns:a="http://schemas.openxmlformats.org/drawingml/2006/main">
            <a:pathLst>
              <a:path w="1476375" h="1733550">
                <a:moveTo>
                  <a:pt x="0" y="0"/>
                </a:moveTo>
                <a:lnTo>
                  <a:pt x="362" y="19031"/>
                </a:lnTo>
                <a:lnTo>
                  <a:pt x="1467" y="38024"/>
                </a:lnTo>
                <a:lnTo>
                  <a:pt x="3324" y="56960"/>
                </a:lnTo>
                <a:lnTo>
                  <a:pt x="5953" y="75809"/>
                </a:lnTo>
                <a:lnTo>
                  <a:pt x="9354" y="94536"/>
                </a:lnTo>
                <a:lnTo>
                  <a:pt x="13535" y="113100"/>
                </a:lnTo>
                <a:lnTo>
                  <a:pt x="18498" y="131474"/>
                </a:lnTo>
                <a:lnTo>
                  <a:pt x="24203" y="149628"/>
                </a:lnTo>
                <a:lnTo>
                  <a:pt x="30661" y="167526"/>
                </a:lnTo>
                <a:lnTo>
                  <a:pt x="37843" y="185147"/>
                </a:lnTo>
                <a:lnTo>
                  <a:pt x="45710" y="202473"/>
                </a:lnTo>
                <a:lnTo>
                  <a:pt x="54245" y="219485"/>
                </a:lnTo>
                <a:lnTo>
                  <a:pt x="63408" y="236163"/>
                </a:lnTo>
                <a:lnTo>
                  <a:pt x="73152" y="252508"/>
                </a:lnTo>
                <a:lnTo>
                  <a:pt x="83458" y="268510"/>
                </a:lnTo>
                <a:lnTo>
                  <a:pt x="94288" y="284159"/>
                </a:lnTo>
                <a:lnTo>
                  <a:pt x="105594" y="299466"/>
                </a:lnTo>
                <a:lnTo>
                  <a:pt x="117348" y="314430"/>
                </a:lnTo>
                <a:lnTo>
                  <a:pt x="129521" y="329060"/>
                </a:lnTo>
                <a:lnTo>
                  <a:pt x="142065" y="343367"/>
                </a:lnTo>
                <a:lnTo>
                  <a:pt x="154962" y="357359"/>
                </a:lnTo>
                <a:lnTo>
                  <a:pt x="168192" y="371046"/>
                </a:lnTo>
                <a:lnTo>
                  <a:pt x="181708" y="384448"/>
                </a:lnTo>
                <a:lnTo>
                  <a:pt x="195501" y="397564"/>
                </a:lnTo>
                <a:lnTo>
                  <a:pt x="209540" y="410404"/>
                </a:lnTo>
                <a:lnTo>
                  <a:pt x="223809" y="423005"/>
                </a:lnTo>
                <a:lnTo>
                  <a:pt x="238287" y="435350"/>
                </a:lnTo>
                <a:lnTo>
                  <a:pt x="252955" y="447475"/>
                </a:lnTo>
                <a:lnTo>
                  <a:pt x="267795" y="459381"/>
                </a:lnTo>
                <a:lnTo>
                  <a:pt x="282807" y="471087"/>
                </a:lnTo>
                <a:lnTo>
                  <a:pt x="297961" y="482603"/>
                </a:lnTo>
                <a:lnTo>
                  <a:pt x="313249" y="493938"/>
                </a:lnTo>
                <a:lnTo>
                  <a:pt x="328660" y="505101"/>
                </a:lnTo>
                <a:lnTo>
                  <a:pt x="344186" y="516112"/>
                </a:lnTo>
                <a:lnTo>
                  <a:pt x="359807" y="526971"/>
                </a:lnTo>
                <a:lnTo>
                  <a:pt x="375533" y="537696"/>
                </a:lnTo>
                <a:lnTo>
                  <a:pt x="391335" y="548297"/>
                </a:lnTo>
                <a:lnTo>
                  <a:pt x="407222" y="558775"/>
                </a:lnTo>
                <a:lnTo>
                  <a:pt x="423177" y="569147"/>
                </a:lnTo>
                <a:lnTo>
                  <a:pt x="439198" y="579425"/>
                </a:lnTo>
                <a:lnTo>
                  <a:pt x="455266" y="589617"/>
                </a:lnTo>
                <a:lnTo>
                  <a:pt x="471402" y="599713"/>
                </a:lnTo>
                <a:lnTo>
                  <a:pt x="487575" y="609743"/>
                </a:lnTo>
                <a:lnTo>
                  <a:pt x="503787" y="619716"/>
                </a:lnTo>
                <a:lnTo>
                  <a:pt x="520036" y="629622"/>
                </a:lnTo>
                <a:lnTo>
                  <a:pt x="536315" y="639480"/>
                </a:lnTo>
                <a:lnTo>
                  <a:pt x="552621" y="649291"/>
                </a:lnTo>
                <a:lnTo>
                  <a:pt x="568947" y="659063"/>
                </a:lnTo>
                <a:lnTo>
                  <a:pt x="585302" y="668798"/>
                </a:lnTo>
                <a:lnTo>
                  <a:pt x="601656" y="678532"/>
                </a:lnTo>
                <a:lnTo>
                  <a:pt x="618030" y="688238"/>
                </a:lnTo>
                <a:lnTo>
                  <a:pt x="634403" y="697935"/>
                </a:lnTo>
                <a:lnTo>
                  <a:pt x="650777" y="707631"/>
                </a:lnTo>
                <a:lnTo>
                  <a:pt x="667160" y="717328"/>
                </a:lnTo>
                <a:lnTo>
                  <a:pt x="683524" y="727043"/>
                </a:lnTo>
                <a:lnTo>
                  <a:pt x="699887" y="736759"/>
                </a:lnTo>
                <a:lnTo>
                  <a:pt x="716242" y="746493"/>
                </a:lnTo>
                <a:lnTo>
                  <a:pt x="732577" y="756256"/>
                </a:lnTo>
                <a:lnTo>
                  <a:pt x="748884" y="766058"/>
                </a:lnTo>
                <a:lnTo>
                  <a:pt x="765181" y="775897"/>
                </a:lnTo>
                <a:lnTo>
                  <a:pt x="781450" y="785774"/>
                </a:lnTo>
                <a:lnTo>
                  <a:pt x="797681" y="795699"/>
                </a:lnTo>
                <a:lnTo>
                  <a:pt x="813883" y="805691"/>
                </a:lnTo>
                <a:lnTo>
                  <a:pt x="830047" y="815731"/>
                </a:lnTo>
                <a:lnTo>
                  <a:pt x="846172" y="825837"/>
                </a:lnTo>
                <a:lnTo>
                  <a:pt x="862251" y="836019"/>
                </a:lnTo>
                <a:lnTo>
                  <a:pt x="878281" y="846287"/>
                </a:lnTo>
                <a:lnTo>
                  <a:pt x="894255" y="856631"/>
                </a:lnTo>
                <a:lnTo>
                  <a:pt x="910171" y="867061"/>
                </a:lnTo>
                <a:lnTo>
                  <a:pt x="926021" y="877595"/>
                </a:lnTo>
                <a:lnTo>
                  <a:pt x="941803" y="888225"/>
                </a:lnTo>
                <a:lnTo>
                  <a:pt x="957510" y="898970"/>
                </a:lnTo>
                <a:lnTo>
                  <a:pt x="973150" y="909818"/>
                </a:lnTo>
                <a:lnTo>
                  <a:pt x="988695" y="920791"/>
                </a:lnTo>
                <a:lnTo>
                  <a:pt x="1004164" y="931888"/>
                </a:lnTo>
                <a:lnTo>
                  <a:pt x="1019527" y="943118"/>
                </a:lnTo>
                <a:lnTo>
                  <a:pt x="1034796" y="954472"/>
                </a:lnTo>
                <a:lnTo>
                  <a:pt x="1049960" y="965978"/>
                </a:lnTo>
                <a:lnTo>
                  <a:pt x="1065009" y="977627"/>
                </a:lnTo>
                <a:lnTo>
                  <a:pt x="1079935" y="989438"/>
                </a:lnTo>
                <a:lnTo>
                  <a:pt x="1094737" y="1001401"/>
                </a:lnTo>
                <a:lnTo>
                  <a:pt x="1109396" y="1013527"/>
                </a:lnTo>
                <a:lnTo>
                  <a:pt x="1123921" y="1025833"/>
                </a:lnTo>
                <a:lnTo>
                  <a:pt x="1138295" y="1038301"/>
                </a:lnTo>
                <a:lnTo>
                  <a:pt x="1152506" y="1050960"/>
                </a:lnTo>
                <a:lnTo>
                  <a:pt x="1166546" y="1063800"/>
                </a:lnTo>
                <a:lnTo>
                  <a:pt x="1180414" y="1076839"/>
                </a:lnTo>
                <a:lnTo>
                  <a:pt x="1194092" y="1090070"/>
                </a:lnTo>
                <a:lnTo>
                  <a:pt x="1207570" y="1103500"/>
                </a:lnTo>
                <a:lnTo>
                  <a:pt x="1220848" y="1117140"/>
                </a:lnTo>
                <a:lnTo>
                  <a:pt x="1233897" y="1130989"/>
                </a:lnTo>
                <a:lnTo>
                  <a:pt x="1246727" y="1145048"/>
                </a:lnTo>
                <a:lnTo>
                  <a:pt x="1259310" y="1159326"/>
                </a:lnTo>
                <a:lnTo>
                  <a:pt x="1271645" y="1173823"/>
                </a:lnTo>
                <a:lnTo>
                  <a:pt x="1283713" y="1188530"/>
                </a:lnTo>
                <a:lnTo>
                  <a:pt x="1295505" y="1203474"/>
                </a:lnTo>
                <a:lnTo>
                  <a:pt x="1307011" y="1218629"/>
                </a:lnTo>
                <a:lnTo>
                  <a:pt x="1318222" y="1234011"/>
                </a:lnTo>
                <a:lnTo>
                  <a:pt x="1329109" y="1249613"/>
                </a:lnTo>
                <a:lnTo>
                  <a:pt x="1339682" y="1265444"/>
                </a:lnTo>
                <a:lnTo>
                  <a:pt x="1349912" y="1281484"/>
                </a:lnTo>
                <a:lnTo>
                  <a:pt x="1359799" y="1297753"/>
                </a:lnTo>
                <a:lnTo>
                  <a:pt x="1369333" y="1314221"/>
                </a:lnTo>
                <a:lnTo>
                  <a:pt x="1378496" y="1330900"/>
                </a:lnTo>
                <a:lnTo>
                  <a:pt x="1387278" y="1347788"/>
                </a:lnTo>
                <a:lnTo>
                  <a:pt x="1395670" y="1364866"/>
                </a:lnTo>
                <a:lnTo>
                  <a:pt x="1403671" y="1382135"/>
                </a:lnTo>
                <a:lnTo>
                  <a:pt x="1411272" y="1399584"/>
                </a:lnTo>
                <a:lnTo>
                  <a:pt x="1418453" y="1417206"/>
                </a:lnTo>
                <a:lnTo>
                  <a:pt x="1425226" y="1434989"/>
                </a:lnTo>
                <a:lnTo>
                  <a:pt x="1431569" y="1452934"/>
                </a:lnTo>
                <a:lnTo>
                  <a:pt x="1437494" y="1471012"/>
                </a:lnTo>
                <a:lnTo>
                  <a:pt x="1442990" y="1489234"/>
                </a:lnTo>
                <a:lnTo>
                  <a:pt x="1448057" y="1507579"/>
                </a:lnTo>
                <a:lnTo>
                  <a:pt x="1452696" y="1526038"/>
                </a:lnTo>
                <a:lnTo>
                  <a:pt x="1456906" y="1544593"/>
                </a:lnTo>
                <a:lnTo>
                  <a:pt x="1460697" y="1563243"/>
                </a:lnTo>
                <a:lnTo>
                  <a:pt x="1464059" y="1581979"/>
                </a:lnTo>
                <a:lnTo>
                  <a:pt x="1467002" y="1600781"/>
                </a:lnTo>
                <a:lnTo>
                  <a:pt x="1469536" y="1619641"/>
                </a:lnTo>
                <a:lnTo>
                  <a:pt x="1471660" y="1638548"/>
                </a:lnTo>
                <a:lnTo>
                  <a:pt x="1473375" y="1657502"/>
                </a:lnTo>
                <a:lnTo>
                  <a:pt x="1474699" y="1676486"/>
                </a:lnTo>
                <a:lnTo>
                  <a:pt x="1475632" y="1695498"/>
                </a:lnTo>
                <a:lnTo>
                  <a:pt x="1476185" y="1714519"/>
                </a:lnTo>
                <a:lnTo>
                  <a:pt x="1476375" y="1733550"/>
                </a:lnTo>
              </a:path>
            </a:pathLst>
          </a:custGeom>
          <a:noFill xmlns:a="http://schemas.openxmlformats.org/drawingml/2006/main"/>
          <a:ln xmlns:a="http://schemas.openxmlformats.org/drawingml/2006/main" w="114300">
            <a:solidFill>
              <a:srgbClr val="4D80A7"/>
            </a:solidFill>
            <a:prstDash val="solid"/>
          </a:ln>
        </p:spPr>
      </p:sp>
      <p:sp>
        <p:nvSpPr>
          <p:cNvPr id="4" name="scenario-path-3">
            <a:extLst xmlns:a="http://schemas.openxmlformats.org/drawingml/2006/main">
              <a:ext uri="{FF2B5EF4-FFF2-40B4-BE49-F238E27FC236}">
                <a16:creationId xmlns:a16="http://schemas.microsoft.com/office/drawing/2014/main" id="{D02E628A-383F-4F3B-BAFF-4083ADB7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495550"/>
            <a:ext cx="4429125" cy="1733550"/>
          </a:xfrm>
          <a:custGeom xmlns:a="http://schemas.openxmlformats.org/drawingml/2006/main">
            <a:pathLst>
              <a:path w="4429125" h="1733550">
                <a:moveTo>
                  <a:pt x="0" y="0"/>
                </a:moveTo>
                <a:lnTo>
                  <a:pt x="1267" y="20564"/>
                </a:lnTo>
                <a:lnTo>
                  <a:pt x="5067" y="40815"/>
                </a:lnTo>
                <a:lnTo>
                  <a:pt x="11259" y="60474"/>
                </a:lnTo>
                <a:lnTo>
                  <a:pt x="19583" y="79324"/>
                </a:lnTo>
                <a:lnTo>
                  <a:pt x="29747" y="97250"/>
                </a:lnTo>
                <a:lnTo>
                  <a:pt x="41443" y="114214"/>
                </a:lnTo>
                <a:lnTo>
                  <a:pt x="54407" y="130245"/>
                </a:lnTo>
                <a:lnTo>
                  <a:pt x="68399" y="145390"/>
                </a:lnTo>
                <a:lnTo>
                  <a:pt x="83229" y="159706"/>
                </a:lnTo>
                <a:lnTo>
                  <a:pt x="98746" y="173279"/>
                </a:lnTo>
                <a:lnTo>
                  <a:pt x="114833" y="186157"/>
                </a:lnTo>
                <a:lnTo>
                  <a:pt x="131407" y="198434"/>
                </a:lnTo>
                <a:lnTo>
                  <a:pt x="148371" y="210141"/>
                </a:lnTo>
                <a:lnTo>
                  <a:pt x="165678" y="221342"/>
                </a:lnTo>
                <a:lnTo>
                  <a:pt x="183280" y="232086"/>
                </a:lnTo>
                <a:lnTo>
                  <a:pt x="201120" y="242411"/>
                </a:lnTo>
                <a:lnTo>
                  <a:pt x="219180" y="252355"/>
                </a:lnTo>
                <a:lnTo>
                  <a:pt x="237430" y="261947"/>
                </a:lnTo>
                <a:lnTo>
                  <a:pt x="255851" y="271215"/>
                </a:lnTo>
                <a:lnTo>
                  <a:pt x="274406" y="280178"/>
                </a:lnTo>
                <a:lnTo>
                  <a:pt x="293103" y="288884"/>
                </a:lnTo>
                <a:lnTo>
                  <a:pt x="311915" y="297323"/>
                </a:lnTo>
                <a:lnTo>
                  <a:pt x="330822" y="305524"/>
                </a:lnTo>
                <a:lnTo>
                  <a:pt x="349834" y="313515"/>
                </a:lnTo>
                <a:lnTo>
                  <a:pt x="368922" y="321297"/>
                </a:lnTo>
                <a:lnTo>
                  <a:pt x="388096" y="328879"/>
                </a:lnTo>
                <a:lnTo>
                  <a:pt x="407337" y="336290"/>
                </a:lnTo>
                <a:lnTo>
                  <a:pt x="426634" y="343529"/>
                </a:lnTo>
                <a:lnTo>
                  <a:pt x="445999" y="350615"/>
                </a:lnTo>
                <a:lnTo>
                  <a:pt x="465420" y="357549"/>
                </a:lnTo>
                <a:lnTo>
                  <a:pt x="484880" y="364331"/>
                </a:lnTo>
                <a:lnTo>
                  <a:pt x="504396" y="370989"/>
                </a:lnTo>
                <a:lnTo>
                  <a:pt x="523951" y="377523"/>
                </a:lnTo>
                <a:lnTo>
                  <a:pt x="543544" y="383934"/>
                </a:lnTo>
                <a:lnTo>
                  <a:pt x="563175" y="390230"/>
                </a:lnTo>
                <a:lnTo>
                  <a:pt x="582844" y="396421"/>
                </a:lnTo>
                <a:lnTo>
                  <a:pt x="602542" y="402507"/>
                </a:lnTo>
                <a:lnTo>
                  <a:pt x="622268" y="408499"/>
                </a:lnTo>
                <a:lnTo>
                  <a:pt x="642023" y="414395"/>
                </a:lnTo>
                <a:lnTo>
                  <a:pt x="661807" y="420205"/>
                </a:lnTo>
                <a:lnTo>
                  <a:pt x="681609" y="425929"/>
                </a:lnTo>
                <a:lnTo>
                  <a:pt x="701440" y="431578"/>
                </a:lnTo>
                <a:lnTo>
                  <a:pt x="721290" y="437140"/>
                </a:lnTo>
                <a:lnTo>
                  <a:pt x="741159" y="442636"/>
                </a:lnTo>
                <a:lnTo>
                  <a:pt x="761057" y="448066"/>
                </a:lnTo>
                <a:lnTo>
                  <a:pt x="780964" y="453428"/>
                </a:lnTo>
                <a:lnTo>
                  <a:pt x="800891" y="458714"/>
                </a:lnTo>
                <a:lnTo>
                  <a:pt x="820826" y="463953"/>
                </a:lnTo>
                <a:lnTo>
                  <a:pt x="840791" y="469125"/>
                </a:lnTo>
                <a:lnTo>
                  <a:pt x="860755" y="474240"/>
                </a:lnTo>
                <a:lnTo>
                  <a:pt x="880748" y="479308"/>
                </a:lnTo>
                <a:lnTo>
                  <a:pt x="900741" y="484318"/>
                </a:lnTo>
                <a:lnTo>
                  <a:pt x="920753" y="489280"/>
                </a:lnTo>
                <a:lnTo>
                  <a:pt x="940775" y="494195"/>
                </a:lnTo>
                <a:lnTo>
                  <a:pt x="960815" y="499062"/>
                </a:lnTo>
                <a:lnTo>
                  <a:pt x="980856" y="503882"/>
                </a:lnTo>
                <a:lnTo>
                  <a:pt x="1000916" y="508654"/>
                </a:lnTo>
                <a:lnTo>
                  <a:pt x="1020975" y="513398"/>
                </a:lnTo>
                <a:lnTo>
                  <a:pt x="1041054" y="518093"/>
                </a:lnTo>
                <a:lnTo>
                  <a:pt x="1061133" y="522751"/>
                </a:lnTo>
                <a:lnTo>
                  <a:pt x="1081230" y="527380"/>
                </a:lnTo>
                <a:lnTo>
                  <a:pt x="1101328" y="531971"/>
                </a:lnTo>
                <a:lnTo>
                  <a:pt x="1121435" y="536534"/>
                </a:lnTo>
                <a:lnTo>
                  <a:pt x="1141543" y="541058"/>
                </a:lnTo>
                <a:lnTo>
                  <a:pt x="1161669" y="545554"/>
                </a:lnTo>
                <a:lnTo>
                  <a:pt x="1181795" y="550002"/>
                </a:lnTo>
                <a:lnTo>
                  <a:pt x="1201931" y="554450"/>
                </a:lnTo>
                <a:lnTo>
                  <a:pt x="1222077" y="558860"/>
                </a:lnTo>
                <a:lnTo>
                  <a:pt x="1242222" y="563242"/>
                </a:lnTo>
                <a:lnTo>
                  <a:pt x="1262367" y="567604"/>
                </a:lnTo>
                <a:lnTo>
                  <a:pt x="1282522" y="571929"/>
                </a:lnTo>
                <a:lnTo>
                  <a:pt x="1302687" y="576253"/>
                </a:lnTo>
                <a:lnTo>
                  <a:pt x="1322851" y="580539"/>
                </a:lnTo>
                <a:lnTo>
                  <a:pt x="1343025" y="584806"/>
                </a:lnTo>
                <a:lnTo>
                  <a:pt x="1363199" y="589055"/>
                </a:lnTo>
                <a:lnTo>
                  <a:pt x="1383373" y="593284"/>
                </a:lnTo>
                <a:lnTo>
                  <a:pt x="1403556" y="597503"/>
                </a:lnTo>
                <a:lnTo>
                  <a:pt x="1423740" y="601694"/>
                </a:lnTo>
                <a:lnTo>
                  <a:pt x="1443933" y="605876"/>
                </a:lnTo>
                <a:lnTo>
                  <a:pt x="1464126" y="610038"/>
                </a:lnTo>
                <a:lnTo>
                  <a:pt x="1484319" y="614182"/>
                </a:lnTo>
                <a:lnTo>
                  <a:pt x="1504521" y="618315"/>
                </a:lnTo>
                <a:lnTo>
                  <a:pt x="1524724" y="622430"/>
                </a:lnTo>
                <a:lnTo>
                  <a:pt x="1544926" y="626545"/>
                </a:lnTo>
                <a:lnTo>
                  <a:pt x="1565129" y="630631"/>
                </a:lnTo>
                <a:lnTo>
                  <a:pt x="1585341" y="634717"/>
                </a:lnTo>
                <a:lnTo>
                  <a:pt x="1605553" y="638794"/>
                </a:lnTo>
                <a:lnTo>
                  <a:pt x="1625765" y="642842"/>
                </a:lnTo>
                <a:lnTo>
                  <a:pt x="1645977" y="646890"/>
                </a:lnTo>
                <a:lnTo>
                  <a:pt x="1666199" y="650939"/>
                </a:lnTo>
                <a:lnTo>
                  <a:pt x="1686411" y="654987"/>
                </a:lnTo>
                <a:lnTo>
                  <a:pt x="1706632" y="659025"/>
                </a:lnTo>
                <a:lnTo>
                  <a:pt x="1726854" y="663035"/>
                </a:lnTo>
                <a:lnTo>
                  <a:pt x="1747075" y="667045"/>
                </a:lnTo>
                <a:lnTo>
                  <a:pt x="1767297" y="671065"/>
                </a:lnTo>
                <a:lnTo>
                  <a:pt x="1787519" y="675075"/>
                </a:lnTo>
                <a:lnTo>
                  <a:pt x="1807740" y="679085"/>
                </a:lnTo>
                <a:lnTo>
                  <a:pt x="1827971" y="683076"/>
                </a:lnTo>
                <a:lnTo>
                  <a:pt x="1848193" y="687067"/>
                </a:lnTo>
                <a:lnTo>
                  <a:pt x="1868424" y="691067"/>
                </a:lnTo>
                <a:lnTo>
                  <a:pt x="1888646" y="695058"/>
                </a:lnTo>
                <a:lnTo>
                  <a:pt x="1908877" y="699049"/>
                </a:lnTo>
                <a:lnTo>
                  <a:pt x="1929108" y="703040"/>
                </a:lnTo>
                <a:lnTo>
                  <a:pt x="1949329" y="707041"/>
                </a:lnTo>
                <a:lnTo>
                  <a:pt x="1969560" y="711032"/>
                </a:lnTo>
                <a:lnTo>
                  <a:pt x="1989782" y="715023"/>
                </a:lnTo>
                <a:lnTo>
                  <a:pt x="2010013" y="719014"/>
                </a:lnTo>
                <a:lnTo>
                  <a:pt x="2030235" y="723014"/>
                </a:lnTo>
                <a:lnTo>
                  <a:pt x="2050456" y="727024"/>
                </a:lnTo>
                <a:lnTo>
                  <a:pt x="2070687" y="731025"/>
                </a:lnTo>
                <a:lnTo>
                  <a:pt x="2090909" y="735025"/>
                </a:lnTo>
                <a:lnTo>
                  <a:pt x="2111131" y="739026"/>
                </a:lnTo>
                <a:lnTo>
                  <a:pt x="2131352" y="743055"/>
                </a:lnTo>
                <a:lnTo>
                  <a:pt x="2151574" y="747074"/>
                </a:lnTo>
                <a:lnTo>
                  <a:pt x="2171795" y="751103"/>
                </a:lnTo>
                <a:lnTo>
                  <a:pt x="2192017" y="755132"/>
                </a:lnTo>
                <a:lnTo>
                  <a:pt x="2212238" y="759152"/>
                </a:lnTo>
                <a:lnTo>
                  <a:pt x="2232450" y="763210"/>
                </a:lnTo>
                <a:lnTo>
                  <a:pt x="2252663" y="767258"/>
                </a:lnTo>
                <a:lnTo>
                  <a:pt x="2272875" y="771325"/>
                </a:lnTo>
                <a:lnTo>
                  <a:pt x="2293087" y="775402"/>
                </a:lnTo>
                <a:lnTo>
                  <a:pt x="2313299" y="779478"/>
                </a:lnTo>
                <a:lnTo>
                  <a:pt x="2333501" y="783574"/>
                </a:lnTo>
                <a:lnTo>
                  <a:pt x="2353704" y="787679"/>
                </a:lnTo>
                <a:lnTo>
                  <a:pt x="2373916" y="791785"/>
                </a:lnTo>
                <a:lnTo>
                  <a:pt x="2394109" y="795919"/>
                </a:lnTo>
                <a:lnTo>
                  <a:pt x="2414311" y="800052"/>
                </a:lnTo>
                <a:lnTo>
                  <a:pt x="2434504" y="804215"/>
                </a:lnTo>
                <a:lnTo>
                  <a:pt x="2454697" y="808377"/>
                </a:lnTo>
                <a:lnTo>
                  <a:pt x="2474881" y="812549"/>
                </a:lnTo>
                <a:lnTo>
                  <a:pt x="2495064" y="816759"/>
                </a:lnTo>
                <a:lnTo>
                  <a:pt x="2515248" y="820960"/>
                </a:lnTo>
                <a:lnTo>
                  <a:pt x="2535431" y="825189"/>
                </a:lnTo>
                <a:lnTo>
                  <a:pt x="2555605" y="829447"/>
                </a:lnTo>
                <a:lnTo>
                  <a:pt x="2575779" y="833695"/>
                </a:lnTo>
                <a:lnTo>
                  <a:pt x="2595944" y="837981"/>
                </a:lnTo>
                <a:lnTo>
                  <a:pt x="2616108" y="842277"/>
                </a:lnTo>
                <a:lnTo>
                  <a:pt x="2636263" y="846601"/>
                </a:lnTo>
                <a:lnTo>
                  <a:pt x="2656418" y="850944"/>
                </a:lnTo>
                <a:lnTo>
                  <a:pt x="2676573" y="855288"/>
                </a:lnTo>
                <a:lnTo>
                  <a:pt x="2696718" y="859679"/>
                </a:lnTo>
                <a:lnTo>
                  <a:pt x="2716863" y="864079"/>
                </a:lnTo>
                <a:lnTo>
                  <a:pt x="2736999" y="868499"/>
                </a:lnTo>
                <a:lnTo>
                  <a:pt x="2757126" y="872957"/>
                </a:lnTo>
                <a:lnTo>
                  <a:pt x="2777252" y="877414"/>
                </a:lnTo>
                <a:lnTo>
                  <a:pt x="2797378" y="881920"/>
                </a:lnTo>
                <a:lnTo>
                  <a:pt x="2817495" y="886444"/>
                </a:lnTo>
                <a:lnTo>
                  <a:pt x="2837602" y="890997"/>
                </a:lnTo>
                <a:lnTo>
                  <a:pt x="2857700" y="895569"/>
                </a:lnTo>
                <a:lnTo>
                  <a:pt x="2877798" y="900179"/>
                </a:lnTo>
                <a:lnTo>
                  <a:pt x="2897886" y="904808"/>
                </a:lnTo>
                <a:lnTo>
                  <a:pt x="2917974" y="909476"/>
                </a:lnTo>
                <a:lnTo>
                  <a:pt x="2938043" y="914171"/>
                </a:lnTo>
                <a:lnTo>
                  <a:pt x="2958113" y="918905"/>
                </a:lnTo>
                <a:lnTo>
                  <a:pt x="2978172" y="923658"/>
                </a:lnTo>
                <a:lnTo>
                  <a:pt x="2998222" y="928459"/>
                </a:lnTo>
                <a:lnTo>
                  <a:pt x="3018263" y="933288"/>
                </a:lnTo>
                <a:lnTo>
                  <a:pt x="3038304" y="938155"/>
                </a:lnTo>
                <a:lnTo>
                  <a:pt x="3058325" y="943051"/>
                </a:lnTo>
                <a:lnTo>
                  <a:pt x="3078347" y="947985"/>
                </a:lnTo>
                <a:lnTo>
                  <a:pt x="3098349" y="952967"/>
                </a:lnTo>
                <a:lnTo>
                  <a:pt x="3118352" y="957986"/>
                </a:lnTo>
                <a:lnTo>
                  <a:pt x="3138335" y="963044"/>
                </a:lnTo>
                <a:lnTo>
                  <a:pt x="3158309" y="968140"/>
                </a:lnTo>
                <a:lnTo>
                  <a:pt x="3178283" y="973284"/>
                </a:lnTo>
                <a:lnTo>
                  <a:pt x="3198238" y="978465"/>
                </a:lnTo>
                <a:lnTo>
                  <a:pt x="3218174" y="983704"/>
                </a:lnTo>
                <a:lnTo>
                  <a:pt x="3238100" y="988981"/>
                </a:lnTo>
                <a:lnTo>
                  <a:pt x="3258017" y="994315"/>
                </a:lnTo>
                <a:lnTo>
                  <a:pt x="3277924" y="999696"/>
                </a:lnTo>
                <a:lnTo>
                  <a:pt x="3297812" y="1005126"/>
                </a:lnTo>
                <a:lnTo>
                  <a:pt x="3317681" y="1010612"/>
                </a:lnTo>
                <a:lnTo>
                  <a:pt x="3337550" y="1016146"/>
                </a:lnTo>
                <a:lnTo>
                  <a:pt x="3357391" y="1021737"/>
                </a:lnTo>
                <a:lnTo>
                  <a:pt x="3377213" y="1027386"/>
                </a:lnTo>
                <a:lnTo>
                  <a:pt x="3397025" y="1033101"/>
                </a:lnTo>
                <a:lnTo>
                  <a:pt x="3416818" y="1038882"/>
                </a:lnTo>
                <a:lnTo>
                  <a:pt x="3436591" y="1044712"/>
                </a:lnTo>
                <a:lnTo>
                  <a:pt x="3456346" y="1050617"/>
                </a:lnTo>
                <a:lnTo>
                  <a:pt x="3476082" y="1056580"/>
                </a:lnTo>
                <a:lnTo>
                  <a:pt x="3495789" y="1062619"/>
                </a:lnTo>
                <a:lnTo>
                  <a:pt x="3515487" y="1068724"/>
                </a:lnTo>
                <a:lnTo>
                  <a:pt x="3535156" y="1074906"/>
                </a:lnTo>
                <a:lnTo>
                  <a:pt x="3554797" y="1081164"/>
                </a:lnTo>
                <a:lnTo>
                  <a:pt x="3574418" y="1087507"/>
                </a:lnTo>
                <a:lnTo>
                  <a:pt x="3594011" y="1093927"/>
                </a:lnTo>
                <a:lnTo>
                  <a:pt x="3613575" y="1100433"/>
                </a:lnTo>
                <a:lnTo>
                  <a:pt x="3633102" y="1107024"/>
                </a:lnTo>
                <a:lnTo>
                  <a:pt x="3652609" y="1113701"/>
                </a:lnTo>
                <a:lnTo>
                  <a:pt x="3672088" y="1120473"/>
                </a:lnTo>
                <a:lnTo>
                  <a:pt x="3691519" y="1127350"/>
                </a:lnTo>
                <a:lnTo>
                  <a:pt x="3710930" y="1134313"/>
                </a:lnTo>
                <a:lnTo>
                  <a:pt x="3730295" y="1141390"/>
                </a:lnTo>
                <a:lnTo>
                  <a:pt x="3749621" y="1148572"/>
                </a:lnTo>
                <a:lnTo>
                  <a:pt x="3768900" y="1155868"/>
                </a:lnTo>
                <a:lnTo>
                  <a:pt x="3788140" y="1163269"/>
                </a:lnTo>
                <a:lnTo>
                  <a:pt x="3807333" y="1170803"/>
                </a:lnTo>
                <a:lnTo>
                  <a:pt x="3826478" y="1178452"/>
                </a:lnTo>
                <a:lnTo>
                  <a:pt x="3845566" y="1186234"/>
                </a:lnTo>
                <a:lnTo>
                  <a:pt x="3864607" y="1194149"/>
                </a:lnTo>
                <a:lnTo>
                  <a:pt x="3883581" y="1202207"/>
                </a:lnTo>
                <a:lnTo>
                  <a:pt x="3902497" y="1210408"/>
                </a:lnTo>
                <a:lnTo>
                  <a:pt x="3921347" y="1218771"/>
                </a:lnTo>
                <a:lnTo>
                  <a:pt x="3940121" y="1227287"/>
                </a:lnTo>
                <a:lnTo>
                  <a:pt x="3958819" y="1235964"/>
                </a:lnTo>
                <a:lnTo>
                  <a:pt x="3977440" y="1244822"/>
                </a:lnTo>
                <a:lnTo>
                  <a:pt x="3995976" y="1253852"/>
                </a:lnTo>
                <a:lnTo>
                  <a:pt x="4014407" y="1263082"/>
                </a:lnTo>
                <a:lnTo>
                  <a:pt x="4032742" y="1272511"/>
                </a:lnTo>
                <a:lnTo>
                  <a:pt x="4050973" y="1282141"/>
                </a:lnTo>
                <a:lnTo>
                  <a:pt x="4069080" y="1292000"/>
                </a:lnTo>
                <a:lnTo>
                  <a:pt x="4087063" y="1302077"/>
                </a:lnTo>
                <a:lnTo>
                  <a:pt x="4104913" y="1312402"/>
                </a:lnTo>
                <a:lnTo>
                  <a:pt x="4122611" y="1322975"/>
                </a:lnTo>
                <a:lnTo>
                  <a:pt x="4140146" y="1333824"/>
                </a:lnTo>
                <a:lnTo>
                  <a:pt x="4157501" y="1344940"/>
                </a:lnTo>
                <a:lnTo>
                  <a:pt x="4174665" y="1356370"/>
                </a:lnTo>
                <a:lnTo>
                  <a:pt x="4191629" y="1368095"/>
                </a:lnTo>
                <a:lnTo>
                  <a:pt x="4208345" y="1380153"/>
                </a:lnTo>
                <a:lnTo>
                  <a:pt x="4224814" y="1392565"/>
                </a:lnTo>
                <a:lnTo>
                  <a:pt x="4240997" y="1405328"/>
                </a:lnTo>
                <a:lnTo>
                  <a:pt x="4256875" y="1418482"/>
                </a:lnTo>
                <a:lnTo>
                  <a:pt x="4272401" y="1432036"/>
                </a:lnTo>
                <a:lnTo>
                  <a:pt x="4287555" y="1446019"/>
                </a:lnTo>
                <a:lnTo>
                  <a:pt x="4302281" y="1460449"/>
                </a:lnTo>
                <a:lnTo>
                  <a:pt x="4316530" y="1475346"/>
                </a:lnTo>
                <a:lnTo>
                  <a:pt x="4330265" y="1490720"/>
                </a:lnTo>
                <a:lnTo>
                  <a:pt x="4343410" y="1506607"/>
                </a:lnTo>
                <a:lnTo>
                  <a:pt x="4355906" y="1523000"/>
                </a:lnTo>
                <a:lnTo>
                  <a:pt x="4367679" y="1539916"/>
                </a:lnTo>
                <a:lnTo>
                  <a:pt x="4378662" y="1557366"/>
                </a:lnTo>
                <a:lnTo>
                  <a:pt x="4388758" y="1575340"/>
                </a:lnTo>
                <a:lnTo>
                  <a:pt x="4397902" y="1593818"/>
                </a:lnTo>
                <a:lnTo>
                  <a:pt x="4405998" y="1612773"/>
                </a:lnTo>
                <a:lnTo>
                  <a:pt x="4412971" y="1632175"/>
                </a:lnTo>
                <a:lnTo>
                  <a:pt x="4418752" y="1651959"/>
                </a:lnTo>
                <a:lnTo>
                  <a:pt x="4423286" y="1672066"/>
                </a:lnTo>
                <a:lnTo>
                  <a:pt x="4426534" y="1692421"/>
                </a:lnTo>
                <a:lnTo>
                  <a:pt x="4428477" y="1712947"/>
                </a:lnTo>
                <a:lnTo>
                  <a:pt x="4429125" y="1733550"/>
                </a:lnTo>
              </a:path>
            </a:pathLst>
          </a:custGeom>
          <a:noFill xmlns:a="http://schemas.openxmlformats.org/drawingml/2006/main"/>
          <a:ln xmlns:a="http://schemas.openxmlformats.org/drawingml/2006/main" w="109538">
            <a:solidFill>
              <a:srgbClr val="699ABB"/>
            </a:solidFill>
            <a:prstDash val="solid"/>
          </a:ln>
        </p:spPr>
      </p:sp>
      <p:sp>
        <p:nvSpPr>
          <p:cNvPr id="5" name="scenario-assumption-surface">
            <a:extLst xmlns:a="http://schemas.openxmlformats.org/drawingml/2006/main">
              <a:ext uri="{FF2B5EF4-FFF2-40B4-BE49-F238E27FC236}">
                <a16:creationId xmlns:a16="http://schemas.microsoft.com/office/drawing/2014/main" id="{7BCF8251-EB25-4209-8E26-8B3ED410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1771650"/>
            <a:ext cx="36195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5F8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30"/>
          <a:fontRef xmlns:a="http://schemas.openxmlformats.org/drawingml/2006/main" idx="major"/>
        </p:style>
      </p:sp>
      <p:sp>
        <p:nvSpPr>
          <p:cNvPr id="6" name="scenario-assumption">
            <a:extLst xmlns:a="http://schemas.openxmlformats.org/drawingml/2006/main">
              <a:ext uri="{FF2B5EF4-FFF2-40B4-BE49-F238E27FC236}">
                <a16:creationId xmlns:a16="http://schemas.microsoft.com/office/drawing/2014/main" id="{8D8E9E16-5E8A-44F2-A040-6AA424C0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1859461"/>
            <a:ext cx="3048000" cy="548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未来稿件复杂度与资产覆盖度存在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不确定性</a:t>
            </a:r>
          </a:p>
        </p:txBody>
      </p:sp>
      <p:sp>
        <p:nvSpPr>
          <p:cNvPr id="7" name="scenario-card-surface-0">
            <a:extLst xmlns:a="http://schemas.openxmlformats.org/drawingml/2006/main">
              <a:ext uri="{FF2B5EF4-FFF2-40B4-BE49-F238E27FC236}">
                <a16:creationId xmlns:a16="http://schemas.microsoft.com/office/drawing/2014/main" id="{1C100D6A-69E7-45E7-95D3-BA9C4C0B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4229100"/>
            <a:ext cx="1905000" cy="1805588"/>
          </a:xfrm>
          <a:prstGeom xmlns:a="http://schemas.openxmlformats.org/drawingml/2006/main" prst="roundRect">
            <a:avLst>
              <a:gd name="adj" fmla="val 7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31"/>
          <a:fontRef xmlns:a="http://schemas.openxmlformats.org/drawingml/2006/main" idx="major"/>
        </p:style>
      </p:sp>
      <p:sp>
        <p:nvSpPr>
          <p:cNvPr id="8" name="scenario-card-surface-1">
            <a:extLst xmlns:a="http://schemas.openxmlformats.org/drawingml/2006/main">
              <a:ext uri="{FF2B5EF4-FFF2-40B4-BE49-F238E27FC236}">
                <a16:creationId xmlns:a16="http://schemas.microsoft.com/office/drawing/2014/main" id="{A5434AFA-17BF-440A-917E-F5C37F99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4229100"/>
            <a:ext cx="1905000" cy="1592313"/>
          </a:xfrm>
          <a:prstGeom xmlns:a="http://schemas.openxmlformats.org/drawingml/2006/main" prst="roundRect">
            <a:avLst>
              <a:gd name="adj" fmla="val 8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31"/>
          <a:fontRef xmlns:a="http://schemas.openxmlformats.org/drawingml/2006/main" idx="major"/>
        </p:style>
      </p:sp>
      <p:sp>
        <p:nvSpPr>
          <p:cNvPr id="9" name="scenario-card-surface-2">
            <a:extLst xmlns:a="http://schemas.openxmlformats.org/drawingml/2006/main">
              <a:ext uri="{FF2B5EF4-FFF2-40B4-BE49-F238E27FC236}">
                <a16:creationId xmlns:a16="http://schemas.microsoft.com/office/drawing/2014/main" id="{B8803AB8-F647-42BD-9DFE-690893A5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4229100"/>
            <a:ext cx="1905000" cy="1805588"/>
          </a:xfrm>
          <a:prstGeom xmlns:a="http://schemas.openxmlformats.org/drawingml/2006/main" prst="roundRect">
            <a:avLst>
              <a:gd name="adj" fmla="val 7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31"/>
          <a:fontRef xmlns:a="http://schemas.openxmlformats.org/drawingml/2006/main" idx="major"/>
        </p:style>
      </p:sp>
      <p:sp>
        <p:nvSpPr>
          <p:cNvPr id="10" name="scenario-card-surface-3">
            <a:extLst xmlns:a="http://schemas.openxmlformats.org/drawingml/2006/main">
              <a:ext uri="{FF2B5EF4-FFF2-40B4-BE49-F238E27FC236}">
                <a16:creationId xmlns:a16="http://schemas.microsoft.com/office/drawing/2014/main" id="{6D3B8963-98E5-4CD3-AE20-55A7631C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2625" y="4229100"/>
            <a:ext cx="1905000" cy="1805588"/>
          </a:xfrm>
          <a:prstGeom xmlns:a="http://schemas.openxmlformats.org/drawingml/2006/main" prst="roundRect">
            <a:avLst>
              <a:gd name="adj" fmla="val 7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31"/>
          <a:fontRef xmlns:a="http://schemas.openxmlformats.org/drawingml/2006/main" idx="major"/>
        </p:style>
      </p:sp>
      <p:sp>
        <p:nvSpPr>
          <p:cNvPr id="11" name="scenario-card-accent-0">
            <a:extLst xmlns:a="http://schemas.openxmlformats.org/drawingml/2006/main">
              <a:ext uri="{FF2B5EF4-FFF2-40B4-BE49-F238E27FC236}">
                <a16:creationId xmlns:a16="http://schemas.microsoft.com/office/drawing/2014/main" id="{51FB48CC-56F9-4F98-8135-DFB11578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4229100"/>
            <a:ext cx="1905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5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enario-card-accent-1">
            <a:extLst xmlns:a="http://schemas.openxmlformats.org/drawingml/2006/main">
              <a:ext uri="{FF2B5EF4-FFF2-40B4-BE49-F238E27FC236}">
                <a16:creationId xmlns:a16="http://schemas.microsoft.com/office/drawing/2014/main" id="{52F45D13-9ED7-4082-8EE5-A636EADD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67125" y="4229100"/>
            <a:ext cx="1905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68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enario-card-accent-2">
            <a:extLst xmlns:a="http://schemas.openxmlformats.org/drawingml/2006/main">
              <a:ext uri="{FF2B5EF4-FFF2-40B4-BE49-F238E27FC236}">
                <a16:creationId xmlns:a16="http://schemas.microsoft.com/office/drawing/2014/main" id="{ABB136FF-5AC7-4B2C-9E9A-228D7010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4229100"/>
            <a:ext cx="1905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80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enario-card-accent-3">
            <a:extLst xmlns:a="http://schemas.openxmlformats.org/drawingml/2006/main">
              <a:ext uri="{FF2B5EF4-FFF2-40B4-BE49-F238E27FC236}">
                <a16:creationId xmlns:a16="http://schemas.microsoft.com/office/drawing/2014/main" id="{E6409F01-CC3A-4548-8E97-3FFDB928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2625" y="4229100"/>
            <a:ext cx="1905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99A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enario-index-0">
            <a:extLst xmlns:a="http://schemas.openxmlformats.org/drawingml/2006/main">
              <a:ext uri="{FF2B5EF4-FFF2-40B4-BE49-F238E27FC236}">
                <a16:creationId xmlns:a16="http://schemas.microsoft.com/office/drawing/2014/main" id="{6C1D4F59-925F-4AD5-98F0-EADC4765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4400550"/>
            <a:ext cx="1600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285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28557A"/>
                </a:solidFill>
                <a:latin typeface="Microsoft YaHei"/>
                <a:ea typeface="Microsoft YaHei"/>
                <a:cs typeface="Microsoft YaHei"/>
              </a:rPr>
              <a:t>SCENARIO 01</a:t>
            </a:r>
          </a:p>
        </p:txBody>
      </p:sp>
      <p:sp>
        <p:nvSpPr>
          <p:cNvPr id="16" name="scenario-title-0">
            <a:extLst xmlns:a="http://schemas.openxmlformats.org/drawingml/2006/main">
              <a:ext uri="{FF2B5EF4-FFF2-40B4-BE49-F238E27FC236}">
                <a16:creationId xmlns:a16="http://schemas.microsoft.com/office/drawing/2014/main" id="{7EE31D44-8A57-405F-B7DB-CA92BD5B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464820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2C5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C5573"/>
                </a:solidFill>
                <a:latin typeface="Microsoft YaHei"/>
                <a:ea typeface="Microsoft YaHei"/>
                <a:cs typeface="Microsoft YaHei"/>
              </a:rPr>
              <a:t>稳定扩张</a:t>
            </a:r>
          </a:p>
        </p:txBody>
      </p:sp>
      <p:sp>
        <p:nvSpPr>
          <p:cNvPr id="17" name="scenario-trigger-0">
            <a:extLst xmlns:a="http://schemas.openxmlformats.org/drawingml/2006/main">
              <a:ext uri="{FF2B5EF4-FFF2-40B4-BE49-F238E27FC236}">
                <a16:creationId xmlns:a16="http://schemas.microsoft.com/office/drawing/2014/main" id="{3A0036A0-A4B0-4092-8172-577E2730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5000625"/>
            <a:ext cx="1600200" cy="426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rPr>
              <a:t>触发：需求集中于已覆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rPr>
              <a:t>盖逻辑</a:t>
            </a:r>
          </a:p>
        </p:txBody>
      </p:sp>
      <p:sp>
        <p:nvSpPr>
          <p:cNvPr id="18" name="scenario-outcome-0">
            <a:extLst xmlns:a="http://schemas.openxmlformats.org/drawingml/2006/main">
              <a:ext uri="{FF2B5EF4-FFF2-40B4-BE49-F238E27FC236}">
                <a16:creationId xmlns:a16="http://schemas.microsoft.com/office/drawing/2014/main" id="{4F978BC5-D55F-49ED-95DA-8E6A51DC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5474789"/>
            <a:ext cx="1600200" cy="426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rPr>
              <a:t>结果：持续复用核心结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rPr>
              <a:t>构组</a:t>
            </a:r>
          </a:p>
        </p:txBody>
      </p:sp>
      <p:sp>
        <p:nvSpPr>
          <p:cNvPr id="19" name="scenario-index-1">
            <a:extLst xmlns:a="http://schemas.openxmlformats.org/drawingml/2006/main">
              <a:ext uri="{FF2B5EF4-FFF2-40B4-BE49-F238E27FC236}">
                <a16:creationId xmlns:a16="http://schemas.microsoft.com/office/drawing/2014/main" id="{95C8018C-2478-4BB4-A387-9BDA0E60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9525" y="4400550"/>
            <a:ext cx="1600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3568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5688F"/>
                </a:solidFill>
                <a:latin typeface="Microsoft YaHei"/>
                <a:ea typeface="Microsoft YaHei"/>
                <a:cs typeface="Microsoft YaHei"/>
              </a:rPr>
              <a:t>SCENARIO 02</a:t>
            </a:r>
          </a:p>
        </p:txBody>
      </p:sp>
      <p:sp>
        <p:nvSpPr>
          <p:cNvPr id="20" name="scenario-title-1">
            <a:extLst xmlns:a="http://schemas.openxmlformats.org/drawingml/2006/main">
              <a:ext uri="{FF2B5EF4-FFF2-40B4-BE49-F238E27FC236}">
                <a16:creationId xmlns:a16="http://schemas.microsoft.com/office/drawing/2014/main" id="{7466BB77-3B16-40FF-B9BA-8C3DA71B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9525" y="464820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2C5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C5573"/>
                </a:solidFill>
                <a:latin typeface="Microsoft YaHei"/>
                <a:ea typeface="Microsoft YaHei"/>
                <a:cs typeface="Microsoft YaHei"/>
              </a:rPr>
              <a:t>快速增长</a:t>
            </a:r>
          </a:p>
        </p:txBody>
      </p:sp>
      <p:sp>
        <p:nvSpPr>
          <p:cNvPr id="21" name="scenario-trigger-1">
            <a:extLst xmlns:a="http://schemas.openxmlformats.org/drawingml/2006/main">
              <a:ext uri="{FF2B5EF4-FFF2-40B4-BE49-F238E27FC236}">
                <a16:creationId xmlns:a16="http://schemas.microsoft.com/office/drawing/2014/main" id="{14C9E2A2-EB53-4455-8DB8-20585150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9525" y="5000625"/>
            <a:ext cx="1600200" cy="213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rPr>
              <a:t>触发：新场景集中出现</a:t>
            </a:r>
          </a:p>
        </p:txBody>
      </p:sp>
      <p:sp>
        <p:nvSpPr>
          <p:cNvPr id="22" name="scenario-outcome-1">
            <a:extLst xmlns:a="http://schemas.openxmlformats.org/drawingml/2006/main">
              <a:ext uri="{FF2B5EF4-FFF2-40B4-BE49-F238E27FC236}">
                <a16:creationId xmlns:a16="http://schemas.microsoft.com/office/drawing/2014/main" id="{F11BE144-013D-469C-AD93-40C59218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9525" y="5261524"/>
            <a:ext cx="1600200" cy="426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rPr>
              <a:t>结果：并行建设候选资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rPr>
              <a:t>产</a:t>
            </a:r>
          </a:p>
        </p:txBody>
      </p:sp>
      <p:sp>
        <p:nvSpPr>
          <p:cNvPr id="23" name="scenario-index-2">
            <a:extLst xmlns:a="http://schemas.openxmlformats.org/drawingml/2006/main">
              <a:ext uri="{FF2B5EF4-FFF2-40B4-BE49-F238E27FC236}">
                <a16:creationId xmlns:a16="http://schemas.microsoft.com/office/drawing/2014/main" id="{BB9E02C3-CE94-4CEA-B765-A87F7F25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2275" y="4400550"/>
            <a:ext cx="1600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4D80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4D80A7"/>
                </a:solidFill>
                <a:latin typeface="Microsoft YaHei"/>
                <a:ea typeface="Microsoft YaHei"/>
                <a:cs typeface="Microsoft YaHei"/>
              </a:rPr>
              <a:t>SCENARIO 03</a:t>
            </a:r>
          </a:p>
        </p:txBody>
      </p:sp>
      <p:sp>
        <p:nvSpPr>
          <p:cNvPr id="24" name="scenario-title-2">
            <a:extLst xmlns:a="http://schemas.openxmlformats.org/drawingml/2006/main">
              <a:ext uri="{FF2B5EF4-FFF2-40B4-BE49-F238E27FC236}">
                <a16:creationId xmlns:a16="http://schemas.microsoft.com/office/drawing/2014/main" id="{90397552-1BF9-4940-896B-F6A0B153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2275" y="464820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2C5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C5573"/>
                </a:solidFill>
                <a:latin typeface="Microsoft YaHei"/>
                <a:ea typeface="Microsoft YaHei"/>
                <a:cs typeface="Microsoft YaHei"/>
              </a:rPr>
              <a:t>质量受压</a:t>
            </a:r>
          </a:p>
        </p:txBody>
      </p:sp>
      <p:sp>
        <p:nvSpPr>
          <p:cNvPr id="25" name="scenario-trigger-2">
            <a:extLst xmlns:a="http://schemas.openxmlformats.org/drawingml/2006/main">
              <a:ext uri="{FF2B5EF4-FFF2-40B4-BE49-F238E27FC236}">
                <a16:creationId xmlns:a16="http://schemas.microsoft.com/office/drawing/2014/main" id="{0D2C9773-2A0F-42E5-B768-AB6994A1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2275" y="5000625"/>
            <a:ext cx="1600200" cy="426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rPr>
              <a:t>触发：内容经常越过容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rPr>
              <a:t>量</a:t>
            </a:r>
          </a:p>
        </p:txBody>
      </p:sp>
      <p:sp>
        <p:nvSpPr>
          <p:cNvPr id="26" name="scenario-outcome-2">
            <a:extLst xmlns:a="http://schemas.openxmlformats.org/drawingml/2006/main">
              <a:ext uri="{FF2B5EF4-FFF2-40B4-BE49-F238E27FC236}">
                <a16:creationId xmlns:a16="http://schemas.microsoft.com/office/drawing/2014/main" id="{B52B328D-8FB0-4ABE-9F9A-38D8C875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2275" y="5474789"/>
            <a:ext cx="1600200" cy="426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rPr>
              <a:t>结果：加强拆页与回调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rPr>
              <a:t>机制</a:t>
            </a:r>
          </a:p>
        </p:txBody>
      </p:sp>
      <p:sp>
        <p:nvSpPr>
          <p:cNvPr id="27" name="scenario-index-3">
            <a:extLst xmlns:a="http://schemas.openxmlformats.org/drawingml/2006/main">
              <a:ext uri="{FF2B5EF4-FFF2-40B4-BE49-F238E27FC236}">
                <a16:creationId xmlns:a16="http://schemas.microsoft.com/office/drawing/2014/main" id="{15486751-7308-4BAF-A1C0-CB24077D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4400550"/>
            <a:ext cx="1600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699A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699ABB"/>
                </a:solidFill>
                <a:latin typeface="Microsoft YaHei"/>
                <a:ea typeface="Microsoft YaHei"/>
                <a:cs typeface="Microsoft YaHei"/>
              </a:rPr>
              <a:t>SCENARIO 04</a:t>
            </a:r>
          </a:p>
        </p:txBody>
      </p:sp>
      <p:sp>
        <p:nvSpPr>
          <p:cNvPr id="28" name="scenario-title-3">
            <a:extLst xmlns:a="http://schemas.openxmlformats.org/drawingml/2006/main">
              <a:ext uri="{FF2B5EF4-FFF2-40B4-BE49-F238E27FC236}">
                <a16:creationId xmlns:a16="http://schemas.microsoft.com/office/drawing/2014/main" id="{29E36F9D-D683-4E98-897D-A489B276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464820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 i="0">
                <a:solidFill>
                  <a:srgbClr val="2C5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C5573"/>
                </a:solidFill>
                <a:latin typeface="Microsoft YaHei"/>
                <a:ea typeface="Microsoft YaHei"/>
                <a:cs typeface="Microsoft YaHei"/>
              </a:rPr>
              <a:t>结构短缺</a:t>
            </a:r>
          </a:p>
        </p:txBody>
      </p:sp>
      <p:sp>
        <p:nvSpPr>
          <p:cNvPr id="29" name="scenario-trigger-3">
            <a:extLst xmlns:a="http://schemas.openxmlformats.org/drawingml/2006/main">
              <a:ext uri="{FF2B5EF4-FFF2-40B4-BE49-F238E27FC236}">
                <a16:creationId xmlns:a16="http://schemas.microsoft.com/office/drawing/2014/main" id="{57740260-87B0-4C67-A036-9DD249DC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5000625"/>
            <a:ext cx="1600200" cy="426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rPr>
              <a:t>触发：出现新型表达关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rPr>
              <a:t>系</a:t>
            </a:r>
          </a:p>
        </p:txBody>
      </p:sp>
      <p:sp>
        <p:nvSpPr>
          <p:cNvPr id="30" name="scenario-outcome-3">
            <a:extLst xmlns:a="http://schemas.openxmlformats.org/drawingml/2006/main">
              <a:ext uri="{FF2B5EF4-FFF2-40B4-BE49-F238E27FC236}">
                <a16:creationId xmlns:a16="http://schemas.microsoft.com/office/drawing/2014/main" id="{ED1A717E-F3FC-4DFA-A112-73040791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025" y="5474789"/>
            <a:ext cx="1600200" cy="426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rPr>
              <a:t>结果：退化排版并发起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A6E7D"/>
                </a:solidFill>
                <a:latin typeface="Microsoft YaHei"/>
                <a:ea typeface="Microsoft YaHei"/>
                <a:cs typeface="Microsoft YaHei"/>
              </a:rPr>
              <a:t>蒸馏</a:t>
            </a:r>
          </a:p>
        </p:txBody>
      </p:sp>
    </p:spTree>
    <p:extLst>
      <p:ext uri="{BB962C8B-B14F-4D97-AF65-F5344CB8AC3E}">
        <p14:creationId xmlns:p14="http://schemas.microsoft.com/office/powerpoint/2010/main" val="695738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64C7C">
                <a:alpha val="16000"/>
              </a:srgbClr>
            </a:outerShdw>
          </a:effectLst>
        </a:effectStyle>
        <a:effectStyle>
          <a:effectLst>
            <a:outerShdw blurRad="133350" dist="57150" dir="5400000">
              <a:srgbClr val="183F7A">
                <a:alpha val="18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54E84">
                <a:alpha val="12000"/>
              </a:srgbClr>
            </a:outerShdw>
          </a:effectLst>
        </a:effectStyle>
        <a:effectStyle>
          <a:effectLst>
            <a:outerShdw blurRad="228600" dist="95250" dir="5400000">
              <a:srgbClr val="264E84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71450" dist="76200" dir="5400000">
              <a:srgbClr val="2A4F7F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284D7E">
                <a:alpha val="17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142875" dist="66675" dir="5400000">
              <a:srgbClr val="284D7E">
                <a:alpha val="18000"/>
              </a:srgbClr>
            </a:outerShdw>
          </a:effectLst>
        </a:effectStyle>
        <a:effectStyle>
          <a:effectLst>
            <a:outerShdw blurRad="133350" dist="57150" dir="5400000">
              <a:srgbClr val="2B4C68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284D6B">
                <a:alpha val="16000"/>
              </a:srgbClr>
            </a:outerShdw>
          </a:effectLst>
        </a:effectStyle>
        <a:effectStyle>
          <a:effectLst>
            <a:outerShdw blurRad="209550" dist="95250" dir="5400000">
              <a:srgbClr val="1D457E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D4984">
                <a:alpha val="16000"/>
              </a:srgbClr>
            </a:outerShdw>
          </a:effectLst>
        </a:effectStyle>
        <a:effectStyle>
          <a:effectLst>
            <a:outerShdw blurRad="238125" dist="114300" dir="5400000">
              <a:srgbClr val="285B82">
                <a:alpha val="18000"/>
              </a:srgbClr>
            </a:outerShdw>
          </a:effectLst>
        </a:effectStyle>
        <a:effectStyle>
          <a:effectLst>
            <a:outerShdw blurRad="190500" dist="76200" dir="5400000">
              <a:srgbClr val="234867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2026-08-26T01:49:02.9380000Z</dcterms:created>
  <dcterms:modified xsi:type="dcterms:W3CDTF">2026-08-26T01:49:02.9380000Z</dcterms:modified>
</coreProperties>
</file>