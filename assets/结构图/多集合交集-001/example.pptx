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43f28bb77d4380" /><Relationship Type="http://schemas.openxmlformats.org/officeDocument/2006/relationships/extended-properties" Target="/docProps/app.xml" Id="Rccbdfad378d94474" /><Relationship Type="http://schemas.openxmlformats.org/officeDocument/2006/relationships/officeDocument" Target="/ppt/presentation.xml" Id="R28af4d02008d44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cd1e69cdd749d1"/>
  </p:sldMasterIdLst>
  <p:notesMasterIdLst>
    <p:notesMasterId xmlns:r="http://schemas.openxmlformats.org/officeDocument/2006/relationships" r:id="R9eeeb38f83024307"/>
  </p:notesMasterIdLst>
  <p:sldIdLst>
    <p:sldId xmlns:r="http://schemas.openxmlformats.org/officeDocument/2006/relationships" id="256" r:id="R0dd3e4d83a584cd6"/>
    <p:sldId xmlns:r="http://schemas.openxmlformats.org/officeDocument/2006/relationships" id="257" r:id="R62db733b4d874212"/>
    <p:sldId xmlns:r="http://schemas.openxmlformats.org/officeDocument/2006/relationships" id="258" r:id="R408f7016ad6e48c3"/>
    <p:sldId xmlns:r="http://schemas.openxmlformats.org/officeDocument/2006/relationships" id="259" r:id="Rc1b4963b536d4208"/>
    <p:sldId xmlns:r="http://schemas.openxmlformats.org/officeDocument/2006/relationships" id="260" r:id="R75693d3e7bc94637"/>
    <p:sldId xmlns:r="http://schemas.openxmlformats.org/officeDocument/2006/relationships" id="261" r:id="Rb5e3b17fa0b74b36"/>
    <p:sldId xmlns:r="http://schemas.openxmlformats.org/officeDocument/2006/relationships" id="262" r:id="R882c206969bb4677"/>
    <p:sldId xmlns:r="http://schemas.openxmlformats.org/officeDocument/2006/relationships" id="263" r:id="Re2cb8881a02247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0a54c6e1674319" /><Relationship Type="http://schemas.openxmlformats.org/officeDocument/2006/relationships/slideMaster" Target="/ppt/slideMasters/slideMaster1.xml" Id="Rf6cd1e69cdd749d1" /><Relationship Type="http://schemas.openxmlformats.org/officeDocument/2006/relationships/notesMaster" Target="/ppt/notesMasters/notesMaster1.xml" Id="R9eeeb38f83024307" /><Relationship Type="http://schemas.openxmlformats.org/officeDocument/2006/relationships/presProps" Target="/ppt/presProps.xml" Id="Rbbc8d6d7f0ac4dcb" /><Relationship Type="http://schemas.openxmlformats.org/officeDocument/2006/relationships/tableStyles" Target="/ppt/tableStyles.xml" Id="R43bbc772a49d4ae9" /><Relationship Type="http://schemas.openxmlformats.org/officeDocument/2006/relationships/slide" Target="/ppt/slides/slide1.xml" Id="R0dd3e4d83a584cd6" /><Relationship Type="http://schemas.openxmlformats.org/officeDocument/2006/relationships/slide" Target="/ppt/slides/slide2.xml" Id="R62db733b4d874212" /><Relationship Type="http://schemas.openxmlformats.org/officeDocument/2006/relationships/slide" Target="/ppt/slides/slide3.xml" Id="R408f7016ad6e48c3" /><Relationship Type="http://schemas.openxmlformats.org/officeDocument/2006/relationships/slide" Target="/ppt/slides/slide4.xml" Id="Rc1b4963b536d4208" /><Relationship Type="http://schemas.openxmlformats.org/officeDocument/2006/relationships/slide" Target="/ppt/slides/slide5.xml" Id="R75693d3e7bc94637" /><Relationship Type="http://schemas.openxmlformats.org/officeDocument/2006/relationships/slide" Target="/ppt/slides/slide6.xml" Id="Rb5e3b17fa0b74b36" /><Relationship Type="http://schemas.openxmlformats.org/officeDocument/2006/relationships/slide" Target="/ppt/slides/slide7.xml" Id="R882c206969bb4677" /><Relationship Type="http://schemas.openxmlformats.org/officeDocument/2006/relationships/slide" Target="/ppt/slides/slide8.xml" Id="Re2cb8881a02247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71e6e0254c43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1D457E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D4984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6da23daf854756" /><Relationship Type="http://schemas.openxmlformats.org/officeDocument/2006/relationships/notesMaster" Target="/ppt/notesMasters/notesMaster1.xml" Id="Rd0159cd0fcf046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5af28d33114634" /><Relationship Type="http://schemas.openxmlformats.org/officeDocument/2006/relationships/notesMaster" Target="/ppt/notesMasters/notesMaster1.xml" Id="Rcb55acceadf643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a44c8f47b5470a" /><Relationship Type="http://schemas.openxmlformats.org/officeDocument/2006/relationships/notesMaster" Target="/ppt/notesMasters/notesMaster1.xml" Id="R6108e16287704b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6034925c8b4a38" /><Relationship Type="http://schemas.openxmlformats.org/officeDocument/2006/relationships/notesMaster" Target="/ppt/notesMasters/notesMaster1.xml" Id="Ra411e005443249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a0df131b31416c" /><Relationship Type="http://schemas.openxmlformats.org/officeDocument/2006/relationships/notesMaster" Target="/ppt/notesMasters/notesMaster1.xml" Id="Rc0d1efb4b2f548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6d40f9d355415b" /><Relationship Type="http://schemas.openxmlformats.org/officeDocument/2006/relationships/notesMaster" Target="/ppt/notesMasters/notesMaster1.xml" Id="Rfc59dcfa045548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187cf2223d4108" /><Relationship Type="http://schemas.openxmlformats.org/officeDocument/2006/relationships/notesMaster" Target="/ppt/notesMasters/notesMaster1.xml" Id="Rb337696556154d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81ab2d5b2c4669" /><Relationship Type="http://schemas.openxmlformats.org/officeDocument/2006/relationships/notesMaster" Target="/ppt/notesMasters/notesMaster1.xml" Id="Raab79c190de745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b11f4a17b47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1a49080a134fad" /><Relationship Type="http://schemas.openxmlformats.org/officeDocument/2006/relationships/slideLayout" Target="/ppt/slideLayouts/slideLayout1.xml" Id="R1447d0a8b82040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47d0a8b82040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1D457E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D4984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b0638db7d4509" /><Relationship Type="http://schemas.openxmlformats.org/officeDocument/2006/relationships/notesSlide" Target="/ppt/notesSlides/notesSlide1.xml" Id="R75e411a66b9741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c8261d712439e" /><Relationship Type="http://schemas.openxmlformats.org/officeDocument/2006/relationships/notesSlide" Target="/ppt/notesSlides/notesSlide2.xml" Id="R0f045d3a9f1444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9594ba2114a78" /><Relationship Type="http://schemas.openxmlformats.org/officeDocument/2006/relationships/notesSlide" Target="/ppt/notesSlides/notesSlide3.xml" Id="Rcb935f72c11d48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fb82eabfe4f63" /><Relationship Type="http://schemas.openxmlformats.org/officeDocument/2006/relationships/notesSlide" Target="/ppt/notesSlides/notesSlide4.xml" Id="Rac094a0a968446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ffd3c4de84d67" /><Relationship Type="http://schemas.openxmlformats.org/officeDocument/2006/relationships/notesSlide" Target="/ppt/notesSlides/notesSlide5.xml" Id="Re42197e2f19549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6418e13464034" /><Relationship Type="http://schemas.openxmlformats.org/officeDocument/2006/relationships/notesSlide" Target="/ppt/notesSlides/notesSlide6.xml" Id="R9b129497c7334f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05b491b9d4972" /><Relationship Type="http://schemas.openxmlformats.org/officeDocument/2006/relationships/notesSlide" Target="/ppt/notesSlides/notesSlide7.xml" Id="R7c76c6a3fa544c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e2e6622204228" /><Relationship Type="http://schemas.openxmlformats.org/officeDocument/2006/relationships/notesSlide" Target="/ppt/notesSlides/notesSlide8.xml" Id="R6f88d3c7c59c49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intersection-panel-0-support">
            <a:extLst xmlns:a="http://schemas.openxmlformats.org/drawingml/2006/main">
              <a:ext uri="{FF2B5EF4-FFF2-40B4-BE49-F238E27FC236}">
                <a16:creationId xmlns:a16="http://schemas.microsoft.com/office/drawing/2014/main" id="{1681DBB1-8504-4C31-B834-D98DE7FB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876550"/>
            <a:ext cx="4762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ntersection-0-support">
            <a:extLst xmlns:a="http://schemas.openxmlformats.org/drawingml/2006/main">
              <a:ext uri="{FF2B5EF4-FFF2-40B4-BE49-F238E27FC236}">
                <a16:creationId xmlns:a16="http://schemas.microsoft.com/office/drawing/2014/main" id="{D77AFBA5-8D44-4853-A344-EF927BE4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3538538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真实场景中的核心诉求</a:t>
            </a:r>
          </a:p>
        </p:txBody>
      </p:sp>
      <p:sp>
        <p:nvSpPr>
          <p:cNvPr id="3" name="intersection-0-support-point-0">
            <a:extLst xmlns:a="http://schemas.openxmlformats.org/drawingml/2006/main">
              <a:ext uri="{FF2B5EF4-FFF2-40B4-BE49-F238E27FC236}">
                <a16:creationId xmlns:a16="http://schemas.microsoft.com/office/drawing/2014/main" id="{C4C8414D-0CBD-4F5A-9E21-BE898577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3817887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高频需求</a:t>
            </a:r>
          </a:p>
        </p:txBody>
      </p:sp>
      <p:sp>
        <p:nvSpPr>
          <p:cNvPr id="4" name="intersection-0-support-point-1">
            <a:extLst xmlns:a="http://schemas.openxmlformats.org/drawingml/2006/main">
              <a:ext uri="{FF2B5EF4-FFF2-40B4-BE49-F238E27FC236}">
                <a16:creationId xmlns:a16="http://schemas.microsoft.com/office/drawing/2014/main" id="{A3547E7D-AB56-484D-B258-C787475E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4087711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稳定交付</a:t>
            </a:r>
          </a:p>
        </p:txBody>
      </p:sp>
      <p:sp>
        <p:nvSpPr>
          <p:cNvPr id="5" name="intersection-panel-1-support">
            <a:extLst xmlns:a="http://schemas.openxmlformats.org/drawingml/2006/main">
              <a:ext uri="{FF2B5EF4-FFF2-40B4-BE49-F238E27FC236}">
                <a16:creationId xmlns:a16="http://schemas.microsoft.com/office/drawing/2014/main" id="{52F8A8B5-1712-4AB7-A4CC-04364759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876550"/>
            <a:ext cx="4762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tersection-1-support">
            <a:extLst xmlns:a="http://schemas.openxmlformats.org/drawingml/2006/main">
              <a:ext uri="{FF2B5EF4-FFF2-40B4-BE49-F238E27FC236}">
                <a16:creationId xmlns:a16="http://schemas.microsoft.com/office/drawing/2014/main" id="{0FBEDCC0-1961-412F-BE13-9B152B3F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3538538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统一标准与可靠边界</a:t>
            </a:r>
          </a:p>
        </p:txBody>
      </p:sp>
      <p:sp>
        <p:nvSpPr>
          <p:cNvPr id="7" name="intersection-1-support-point-0">
            <a:extLst xmlns:a="http://schemas.openxmlformats.org/drawingml/2006/main">
              <a:ext uri="{FF2B5EF4-FFF2-40B4-BE49-F238E27FC236}">
                <a16:creationId xmlns:a16="http://schemas.microsoft.com/office/drawing/2014/main" id="{FD48DD88-6A12-4078-A108-CC1A4D06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3817887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主题一致</a:t>
            </a:r>
          </a:p>
        </p:txBody>
      </p:sp>
      <p:sp>
        <p:nvSpPr>
          <p:cNvPr id="8" name="intersection-1-support-point-1">
            <a:extLst xmlns:a="http://schemas.openxmlformats.org/drawingml/2006/main">
              <a:ext uri="{FF2B5EF4-FFF2-40B4-BE49-F238E27FC236}">
                <a16:creationId xmlns:a16="http://schemas.microsoft.com/office/drawing/2014/main" id="{BA4F0583-F362-4684-A8A8-631CDBFA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4087711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格式规范</a:t>
            </a:r>
          </a:p>
        </p:txBody>
      </p:sp>
      <p:sp>
        <p:nvSpPr>
          <p:cNvPr id="9" name="support-arc-mask-0">
            <a:extLst xmlns:a="http://schemas.openxmlformats.org/drawingml/2006/main">
              <a:ext uri="{FF2B5EF4-FFF2-40B4-BE49-F238E27FC236}">
                <a16:creationId xmlns:a16="http://schemas.microsoft.com/office/drawing/2014/main" id="{8A394157-BE26-474D-9034-3972BB05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4725" y="2219325"/>
            <a:ext cx="3409950" cy="3409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pport-arc-mask-1">
            <a:extLst xmlns:a="http://schemas.openxmlformats.org/drawingml/2006/main">
              <a:ext uri="{FF2B5EF4-FFF2-40B4-BE49-F238E27FC236}">
                <a16:creationId xmlns:a16="http://schemas.microsoft.com/office/drawing/2014/main" id="{70E496CE-5700-46C4-9DF4-725EBAE3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7325" y="2219325"/>
            <a:ext cx="3409950" cy="3409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t-shadow-0">
            <a:extLst xmlns:a="http://schemas.openxmlformats.org/drawingml/2006/main">
              <a:ext uri="{FF2B5EF4-FFF2-40B4-BE49-F238E27FC236}">
                <a16:creationId xmlns:a16="http://schemas.microsoft.com/office/drawing/2014/main" id="{6BD00B14-FD7B-49DB-AE98-5E284A47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075" y="24288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set-shadow-1">
            <a:extLst xmlns:a="http://schemas.openxmlformats.org/drawingml/2006/main">
              <a:ext uri="{FF2B5EF4-FFF2-40B4-BE49-F238E27FC236}">
                <a16:creationId xmlns:a16="http://schemas.microsoft.com/office/drawing/2014/main" id="{9FF633B8-2BF4-4459-AEF7-DA0CA9FA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0675" y="24288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set-circle-0">
            <a:extLst xmlns:a="http://schemas.openxmlformats.org/drawingml/2006/main">
              <a:ext uri="{FF2B5EF4-FFF2-40B4-BE49-F238E27FC236}">
                <a16:creationId xmlns:a16="http://schemas.microsoft.com/office/drawing/2014/main" id="{DB8285A2-E3B2-4F6E-AC0F-0F67EBDA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075" y="23526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2AD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14" name="set-circle-1">
            <a:extLst xmlns:a="http://schemas.openxmlformats.org/drawingml/2006/main">
              <a:ext uri="{FF2B5EF4-FFF2-40B4-BE49-F238E27FC236}">
                <a16:creationId xmlns:a16="http://schemas.microsoft.com/office/drawing/2014/main" id="{8FE54FA7-CCA0-4735-8E9F-D70CA4B8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0675" y="23526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8DC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15" name="set-ring-0">
            <a:extLst xmlns:a="http://schemas.openxmlformats.org/drawingml/2006/main">
              <a:ext uri="{FF2B5EF4-FFF2-40B4-BE49-F238E27FC236}">
                <a16:creationId xmlns:a16="http://schemas.microsoft.com/office/drawing/2014/main" id="{12680E97-C80E-4CF4-8615-D2FD9051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375" y="2466975"/>
            <a:ext cx="2914650" cy="2914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et-ring-1">
            <a:extLst xmlns:a="http://schemas.openxmlformats.org/drawingml/2006/main">
              <a:ext uri="{FF2B5EF4-FFF2-40B4-BE49-F238E27FC236}">
                <a16:creationId xmlns:a16="http://schemas.microsoft.com/office/drawing/2014/main" id="{C0E73DEE-71F6-444B-84DE-936F4067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4975" y="2466975"/>
            <a:ext cx="2914650" cy="2914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et-marker-0">
            <a:extLst xmlns:a="http://schemas.openxmlformats.org/drawingml/2006/main">
              <a:ext uri="{FF2B5EF4-FFF2-40B4-BE49-F238E27FC236}">
                <a16:creationId xmlns:a16="http://schemas.microsoft.com/office/drawing/2014/main" id="{E38E126D-F4A3-4F67-9D43-E1CBFD5A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4241" y="3771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8" name="set-title-0">
            <a:extLst xmlns:a="http://schemas.openxmlformats.org/drawingml/2006/main">
              <a:ext uri="{FF2B5EF4-FFF2-40B4-BE49-F238E27FC236}">
                <a16:creationId xmlns:a16="http://schemas.microsoft.com/office/drawing/2014/main" id="{ED6891D5-8224-4413-BE0A-0E88565A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925" y="3629025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用户需要</a:t>
            </a:r>
          </a:p>
        </p:txBody>
      </p:sp>
      <p:sp>
        <p:nvSpPr>
          <p:cNvPr id="19" name="set-marker-1">
            <a:extLst xmlns:a="http://schemas.openxmlformats.org/drawingml/2006/main">
              <a:ext uri="{FF2B5EF4-FFF2-40B4-BE49-F238E27FC236}">
                <a16:creationId xmlns:a16="http://schemas.microsoft.com/office/drawing/2014/main" id="{CDDD4D73-F213-43A7-8CCA-8E6B1B13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2816" y="3771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0" name="set-title-1">
            <a:extLst xmlns:a="http://schemas.openxmlformats.org/drawingml/2006/main">
              <a:ext uri="{FF2B5EF4-FFF2-40B4-BE49-F238E27FC236}">
                <a16:creationId xmlns:a16="http://schemas.microsoft.com/office/drawing/2014/main" id="{001E25BD-056A-4019-8692-506A8759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3629025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组织规范</a:t>
            </a:r>
          </a:p>
        </p:txBody>
      </p:sp>
      <p:sp>
        <p:nvSpPr>
          <p:cNvPr id="21" name="shared-halo">
            <a:extLst xmlns:a="http://schemas.openxmlformats.org/drawingml/2006/main">
              <a:ext uri="{FF2B5EF4-FFF2-40B4-BE49-F238E27FC236}">
                <a16:creationId xmlns:a16="http://schemas.microsoft.com/office/drawing/2014/main" id="{642B88C0-4ADF-48C8-9C95-B0AF9E24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300037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4000"/>
            </a:srgbClr>
          </a:solidFill>
          <a:ln xmlns:a="http://schemas.openxmlformats.org/drawingml/2006/main" w="19050">
            <a:solidFill>
              <a:srgbClr val="FFFFFF">
                <a:alpha val="74000"/>
              </a:srgbClr>
            </a:solidFill>
            <a:prstDash val="solid"/>
          </a:ln>
        </p:spPr>
      </p:sp>
      <p:sp>
        <p:nvSpPr>
          <p:cNvPr id="22" name="shared-core">
            <a:extLst xmlns:a="http://schemas.openxmlformats.org/drawingml/2006/main">
              <a:ext uri="{FF2B5EF4-FFF2-40B4-BE49-F238E27FC236}">
                <a16:creationId xmlns:a16="http://schemas.microsoft.com/office/drawing/2014/main" id="{D128DF24-ECF8-4DA4-8A5D-95C9260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3114675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3" name="shared-ring">
            <a:extLst xmlns:a="http://schemas.openxmlformats.org/drawingml/2006/main">
              <a:ext uri="{FF2B5EF4-FFF2-40B4-BE49-F238E27FC236}">
                <a16:creationId xmlns:a16="http://schemas.microsoft.com/office/drawing/2014/main" id="{1B761DE0-C1CC-4641-B32E-36A539D7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3248025"/>
            <a:ext cx="1352550" cy="1352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3F3"/>
            </a:solidFill>
            <a:prstDash val="solid"/>
          </a:ln>
        </p:spPr>
      </p:sp>
      <p:sp>
        <p:nvSpPr>
          <p:cNvPr id="24" name="shared-title">
            <a:extLst xmlns:a="http://schemas.openxmlformats.org/drawingml/2006/main">
              <a:ext uri="{FF2B5EF4-FFF2-40B4-BE49-F238E27FC236}">
                <a16:creationId xmlns:a16="http://schemas.microsoft.com/office/drawing/2014/main" id="{7607E0CE-A3B5-4345-99AB-FE008072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7350" y="3616966"/>
            <a:ext cx="1257300" cy="335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rPr>
              <a:t>可靠生成</a:t>
            </a:r>
          </a:p>
        </p:txBody>
      </p:sp>
      <p:sp>
        <p:nvSpPr>
          <p:cNvPr id="25" name="shared-body">
            <a:extLst xmlns:a="http://schemas.openxmlformats.org/drawingml/2006/main">
              <a:ext uri="{FF2B5EF4-FFF2-40B4-BE49-F238E27FC236}">
                <a16:creationId xmlns:a16="http://schemas.microsoft.com/office/drawing/2014/main" id="{8861422D-4164-44BA-907A-ABE1321E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7350" y="4009282"/>
            <a:ext cx="125730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rPr>
              <a:t>共同价值</a:t>
            </a:r>
          </a:p>
        </p:txBody>
      </p:sp>
    </p:spTree>
    <p:extLst>
      <p:ext uri="{BB962C8B-B14F-4D97-AF65-F5344CB8AC3E}">
        <p14:creationId xmlns:p14="http://schemas.microsoft.com/office/powerpoint/2010/main" val="2132158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intersection-native-base">
            <a:extLst xmlns:a="http://schemas.openxmlformats.org/drawingml/2006/main">
              <a:ext uri="{FF2B5EF4-FFF2-40B4-BE49-F238E27FC236}">
                <a16:creationId xmlns:a16="http://schemas.microsoft.com/office/drawing/2014/main" id="{86E904EB-C506-49EA-AF93-9AFF852E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5811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t-shadow-0">
            <a:extLst xmlns:a="http://schemas.openxmlformats.org/drawingml/2006/main">
              <a:ext uri="{FF2B5EF4-FFF2-40B4-BE49-F238E27FC236}">
                <a16:creationId xmlns:a16="http://schemas.microsoft.com/office/drawing/2014/main" id="{8F6906A5-1E6A-4A97-83E3-7BF53661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075" y="24288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set-shadow-1">
            <a:extLst xmlns:a="http://schemas.openxmlformats.org/drawingml/2006/main">
              <a:ext uri="{FF2B5EF4-FFF2-40B4-BE49-F238E27FC236}">
                <a16:creationId xmlns:a16="http://schemas.microsoft.com/office/drawing/2014/main" id="{84C4D616-6021-4BBA-8F40-4648BA86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0675" y="24288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set-circle-0">
            <a:extLst xmlns:a="http://schemas.openxmlformats.org/drawingml/2006/main">
              <a:ext uri="{FF2B5EF4-FFF2-40B4-BE49-F238E27FC236}">
                <a16:creationId xmlns:a16="http://schemas.microsoft.com/office/drawing/2014/main" id="{9B98BC12-69FD-49F3-8542-207CE89C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075" y="23526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2AD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5" name="set-circle-1">
            <a:extLst xmlns:a="http://schemas.openxmlformats.org/drawingml/2006/main">
              <a:ext uri="{FF2B5EF4-FFF2-40B4-BE49-F238E27FC236}">
                <a16:creationId xmlns:a16="http://schemas.microsoft.com/office/drawing/2014/main" id="{6BA72D9C-8478-4F0C-827F-98D8D2BE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0675" y="23526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8DC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6" name="set-ring-0">
            <a:extLst xmlns:a="http://schemas.openxmlformats.org/drawingml/2006/main">
              <a:ext uri="{FF2B5EF4-FFF2-40B4-BE49-F238E27FC236}">
                <a16:creationId xmlns:a16="http://schemas.microsoft.com/office/drawing/2014/main" id="{EAC78C8D-869E-4BFC-8680-6ADC407A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375" y="2466975"/>
            <a:ext cx="2914650" cy="2914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et-ring-1">
            <a:extLst xmlns:a="http://schemas.openxmlformats.org/drawingml/2006/main">
              <a:ext uri="{FF2B5EF4-FFF2-40B4-BE49-F238E27FC236}">
                <a16:creationId xmlns:a16="http://schemas.microsoft.com/office/drawing/2014/main" id="{21D87CA5-D4B9-45DD-9AA1-69EC7F56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4975" y="2466975"/>
            <a:ext cx="2914650" cy="2914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et-marker-0">
            <a:extLst xmlns:a="http://schemas.openxmlformats.org/drawingml/2006/main">
              <a:ext uri="{FF2B5EF4-FFF2-40B4-BE49-F238E27FC236}">
                <a16:creationId xmlns:a16="http://schemas.microsoft.com/office/drawing/2014/main" id="{88CD7B3F-5AD3-415A-A962-888DDDBB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4241" y="3771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9" name="set-title-0">
            <a:extLst xmlns:a="http://schemas.openxmlformats.org/drawingml/2006/main">
              <a:ext uri="{FF2B5EF4-FFF2-40B4-BE49-F238E27FC236}">
                <a16:creationId xmlns:a16="http://schemas.microsoft.com/office/drawing/2014/main" id="{A5CFD3E6-2EA8-4736-8703-41504C86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925" y="3629025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用户需要</a:t>
            </a:r>
          </a:p>
        </p:txBody>
      </p:sp>
      <p:sp>
        <p:nvSpPr>
          <p:cNvPr id="10" name="set-marker-1">
            <a:extLst xmlns:a="http://schemas.openxmlformats.org/drawingml/2006/main">
              <a:ext uri="{FF2B5EF4-FFF2-40B4-BE49-F238E27FC236}">
                <a16:creationId xmlns:a16="http://schemas.microsoft.com/office/drawing/2014/main" id="{1FC46D8E-8FD3-4A74-84E7-48B19E0D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2816" y="3771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1" name="set-title-1">
            <a:extLst xmlns:a="http://schemas.openxmlformats.org/drawingml/2006/main">
              <a:ext uri="{FF2B5EF4-FFF2-40B4-BE49-F238E27FC236}">
                <a16:creationId xmlns:a16="http://schemas.microsoft.com/office/drawing/2014/main" id="{D50A3730-9D60-4D45-A254-E6B0D176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3629025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组织规范</a:t>
            </a:r>
          </a:p>
        </p:txBody>
      </p:sp>
      <p:sp>
        <p:nvSpPr>
          <p:cNvPr id="12" name="shared-halo">
            <a:extLst xmlns:a="http://schemas.openxmlformats.org/drawingml/2006/main">
              <a:ext uri="{FF2B5EF4-FFF2-40B4-BE49-F238E27FC236}">
                <a16:creationId xmlns:a16="http://schemas.microsoft.com/office/drawing/2014/main" id="{A55BFE77-FC20-4C18-A907-8DDE8D84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300037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4000"/>
            </a:srgbClr>
          </a:solidFill>
          <a:ln xmlns:a="http://schemas.openxmlformats.org/drawingml/2006/main" w="19050">
            <a:solidFill>
              <a:srgbClr val="FFFFFF">
                <a:alpha val="74000"/>
              </a:srgbClr>
            </a:solidFill>
            <a:prstDash val="solid"/>
          </a:ln>
        </p:spPr>
      </p:sp>
      <p:sp>
        <p:nvSpPr>
          <p:cNvPr id="13" name="shared-core">
            <a:extLst xmlns:a="http://schemas.openxmlformats.org/drawingml/2006/main">
              <a:ext uri="{FF2B5EF4-FFF2-40B4-BE49-F238E27FC236}">
                <a16:creationId xmlns:a16="http://schemas.microsoft.com/office/drawing/2014/main" id="{CC898384-4BA6-49DB-B870-94FC12BB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3114675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4" name="shared-ring">
            <a:extLst xmlns:a="http://schemas.openxmlformats.org/drawingml/2006/main">
              <a:ext uri="{FF2B5EF4-FFF2-40B4-BE49-F238E27FC236}">
                <a16:creationId xmlns:a16="http://schemas.microsoft.com/office/drawing/2014/main" id="{8DFB5BFE-6C96-4FD3-9D2E-4F17CE7B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3248025"/>
            <a:ext cx="1352550" cy="1352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3F3"/>
            </a:solidFill>
            <a:prstDash val="solid"/>
          </a:ln>
        </p:spPr>
      </p:sp>
      <p:sp>
        <p:nvSpPr>
          <p:cNvPr id="15" name="shared-title">
            <a:extLst xmlns:a="http://schemas.openxmlformats.org/drawingml/2006/main">
              <a:ext uri="{FF2B5EF4-FFF2-40B4-BE49-F238E27FC236}">
                <a16:creationId xmlns:a16="http://schemas.microsoft.com/office/drawing/2014/main" id="{56ADB03A-DD4F-47F5-A1A8-DCF88654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7350" y="3616966"/>
            <a:ext cx="1257300" cy="335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rPr>
              <a:t>可靠生成</a:t>
            </a:r>
          </a:p>
        </p:txBody>
      </p:sp>
      <p:sp>
        <p:nvSpPr>
          <p:cNvPr id="16" name="shared-body">
            <a:extLst xmlns:a="http://schemas.openxmlformats.org/drawingml/2006/main">
              <a:ext uri="{FF2B5EF4-FFF2-40B4-BE49-F238E27FC236}">
                <a16:creationId xmlns:a16="http://schemas.microsoft.com/office/drawing/2014/main" id="{B786F0F6-A61E-4A2D-A369-7FC0E987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7350" y="4009282"/>
            <a:ext cx="125730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rPr>
              <a:t>共同价值</a:t>
            </a:r>
          </a:p>
        </p:txBody>
      </p:sp>
    </p:spTree>
    <p:extLst>
      <p:ext uri="{BB962C8B-B14F-4D97-AF65-F5344CB8AC3E}">
        <p14:creationId xmlns:p14="http://schemas.microsoft.com/office/powerpoint/2010/main" val="660268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intersection-three-top-frame">
            <a:extLst xmlns:a="http://schemas.openxmlformats.org/drawingml/2006/main">
              <a:ext uri="{FF2B5EF4-FFF2-40B4-BE49-F238E27FC236}">
                <a16:creationId xmlns:a16="http://schemas.microsoft.com/office/drawing/2014/main" id="{CD5796C6-41E7-457C-874E-3992A2B4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581150"/>
            <a:ext cx="111442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ntersection-panel-0-support-left">
            <a:extLst xmlns:a="http://schemas.openxmlformats.org/drawingml/2006/main">
              <a:ext uri="{FF2B5EF4-FFF2-40B4-BE49-F238E27FC236}">
                <a16:creationId xmlns:a16="http://schemas.microsoft.com/office/drawing/2014/main" id="{1F77133D-F5F4-4AA8-B746-4B674EC4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581150"/>
            <a:ext cx="4762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intersection-0-support-left">
            <a:extLst xmlns:a="http://schemas.openxmlformats.org/drawingml/2006/main">
              <a:ext uri="{FF2B5EF4-FFF2-40B4-BE49-F238E27FC236}">
                <a16:creationId xmlns:a16="http://schemas.microsoft.com/office/drawing/2014/main" id="{9EA7C8E4-C917-455A-8061-D566316F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2498674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真实场景中的核心诉求</a:t>
            </a:r>
          </a:p>
        </p:txBody>
      </p:sp>
      <p:sp>
        <p:nvSpPr>
          <p:cNvPr id="4" name="intersection-panel-0-support-right">
            <a:extLst xmlns:a="http://schemas.openxmlformats.org/drawingml/2006/main">
              <a:ext uri="{FF2B5EF4-FFF2-40B4-BE49-F238E27FC236}">
                <a16:creationId xmlns:a16="http://schemas.microsoft.com/office/drawing/2014/main" id="{AE5FFFA0-C0FB-4AAD-9EB8-8DABEE95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581150"/>
            <a:ext cx="4762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ntersection-0-support-right-point-0">
            <a:extLst xmlns:a="http://schemas.openxmlformats.org/drawingml/2006/main">
              <a:ext uri="{FF2B5EF4-FFF2-40B4-BE49-F238E27FC236}">
                <a16:creationId xmlns:a16="http://schemas.microsoft.com/office/drawing/2014/main" id="{E50FD2C2-18C9-4089-9614-70934F55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2363838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高频需求</a:t>
            </a:r>
          </a:p>
        </p:txBody>
      </p:sp>
      <p:sp>
        <p:nvSpPr>
          <p:cNvPr id="6" name="intersection-0-support-right-point-1">
            <a:extLst xmlns:a="http://schemas.openxmlformats.org/drawingml/2006/main">
              <a:ext uri="{FF2B5EF4-FFF2-40B4-BE49-F238E27FC236}">
                <a16:creationId xmlns:a16="http://schemas.microsoft.com/office/drawing/2014/main" id="{73AB96D8-A900-4E21-9782-559F591D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2633663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稳定交付</a:t>
            </a:r>
          </a:p>
        </p:txBody>
      </p:sp>
      <p:sp>
        <p:nvSpPr>
          <p:cNvPr id="7" name="intersection-panel-1-support">
            <a:extLst xmlns:a="http://schemas.openxmlformats.org/drawingml/2006/main">
              <a:ext uri="{FF2B5EF4-FFF2-40B4-BE49-F238E27FC236}">
                <a16:creationId xmlns:a16="http://schemas.microsoft.com/office/drawing/2014/main" id="{D27CF6F4-612F-4921-B5DE-6EA8ECBD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905250"/>
            <a:ext cx="47625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tersection-1-support">
            <a:extLst xmlns:a="http://schemas.openxmlformats.org/drawingml/2006/main">
              <a:ext uri="{FF2B5EF4-FFF2-40B4-BE49-F238E27FC236}">
                <a16:creationId xmlns:a16="http://schemas.microsoft.com/office/drawing/2014/main" id="{2DD72A7F-339D-4A45-A632-610A4955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4624388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统一标准与可靠边界</a:t>
            </a:r>
          </a:p>
        </p:txBody>
      </p:sp>
      <p:sp>
        <p:nvSpPr>
          <p:cNvPr id="9" name="intersection-1-support-point-0">
            <a:extLst xmlns:a="http://schemas.openxmlformats.org/drawingml/2006/main">
              <a:ext uri="{FF2B5EF4-FFF2-40B4-BE49-F238E27FC236}">
                <a16:creationId xmlns:a16="http://schemas.microsoft.com/office/drawing/2014/main" id="{149F20E5-BD67-41B1-84A2-47B69865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4903737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主题一致</a:t>
            </a:r>
          </a:p>
        </p:txBody>
      </p:sp>
      <p:sp>
        <p:nvSpPr>
          <p:cNvPr id="10" name="intersection-1-support-point-1">
            <a:extLst xmlns:a="http://schemas.openxmlformats.org/drawingml/2006/main">
              <a:ext uri="{FF2B5EF4-FFF2-40B4-BE49-F238E27FC236}">
                <a16:creationId xmlns:a16="http://schemas.microsoft.com/office/drawing/2014/main" id="{A8A37487-26FC-4E60-A8DB-1F394B50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5173561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格式规范</a:t>
            </a:r>
          </a:p>
        </p:txBody>
      </p:sp>
      <p:sp>
        <p:nvSpPr>
          <p:cNvPr id="11" name="intersection-panel-2-support">
            <a:extLst xmlns:a="http://schemas.openxmlformats.org/drawingml/2006/main">
              <a:ext uri="{FF2B5EF4-FFF2-40B4-BE49-F238E27FC236}">
                <a16:creationId xmlns:a16="http://schemas.microsoft.com/office/drawing/2014/main" id="{8238302D-F9A6-421B-B2AC-2B2DCB3F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3905250"/>
            <a:ext cx="47625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tersection-2-support">
            <a:extLst xmlns:a="http://schemas.openxmlformats.org/drawingml/2006/main">
              <a:ext uri="{FF2B5EF4-FFF2-40B4-BE49-F238E27FC236}">
                <a16:creationId xmlns:a16="http://schemas.microsoft.com/office/drawing/2014/main" id="{D78B17F3-D0BF-48B6-B3D6-3F58153B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4624388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清晰呈现与灵活适配</a:t>
            </a:r>
          </a:p>
        </p:txBody>
      </p:sp>
      <p:sp>
        <p:nvSpPr>
          <p:cNvPr id="13" name="intersection-2-support-point-0">
            <a:extLst xmlns:a="http://schemas.openxmlformats.org/drawingml/2006/main">
              <a:ext uri="{FF2B5EF4-FFF2-40B4-BE49-F238E27FC236}">
                <a16:creationId xmlns:a16="http://schemas.microsoft.com/office/drawing/2014/main" id="{8F42EDBE-5C5A-4CBC-9E9E-54348494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4903737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逻辑清楚</a:t>
            </a:r>
          </a:p>
        </p:txBody>
      </p:sp>
      <p:sp>
        <p:nvSpPr>
          <p:cNvPr id="14" name="intersection-2-support-point-1">
            <a:extLst xmlns:a="http://schemas.openxmlformats.org/drawingml/2006/main">
              <a:ext uri="{FF2B5EF4-FFF2-40B4-BE49-F238E27FC236}">
                <a16:creationId xmlns:a16="http://schemas.microsoft.com/office/drawing/2014/main" id="{57F21244-89C8-4AEB-9BF9-DE3DADD9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5173561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版式恰当</a:t>
            </a:r>
          </a:p>
        </p:txBody>
      </p:sp>
      <p:sp>
        <p:nvSpPr>
          <p:cNvPr id="15" name="support-arc-mask-0">
            <a:extLst xmlns:a="http://schemas.openxmlformats.org/drawingml/2006/main">
              <a:ext uri="{FF2B5EF4-FFF2-40B4-BE49-F238E27FC236}">
                <a16:creationId xmlns:a16="http://schemas.microsoft.com/office/drawing/2014/main" id="{6B78384F-17A3-4315-8689-47F1EBB2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1704975"/>
            <a:ext cx="3028950" cy="3028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upport-arc-mask-1">
            <a:extLst xmlns:a="http://schemas.openxmlformats.org/drawingml/2006/main">
              <a:ext uri="{FF2B5EF4-FFF2-40B4-BE49-F238E27FC236}">
                <a16:creationId xmlns:a16="http://schemas.microsoft.com/office/drawing/2014/main" id="{50A6B5FB-2060-46D8-878E-C09A9F49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5539" y="2962275"/>
            <a:ext cx="3028950" cy="3028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upport-arc-mask-2">
            <a:extLst xmlns:a="http://schemas.openxmlformats.org/drawingml/2006/main">
              <a:ext uri="{FF2B5EF4-FFF2-40B4-BE49-F238E27FC236}">
                <a16:creationId xmlns:a16="http://schemas.microsoft.com/office/drawing/2014/main" id="{77D95F8D-E37E-4F2E-95B2-F632DBE3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7359" y="2962275"/>
            <a:ext cx="3028950" cy="3028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t-shadow-0">
            <a:extLst xmlns:a="http://schemas.openxmlformats.org/drawingml/2006/main">
              <a:ext uri="{FF2B5EF4-FFF2-40B4-BE49-F238E27FC236}">
                <a16:creationId xmlns:a16="http://schemas.microsoft.com/office/drawing/2014/main" id="{59800655-5F85-4385-B4B5-BE781857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1914525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set-shadow-1">
            <a:extLst xmlns:a="http://schemas.openxmlformats.org/drawingml/2006/main">
              <a:ext uri="{FF2B5EF4-FFF2-40B4-BE49-F238E27FC236}">
                <a16:creationId xmlns:a16="http://schemas.microsoft.com/office/drawing/2014/main" id="{B453F050-3146-477C-9F26-C19C808B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8889" y="3171825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set-shadow-2">
            <a:extLst xmlns:a="http://schemas.openxmlformats.org/drawingml/2006/main">
              <a:ext uri="{FF2B5EF4-FFF2-40B4-BE49-F238E27FC236}">
                <a16:creationId xmlns:a16="http://schemas.microsoft.com/office/drawing/2014/main" id="{88F8D3FA-B570-4144-AC76-8AAF5825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0709" y="3171825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set-circle-0">
            <a:extLst xmlns:a="http://schemas.openxmlformats.org/drawingml/2006/main">
              <a:ext uri="{FF2B5EF4-FFF2-40B4-BE49-F238E27FC236}">
                <a16:creationId xmlns:a16="http://schemas.microsoft.com/office/drawing/2014/main" id="{ED7641C6-2668-4E1E-8D2F-83E8DA40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1838325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2AD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22" name="set-circle-1">
            <a:extLst xmlns:a="http://schemas.openxmlformats.org/drawingml/2006/main">
              <a:ext uri="{FF2B5EF4-FFF2-40B4-BE49-F238E27FC236}">
                <a16:creationId xmlns:a16="http://schemas.microsoft.com/office/drawing/2014/main" id="{437CA78F-DA0F-42B3-BB22-8B5A7A64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8889" y="3095625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8DC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23" name="set-circle-2">
            <a:extLst xmlns:a="http://schemas.openxmlformats.org/drawingml/2006/main">
              <a:ext uri="{FF2B5EF4-FFF2-40B4-BE49-F238E27FC236}">
                <a16:creationId xmlns:a16="http://schemas.microsoft.com/office/drawing/2014/main" id="{1994A4B3-8357-4481-AFA7-C4372F39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0709" y="3095625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0C2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24" name="set-ring-0">
            <a:extLst xmlns:a="http://schemas.openxmlformats.org/drawingml/2006/main">
              <a:ext uri="{FF2B5EF4-FFF2-40B4-BE49-F238E27FC236}">
                <a16:creationId xmlns:a16="http://schemas.microsoft.com/office/drawing/2014/main" id="{FB3B54B7-E07C-4DD7-B55A-43BE7733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1952625"/>
            <a:ext cx="2533650" cy="2533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et-ring-1">
            <a:extLst xmlns:a="http://schemas.openxmlformats.org/drawingml/2006/main">
              <a:ext uri="{FF2B5EF4-FFF2-40B4-BE49-F238E27FC236}">
                <a16:creationId xmlns:a16="http://schemas.microsoft.com/office/drawing/2014/main" id="{41AF4118-5175-4F19-9880-B84FD947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3189" y="3209925"/>
            <a:ext cx="2533650" cy="2533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et-ring-2">
            <a:extLst xmlns:a="http://schemas.openxmlformats.org/drawingml/2006/main">
              <a:ext uri="{FF2B5EF4-FFF2-40B4-BE49-F238E27FC236}">
                <a16:creationId xmlns:a16="http://schemas.microsoft.com/office/drawing/2014/main" id="{552325BA-73A3-4F02-B187-0B8BE029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009" y="3209925"/>
            <a:ext cx="2533650" cy="2533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set-marker-0">
            <a:extLst xmlns:a="http://schemas.openxmlformats.org/drawingml/2006/main">
              <a:ext uri="{FF2B5EF4-FFF2-40B4-BE49-F238E27FC236}">
                <a16:creationId xmlns:a16="http://schemas.microsoft.com/office/drawing/2014/main" id="{FF5C4AC8-0377-49DC-ACE7-BA86A39D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1851574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8" name="set-title-0">
            <a:extLst xmlns:a="http://schemas.openxmlformats.org/drawingml/2006/main">
              <a:ext uri="{FF2B5EF4-FFF2-40B4-BE49-F238E27FC236}">
                <a16:creationId xmlns:a16="http://schemas.microsoft.com/office/drawing/2014/main" id="{A2EA9494-EE6A-4B0E-91E5-E9747030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2371725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用户需要</a:t>
            </a:r>
          </a:p>
        </p:txBody>
      </p:sp>
      <p:sp>
        <p:nvSpPr>
          <p:cNvPr id="29" name="set-marker-1">
            <a:extLst xmlns:a="http://schemas.openxmlformats.org/drawingml/2006/main">
              <a:ext uri="{FF2B5EF4-FFF2-40B4-BE49-F238E27FC236}">
                <a16:creationId xmlns:a16="http://schemas.microsoft.com/office/drawing/2014/main" id="{F3D70AD4-6FD6-4AD9-9621-60755661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5102" y="4932016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30" name="set-title-1">
            <a:extLst xmlns:a="http://schemas.openxmlformats.org/drawingml/2006/main">
              <a:ext uri="{FF2B5EF4-FFF2-40B4-BE49-F238E27FC236}">
                <a16:creationId xmlns:a16="http://schemas.microsoft.com/office/drawing/2014/main" id="{8705A09A-D5BD-4736-A980-925DD841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2410" y="44577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组织规范</a:t>
            </a:r>
          </a:p>
        </p:txBody>
      </p:sp>
      <p:sp>
        <p:nvSpPr>
          <p:cNvPr id="31" name="set-marker-2">
            <a:extLst xmlns:a="http://schemas.openxmlformats.org/drawingml/2006/main">
              <a:ext uri="{FF2B5EF4-FFF2-40B4-BE49-F238E27FC236}">
                <a16:creationId xmlns:a16="http://schemas.microsoft.com/office/drawing/2014/main" id="{8CCF89F6-98FB-4C98-9DEF-A30CF1E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1946" y="4932016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2" name="set-title-2">
            <a:extLst xmlns:a="http://schemas.openxmlformats.org/drawingml/2006/main">
              <a:ext uri="{FF2B5EF4-FFF2-40B4-BE49-F238E27FC236}">
                <a16:creationId xmlns:a16="http://schemas.microsoft.com/office/drawing/2014/main" id="{73862D8E-DA72-4AA6-BD37-C457326F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1197" y="44577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表达能力</a:t>
            </a:r>
          </a:p>
        </p:txBody>
      </p:sp>
      <p:sp>
        <p:nvSpPr>
          <p:cNvPr id="33" name="shared-halo">
            <a:extLst xmlns:a="http://schemas.openxmlformats.org/drawingml/2006/main">
              <a:ext uri="{FF2B5EF4-FFF2-40B4-BE49-F238E27FC236}">
                <a16:creationId xmlns:a16="http://schemas.microsoft.com/office/drawing/2014/main" id="{A3EEC8AA-8106-43A2-90C4-05EDE421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18135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4000"/>
            </a:srgbClr>
          </a:solidFill>
          <a:ln xmlns:a="http://schemas.openxmlformats.org/drawingml/2006/main" w="19050">
            <a:solidFill>
              <a:srgbClr val="FFFFFF">
                <a:alpha val="74000"/>
              </a:srgbClr>
            </a:solidFill>
            <a:prstDash val="solid"/>
          </a:ln>
        </p:spPr>
      </p:sp>
      <p:sp>
        <p:nvSpPr>
          <p:cNvPr id="34" name="shared-core">
            <a:extLst xmlns:a="http://schemas.openxmlformats.org/drawingml/2006/main">
              <a:ext uri="{FF2B5EF4-FFF2-40B4-BE49-F238E27FC236}">
                <a16:creationId xmlns:a16="http://schemas.microsoft.com/office/drawing/2014/main" id="{EF577287-7053-44EF-9604-13E10C0A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32956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5" name="shared-ring">
            <a:extLst xmlns:a="http://schemas.openxmlformats.org/drawingml/2006/main">
              <a:ext uri="{FF2B5EF4-FFF2-40B4-BE49-F238E27FC236}">
                <a16:creationId xmlns:a16="http://schemas.microsoft.com/office/drawing/2014/main" id="{463083BB-3ED8-4585-A6E9-CA405A50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7825" y="3419475"/>
            <a:ext cx="1276350" cy="1276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3F3"/>
            </a:solidFill>
            <a:prstDash val="solid"/>
          </a:ln>
        </p:spPr>
      </p:sp>
      <p:sp>
        <p:nvSpPr>
          <p:cNvPr id="36" name="shared-title">
            <a:extLst xmlns:a="http://schemas.openxmlformats.org/drawingml/2006/main">
              <a:ext uri="{FF2B5EF4-FFF2-40B4-BE49-F238E27FC236}">
                <a16:creationId xmlns:a16="http://schemas.microsoft.com/office/drawing/2014/main" id="{F611AACB-F84D-43B4-AD0F-5DDB2DF8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3750316"/>
            <a:ext cx="1181100" cy="335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rPr>
              <a:t>可靠生成</a:t>
            </a:r>
          </a:p>
        </p:txBody>
      </p:sp>
      <p:sp>
        <p:nvSpPr>
          <p:cNvPr id="37" name="shared-body">
            <a:extLst xmlns:a="http://schemas.openxmlformats.org/drawingml/2006/main">
              <a:ext uri="{FF2B5EF4-FFF2-40B4-BE49-F238E27FC236}">
                <a16:creationId xmlns:a16="http://schemas.microsoft.com/office/drawing/2014/main" id="{E3C467F7-CFAF-4D7D-BD89-5402BFAC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4142632"/>
            <a:ext cx="118110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rPr>
              <a:t>共同价值</a:t>
            </a:r>
          </a:p>
        </p:txBody>
      </p:sp>
    </p:spTree>
    <p:extLst>
      <p:ext uri="{BB962C8B-B14F-4D97-AF65-F5344CB8AC3E}">
        <p14:creationId xmlns:p14="http://schemas.microsoft.com/office/powerpoint/2010/main" val="62224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intersection-native-base">
            <a:extLst xmlns:a="http://schemas.openxmlformats.org/drawingml/2006/main">
              <a:ext uri="{FF2B5EF4-FFF2-40B4-BE49-F238E27FC236}">
                <a16:creationId xmlns:a16="http://schemas.microsoft.com/office/drawing/2014/main" id="{F95DDD49-892D-4FF0-9D83-A3147F9C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5811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t-shadow-0">
            <a:extLst xmlns:a="http://schemas.openxmlformats.org/drawingml/2006/main">
              <a:ext uri="{FF2B5EF4-FFF2-40B4-BE49-F238E27FC236}">
                <a16:creationId xmlns:a16="http://schemas.microsoft.com/office/drawing/2014/main" id="{041C911C-B3E1-4C1E-AFC3-151B0C40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1914525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set-shadow-1">
            <a:extLst xmlns:a="http://schemas.openxmlformats.org/drawingml/2006/main">
              <a:ext uri="{FF2B5EF4-FFF2-40B4-BE49-F238E27FC236}">
                <a16:creationId xmlns:a16="http://schemas.microsoft.com/office/drawing/2014/main" id="{3E1D60F1-877D-4093-9CA2-E32E6A74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8889" y="3171825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set-shadow-2">
            <a:extLst xmlns:a="http://schemas.openxmlformats.org/drawingml/2006/main">
              <a:ext uri="{FF2B5EF4-FFF2-40B4-BE49-F238E27FC236}">
                <a16:creationId xmlns:a16="http://schemas.microsoft.com/office/drawing/2014/main" id="{07B2F435-ABC6-43B8-9D96-2C43B40F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0709" y="3171825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set-circle-0">
            <a:extLst xmlns:a="http://schemas.openxmlformats.org/drawingml/2006/main">
              <a:ext uri="{FF2B5EF4-FFF2-40B4-BE49-F238E27FC236}">
                <a16:creationId xmlns:a16="http://schemas.microsoft.com/office/drawing/2014/main" id="{4FF613A3-D32D-4F83-9623-57AD78D7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1838325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2AD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6" name="set-circle-1">
            <a:extLst xmlns:a="http://schemas.openxmlformats.org/drawingml/2006/main">
              <a:ext uri="{FF2B5EF4-FFF2-40B4-BE49-F238E27FC236}">
                <a16:creationId xmlns:a16="http://schemas.microsoft.com/office/drawing/2014/main" id="{8E5F2A44-A784-40BB-9741-FC1642DF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8889" y="3095625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8DC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et-circle-2">
            <a:extLst xmlns:a="http://schemas.openxmlformats.org/drawingml/2006/main">
              <a:ext uri="{FF2B5EF4-FFF2-40B4-BE49-F238E27FC236}">
                <a16:creationId xmlns:a16="http://schemas.microsoft.com/office/drawing/2014/main" id="{D275D1B7-10CF-45A6-A3BC-FF83E0F0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0709" y="3095625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0C2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8" name="set-ring-0">
            <a:extLst xmlns:a="http://schemas.openxmlformats.org/drawingml/2006/main">
              <a:ext uri="{FF2B5EF4-FFF2-40B4-BE49-F238E27FC236}">
                <a16:creationId xmlns:a16="http://schemas.microsoft.com/office/drawing/2014/main" id="{B823A98E-DDA1-49C2-BC3C-96F29DFB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1952625"/>
            <a:ext cx="2533650" cy="2533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et-ring-1">
            <a:extLst xmlns:a="http://schemas.openxmlformats.org/drawingml/2006/main">
              <a:ext uri="{FF2B5EF4-FFF2-40B4-BE49-F238E27FC236}">
                <a16:creationId xmlns:a16="http://schemas.microsoft.com/office/drawing/2014/main" id="{274424CE-F550-4F25-8B14-A5773887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3189" y="3209925"/>
            <a:ext cx="2533650" cy="2533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et-ring-2">
            <a:extLst xmlns:a="http://schemas.openxmlformats.org/drawingml/2006/main">
              <a:ext uri="{FF2B5EF4-FFF2-40B4-BE49-F238E27FC236}">
                <a16:creationId xmlns:a16="http://schemas.microsoft.com/office/drawing/2014/main" id="{39294BCA-6967-465D-84C6-82630C76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009" y="3209925"/>
            <a:ext cx="2533650" cy="2533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et-marker-0">
            <a:extLst xmlns:a="http://schemas.openxmlformats.org/drawingml/2006/main">
              <a:ext uri="{FF2B5EF4-FFF2-40B4-BE49-F238E27FC236}">
                <a16:creationId xmlns:a16="http://schemas.microsoft.com/office/drawing/2014/main" id="{8BDFEFAA-1585-4665-8482-1359CBED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1851574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2" name="set-title-0">
            <a:extLst xmlns:a="http://schemas.openxmlformats.org/drawingml/2006/main">
              <a:ext uri="{FF2B5EF4-FFF2-40B4-BE49-F238E27FC236}">
                <a16:creationId xmlns:a16="http://schemas.microsoft.com/office/drawing/2014/main" id="{F0F53D07-8860-4D65-A877-467A8585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2371725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用户需要</a:t>
            </a:r>
          </a:p>
        </p:txBody>
      </p:sp>
      <p:sp>
        <p:nvSpPr>
          <p:cNvPr id="13" name="set-marker-1">
            <a:extLst xmlns:a="http://schemas.openxmlformats.org/drawingml/2006/main">
              <a:ext uri="{FF2B5EF4-FFF2-40B4-BE49-F238E27FC236}">
                <a16:creationId xmlns:a16="http://schemas.microsoft.com/office/drawing/2014/main" id="{2EA07CF0-0D39-4D79-BECC-521C96BA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5102" y="4932016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4" name="set-title-1">
            <a:extLst xmlns:a="http://schemas.openxmlformats.org/drawingml/2006/main">
              <a:ext uri="{FF2B5EF4-FFF2-40B4-BE49-F238E27FC236}">
                <a16:creationId xmlns:a16="http://schemas.microsoft.com/office/drawing/2014/main" id="{DDB04309-8EF0-4E28-9FFB-077BF171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2410" y="44577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组织规范</a:t>
            </a:r>
          </a:p>
        </p:txBody>
      </p:sp>
      <p:sp>
        <p:nvSpPr>
          <p:cNvPr id="15" name="set-marker-2">
            <a:extLst xmlns:a="http://schemas.openxmlformats.org/drawingml/2006/main">
              <a:ext uri="{FF2B5EF4-FFF2-40B4-BE49-F238E27FC236}">
                <a16:creationId xmlns:a16="http://schemas.microsoft.com/office/drawing/2014/main" id="{F4D8F080-2C2C-45BF-8B21-CF89968B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1946" y="4932016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6" name="set-title-2">
            <a:extLst xmlns:a="http://schemas.openxmlformats.org/drawingml/2006/main">
              <a:ext uri="{FF2B5EF4-FFF2-40B4-BE49-F238E27FC236}">
                <a16:creationId xmlns:a16="http://schemas.microsoft.com/office/drawing/2014/main" id="{8703EB67-E319-4F78-8F96-3FC3679B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1197" y="44577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表达能力</a:t>
            </a:r>
          </a:p>
        </p:txBody>
      </p:sp>
      <p:sp>
        <p:nvSpPr>
          <p:cNvPr id="17" name="shared-halo">
            <a:extLst xmlns:a="http://schemas.openxmlformats.org/drawingml/2006/main">
              <a:ext uri="{FF2B5EF4-FFF2-40B4-BE49-F238E27FC236}">
                <a16:creationId xmlns:a16="http://schemas.microsoft.com/office/drawing/2014/main" id="{F85631AF-CBC9-4753-A962-D17AF60C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18135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4000"/>
            </a:srgbClr>
          </a:solidFill>
          <a:ln xmlns:a="http://schemas.openxmlformats.org/drawingml/2006/main" w="19050">
            <a:solidFill>
              <a:srgbClr val="FFFFFF">
                <a:alpha val="74000"/>
              </a:srgbClr>
            </a:solidFill>
            <a:prstDash val="solid"/>
          </a:ln>
        </p:spPr>
      </p:sp>
      <p:sp>
        <p:nvSpPr>
          <p:cNvPr id="18" name="shared-core">
            <a:extLst xmlns:a="http://schemas.openxmlformats.org/drawingml/2006/main">
              <a:ext uri="{FF2B5EF4-FFF2-40B4-BE49-F238E27FC236}">
                <a16:creationId xmlns:a16="http://schemas.microsoft.com/office/drawing/2014/main" id="{C8D0FAC4-0D4F-41BA-8114-984C1683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32956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9" name="shared-ring">
            <a:extLst xmlns:a="http://schemas.openxmlformats.org/drawingml/2006/main">
              <a:ext uri="{FF2B5EF4-FFF2-40B4-BE49-F238E27FC236}">
                <a16:creationId xmlns:a16="http://schemas.microsoft.com/office/drawing/2014/main" id="{442E2F3C-F035-413D-B97A-ACA711A4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7825" y="3419475"/>
            <a:ext cx="1276350" cy="1276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3F3"/>
            </a:solidFill>
            <a:prstDash val="solid"/>
          </a:ln>
        </p:spPr>
      </p:sp>
      <p:sp>
        <p:nvSpPr>
          <p:cNvPr id="20" name="shared-title">
            <a:extLst xmlns:a="http://schemas.openxmlformats.org/drawingml/2006/main">
              <a:ext uri="{FF2B5EF4-FFF2-40B4-BE49-F238E27FC236}">
                <a16:creationId xmlns:a16="http://schemas.microsoft.com/office/drawing/2014/main" id="{9DBABBF4-9C0C-4ADB-901B-4A74BE86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3750316"/>
            <a:ext cx="1181100" cy="335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rPr>
              <a:t>可靠生成</a:t>
            </a:r>
          </a:p>
        </p:txBody>
      </p:sp>
      <p:sp>
        <p:nvSpPr>
          <p:cNvPr id="21" name="shared-body">
            <a:extLst xmlns:a="http://schemas.openxmlformats.org/drawingml/2006/main">
              <a:ext uri="{FF2B5EF4-FFF2-40B4-BE49-F238E27FC236}">
                <a16:creationId xmlns:a16="http://schemas.microsoft.com/office/drawing/2014/main" id="{1119426D-E2C7-4775-B9E7-F350CE47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4142632"/>
            <a:ext cx="118110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rPr>
              <a:t>共同价值</a:t>
            </a:r>
          </a:p>
        </p:txBody>
      </p:sp>
    </p:spTree>
    <p:extLst>
      <p:ext uri="{BB962C8B-B14F-4D97-AF65-F5344CB8AC3E}">
        <p14:creationId xmlns:p14="http://schemas.microsoft.com/office/powerpoint/2010/main" val="5611280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intersection-panel-0-support">
            <a:extLst xmlns:a="http://schemas.openxmlformats.org/drawingml/2006/main">
              <a:ext uri="{FF2B5EF4-FFF2-40B4-BE49-F238E27FC236}">
                <a16:creationId xmlns:a16="http://schemas.microsoft.com/office/drawing/2014/main" id="{8CC9F87A-7DD7-414B-9CCC-D8EFF0EC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05740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ntersection-0-support">
            <a:extLst xmlns:a="http://schemas.openxmlformats.org/drawingml/2006/main">
              <a:ext uri="{FF2B5EF4-FFF2-40B4-BE49-F238E27FC236}">
                <a16:creationId xmlns:a16="http://schemas.microsoft.com/office/drawing/2014/main" id="{5725779C-D3B8-4555-9277-B5973D79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2528888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真实场景中的核心诉求</a:t>
            </a:r>
          </a:p>
        </p:txBody>
      </p:sp>
      <p:sp>
        <p:nvSpPr>
          <p:cNvPr id="3" name="intersection-0-support-point-0">
            <a:extLst xmlns:a="http://schemas.openxmlformats.org/drawingml/2006/main">
              <a:ext uri="{FF2B5EF4-FFF2-40B4-BE49-F238E27FC236}">
                <a16:creationId xmlns:a16="http://schemas.microsoft.com/office/drawing/2014/main" id="{3714ECEF-946A-4095-BCF0-8BFB3E69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2808237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高频需求</a:t>
            </a:r>
          </a:p>
        </p:txBody>
      </p:sp>
      <p:sp>
        <p:nvSpPr>
          <p:cNvPr id="4" name="intersection-0-support-point-1">
            <a:extLst xmlns:a="http://schemas.openxmlformats.org/drawingml/2006/main">
              <a:ext uri="{FF2B5EF4-FFF2-40B4-BE49-F238E27FC236}">
                <a16:creationId xmlns:a16="http://schemas.microsoft.com/office/drawing/2014/main" id="{0BB69220-F595-4D6B-813F-CA54CE2C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3078061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稳定交付</a:t>
            </a:r>
          </a:p>
        </p:txBody>
      </p:sp>
      <p:sp>
        <p:nvSpPr>
          <p:cNvPr id="5" name="intersection-panel-3-support">
            <a:extLst xmlns:a="http://schemas.openxmlformats.org/drawingml/2006/main">
              <a:ext uri="{FF2B5EF4-FFF2-40B4-BE49-F238E27FC236}">
                <a16:creationId xmlns:a16="http://schemas.microsoft.com/office/drawing/2014/main" id="{4AAFEB4A-1FAB-450C-8DE2-0142B50D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07670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tersection-3-support">
            <a:extLst xmlns:a="http://schemas.openxmlformats.org/drawingml/2006/main">
              <a:ext uri="{FF2B5EF4-FFF2-40B4-BE49-F238E27FC236}">
                <a16:creationId xmlns:a16="http://schemas.microsoft.com/office/drawing/2014/main" id="{FECC4F95-A615-47DF-A091-48059016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4548188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结构与文字排版可复用</a:t>
            </a:r>
          </a:p>
        </p:txBody>
      </p:sp>
      <p:sp>
        <p:nvSpPr>
          <p:cNvPr id="7" name="intersection-3-support-point-0">
            <a:extLst xmlns:a="http://schemas.openxmlformats.org/drawingml/2006/main">
              <a:ext uri="{FF2B5EF4-FFF2-40B4-BE49-F238E27FC236}">
                <a16:creationId xmlns:a16="http://schemas.microsoft.com/office/drawing/2014/main" id="{782367EC-075E-462A-B64F-AC8E0437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4827537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结构可选</a:t>
            </a:r>
          </a:p>
        </p:txBody>
      </p:sp>
      <p:sp>
        <p:nvSpPr>
          <p:cNvPr id="8" name="intersection-3-support-point-1">
            <a:extLst xmlns:a="http://schemas.openxmlformats.org/drawingml/2006/main">
              <a:ext uri="{FF2B5EF4-FFF2-40B4-BE49-F238E27FC236}">
                <a16:creationId xmlns:a16="http://schemas.microsoft.com/office/drawing/2014/main" id="{632E18C6-88F0-45D4-97BA-9F56AE76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5097361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代码可调</a:t>
            </a:r>
          </a:p>
        </p:txBody>
      </p:sp>
      <p:sp>
        <p:nvSpPr>
          <p:cNvPr id="9" name="intersection-panel-1-support">
            <a:extLst xmlns:a="http://schemas.openxmlformats.org/drawingml/2006/main">
              <a:ext uri="{FF2B5EF4-FFF2-40B4-BE49-F238E27FC236}">
                <a16:creationId xmlns:a16="http://schemas.microsoft.com/office/drawing/2014/main" id="{2308F488-DD54-47CF-BD15-CA779264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05740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tersection-1-support">
            <a:extLst xmlns:a="http://schemas.openxmlformats.org/drawingml/2006/main">
              <a:ext uri="{FF2B5EF4-FFF2-40B4-BE49-F238E27FC236}">
                <a16:creationId xmlns:a16="http://schemas.microsoft.com/office/drawing/2014/main" id="{A6C897C8-0010-4934-9F0C-65A815FA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2528888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统一标准与可靠边界</a:t>
            </a:r>
          </a:p>
        </p:txBody>
      </p:sp>
      <p:sp>
        <p:nvSpPr>
          <p:cNvPr id="11" name="intersection-1-support-point-0">
            <a:extLst xmlns:a="http://schemas.openxmlformats.org/drawingml/2006/main">
              <a:ext uri="{FF2B5EF4-FFF2-40B4-BE49-F238E27FC236}">
                <a16:creationId xmlns:a16="http://schemas.microsoft.com/office/drawing/2014/main" id="{84C82011-369B-412D-BC37-35B1DB90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2808237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主题一致</a:t>
            </a:r>
          </a:p>
        </p:txBody>
      </p:sp>
      <p:sp>
        <p:nvSpPr>
          <p:cNvPr id="12" name="intersection-1-support-point-1">
            <a:extLst xmlns:a="http://schemas.openxmlformats.org/drawingml/2006/main">
              <a:ext uri="{FF2B5EF4-FFF2-40B4-BE49-F238E27FC236}">
                <a16:creationId xmlns:a16="http://schemas.microsoft.com/office/drawing/2014/main" id="{B6D090AC-D95E-47FF-9E73-B447276F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3078061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格式规范</a:t>
            </a:r>
          </a:p>
        </p:txBody>
      </p:sp>
      <p:sp>
        <p:nvSpPr>
          <p:cNvPr id="13" name="intersection-panel-2-support">
            <a:extLst xmlns:a="http://schemas.openxmlformats.org/drawingml/2006/main">
              <a:ext uri="{FF2B5EF4-FFF2-40B4-BE49-F238E27FC236}">
                <a16:creationId xmlns:a16="http://schemas.microsoft.com/office/drawing/2014/main" id="{A220CF50-4D32-48D6-95E6-E21FAE66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407670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section-2-support">
            <a:extLst xmlns:a="http://schemas.openxmlformats.org/drawingml/2006/main">
              <a:ext uri="{FF2B5EF4-FFF2-40B4-BE49-F238E27FC236}">
                <a16:creationId xmlns:a16="http://schemas.microsoft.com/office/drawing/2014/main" id="{D9FB0731-4641-47B7-82FC-F27BD876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4548188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清晰呈现与灵活适配</a:t>
            </a:r>
          </a:p>
        </p:txBody>
      </p:sp>
      <p:sp>
        <p:nvSpPr>
          <p:cNvPr id="15" name="intersection-2-support-point-0">
            <a:extLst xmlns:a="http://schemas.openxmlformats.org/drawingml/2006/main">
              <a:ext uri="{FF2B5EF4-FFF2-40B4-BE49-F238E27FC236}">
                <a16:creationId xmlns:a16="http://schemas.microsoft.com/office/drawing/2014/main" id="{FEF20241-6036-4BD2-A9FD-96070CC5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4827537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逻辑清楚</a:t>
            </a:r>
          </a:p>
        </p:txBody>
      </p:sp>
      <p:sp>
        <p:nvSpPr>
          <p:cNvPr id="16" name="intersection-2-support-point-1">
            <a:extLst xmlns:a="http://schemas.openxmlformats.org/drawingml/2006/main">
              <a:ext uri="{FF2B5EF4-FFF2-40B4-BE49-F238E27FC236}">
                <a16:creationId xmlns:a16="http://schemas.microsoft.com/office/drawing/2014/main" id="{463D1756-52F2-4D9A-8A99-BDEBC877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5097361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版式恰当</a:t>
            </a:r>
          </a:p>
        </p:txBody>
      </p:sp>
      <p:sp>
        <p:nvSpPr>
          <p:cNvPr id="17" name="support-arc-mask-0">
            <a:extLst xmlns:a="http://schemas.openxmlformats.org/drawingml/2006/main">
              <a:ext uri="{FF2B5EF4-FFF2-40B4-BE49-F238E27FC236}">
                <a16:creationId xmlns:a16="http://schemas.microsoft.com/office/drawing/2014/main" id="{2E0DE3AF-8A5B-4AEC-8FBC-72F9CAB5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158115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pport-arc-mask-1">
            <a:extLst xmlns:a="http://schemas.openxmlformats.org/drawingml/2006/main">
              <a:ext uri="{FF2B5EF4-FFF2-40B4-BE49-F238E27FC236}">
                <a16:creationId xmlns:a16="http://schemas.microsoft.com/office/drawing/2014/main" id="{F7C06915-7731-4936-976E-5EC80A4D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255270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upport-arc-mask-2">
            <a:extLst xmlns:a="http://schemas.openxmlformats.org/drawingml/2006/main">
              <a:ext uri="{FF2B5EF4-FFF2-40B4-BE49-F238E27FC236}">
                <a16:creationId xmlns:a16="http://schemas.microsoft.com/office/drawing/2014/main" id="{BC82719D-99B5-4985-A34F-4A0F3B99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352425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pport-arc-mask-3">
            <a:extLst xmlns:a="http://schemas.openxmlformats.org/drawingml/2006/main">
              <a:ext uri="{FF2B5EF4-FFF2-40B4-BE49-F238E27FC236}">
                <a16:creationId xmlns:a16="http://schemas.microsoft.com/office/drawing/2014/main" id="{CCA1F356-C7CB-41A0-AC8D-E2E3D99E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2850" y="255270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t-shadow-0">
            <a:extLst xmlns:a="http://schemas.openxmlformats.org/drawingml/2006/main">
              <a:ext uri="{FF2B5EF4-FFF2-40B4-BE49-F238E27FC236}">
                <a16:creationId xmlns:a16="http://schemas.microsoft.com/office/drawing/2014/main" id="{2FFF8DF7-2A29-4AAC-9AD7-65FE7B55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17907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set-shadow-1">
            <a:extLst xmlns:a="http://schemas.openxmlformats.org/drawingml/2006/main">
              <a:ext uri="{FF2B5EF4-FFF2-40B4-BE49-F238E27FC236}">
                <a16:creationId xmlns:a16="http://schemas.microsoft.com/office/drawing/2014/main" id="{00C523A9-A4B9-434D-BED0-3500DC6B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27622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set-shadow-2">
            <a:extLst xmlns:a="http://schemas.openxmlformats.org/drawingml/2006/main">
              <a:ext uri="{FF2B5EF4-FFF2-40B4-BE49-F238E27FC236}">
                <a16:creationId xmlns:a16="http://schemas.microsoft.com/office/drawing/2014/main" id="{D6B0A1E4-DEC4-49AF-8CE9-FE59D6FD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3733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set-shadow-3">
            <a:extLst xmlns:a="http://schemas.openxmlformats.org/drawingml/2006/main">
              <a:ext uri="{FF2B5EF4-FFF2-40B4-BE49-F238E27FC236}">
                <a16:creationId xmlns:a16="http://schemas.microsoft.com/office/drawing/2014/main" id="{EE717AA0-262F-4B1D-B25F-2630AC1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27622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set-circle-0">
            <a:extLst xmlns:a="http://schemas.openxmlformats.org/drawingml/2006/main">
              <a:ext uri="{FF2B5EF4-FFF2-40B4-BE49-F238E27FC236}">
                <a16:creationId xmlns:a16="http://schemas.microsoft.com/office/drawing/2014/main" id="{B93A32C4-FE14-4777-9457-C05C2F5E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1714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2AD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26" name="set-circle-1">
            <a:extLst xmlns:a="http://schemas.openxmlformats.org/drawingml/2006/main">
              <a:ext uri="{FF2B5EF4-FFF2-40B4-BE49-F238E27FC236}">
                <a16:creationId xmlns:a16="http://schemas.microsoft.com/office/drawing/2014/main" id="{FA9A4EDA-7E81-490B-8E87-430885DA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26860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8DC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27" name="set-circle-2">
            <a:extLst xmlns:a="http://schemas.openxmlformats.org/drawingml/2006/main">
              <a:ext uri="{FF2B5EF4-FFF2-40B4-BE49-F238E27FC236}">
                <a16:creationId xmlns:a16="http://schemas.microsoft.com/office/drawing/2014/main" id="{D28BBB31-C82D-4821-B87E-5A8FB7B1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36576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0C2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28" name="set-circle-3">
            <a:extLst xmlns:a="http://schemas.openxmlformats.org/drawingml/2006/main">
              <a:ext uri="{FF2B5EF4-FFF2-40B4-BE49-F238E27FC236}">
                <a16:creationId xmlns:a16="http://schemas.microsoft.com/office/drawing/2014/main" id="{80F2D2F8-11F0-4D70-910E-9CC4AA36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26860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80C9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29" name="set-ring-0">
            <a:extLst xmlns:a="http://schemas.openxmlformats.org/drawingml/2006/main">
              <a:ext uri="{FF2B5EF4-FFF2-40B4-BE49-F238E27FC236}">
                <a16:creationId xmlns:a16="http://schemas.microsoft.com/office/drawing/2014/main" id="{C7357BE3-E2A6-48AB-88B9-7AE902B0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1828800"/>
            <a:ext cx="2247900" cy="2247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set-ring-1">
            <a:extLst xmlns:a="http://schemas.openxmlformats.org/drawingml/2006/main">
              <a:ext uri="{FF2B5EF4-FFF2-40B4-BE49-F238E27FC236}">
                <a16:creationId xmlns:a16="http://schemas.microsoft.com/office/drawing/2014/main" id="{5B681A4F-BD8B-4889-AFF4-82442C9E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2800350"/>
            <a:ext cx="2247900" cy="2247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set-ring-2">
            <a:extLst xmlns:a="http://schemas.openxmlformats.org/drawingml/2006/main">
              <a:ext uri="{FF2B5EF4-FFF2-40B4-BE49-F238E27FC236}">
                <a16:creationId xmlns:a16="http://schemas.microsoft.com/office/drawing/2014/main" id="{912AF001-7C63-45B5-9D79-B6628634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3771900"/>
            <a:ext cx="2247900" cy="2247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2" name="set-ring-3">
            <a:extLst xmlns:a="http://schemas.openxmlformats.org/drawingml/2006/main">
              <a:ext uri="{FF2B5EF4-FFF2-40B4-BE49-F238E27FC236}">
                <a16:creationId xmlns:a16="http://schemas.microsoft.com/office/drawing/2014/main" id="{E751A440-1604-45FB-AD7E-761890F6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2800350"/>
            <a:ext cx="2247900" cy="2247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3" name="set-marker-0">
            <a:extLst xmlns:a="http://schemas.openxmlformats.org/drawingml/2006/main">
              <a:ext uri="{FF2B5EF4-FFF2-40B4-BE49-F238E27FC236}">
                <a16:creationId xmlns:a16="http://schemas.microsoft.com/office/drawing/2014/main" id="{1D81F98C-579B-497E-B8CD-25A08190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1710633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34" name="set-title-0">
            <a:extLst xmlns:a="http://schemas.openxmlformats.org/drawingml/2006/main">
              <a:ext uri="{FF2B5EF4-FFF2-40B4-BE49-F238E27FC236}">
                <a16:creationId xmlns:a16="http://schemas.microsoft.com/office/drawing/2014/main" id="{9F5014D4-E331-4084-B381-C8188750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21621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用户需要</a:t>
            </a:r>
          </a:p>
        </p:txBody>
      </p:sp>
      <p:sp>
        <p:nvSpPr>
          <p:cNvPr id="35" name="set-marker-1">
            <a:extLst xmlns:a="http://schemas.openxmlformats.org/drawingml/2006/main">
              <a:ext uri="{FF2B5EF4-FFF2-40B4-BE49-F238E27FC236}">
                <a16:creationId xmlns:a16="http://schemas.microsoft.com/office/drawing/2014/main" id="{4C38EAC5-5DDE-4F7B-B750-A90B82D0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4724" y="3771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36" name="set-title-1">
            <a:extLst xmlns:a="http://schemas.openxmlformats.org/drawingml/2006/main">
              <a:ext uri="{FF2B5EF4-FFF2-40B4-BE49-F238E27FC236}">
                <a16:creationId xmlns:a16="http://schemas.microsoft.com/office/drawing/2014/main" id="{57C0A526-DA58-49CF-86CB-B89CA12E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36290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组织规范</a:t>
            </a:r>
          </a:p>
        </p:txBody>
      </p:sp>
      <p:sp>
        <p:nvSpPr>
          <p:cNvPr id="37" name="set-marker-2">
            <a:extLst xmlns:a="http://schemas.openxmlformats.org/drawingml/2006/main">
              <a:ext uri="{FF2B5EF4-FFF2-40B4-BE49-F238E27FC236}">
                <a16:creationId xmlns:a16="http://schemas.microsoft.com/office/drawing/2014/main" id="{F6F51C3B-53DD-4BE9-99F0-155AEC5B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5833024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8" name="set-title-2">
            <a:extLst xmlns:a="http://schemas.openxmlformats.org/drawingml/2006/main">
              <a:ext uri="{FF2B5EF4-FFF2-40B4-BE49-F238E27FC236}">
                <a16:creationId xmlns:a16="http://schemas.microsoft.com/office/drawing/2014/main" id="{3599823A-D517-4656-A177-37FA3D32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50958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表达能力</a:t>
            </a:r>
          </a:p>
        </p:txBody>
      </p:sp>
      <p:sp>
        <p:nvSpPr>
          <p:cNvPr id="39" name="set-marker-3">
            <a:extLst xmlns:a="http://schemas.openxmlformats.org/drawingml/2006/main">
              <a:ext uri="{FF2B5EF4-FFF2-40B4-BE49-F238E27FC236}">
                <a16:creationId xmlns:a16="http://schemas.microsoft.com/office/drawing/2014/main" id="{C02F37BE-655D-4D17-8635-AED517E1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2333" y="3771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40" name="set-title-3">
            <a:extLst xmlns:a="http://schemas.openxmlformats.org/drawingml/2006/main">
              <a:ext uri="{FF2B5EF4-FFF2-40B4-BE49-F238E27FC236}">
                <a16:creationId xmlns:a16="http://schemas.microsoft.com/office/drawing/2014/main" id="{CD5508B3-2483-4E8A-8F37-5FF1FC94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900" y="36290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资产能力</a:t>
            </a:r>
          </a:p>
        </p:txBody>
      </p:sp>
      <p:sp>
        <p:nvSpPr>
          <p:cNvPr id="41" name="shared-halo">
            <a:extLst xmlns:a="http://schemas.openxmlformats.org/drawingml/2006/main">
              <a:ext uri="{FF2B5EF4-FFF2-40B4-BE49-F238E27FC236}">
                <a16:creationId xmlns:a16="http://schemas.microsoft.com/office/drawing/2014/main" id="{733EB9D2-FFD0-4200-935A-E7957FB3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1432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4000"/>
            </a:srgbClr>
          </a:solidFill>
          <a:ln xmlns:a="http://schemas.openxmlformats.org/drawingml/2006/main" w="19050">
            <a:solidFill>
              <a:srgbClr val="FFFFFF">
                <a:alpha val="74000"/>
              </a:srgbClr>
            </a:solidFill>
            <a:prstDash val="solid"/>
          </a:ln>
        </p:spPr>
      </p:sp>
      <p:sp>
        <p:nvSpPr>
          <p:cNvPr id="42" name="shared-core">
            <a:extLst xmlns:a="http://schemas.openxmlformats.org/drawingml/2006/main">
              <a:ext uri="{FF2B5EF4-FFF2-40B4-BE49-F238E27FC236}">
                <a16:creationId xmlns:a16="http://schemas.microsoft.com/office/drawing/2014/main" id="{E7B99C16-EB56-487F-9288-CC1A1A71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32575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3" name="shared-ring">
            <a:extLst xmlns:a="http://schemas.openxmlformats.org/drawingml/2006/main">
              <a:ext uri="{FF2B5EF4-FFF2-40B4-BE49-F238E27FC236}">
                <a16:creationId xmlns:a16="http://schemas.microsoft.com/office/drawing/2014/main" id="{FA5B7E94-E436-4661-8E71-08D1CBEF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4025" y="3362325"/>
            <a:ext cx="1123950" cy="1123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3F3"/>
            </a:solidFill>
            <a:prstDash val="solid"/>
          </a:ln>
        </p:spPr>
      </p:sp>
      <p:sp>
        <p:nvSpPr>
          <p:cNvPr id="44" name="shared-title">
            <a:extLst xmlns:a="http://schemas.openxmlformats.org/drawingml/2006/main">
              <a:ext uri="{FF2B5EF4-FFF2-40B4-BE49-F238E27FC236}">
                <a16:creationId xmlns:a16="http://schemas.microsoft.com/office/drawing/2014/main" id="{BF6B6DBF-1E6B-418D-9DAC-721E9959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632149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0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rPr>
              <a:t>可靠生成</a:t>
            </a:r>
          </a:p>
        </p:txBody>
      </p:sp>
      <p:sp>
        <p:nvSpPr>
          <p:cNvPr id="45" name="shared-body">
            <a:extLst xmlns:a="http://schemas.openxmlformats.org/drawingml/2006/main">
              <a:ext uri="{FF2B5EF4-FFF2-40B4-BE49-F238E27FC236}">
                <a16:creationId xmlns:a16="http://schemas.microsoft.com/office/drawing/2014/main" id="{2FB5EBD5-481E-45DE-8027-83145BA9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994099"/>
            <a:ext cx="10477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rPr>
              <a:t>共同价值</a:t>
            </a:r>
          </a:p>
        </p:txBody>
      </p:sp>
    </p:spTree>
    <p:extLst>
      <p:ext uri="{BB962C8B-B14F-4D97-AF65-F5344CB8AC3E}">
        <p14:creationId xmlns:p14="http://schemas.microsoft.com/office/powerpoint/2010/main" val="456350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intersection-native-base">
            <a:extLst xmlns:a="http://schemas.openxmlformats.org/drawingml/2006/main">
              <a:ext uri="{FF2B5EF4-FFF2-40B4-BE49-F238E27FC236}">
                <a16:creationId xmlns:a16="http://schemas.microsoft.com/office/drawing/2014/main" id="{48021E09-AE4C-48EF-B7DA-6479B03F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5811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t-shadow-0">
            <a:extLst xmlns:a="http://schemas.openxmlformats.org/drawingml/2006/main">
              <a:ext uri="{FF2B5EF4-FFF2-40B4-BE49-F238E27FC236}">
                <a16:creationId xmlns:a16="http://schemas.microsoft.com/office/drawing/2014/main" id="{9C4D7E72-C7EB-472A-8177-5BC87CC3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17907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set-shadow-1">
            <a:extLst xmlns:a="http://schemas.openxmlformats.org/drawingml/2006/main">
              <a:ext uri="{FF2B5EF4-FFF2-40B4-BE49-F238E27FC236}">
                <a16:creationId xmlns:a16="http://schemas.microsoft.com/office/drawing/2014/main" id="{A6450DE6-20F7-4518-8FEC-D976219A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27622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set-shadow-2">
            <a:extLst xmlns:a="http://schemas.openxmlformats.org/drawingml/2006/main">
              <a:ext uri="{FF2B5EF4-FFF2-40B4-BE49-F238E27FC236}">
                <a16:creationId xmlns:a16="http://schemas.microsoft.com/office/drawing/2014/main" id="{3F14D8AF-5771-4224-8D68-FC839EFB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3733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set-shadow-3">
            <a:extLst xmlns:a="http://schemas.openxmlformats.org/drawingml/2006/main">
              <a:ext uri="{FF2B5EF4-FFF2-40B4-BE49-F238E27FC236}">
                <a16:creationId xmlns:a16="http://schemas.microsoft.com/office/drawing/2014/main" id="{69E3C8B1-DE32-486F-BBE7-15C6112B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27622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set-circle-0">
            <a:extLst xmlns:a="http://schemas.openxmlformats.org/drawingml/2006/main">
              <a:ext uri="{FF2B5EF4-FFF2-40B4-BE49-F238E27FC236}">
                <a16:creationId xmlns:a16="http://schemas.microsoft.com/office/drawing/2014/main" id="{DDCA3AF1-1D5B-479C-9D7C-7447974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1714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2AD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et-circle-1">
            <a:extLst xmlns:a="http://schemas.openxmlformats.org/drawingml/2006/main">
              <a:ext uri="{FF2B5EF4-FFF2-40B4-BE49-F238E27FC236}">
                <a16:creationId xmlns:a16="http://schemas.microsoft.com/office/drawing/2014/main" id="{C152A93C-FB65-4EA2-A777-F82BB1B2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26860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8DC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8" name="set-circle-2">
            <a:extLst xmlns:a="http://schemas.openxmlformats.org/drawingml/2006/main">
              <a:ext uri="{FF2B5EF4-FFF2-40B4-BE49-F238E27FC236}">
                <a16:creationId xmlns:a16="http://schemas.microsoft.com/office/drawing/2014/main" id="{020D091F-025D-429F-89BF-1AC46CF2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36576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0C2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9" name="set-circle-3">
            <a:extLst xmlns:a="http://schemas.openxmlformats.org/drawingml/2006/main">
              <a:ext uri="{FF2B5EF4-FFF2-40B4-BE49-F238E27FC236}">
                <a16:creationId xmlns:a16="http://schemas.microsoft.com/office/drawing/2014/main" id="{E843A76E-22C3-411D-9964-8452CCF5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26860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80C9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10" name="set-ring-0">
            <a:extLst xmlns:a="http://schemas.openxmlformats.org/drawingml/2006/main">
              <a:ext uri="{FF2B5EF4-FFF2-40B4-BE49-F238E27FC236}">
                <a16:creationId xmlns:a16="http://schemas.microsoft.com/office/drawing/2014/main" id="{F22B7613-BC33-42C6-9372-E458A6D3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1828800"/>
            <a:ext cx="2247900" cy="2247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et-ring-1">
            <a:extLst xmlns:a="http://schemas.openxmlformats.org/drawingml/2006/main">
              <a:ext uri="{FF2B5EF4-FFF2-40B4-BE49-F238E27FC236}">
                <a16:creationId xmlns:a16="http://schemas.microsoft.com/office/drawing/2014/main" id="{180F411C-C4EB-4D34-B741-5A4B1660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2800350"/>
            <a:ext cx="2247900" cy="2247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et-ring-2">
            <a:extLst xmlns:a="http://schemas.openxmlformats.org/drawingml/2006/main">
              <a:ext uri="{FF2B5EF4-FFF2-40B4-BE49-F238E27FC236}">
                <a16:creationId xmlns:a16="http://schemas.microsoft.com/office/drawing/2014/main" id="{C76EB277-57BE-4272-A565-D6DCFD48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3771900"/>
            <a:ext cx="2247900" cy="2247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et-ring-3">
            <a:extLst xmlns:a="http://schemas.openxmlformats.org/drawingml/2006/main">
              <a:ext uri="{FF2B5EF4-FFF2-40B4-BE49-F238E27FC236}">
                <a16:creationId xmlns:a16="http://schemas.microsoft.com/office/drawing/2014/main" id="{D1BF9958-B067-4A28-8E47-98C5FF7C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2800350"/>
            <a:ext cx="2247900" cy="2247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et-marker-0">
            <a:extLst xmlns:a="http://schemas.openxmlformats.org/drawingml/2006/main">
              <a:ext uri="{FF2B5EF4-FFF2-40B4-BE49-F238E27FC236}">
                <a16:creationId xmlns:a16="http://schemas.microsoft.com/office/drawing/2014/main" id="{1561D479-B71E-4D68-8A52-B08E3D4F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1710633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5" name="set-title-0">
            <a:extLst xmlns:a="http://schemas.openxmlformats.org/drawingml/2006/main">
              <a:ext uri="{FF2B5EF4-FFF2-40B4-BE49-F238E27FC236}">
                <a16:creationId xmlns:a16="http://schemas.microsoft.com/office/drawing/2014/main" id="{65D22391-ED32-4366-9033-2603D608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21621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用户需要</a:t>
            </a:r>
          </a:p>
        </p:txBody>
      </p:sp>
      <p:sp>
        <p:nvSpPr>
          <p:cNvPr id="16" name="set-marker-1">
            <a:extLst xmlns:a="http://schemas.openxmlformats.org/drawingml/2006/main">
              <a:ext uri="{FF2B5EF4-FFF2-40B4-BE49-F238E27FC236}">
                <a16:creationId xmlns:a16="http://schemas.microsoft.com/office/drawing/2014/main" id="{1BAF93F5-B8CA-4EEF-9A88-9E7DC0E3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4724" y="3771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set-title-1">
            <a:extLst xmlns:a="http://schemas.openxmlformats.org/drawingml/2006/main">
              <a:ext uri="{FF2B5EF4-FFF2-40B4-BE49-F238E27FC236}">
                <a16:creationId xmlns:a16="http://schemas.microsoft.com/office/drawing/2014/main" id="{B97B3C89-132C-448B-973C-EBFE72E3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36290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组织规范</a:t>
            </a:r>
          </a:p>
        </p:txBody>
      </p:sp>
      <p:sp>
        <p:nvSpPr>
          <p:cNvPr id="18" name="set-marker-2">
            <a:extLst xmlns:a="http://schemas.openxmlformats.org/drawingml/2006/main">
              <a:ext uri="{FF2B5EF4-FFF2-40B4-BE49-F238E27FC236}">
                <a16:creationId xmlns:a16="http://schemas.microsoft.com/office/drawing/2014/main" id="{C20285E3-F0C1-43A9-A09B-D7B2E332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5833024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" name="set-title-2">
            <a:extLst xmlns:a="http://schemas.openxmlformats.org/drawingml/2006/main">
              <a:ext uri="{FF2B5EF4-FFF2-40B4-BE49-F238E27FC236}">
                <a16:creationId xmlns:a16="http://schemas.microsoft.com/office/drawing/2014/main" id="{BEF587A2-A43C-410A-A65F-12983D13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50958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表达能力</a:t>
            </a:r>
          </a:p>
        </p:txBody>
      </p:sp>
      <p:sp>
        <p:nvSpPr>
          <p:cNvPr id="20" name="set-marker-3">
            <a:extLst xmlns:a="http://schemas.openxmlformats.org/drawingml/2006/main">
              <a:ext uri="{FF2B5EF4-FFF2-40B4-BE49-F238E27FC236}">
                <a16:creationId xmlns:a16="http://schemas.microsoft.com/office/drawing/2014/main" id="{27674A2B-CDB7-44B6-B20B-24E81B38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2333" y="3771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1" name="set-title-3">
            <a:extLst xmlns:a="http://schemas.openxmlformats.org/drawingml/2006/main">
              <a:ext uri="{FF2B5EF4-FFF2-40B4-BE49-F238E27FC236}">
                <a16:creationId xmlns:a16="http://schemas.microsoft.com/office/drawing/2014/main" id="{DCECDAB1-51F4-4852-B735-EEBF90BB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900" y="36290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资产能力</a:t>
            </a:r>
          </a:p>
        </p:txBody>
      </p:sp>
      <p:sp>
        <p:nvSpPr>
          <p:cNvPr id="22" name="shared-halo">
            <a:extLst xmlns:a="http://schemas.openxmlformats.org/drawingml/2006/main">
              <a:ext uri="{FF2B5EF4-FFF2-40B4-BE49-F238E27FC236}">
                <a16:creationId xmlns:a16="http://schemas.microsoft.com/office/drawing/2014/main" id="{2355CFF9-9DE5-4E14-812E-D4886463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1432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4000"/>
            </a:srgbClr>
          </a:solidFill>
          <a:ln xmlns:a="http://schemas.openxmlformats.org/drawingml/2006/main" w="19050">
            <a:solidFill>
              <a:srgbClr val="FFFFFF">
                <a:alpha val="74000"/>
              </a:srgbClr>
            </a:solidFill>
            <a:prstDash val="solid"/>
          </a:ln>
        </p:spPr>
      </p:sp>
      <p:sp>
        <p:nvSpPr>
          <p:cNvPr id="23" name="shared-core">
            <a:extLst xmlns:a="http://schemas.openxmlformats.org/drawingml/2006/main">
              <a:ext uri="{FF2B5EF4-FFF2-40B4-BE49-F238E27FC236}">
                <a16:creationId xmlns:a16="http://schemas.microsoft.com/office/drawing/2014/main" id="{1300774E-6CAC-4CB5-9631-5BE1CC97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32575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4" name="shared-ring">
            <a:extLst xmlns:a="http://schemas.openxmlformats.org/drawingml/2006/main">
              <a:ext uri="{FF2B5EF4-FFF2-40B4-BE49-F238E27FC236}">
                <a16:creationId xmlns:a16="http://schemas.microsoft.com/office/drawing/2014/main" id="{DA9AFFF3-C2B3-45B6-B33F-C0643CD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4025" y="3362325"/>
            <a:ext cx="1123950" cy="1123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3F3"/>
            </a:solidFill>
            <a:prstDash val="solid"/>
          </a:ln>
        </p:spPr>
      </p:sp>
      <p:sp>
        <p:nvSpPr>
          <p:cNvPr id="25" name="shared-title">
            <a:extLst xmlns:a="http://schemas.openxmlformats.org/drawingml/2006/main">
              <a:ext uri="{FF2B5EF4-FFF2-40B4-BE49-F238E27FC236}">
                <a16:creationId xmlns:a16="http://schemas.microsoft.com/office/drawing/2014/main" id="{0C345624-BC16-4754-8141-C4DF60E9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632149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0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rPr>
              <a:t>可靠生成</a:t>
            </a:r>
          </a:p>
        </p:txBody>
      </p:sp>
      <p:sp>
        <p:nvSpPr>
          <p:cNvPr id="26" name="shared-body">
            <a:extLst xmlns:a="http://schemas.openxmlformats.org/drawingml/2006/main">
              <a:ext uri="{FF2B5EF4-FFF2-40B4-BE49-F238E27FC236}">
                <a16:creationId xmlns:a16="http://schemas.microsoft.com/office/drawing/2014/main" id="{AD25155C-2584-4B4F-B610-3D92822B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994099"/>
            <a:ext cx="10477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rPr>
              <a:t>共同价值</a:t>
            </a:r>
          </a:p>
        </p:txBody>
      </p:sp>
    </p:spTree>
    <p:extLst>
      <p:ext uri="{BB962C8B-B14F-4D97-AF65-F5344CB8AC3E}">
        <p14:creationId xmlns:p14="http://schemas.microsoft.com/office/powerpoint/2010/main" val="281532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intersection-panel-0-support">
            <a:extLst xmlns:a="http://schemas.openxmlformats.org/drawingml/2006/main">
              <a:ext uri="{FF2B5EF4-FFF2-40B4-BE49-F238E27FC236}">
                <a16:creationId xmlns:a16="http://schemas.microsoft.com/office/drawing/2014/main" id="{31B3F566-83AD-4F2A-8E9A-B7ED6851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67640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ntersection-0-support">
            <a:extLst xmlns:a="http://schemas.openxmlformats.org/drawingml/2006/main">
              <a:ext uri="{FF2B5EF4-FFF2-40B4-BE49-F238E27FC236}">
                <a16:creationId xmlns:a16="http://schemas.microsoft.com/office/drawing/2014/main" id="{C0F7E6A1-A269-4EAF-B4FA-66A83E61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1938338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真实场景中的核心诉求</a:t>
            </a:r>
          </a:p>
        </p:txBody>
      </p:sp>
      <p:sp>
        <p:nvSpPr>
          <p:cNvPr id="3" name="intersection-0-support-point-0">
            <a:extLst xmlns:a="http://schemas.openxmlformats.org/drawingml/2006/main">
              <a:ext uri="{FF2B5EF4-FFF2-40B4-BE49-F238E27FC236}">
                <a16:creationId xmlns:a16="http://schemas.microsoft.com/office/drawing/2014/main" id="{56A5CE85-6ED5-4C29-B85C-D03CBCB6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2217687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高频需求</a:t>
            </a:r>
          </a:p>
        </p:txBody>
      </p:sp>
      <p:sp>
        <p:nvSpPr>
          <p:cNvPr id="4" name="intersection-0-support-point-1">
            <a:extLst xmlns:a="http://schemas.openxmlformats.org/drawingml/2006/main">
              <a:ext uri="{FF2B5EF4-FFF2-40B4-BE49-F238E27FC236}">
                <a16:creationId xmlns:a16="http://schemas.microsoft.com/office/drawing/2014/main" id="{D80532A1-0150-4C0D-835C-630504CE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2487511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稳定交付</a:t>
            </a:r>
          </a:p>
        </p:txBody>
      </p:sp>
      <p:sp>
        <p:nvSpPr>
          <p:cNvPr id="5" name="intersection-panel-3-support">
            <a:extLst xmlns:a="http://schemas.openxmlformats.org/drawingml/2006/main">
              <a:ext uri="{FF2B5EF4-FFF2-40B4-BE49-F238E27FC236}">
                <a16:creationId xmlns:a16="http://schemas.microsoft.com/office/drawing/2014/main" id="{F621D6ED-9698-4EE4-A225-BEF74CD4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27660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tersection-3-support">
            <a:extLst xmlns:a="http://schemas.openxmlformats.org/drawingml/2006/main">
              <a:ext uri="{FF2B5EF4-FFF2-40B4-BE49-F238E27FC236}">
                <a16:creationId xmlns:a16="http://schemas.microsoft.com/office/drawing/2014/main" id="{68C14A82-C354-4F1D-A828-19738792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3538538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结构与文字排版可复用</a:t>
            </a:r>
          </a:p>
        </p:txBody>
      </p:sp>
      <p:sp>
        <p:nvSpPr>
          <p:cNvPr id="7" name="intersection-3-support-point-0">
            <a:extLst xmlns:a="http://schemas.openxmlformats.org/drawingml/2006/main">
              <a:ext uri="{FF2B5EF4-FFF2-40B4-BE49-F238E27FC236}">
                <a16:creationId xmlns:a16="http://schemas.microsoft.com/office/drawing/2014/main" id="{2194D6EA-E4D1-4B98-A2C3-0C462136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3817887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结构可选</a:t>
            </a:r>
          </a:p>
        </p:txBody>
      </p:sp>
      <p:sp>
        <p:nvSpPr>
          <p:cNvPr id="8" name="intersection-3-support-point-1">
            <a:extLst xmlns:a="http://schemas.openxmlformats.org/drawingml/2006/main">
              <a:ext uri="{FF2B5EF4-FFF2-40B4-BE49-F238E27FC236}">
                <a16:creationId xmlns:a16="http://schemas.microsoft.com/office/drawing/2014/main" id="{9324848D-7E91-4BCF-B4EA-628704F1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4087711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代码可调</a:t>
            </a:r>
          </a:p>
        </p:txBody>
      </p:sp>
      <p:sp>
        <p:nvSpPr>
          <p:cNvPr id="9" name="intersection-panel-4-support">
            <a:extLst xmlns:a="http://schemas.openxmlformats.org/drawingml/2006/main">
              <a:ext uri="{FF2B5EF4-FFF2-40B4-BE49-F238E27FC236}">
                <a16:creationId xmlns:a16="http://schemas.microsoft.com/office/drawing/2014/main" id="{D8A34C4B-94A9-4EFB-A128-7DF09026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87680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tersection-4-support">
            <a:extLst xmlns:a="http://schemas.openxmlformats.org/drawingml/2006/main">
              <a:ext uri="{FF2B5EF4-FFF2-40B4-BE49-F238E27FC236}">
                <a16:creationId xmlns:a16="http://schemas.microsoft.com/office/drawing/2014/main" id="{6DBE260A-547E-4BC3-A636-20FBD543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5138738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持续吸收真实使用问题</a:t>
            </a:r>
          </a:p>
        </p:txBody>
      </p:sp>
      <p:sp>
        <p:nvSpPr>
          <p:cNvPr id="11" name="intersection-4-support-point-0">
            <a:extLst xmlns:a="http://schemas.openxmlformats.org/drawingml/2006/main">
              <a:ext uri="{FF2B5EF4-FFF2-40B4-BE49-F238E27FC236}">
                <a16:creationId xmlns:a16="http://schemas.microsoft.com/office/drawing/2014/main" id="{A83D01AF-F690-410C-8597-D01E04A5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5418087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发现缺口</a:t>
            </a:r>
          </a:p>
        </p:txBody>
      </p:sp>
      <p:sp>
        <p:nvSpPr>
          <p:cNvPr id="12" name="intersection-4-support-point-1">
            <a:extLst xmlns:a="http://schemas.openxmlformats.org/drawingml/2006/main">
              <a:ext uri="{FF2B5EF4-FFF2-40B4-BE49-F238E27FC236}">
                <a16:creationId xmlns:a16="http://schemas.microsoft.com/office/drawing/2014/main" id="{4858B4A1-A905-4D09-AA06-8A85BEE4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5687911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优化资产</a:t>
            </a:r>
          </a:p>
        </p:txBody>
      </p:sp>
      <p:sp>
        <p:nvSpPr>
          <p:cNvPr id="13" name="intersection-panel-1-support">
            <a:extLst xmlns:a="http://schemas.openxmlformats.org/drawingml/2006/main">
              <a:ext uri="{FF2B5EF4-FFF2-40B4-BE49-F238E27FC236}">
                <a16:creationId xmlns:a16="http://schemas.microsoft.com/office/drawing/2014/main" id="{3862FAF1-20B6-4CFE-B696-62FD3A79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05740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section-1-support">
            <a:extLst xmlns:a="http://schemas.openxmlformats.org/drawingml/2006/main">
              <a:ext uri="{FF2B5EF4-FFF2-40B4-BE49-F238E27FC236}">
                <a16:creationId xmlns:a16="http://schemas.microsoft.com/office/drawing/2014/main" id="{443EB07E-A1A7-4EFD-A1F9-A7E2B9AC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2528888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统一标准与可靠边界</a:t>
            </a:r>
          </a:p>
        </p:txBody>
      </p:sp>
      <p:sp>
        <p:nvSpPr>
          <p:cNvPr id="15" name="intersection-1-support-point-0">
            <a:extLst xmlns:a="http://schemas.openxmlformats.org/drawingml/2006/main">
              <a:ext uri="{FF2B5EF4-FFF2-40B4-BE49-F238E27FC236}">
                <a16:creationId xmlns:a16="http://schemas.microsoft.com/office/drawing/2014/main" id="{5CF1DEB3-2FCE-461F-9D69-3B2B0840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2808237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主题一致</a:t>
            </a:r>
          </a:p>
        </p:txBody>
      </p:sp>
      <p:sp>
        <p:nvSpPr>
          <p:cNvPr id="16" name="intersection-1-support-point-1">
            <a:extLst xmlns:a="http://schemas.openxmlformats.org/drawingml/2006/main">
              <a:ext uri="{FF2B5EF4-FFF2-40B4-BE49-F238E27FC236}">
                <a16:creationId xmlns:a16="http://schemas.microsoft.com/office/drawing/2014/main" id="{E729C033-8074-4430-ABC3-39E726D7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3078061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格式规范</a:t>
            </a:r>
          </a:p>
        </p:txBody>
      </p:sp>
      <p:sp>
        <p:nvSpPr>
          <p:cNvPr id="17" name="intersection-panel-2-support">
            <a:extLst xmlns:a="http://schemas.openxmlformats.org/drawingml/2006/main">
              <a:ext uri="{FF2B5EF4-FFF2-40B4-BE49-F238E27FC236}">
                <a16:creationId xmlns:a16="http://schemas.microsoft.com/office/drawing/2014/main" id="{5BB1799A-85AC-42FA-9770-ACBB3742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407670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ntersection-2-support">
            <a:extLst xmlns:a="http://schemas.openxmlformats.org/drawingml/2006/main">
              <a:ext uri="{FF2B5EF4-FFF2-40B4-BE49-F238E27FC236}">
                <a16:creationId xmlns:a16="http://schemas.microsoft.com/office/drawing/2014/main" id="{F5B1BC7A-B17F-4089-AEDC-CEC003B6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4548188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清晰呈现与灵活适配</a:t>
            </a:r>
          </a:p>
        </p:txBody>
      </p:sp>
      <p:sp>
        <p:nvSpPr>
          <p:cNvPr id="19" name="intersection-2-support-point-0">
            <a:extLst xmlns:a="http://schemas.openxmlformats.org/drawingml/2006/main">
              <a:ext uri="{FF2B5EF4-FFF2-40B4-BE49-F238E27FC236}">
                <a16:creationId xmlns:a16="http://schemas.microsoft.com/office/drawing/2014/main" id="{47CEA9B2-92B0-46B9-A50E-FCD5EEE5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4827537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逻辑清楚</a:t>
            </a:r>
          </a:p>
        </p:txBody>
      </p:sp>
      <p:sp>
        <p:nvSpPr>
          <p:cNvPr id="20" name="intersection-2-support-point-1">
            <a:extLst xmlns:a="http://schemas.openxmlformats.org/drawingml/2006/main">
              <a:ext uri="{FF2B5EF4-FFF2-40B4-BE49-F238E27FC236}">
                <a16:creationId xmlns:a16="http://schemas.microsoft.com/office/drawing/2014/main" id="{6F5ABB17-4FD1-4C01-97AA-37E5E34F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5097361"/>
            <a:ext cx="3105150" cy="2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版式恰当</a:t>
            </a:r>
          </a:p>
        </p:txBody>
      </p:sp>
      <p:sp>
        <p:nvSpPr>
          <p:cNvPr id="21" name="support-arc-mask-0">
            <a:extLst xmlns:a="http://schemas.openxmlformats.org/drawingml/2006/main">
              <a:ext uri="{FF2B5EF4-FFF2-40B4-BE49-F238E27FC236}">
                <a16:creationId xmlns:a16="http://schemas.microsoft.com/office/drawing/2014/main" id="{CA5EFBAB-2F0E-434A-B0E7-F74D4090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7275" y="1743075"/>
            <a:ext cx="2457450" cy="2457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upport-arc-mask-1">
            <a:extLst xmlns:a="http://schemas.openxmlformats.org/drawingml/2006/main">
              <a:ext uri="{FF2B5EF4-FFF2-40B4-BE49-F238E27FC236}">
                <a16:creationId xmlns:a16="http://schemas.microsoft.com/office/drawing/2014/main" id="{87DEB020-9468-40DC-AEFE-B1F52EB8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3045" y="2401195"/>
            <a:ext cx="2457450" cy="2457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pport-arc-mask-2">
            <a:extLst xmlns:a="http://schemas.openxmlformats.org/drawingml/2006/main">
              <a:ext uri="{FF2B5EF4-FFF2-40B4-BE49-F238E27FC236}">
                <a16:creationId xmlns:a16="http://schemas.microsoft.com/office/drawing/2014/main" id="{94FDE8DA-F44F-433B-8911-A32E5C83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7021" y="3466062"/>
            <a:ext cx="2457450" cy="2457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upport-arc-mask-3">
            <a:extLst xmlns:a="http://schemas.openxmlformats.org/drawingml/2006/main">
              <a:ext uri="{FF2B5EF4-FFF2-40B4-BE49-F238E27FC236}">
                <a16:creationId xmlns:a16="http://schemas.microsoft.com/office/drawing/2014/main" id="{670ECABB-8A31-4EFE-A535-B700FFF1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7386" y="3466062"/>
            <a:ext cx="2457450" cy="2457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upport-arc-mask-4">
            <a:extLst xmlns:a="http://schemas.openxmlformats.org/drawingml/2006/main">
              <a:ext uri="{FF2B5EF4-FFF2-40B4-BE49-F238E27FC236}">
                <a16:creationId xmlns:a16="http://schemas.microsoft.com/office/drawing/2014/main" id="{D25CE3EA-2209-4BF9-A3D9-3E47D593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1362" y="2401195"/>
            <a:ext cx="2457450" cy="2457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t-shadow-0">
            <a:extLst xmlns:a="http://schemas.openxmlformats.org/drawingml/2006/main">
              <a:ext uri="{FF2B5EF4-FFF2-40B4-BE49-F238E27FC236}">
                <a16:creationId xmlns:a16="http://schemas.microsoft.com/office/drawing/2014/main" id="{5A982C51-E522-4CE5-ABD1-3BA46A72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195262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set-shadow-1">
            <a:extLst xmlns:a="http://schemas.openxmlformats.org/drawingml/2006/main">
              <a:ext uri="{FF2B5EF4-FFF2-40B4-BE49-F238E27FC236}">
                <a16:creationId xmlns:a16="http://schemas.microsoft.com/office/drawing/2014/main" id="{6528CC78-BD96-43A8-B433-4AB70450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6395" y="261074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8" name="set-shadow-2">
            <a:extLst xmlns:a="http://schemas.openxmlformats.org/drawingml/2006/main">
              <a:ext uri="{FF2B5EF4-FFF2-40B4-BE49-F238E27FC236}">
                <a16:creationId xmlns:a16="http://schemas.microsoft.com/office/drawing/2014/main" id="{1B3EC3DF-F65C-48AA-8A5F-BA4CE0AD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0371" y="3675612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set-shadow-3">
            <a:extLst xmlns:a="http://schemas.openxmlformats.org/drawingml/2006/main">
              <a:ext uri="{FF2B5EF4-FFF2-40B4-BE49-F238E27FC236}">
                <a16:creationId xmlns:a16="http://schemas.microsoft.com/office/drawing/2014/main" id="{A8C9A486-6C64-4D48-89E2-5E14CF69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0736" y="3675612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0" name="set-shadow-4">
            <a:extLst xmlns:a="http://schemas.openxmlformats.org/drawingml/2006/main">
              <a:ext uri="{FF2B5EF4-FFF2-40B4-BE49-F238E27FC236}">
                <a16:creationId xmlns:a16="http://schemas.microsoft.com/office/drawing/2014/main" id="{11467AC6-0DA4-4455-A484-7F44EEF2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4712" y="261074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set-circle-0">
            <a:extLst xmlns:a="http://schemas.openxmlformats.org/drawingml/2006/main">
              <a:ext uri="{FF2B5EF4-FFF2-40B4-BE49-F238E27FC236}">
                <a16:creationId xmlns:a16="http://schemas.microsoft.com/office/drawing/2014/main" id="{C5D87B64-FE65-43BE-8205-D0EA39CB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187642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2AD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32" name="set-circle-1">
            <a:extLst xmlns:a="http://schemas.openxmlformats.org/drawingml/2006/main">
              <a:ext uri="{FF2B5EF4-FFF2-40B4-BE49-F238E27FC236}">
                <a16:creationId xmlns:a16="http://schemas.microsoft.com/office/drawing/2014/main" id="{EF3D4B67-1C4C-466F-8923-06EFEFD7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6395" y="253454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8DC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33" name="set-circle-2">
            <a:extLst xmlns:a="http://schemas.openxmlformats.org/drawingml/2006/main">
              <a:ext uri="{FF2B5EF4-FFF2-40B4-BE49-F238E27FC236}">
                <a16:creationId xmlns:a16="http://schemas.microsoft.com/office/drawing/2014/main" id="{26579598-19D1-42CB-AE73-69E13CF9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0371" y="3599412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0C2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34" name="set-circle-3">
            <a:extLst xmlns:a="http://schemas.openxmlformats.org/drawingml/2006/main">
              <a:ext uri="{FF2B5EF4-FFF2-40B4-BE49-F238E27FC236}">
                <a16:creationId xmlns:a16="http://schemas.microsoft.com/office/drawing/2014/main" id="{763BC304-4213-43A7-B99B-9F65884C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0736" y="3599412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80C9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35" name="set-circle-4">
            <a:extLst xmlns:a="http://schemas.openxmlformats.org/drawingml/2006/main">
              <a:ext uri="{FF2B5EF4-FFF2-40B4-BE49-F238E27FC236}">
                <a16:creationId xmlns:a16="http://schemas.microsoft.com/office/drawing/2014/main" id="{A238B05D-79FD-40F4-B8E7-E5643539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4712" y="253454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B4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36" name="set-ring-0">
            <a:extLst xmlns:a="http://schemas.openxmlformats.org/drawingml/2006/main">
              <a:ext uri="{FF2B5EF4-FFF2-40B4-BE49-F238E27FC236}">
                <a16:creationId xmlns:a16="http://schemas.microsoft.com/office/drawing/2014/main" id="{EA7E0050-C3FE-4ED3-A07E-86159998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4925" y="1990725"/>
            <a:ext cx="1962150" cy="1962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7" name="set-ring-1">
            <a:extLst xmlns:a="http://schemas.openxmlformats.org/drawingml/2006/main">
              <a:ext uri="{FF2B5EF4-FFF2-40B4-BE49-F238E27FC236}">
                <a16:creationId xmlns:a16="http://schemas.microsoft.com/office/drawing/2014/main" id="{9F0FE9F3-216D-4AC8-ABE1-BC436EDA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0695" y="2648845"/>
            <a:ext cx="1962150" cy="1962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8" name="set-ring-2">
            <a:extLst xmlns:a="http://schemas.openxmlformats.org/drawingml/2006/main">
              <a:ext uri="{FF2B5EF4-FFF2-40B4-BE49-F238E27FC236}">
                <a16:creationId xmlns:a16="http://schemas.microsoft.com/office/drawing/2014/main" id="{AFB42805-1160-4B5A-8329-43BA32B4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4671" y="3713712"/>
            <a:ext cx="1962150" cy="1962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9" name="set-ring-3">
            <a:extLst xmlns:a="http://schemas.openxmlformats.org/drawingml/2006/main">
              <a:ext uri="{FF2B5EF4-FFF2-40B4-BE49-F238E27FC236}">
                <a16:creationId xmlns:a16="http://schemas.microsoft.com/office/drawing/2014/main" id="{2FDA0048-8E69-4F74-9EED-903CC335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5036" y="3713712"/>
            <a:ext cx="1962150" cy="1962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0" name="set-ring-4">
            <a:extLst xmlns:a="http://schemas.openxmlformats.org/drawingml/2006/main">
              <a:ext uri="{FF2B5EF4-FFF2-40B4-BE49-F238E27FC236}">
                <a16:creationId xmlns:a16="http://schemas.microsoft.com/office/drawing/2014/main" id="{2E95C7C4-E14D-4517-9DA3-ED641B9F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9012" y="2648845"/>
            <a:ext cx="1962150" cy="1962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1" name="set-marker-0">
            <a:extLst xmlns:a="http://schemas.openxmlformats.org/drawingml/2006/main">
              <a:ext uri="{FF2B5EF4-FFF2-40B4-BE49-F238E27FC236}">
                <a16:creationId xmlns:a16="http://schemas.microsoft.com/office/drawing/2014/main" id="{56F3D17B-5E3E-49DD-9671-7F3D6193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1855441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42" name="set-title-0">
            <a:extLst xmlns:a="http://schemas.openxmlformats.org/drawingml/2006/main">
              <a:ext uri="{FF2B5EF4-FFF2-40B4-BE49-F238E27FC236}">
                <a16:creationId xmlns:a16="http://schemas.microsoft.com/office/drawing/2014/main" id="{2E41F72B-1FAF-487D-9B0E-19731CFC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22383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用户需要</a:t>
            </a:r>
          </a:p>
        </p:txBody>
      </p:sp>
      <p:sp>
        <p:nvSpPr>
          <p:cNvPr id="43" name="set-marker-1">
            <a:extLst xmlns:a="http://schemas.openxmlformats.org/drawingml/2006/main">
              <a:ext uri="{FF2B5EF4-FFF2-40B4-BE49-F238E27FC236}">
                <a16:creationId xmlns:a16="http://schemas.microsoft.com/office/drawing/2014/main" id="{0EC37055-AB1A-432A-A2E4-7B20B3E3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6152" y="3179569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44" name="set-title-1">
            <a:extLst xmlns:a="http://schemas.openxmlformats.org/drawingml/2006/main">
              <a:ext uri="{FF2B5EF4-FFF2-40B4-BE49-F238E27FC236}">
                <a16:creationId xmlns:a16="http://schemas.microsoft.com/office/drawing/2014/main" id="{7874EF76-8CDA-4E45-9FE8-269AB72C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2239" y="3199209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组织规范</a:t>
            </a:r>
          </a:p>
        </p:txBody>
      </p:sp>
      <p:sp>
        <p:nvSpPr>
          <p:cNvPr id="45" name="set-marker-2">
            <a:extLst xmlns:a="http://schemas.openxmlformats.org/drawingml/2006/main">
              <a:ext uri="{FF2B5EF4-FFF2-40B4-BE49-F238E27FC236}">
                <a16:creationId xmlns:a16="http://schemas.microsoft.com/office/drawing/2014/main" id="{9674C099-7ADD-46AF-B877-FF8B02DD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9931" y="5322246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46" name="set-title-2">
            <a:extLst xmlns:a="http://schemas.openxmlformats.org/drawingml/2006/main">
              <a:ext uri="{FF2B5EF4-FFF2-40B4-BE49-F238E27FC236}">
                <a16:creationId xmlns:a16="http://schemas.microsoft.com/office/drawing/2014/main" id="{A02E1571-9222-4277-B0EE-2417613D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7119" y="4754013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表达能力</a:t>
            </a:r>
          </a:p>
        </p:txBody>
      </p:sp>
      <p:sp>
        <p:nvSpPr>
          <p:cNvPr id="47" name="set-marker-3">
            <a:extLst xmlns:a="http://schemas.openxmlformats.org/drawingml/2006/main">
              <a:ext uri="{FF2B5EF4-FFF2-40B4-BE49-F238E27FC236}">
                <a16:creationId xmlns:a16="http://schemas.microsoft.com/office/drawing/2014/main" id="{A42062A1-B33B-4A76-B53E-98EBA1BC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7116" y="5322246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48" name="set-title-3">
            <a:extLst xmlns:a="http://schemas.openxmlformats.org/drawingml/2006/main">
              <a:ext uri="{FF2B5EF4-FFF2-40B4-BE49-F238E27FC236}">
                <a16:creationId xmlns:a16="http://schemas.microsoft.com/office/drawing/2014/main" id="{EBFB8094-0EFA-4F9E-BA18-11AFB347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2238" y="4754013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资产能力</a:t>
            </a:r>
          </a:p>
        </p:txBody>
      </p:sp>
      <p:sp>
        <p:nvSpPr>
          <p:cNvPr id="49" name="set-marker-4">
            <a:extLst xmlns:a="http://schemas.openxmlformats.org/drawingml/2006/main">
              <a:ext uri="{FF2B5EF4-FFF2-40B4-BE49-F238E27FC236}">
                <a16:creationId xmlns:a16="http://schemas.microsoft.com/office/drawing/2014/main" id="{0BCF3F8D-7FD2-4808-86AE-D90E1360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0906" y="3179569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50" name="set-title-4">
            <a:extLst xmlns:a="http://schemas.openxmlformats.org/drawingml/2006/main">
              <a:ext uri="{FF2B5EF4-FFF2-40B4-BE49-F238E27FC236}">
                <a16:creationId xmlns:a16="http://schemas.microsoft.com/office/drawing/2014/main" id="{E0E421FF-D0B5-4A0D-89D7-4A597F42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7118" y="3199209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反馈校准</a:t>
            </a:r>
          </a:p>
        </p:txBody>
      </p:sp>
      <p:sp>
        <p:nvSpPr>
          <p:cNvPr id="51" name="shared-halo">
            <a:extLst xmlns:a="http://schemas.openxmlformats.org/drawingml/2006/main">
              <a:ext uri="{FF2B5EF4-FFF2-40B4-BE49-F238E27FC236}">
                <a16:creationId xmlns:a16="http://schemas.microsoft.com/office/drawing/2014/main" id="{455D0064-04BA-4AC7-9E47-C31A5439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32385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4000"/>
            </a:srgbClr>
          </a:solidFill>
          <a:ln xmlns:a="http://schemas.openxmlformats.org/drawingml/2006/main" w="19050">
            <a:solidFill>
              <a:srgbClr val="FFFFFF">
                <a:alpha val="74000"/>
              </a:srgbClr>
            </a:solidFill>
            <a:prstDash val="solid"/>
          </a:ln>
        </p:spPr>
      </p:sp>
      <p:sp>
        <p:nvSpPr>
          <p:cNvPr id="52" name="shared-core">
            <a:extLst xmlns:a="http://schemas.openxmlformats.org/drawingml/2006/main">
              <a:ext uri="{FF2B5EF4-FFF2-40B4-BE49-F238E27FC236}">
                <a16:creationId xmlns:a16="http://schemas.microsoft.com/office/drawing/2014/main" id="{3BF85D32-357C-43F8-996B-9720B38E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33528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53" name="shared-ring">
            <a:extLst xmlns:a="http://schemas.openxmlformats.org/drawingml/2006/main">
              <a:ext uri="{FF2B5EF4-FFF2-40B4-BE49-F238E27FC236}">
                <a16:creationId xmlns:a16="http://schemas.microsoft.com/office/drawing/2014/main" id="{C46CB71F-7F41-47D6-8859-B0F80EFE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3448050"/>
            <a:ext cx="952500" cy="95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3F3"/>
            </a:solidFill>
            <a:prstDash val="solid"/>
          </a:ln>
        </p:spPr>
      </p:sp>
      <p:sp>
        <p:nvSpPr>
          <p:cNvPr id="54" name="shared-title">
            <a:extLst xmlns:a="http://schemas.openxmlformats.org/drawingml/2006/main">
              <a:ext uri="{FF2B5EF4-FFF2-40B4-BE49-F238E27FC236}">
                <a16:creationId xmlns:a16="http://schemas.microsoft.com/office/drawing/2014/main" id="{5B96AE0C-C6ED-4B82-9DA9-2CED3B84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3693766"/>
            <a:ext cx="895350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rPr>
              <a:t>可靠生成</a:t>
            </a:r>
          </a:p>
        </p:txBody>
      </p:sp>
      <p:sp>
        <p:nvSpPr>
          <p:cNvPr id="55" name="shared-body">
            <a:extLst xmlns:a="http://schemas.openxmlformats.org/drawingml/2006/main">
              <a:ext uri="{FF2B5EF4-FFF2-40B4-BE49-F238E27FC236}">
                <a16:creationId xmlns:a16="http://schemas.microsoft.com/office/drawing/2014/main" id="{3AD3AF31-84D9-45FB-B538-85CC9DF8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3964334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rPr>
              <a:t>共同价值</a:t>
            </a:r>
          </a:p>
        </p:txBody>
      </p:sp>
    </p:spTree>
    <p:extLst>
      <p:ext uri="{BB962C8B-B14F-4D97-AF65-F5344CB8AC3E}">
        <p14:creationId xmlns:p14="http://schemas.microsoft.com/office/powerpoint/2010/main" val="17323107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intersection-native-base">
            <a:extLst xmlns:a="http://schemas.openxmlformats.org/drawingml/2006/main">
              <a:ext uri="{FF2B5EF4-FFF2-40B4-BE49-F238E27FC236}">
                <a16:creationId xmlns:a16="http://schemas.microsoft.com/office/drawing/2014/main" id="{DC61B43F-59A6-4EE7-8AAC-03A63679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5811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t-shadow-0">
            <a:extLst xmlns:a="http://schemas.openxmlformats.org/drawingml/2006/main">
              <a:ext uri="{FF2B5EF4-FFF2-40B4-BE49-F238E27FC236}">
                <a16:creationId xmlns:a16="http://schemas.microsoft.com/office/drawing/2014/main" id="{697BC222-B13E-4793-9BE6-D42F0B0D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195262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set-shadow-1">
            <a:extLst xmlns:a="http://schemas.openxmlformats.org/drawingml/2006/main">
              <a:ext uri="{FF2B5EF4-FFF2-40B4-BE49-F238E27FC236}">
                <a16:creationId xmlns:a16="http://schemas.microsoft.com/office/drawing/2014/main" id="{EAEFB3FB-DD47-4C97-BDF3-1136E4D9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6395" y="261074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set-shadow-2">
            <a:extLst xmlns:a="http://schemas.openxmlformats.org/drawingml/2006/main">
              <a:ext uri="{FF2B5EF4-FFF2-40B4-BE49-F238E27FC236}">
                <a16:creationId xmlns:a16="http://schemas.microsoft.com/office/drawing/2014/main" id="{3B484FC5-0007-4F45-9996-06A0697A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0371" y="3675612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set-shadow-3">
            <a:extLst xmlns:a="http://schemas.openxmlformats.org/drawingml/2006/main">
              <a:ext uri="{FF2B5EF4-FFF2-40B4-BE49-F238E27FC236}">
                <a16:creationId xmlns:a16="http://schemas.microsoft.com/office/drawing/2014/main" id="{F016784B-B7F3-4F02-B23E-CE2B334F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0736" y="3675612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set-shadow-4">
            <a:extLst xmlns:a="http://schemas.openxmlformats.org/drawingml/2006/main">
              <a:ext uri="{FF2B5EF4-FFF2-40B4-BE49-F238E27FC236}">
                <a16:creationId xmlns:a16="http://schemas.microsoft.com/office/drawing/2014/main" id="{764FE676-1138-4DC6-8589-37CD07B7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4712" y="261074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57E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set-circle-0">
            <a:extLst xmlns:a="http://schemas.openxmlformats.org/drawingml/2006/main">
              <a:ext uri="{FF2B5EF4-FFF2-40B4-BE49-F238E27FC236}">
                <a16:creationId xmlns:a16="http://schemas.microsoft.com/office/drawing/2014/main" id="{1DFA176D-EF1E-4CA8-B08F-EA28AA02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187642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2AD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8" name="set-circle-1">
            <a:extLst xmlns:a="http://schemas.openxmlformats.org/drawingml/2006/main">
              <a:ext uri="{FF2B5EF4-FFF2-40B4-BE49-F238E27FC236}">
                <a16:creationId xmlns:a16="http://schemas.microsoft.com/office/drawing/2014/main" id="{5A318299-33D5-4EFD-AB3F-3F580A42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6395" y="253454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8DC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9" name="set-circle-2">
            <a:extLst xmlns:a="http://schemas.openxmlformats.org/drawingml/2006/main">
              <a:ext uri="{FF2B5EF4-FFF2-40B4-BE49-F238E27FC236}">
                <a16:creationId xmlns:a16="http://schemas.microsoft.com/office/drawing/2014/main" id="{730EF785-C540-4B3D-9CC6-55B54287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0371" y="3599412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0C2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10" name="set-circle-3">
            <a:extLst xmlns:a="http://schemas.openxmlformats.org/drawingml/2006/main">
              <a:ext uri="{FF2B5EF4-FFF2-40B4-BE49-F238E27FC236}">
                <a16:creationId xmlns:a16="http://schemas.microsoft.com/office/drawing/2014/main" id="{BD8C0FC2-027D-4A2D-BE4D-425637F5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0736" y="3599412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80C9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11" name="set-circle-4">
            <a:extLst xmlns:a="http://schemas.openxmlformats.org/drawingml/2006/main">
              <a:ext uri="{FF2B5EF4-FFF2-40B4-BE49-F238E27FC236}">
                <a16:creationId xmlns:a16="http://schemas.microsoft.com/office/drawing/2014/main" id="{693D79C5-2C2F-4949-B7F3-C73F76B3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4712" y="253454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B4"/>
          </a:solidFill>
          <a:ln xmlns:a="http://schemas.openxmlformats.org/drawingml/2006/main" w="1905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12" name="set-ring-0">
            <a:extLst xmlns:a="http://schemas.openxmlformats.org/drawingml/2006/main">
              <a:ext uri="{FF2B5EF4-FFF2-40B4-BE49-F238E27FC236}">
                <a16:creationId xmlns:a16="http://schemas.microsoft.com/office/drawing/2014/main" id="{82B29682-AAAB-489A-AE3C-AD7EAAB2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4925" y="1990725"/>
            <a:ext cx="1962150" cy="1962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et-ring-1">
            <a:extLst xmlns:a="http://schemas.openxmlformats.org/drawingml/2006/main">
              <a:ext uri="{FF2B5EF4-FFF2-40B4-BE49-F238E27FC236}">
                <a16:creationId xmlns:a16="http://schemas.microsoft.com/office/drawing/2014/main" id="{E4FD55E1-C3AA-4C61-B1DD-03A86557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0695" y="2648845"/>
            <a:ext cx="1962150" cy="1962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et-ring-2">
            <a:extLst xmlns:a="http://schemas.openxmlformats.org/drawingml/2006/main">
              <a:ext uri="{FF2B5EF4-FFF2-40B4-BE49-F238E27FC236}">
                <a16:creationId xmlns:a16="http://schemas.microsoft.com/office/drawing/2014/main" id="{19E74291-C7A7-4D41-A77B-8DF486B1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4671" y="3713712"/>
            <a:ext cx="1962150" cy="1962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et-ring-3">
            <a:extLst xmlns:a="http://schemas.openxmlformats.org/drawingml/2006/main">
              <a:ext uri="{FF2B5EF4-FFF2-40B4-BE49-F238E27FC236}">
                <a16:creationId xmlns:a16="http://schemas.microsoft.com/office/drawing/2014/main" id="{ACD60949-4FB7-456D-80AB-A97BDD38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5036" y="3713712"/>
            <a:ext cx="1962150" cy="1962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et-ring-4">
            <a:extLst xmlns:a="http://schemas.openxmlformats.org/drawingml/2006/main">
              <a:ext uri="{FF2B5EF4-FFF2-40B4-BE49-F238E27FC236}">
                <a16:creationId xmlns:a16="http://schemas.microsoft.com/office/drawing/2014/main" id="{7C0B00E7-385B-466D-8379-B13ED237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9012" y="2648845"/>
            <a:ext cx="1962150" cy="1962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et-marker-0">
            <a:extLst xmlns:a="http://schemas.openxmlformats.org/drawingml/2006/main">
              <a:ext uri="{FF2B5EF4-FFF2-40B4-BE49-F238E27FC236}">
                <a16:creationId xmlns:a16="http://schemas.microsoft.com/office/drawing/2014/main" id="{ABC5A67C-A402-4058-B6A2-29419F67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1855441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8" name="set-title-0">
            <a:extLst xmlns:a="http://schemas.openxmlformats.org/drawingml/2006/main">
              <a:ext uri="{FF2B5EF4-FFF2-40B4-BE49-F238E27FC236}">
                <a16:creationId xmlns:a16="http://schemas.microsoft.com/office/drawing/2014/main" id="{7B8B0A85-0C36-4A77-8483-C6EC4EC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22383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用户需要</a:t>
            </a:r>
          </a:p>
        </p:txBody>
      </p:sp>
      <p:sp>
        <p:nvSpPr>
          <p:cNvPr id="19" name="set-marker-1">
            <a:extLst xmlns:a="http://schemas.openxmlformats.org/drawingml/2006/main">
              <a:ext uri="{FF2B5EF4-FFF2-40B4-BE49-F238E27FC236}">
                <a16:creationId xmlns:a16="http://schemas.microsoft.com/office/drawing/2014/main" id="{80DFAC8B-4D14-4E66-B42A-C15F2C4E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6152" y="3179569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0" name="set-title-1">
            <a:extLst xmlns:a="http://schemas.openxmlformats.org/drawingml/2006/main">
              <a:ext uri="{FF2B5EF4-FFF2-40B4-BE49-F238E27FC236}">
                <a16:creationId xmlns:a16="http://schemas.microsoft.com/office/drawing/2014/main" id="{AB66CD99-0E18-4B30-A47E-4F8DF7E2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2239" y="3199209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组织规范</a:t>
            </a:r>
          </a:p>
        </p:txBody>
      </p:sp>
      <p:sp>
        <p:nvSpPr>
          <p:cNvPr id="21" name="set-marker-2">
            <a:extLst xmlns:a="http://schemas.openxmlformats.org/drawingml/2006/main">
              <a:ext uri="{FF2B5EF4-FFF2-40B4-BE49-F238E27FC236}">
                <a16:creationId xmlns:a16="http://schemas.microsoft.com/office/drawing/2014/main" id="{67754AFD-6A1E-42D7-AD40-49334EAA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9931" y="5322246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2" name="set-title-2">
            <a:extLst xmlns:a="http://schemas.openxmlformats.org/drawingml/2006/main">
              <a:ext uri="{FF2B5EF4-FFF2-40B4-BE49-F238E27FC236}">
                <a16:creationId xmlns:a16="http://schemas.microsoft.com/office/drawing/2014/main" id="{772D41D5-FE43-490E-B2E0-1F95DC64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7119" y="4754013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表达能力</a:t>
            </a:r>
          </a:p>
        </p:txBody>
      </p:sp>
      <p:sp>
        <p:nvSpPr>
          <p:cNvPr id="23" name="set-marker-3">
            <a:extLst xmlns:a="http://schemas.openxmlformats.org/drawingml/2006/main">
              <a:ext uri="{FF2B5EF4-FFF2-40B4-BE49-F238E27FC236}">
                <a16:creationId xmlns:a16="http://schemas.microsoft.com/office/drawing/2014/main" id="{EF9A3801-E810-40F6-8943-8CF34FE7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7116" y="5322246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4" name="set-title-3">
            <a:extLst xmlns:a="http://schemas.openxmlformats.org/drawingml/2006/main">
              <a:ext uri="{FF2B5EF4-FFF2-40B4-BE49-F238E27FC236}">
                <a16:creationId xmlns:a16="http://schemas.microsoft.com/office/drawing/2014/main" id="{7FAF5645-CF56-4745-B441-CD097955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2238" y="4754013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资产能力</a:t>
            </a:r>
          </a:p>
        </p:txBody>
      </p:sp>
      <p:sp>
        <p:nvSpPr>
          <p:cNvPr id="25" name="set-marker-4">
            <a:extLst xmlns:a="http://schemas.openxmlformats.org/drawingml/2006/main">
              <a:ext uri="{FF2B5EF4-FFF2-40B4-BE49-F238E27FC236}">
                <a16:creationId xmlns:a16="http://schemas.microsoft.com/office/drawing/2014/main" id="{BE5BE401-74E7-4A6A-9F85-094EBA32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0906" y="3179569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7200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26" name="set-title-4">
            <a:extLst xmlns:a="http://schemas.openxmlformats.org/drawingml/2006/main">
              <a:ext uri="{FF2B5EF4-FFF2-40B4-BE49-F238E27FC236}">
                <a16:creationId xmlns:a16="http://schemas.microsoft.com/office/drawing/2014/main" id="{AD5BE89F-4D39-45D0-A718-FE1B9F0D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7118" y="3199209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反馈校准</a:t>
            </a:r>
          </a:p>
        </p:txBody>
      </p:sp>
      <p:sp>
        <p:nvSpPr>
          <p:cNvPr id="27" name="shared-halo">
            <a:extLst xmlns:a="http://schemas.openxmlformats.org/drawingml/2006/main">
              <a:ext uri="{FF2B5EF4-FFF2-40B4-BE49-F238E27FC236}">
                <a16:creationId xmlns:a16="http://schemas.microsoft.com/office/drawing/2014/main" id="{0EC164C2-1C81-4117-AEAD-7E802331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32385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4000"/>
            </a:srgbClr>
          </a:solidFill>
          <a:ln xmlns:a="http://schemas.openxmlformats.org/drawingml/2006/main" w="19050">
            <a:solidFill>
              <a:srgbClr val="FFFFFF">
                <a:alpha val="74000"/>
              </a:srgbClr>
            </a:solidFill>
            <a:prstDash val="solid"/>
          </a:ln>
        </p:spPr>
      </p:sp>
      <p:sp>
        <p:nvSpPr>
          <p:cNvPr id="28" name="shared-core">
            <a:extLst xmlns:a="http://schemas.openxmlformats.org/drawingml/2006/main">
              <a:ext uri="{FF2B5EF4-FFF2-40B4-BE49-F238E27FC236}">
                <a16:creationId xmlns:a16="http://schemas.microsoft.com/office/drawing/2014/main" id="{6424E02B-1B66-4EF9-970E-01254BDD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33528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9" name="shared-ring">
            <a:extLst xmlns:a="http://schemas.openxmlformats.org/drawingml/2006/main">
              <a:ext uri="{FF2B5EF4-FFF2-40B4-BE49-F238E27FC236}">
                <a16:creationId xmlns:a16="http://schemas.microsoft.com/office/drawing/2014/main" id="{F8009A78-9EC6-4F5F-9EC2-FE4EF8B4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3448050"/>
            <a:ext cx="952500" cy="95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3F3"/>
            </a:solidFill>
            <a:prstDash val="solid"/>
          </a:ln>
        </p:spPr>
      </p:sp>
      <p:sp>
        <p:nvSpPr>
          <p:cNvPr id="30" name="shared-title">
            <a:extLst xmlns:a="http://schemas.openxmlformats.org/drawingml/2006/main">
              <a:ext uri="{FF2B5EF4-FFF2-40B4-BE49-F238E27FC236}">
                <a16:creationId xmlns:a16="http://schemas.microsoft.com/office/drawing/2014/main" id="{467AE5EA-BF33-4E12-99E4-C960C066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3693766"/>
            <a:ext cx="895350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558F"/>
                </a:solidFill>
                <a:latin typeface="Microsoft YaHei"/>
                <a:ea typeface="Microsoft YaHei"/>
                <a:cs typeface="Microsoft YaHei"/>
              </a:rPr>
              <a:t>可靠生成</a:t>
            </a:r>
          </a:p>
        </p:txBody>
      </p:sp>
      <p:sp>
        <p:nvSpPr>
          <p:cNvPr id="31" name="shared-body">
            <a:extLst xmlns:a="http://schemas.openxmlformats.org/drawingml/2006/main">
              <a:ext uri="{FF2B5EF4-FFF2-40B4-BE49-F238E27FC236}">
                <a16:creationId xmlns:a16="http://schemas.microsoft.com/office/drawing/2014/main" id="{D118EFB5-0EC3-41C7-AEA5-B7DF1999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3964334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C96"/>
                </a:solidFill>
                <a:latin typeface="Microsoft YaHei"/>
                <a:ea typeface="Microsoft YaHei"/>
                <a:cs typeface="Microsoft YaHei"/>
              </a:rPr>
              <a:t>共同价值</a:t>
            </a:r>
          </a:p>
        </p:txBody>
      </p:sp>
    </p:spTree>
    <p:extLst>
      <p:ext uri="{BB962C8B-B14F-4D97-AF65-F5344CB8AC3E}">
        <p14:creationId xmlns:p14="http://schemas.microsoft.com/office/powerpoint/2010/main" val="1276706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1D457E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D4984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2026-08-25T07:23:44.0460000Z</dcterms:created>
  <dcterms:modified xsi:type="dcterms:W3CDTF">2026-08-25T07:23:44.0460000Z</dcterms:modified>
</coreProperties>
</file>