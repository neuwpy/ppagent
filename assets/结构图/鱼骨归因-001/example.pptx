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57c4a541764fb7" /><Relationship Type="http://schemas.openxmlformats.org/officeDocument/2006/relationships/extended-properties" Target="/docProps/app.xml" Id="R503bcfe13778468e" /><Relationship Type="http://schemas.openxmlformats.org/officeDocument/2006/relationships/officeDocument" Target="/ppt/presentation.xml" Id="R079ef474c9c74f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dbe0ab87eb847a9"/>
  </p:sldMasterIdLst>
  <p:notesMasterIdLst>
    <p:notesMasterId xmlns:r="http://schemas.openxmlformats.org/officeDocument/2006/relationships" r:id="R9f124ed3d5954aa6"/>
  </p:notesMasterIdLst>
  <p:sldIdLst>
    <p:sldId xmlns:r="http://schemas.openxmlformats.org/officeDocument/2006/relationships" id="256" r:id="Ra8afbaf83d9f4361"/>
    <p:sldId xmlns:r="http://schemas.openxmlformats.org/officeDocument/2006/relationships" id="257" r:id="Rd07bc57c61f24f7d"/>
    <p:sldId xmlns:r="http://schemas.openxmlformats.org/officeDocument/2006/relationships" id="258" r:id="R7734b8dbef5c4cca"/>
    <p:sldId xmlns:r="http://schemas.openxmlformats.org/officeDocument/2006/relationships" id="259" r:id="R9ca2509ae41d450b"/>
    <p:sldId xmlns:r="http://schemas.openxmlformats.org/officeDocument/2006/relationships" id="260" r:id="R6166c9b77c18427e"/>
    <p:sldId xmlns:r="http://schemas.openxmlformats.org/officeDocument/2006/relationships" id="261" r:id="R4795bbba283245b4"/>
    <p:sldId xmlns:r="http://schemas.openxmlformats.org/officeDocument/2006/relationships" id="262" r:id="R8607fa9d153740ab"/>
    <p:sldId xmlns:r="http://schemas.openxmlformats.org/officeDocument/2006/relationships" id="263" r:id="R38b09bfd1f4a439a"/>
    <p:sldId xmlns:r="http://schemas.openxmlformats.org/officeDocument/2006/relationships" id="264" r:id="Rba7bd4c4e7d1468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9b22a7360fc45e6" /><Relationship Type="http://schemas.openxmlformats.org/officeDocument/2006/relationships/slideMaster" Target="/ppt/slideMasters/slideMaster1.xml" Id="R4dbe0ab87eb847a9" /><Relationship Type="http://schemas.openxmlformats.org/officeDocument/2006/relationships/notesMaster" Target="/ppt/notesMasters/notesMaster1.xml" Id="R9f124ed3d5954aa6" /><Relationship Type="http://schemas.openxmlformats.org/officeDocument/2006/relationships/presProps" Target="/ppt/presProps.xml" Id="R83d1c7dee4db448e" /><Relationship Type="http://schemas.openxmlformats.org/officeDocument/2006/relationships/tableStyles" Target="/ppt/tableStyles.xml" Id="R71d05d4faf3d4445" /><Relationship Type="http://schemas.openxmlformats.org/officeDocument/2006/relationships/slide" Target="/ppt/slides/slide1.xml" Id="Ra8afbaf83d9f4361" /><Relationship Type="http://schemas.openxmlformats.org/officeDocument/2006/relationships/slide" Target="/ppt/slides/slide2.xml" Id="Rd07bc57c61f24f7d" /><Relationship Type="http://schemas.openxmlformats.org/officeDocument/2006/relationships/slide" Target="/ppt/slides/slide3.xml" Id="R7734b8dbef5c4cca" /><Relationship Type="http://schemas.openxmlformats.org/officeDocument/2006/relationships/slide" Target="/ppt/slides/slide4.xml" Id="R9ca2509ae41d450b" /><Relationship Type="http://schemas.openxmlformats.org/officeDocument/2006/relationships/slide" Target="/ppt/slides/slide5.xml" Id="R6166c9b77c18427e" /><Relationship Type="http://schemas.openxmlformats.org/officeDocument/2006/relationships/slide" Target="/ppt/slides/slide6.xml" Id="R4795bbba283245b4" /><Relationship Type="http://schemas.openxmlformats.org/officeDocument/2006/relationships/slide" Target="/ppt/slides/slide7.xml" Id="R8607fa9d153740ab" /><Relationship Type="http://schemas.openxmlformats.org/officeDocument/2006/relationships/slide" Target="/ppt/slides/slide8.xml" Id="R38b09bfd1f4a439a" /><Relationship Type="http://schemas.openxmlformats.org/officeDocument/2006/relationships/slide" Target="/ppt/slides/slide9.xml" Id="Rba7bd4c4e7d146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5baeea13eed4d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66700" dist="114300" dir="5400000">
              <a:srgbClr val="2F5EA8">
                <a:alpha val="22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14300" dist="47625" dir="5400000">
              <a:srgbClr val="2F5EA8">
                <a:alpha val="7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209550" dist="9525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133350" dist="57150" dir="5400000">
              <a:srgbClr val="2F5EA8">
                <a:alpha val="18000"/>
              </a:srgbClr>
            </a:outerShdw>
          </a:effectLst>
        </a:effectStyle>
        <a:effectStyle>
          <a:effectLst>
            <a:outerShdw blurRad="200025" dist="85725" dir="5400000">
              <a:srgbClr val="2F5EA8">
                <a:alpha val="14000"/>
              </a:srgbClr>
            </a:outerShdw>
          </a:effectLst>
        </a:effectStyle>
        <a:effectStyle>
          <a:effectLst>
            <a:outerShdw blurRad="171450" dist="76200" dir="5400000">
              <a:srgbClr val="264E80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1F497E">
                <a:alpha val="8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14300" dist="57150" dir="5400000">
              <a:srgbClr val="2F5EA8">
                <a:alpha val="15000"/>
              </a:srgbClr>
            </a:outerShdw>
          </a:effectLst>
        </a:effectStyle>
        <a:effectStyle>
          <a:effectLst>
            <a:outerShdw blurRad="114300" dist="47625" dir="5400000">
              <a:srgbClr val="2F5EA8">
                <a:alpha val="20000"/>
              </a:srgbClr>
            </a:outerShdw>
          </a:effectLst>
        </a:effectStyle>
        <a:effectStyle>
          <a:effectLst>
            <a:outerShdw blurRad="190500" dist="8572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266700" dist="133350" dir="5400000">
              <a:srgbClr val="2F5EA8">
                <a:alpha val="24000"/>
              </a:srgbClr>
            </a:outerShdw>
          </a:effectLst>
        </a:effectStyle>
        <a:effectStyle>
          <a:effectLst>
            <a:outerShdw blurRad="133350" dist="57150" dir="5400000">
              <a:srgbClr val="2F5EA8">
                <a:alpha val="6000"/>
              </a:srgbClr>
            </a:outerShdw>
          </a:effectLst>
        </a:effectStyle>
        <a:effectStyle>
          <a:effectLst>
            <a:outerShdw blurRad="171450" dist="66675" dir="5400000">
              <a:srgbClr val="2F5EA8">
                <a:alpha val="7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27203dea12346e5" /><Relationship Type="http://schemas.openxmlformats.org/officeDocument/2006/relationships/notesMaster" Target="/ppt/notesMasters/notesMaster1.xml" Id="Rfa22a3efa2734c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e99fb87bbb4165" /><Relationship Type="http://schemas.openxmlformats.org/officeDocument/2006/relationships/notesMaster" Target="/ppt/notesMasters/notesMaster1.xml" Id="R80c7b1d3e1734c9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4f19f29e8814b6c" /><Relationship Type="http://schemas.openxmlformats.org/officeDocument/2006/relationships/notesMaster" Target="/ppt/notesMasters/notesMaster1.xml" Id="R6c7f6555ad5c44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70701733c974318" /><Relationship Type="http://schemas.openxmlformats.org/officeDocument/2006/relationships/notesMaster" Target="/ppt/notesMasters/notesMaster1.xml" Id="R21675ce70c74421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b60008d9ffd4cb8" /><Relationship Type="http://schemas.openxmlformats.org/officeDocument/2006/relationships/notesMaster" Target="/ppt/notesMasters/notesMaster1.xml" Id="R0a6b65a116694cc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c769553fbf4884" /><Relationship Type="http://schemas.openxmlformats.org/officeDocument/2006/relationships/notesMaster" Target="/ppt/notesMasters/notesMaster1.xml" Id="R71e61f3fcf2146b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64936a1bb4f4382" /><Relationship Type="http://schemas.openxmlformats.org/officeDocument/2006/relationships/notesMaster" Target="/ppt/notesMasters/notesMaster1.xml" Id="R4d28b7e7ce52490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3e65f6be09e474c" /><Relationship Type="http://schemas.openxmlformats.org/officeDocument/2006/relationships/notesMaster" Target="/ppt/notesMasters/notesMaster1.xml" Id="Reb14513429b647b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bf7892d44094bae" /><Relationship Type="http://schemas.openxmlformats.org/officeDocument/2006/relationships/notesMaster" Target="/ppt/notesMasters/notesMaster1.xml" Id="R3fb951d5051140d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5ee592f4684d6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4ce69abc684d3e" /><Relationship Type="http://schemas.openxmlformats.org/officeDocument/2006/relationships/slideLayout" Target="/ppt/slideLayouts/slideLayout1.xml" Id="Rc10c088ef5424ea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10c088ef5424ea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66700" dist="114300" dir="5400000">
              <a:srgbClr val="2F5EA8">
                <a:alpha val="22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14300" dist="47625" dir="5400000">
              <a:srgbClr val="2F5EA8">
                <a:alpha val="7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209550" dist="9525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133350" dist="57150" dir="5400000">
              <a:srgbClr val="2F5EA8">
                <a:alpha val="18000"/>
              </a:srgbClr>
            </a:outerShdw>
          </a:effectLst>
        </a:effectStyle>
        <a:effectStyle>
          <a:effectLst>
            <a:outerShdw blurRad="200025" dist="85725" dir="5400000">
              <a:srgbClr val="2F5EA8">
                <a:alpha val="14000"/>
              </a:srgbClr>
            </a:outerShdw>
          </a:effectLst>
        </a:effectStyle>
        <a:effectStyle>
          <a:effectLst>
            <a:outerShdw blurRad="171450" dist="76200" dir="5400000">
              <a:srgbClr val="264E80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1F497E">
                <a:alpha val="8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14300" dist="57150" dir="5400000">
              <a:srgbClr val="2F5EA8">
                <a:alpha val="15000"/>
              </a:srgbClr>
            </a:outerShdw>
          </a:effectLst>
        </a:effectStyle>
        <a:effectStyle>
          <a:effectLst>
            <a:outerShdw blurRad="114300" dist="47625" dir="5400000">
              <a:srgbClr val="2F5EA8">
                <a:alpha val="20000"/>
              </a:srgbClr>
            </a:outerShdw>
          </a:effectLst>
        </a:effectStyle>
        <a:effectStyle>
          <a:effectLst>
            <a:outerShdw blurRad="190500" dist="8572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266700" dist="133350" dir="5400000">
              <a:srgbClr val="2F5EA8">
                <a:alpha val="24000"/>
              </a:srgbClr>
            </a:outerShdw>
          </a:effectLst>
        </a:effectStyle>
        <a:effectStyle>
          <a:effectLst>
            <a:outerShdw blurRad="133350" dist="57150" dir="5400000">
              <a:srgbClr val="2F5EA8">
                <a:alpha val="6000"/>
              </a:srgbClr>
            </a:outerShdw>
          </a:effectLst>
        </a:effectStyle>
        <a:effectStyle>
          <a:effectLst>
            <a:outerShdw blurRad="171450" dist="66675" dir="5400000">
              <a:srgbClr val="2F5EA8">
                <a:alpha val="7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f92977b6b94197" /><Relationship Type="http://schemas.openxmlformats.org/officeDocument/2006/relationships/notesSlide" Target="/ppt/notesSlides/notesSlide1.xml" Id="Rd3017bfc7bb549e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9c4f3b4af04864" /><Relationship Type="http://schemas.openxmlformats.org/officeDocument/2006/relationships/notesSlide" Target="/ppt/notesSlides/notesSlide2.xml" Id="Rfbb2f149f2c84f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23696744f64ff0" /><Relationship Type="http://schemas.openxmlformats.org/officeDocument/2006/relationships/notesSlide" Target="/ppt/notesSlides/notesSlide3.xml" Id="Ra195cb48e72f459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ed914634d6443e" /><Relationship Type="http://schemas.openxmlformats.org/officeDocument/2006/relationships/notesSlide" Target="/ppt/notesSlides/notesSlide4.xml" Id="Ra44248db6c44443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a9b1846a314618" /><Relationship Type="http://schemas.openxmlformats.org/officeDocument/2006/relationships/notesSlide" Target="/ppt/notesSlides/notesSlide5.xml" Id="R83e74236670f497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5c9d301ef44876" /><Relationship Type="http://schemas.openxmlformats.org/officeDocument/2006/relationships/notesSlide" Target="/ppt/notesSlides/notesSlide6.xml" Id="Rb5cd39d41ed34ab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e987fabcac4312" /><Relationship Type="http://schemas.openxmlformats.org/officeDocument/2006/relationships/notesSlide" Target="/ppt/notesSlides/notesSlide7.xml" Id="Ra418e2c84231454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836c81dd7d48cb" /><Relationship Type="http://schemas.openxmlformats.org/officeDocument/2006/relationships/notesSlide" Target="/ppt/notesSlides/notesSlide8.xml" Id="R4b286d2d21534f1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8cd61fad3c4899" /><Relationship Type="http://schemas.openxmlformats.org/officeDocument/2006/relationships/notesSlide" Target="/ppt/notesSlides/notesSlide9.xml" Id="Racae253b2c11494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causal-tail">
            <a:extLst xmlns:a="http://schemas.openxmlformats.org/drawingml/2006/main">
              <a:ext uri="{FF2B5EF4-FFF2-40B4-BE49-F238E27FC236}">
                <a16:creationId xmlns:a16="http://schemas.microsoft.com/office/drawing/2014/main" id="{B7310C65-9E61-4F57-B851-FA32CB1BF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9125" y="3390900"/>
            <a:ext cx="533390" cy="1065305"/>
          </a:xfrm>
          <a:custGeom xmlns:a="http://schemas.openxmlformats.org/drawingml/2006/main">
            <a:pathLst>
              <a:path w="533390" h="1065305">
                <a:moveTo>
                  <a:pt x="0" y="0"/>
                </a:moveTo>
                <a:lnTo>
                  <a:pt x="18783" y="2372"/>
                </a:lnTo>
                <a:lnTo>
                  <a:pt x="37509" y="5172"/>
                </a:lnTo>
                <a:lnTo>
                  <a:pt x="56159" y="8430"/>
                </a:lnTo>
                <a:lnTo>
                  <a:pt x="74714" y="12144"/>
                </a:lnTo>
                <a:lnTo>
                  <a:pt x="93183" y="16326"/>
                </a:lnTo>
                <a:lnTo>
                  <a:pt x="111538" y="20984"/>
                </a:lnTo>
                <a:lnTo>
                  <a:pt x="129750" y="26118"/>
                </a:lnTo>
                <a:lnTo>
                  <a:pt x="147828" y="31747"/>
                </a:lnTo>
                <a:lnTo>
                  <a:pt x="165745" y="37871"/>
                </a:lnTo>
                <a:lnTo>
                  <a:pt x="183480" y="44501"/>
                </a:lnTo>
                <a:lnTo>
                  <a:pt x="201016" y="51635"/>
                </a:lnTo>
                <a:lnTo>
                  <a:pt x="218332" y="59284"/>
                </a:lnTo>
                <a:lnTo>
                  <a:pt x="235410" y="67447"/>
                </a:lnTo>
                <a:lnTo>
                  <a:pt x="252232" y="76133"/>
                </a:lnTo>
                <a:lnTo>
                  <a:pt x="268776" y="85334"/>
                </a:lnTo>
                <a:lnTo>
                  <a:pt x="285017" y="95060"/>
                </a:lnTo>
                <a:lnTo>
                  <a:pt x="300933" y="105308"/>
                </a:lnTo>
                <a:lnTo>
                  <a:pt x="316506" y="116072"/>
                </a:lnTo>
                <a:lnTo>
                  <a:pt x="331708" y="127359"/>
                </a:lnTo>
                <a:lnTo>
                  <a:pt x="346520" y="139151"/>
                </a:lnTo>
                <a:lnTo>
                  <a:pt x="360912" y="151448"/>
                </a:lnTo>
                <a:lnTo>
                  <a:pt x="374866" y="164240"/>
                </a:lnTo>
                <a:lnTo>
                  <a:pt x="388353" y="177517"/>
                </a:lnTo>
                <a:lnTo>
                  <a:pt x="401364" y="191272"/>
                </a:lnTo>
                <a:lnTo>
                  <a:pt x="413861" y="205492"/>
                </a:lnTo>
                <a:lnTo>
                  <a:pt x="425834" y="220161"/>
                </a:lnTo>
                <a:lnTo>
                  <a:pt x="437255" y="235258"/>
                </a:lnTo>
                <a:lnTo>
                  <a:pt x="448104" y="250774"/>
                </a:lnTo>
                <a:lnTo>
                  <a:pt x="458362" y="266681"/>
                </a:lnTo>
                <a:lnTo>
                  <a:pt x="468020" y="282959"/>
                </a:lnTo>
                <a:lnTo>
                  <a:pt x="477050" y="299599"/>
                </a:lnTo>
                <a:lnTo>
                  <a:pt x="485442" y="316573"/>
                </a:lnTo>
                <a:lnTo>
                  <a:pt x="493185" y="333842"/>
                </a:lnTo>
                <a:lnTo>
                  <a:pt x="500272" y="351406"/>
                </a:lnTo>
                <a:lnTo>
                  <a:pt x="506673" y="369218"/>
                </a:lnTo>
                <a:lnTo>
                  <a:pt x="512407" y="387258"/>
                </a:lnTo>
                <a:lnTo>
                  <a:pt x="517446" y="405508"/>
                </a:lnTo>
                <a:lnTo>
                  <a:pt x="521799" y="423929"/>
                </a:lnTo>
                <a:lnTo>
                  <a:pt x="525456" y="442503"/>
                </a:lnTo>
                <a:lnTo>
                  <a:pt x="528418" y="461201"/>
                </a:lnTo>
                <a:lnTo>
                  <a:pt x="530685" y="479993"/>
                </a:lnTo>
                <a:lnTo>
                  <a:pt x="532276" y="498862"/>
                </a:lnTo>
                <a:lnTo>
                  <a:pt x="533171" y="517769"/>
                </a:lnTo>
                <a:lnTo>
                  <a:pt x="533390" y="536696"/>
                </a:lnTo>
                <a:lnTo>
                  <a:pt x="532933" y="555622"/>
                </a:lnTo>
                <a:lnTo>
                  <a:pt x="531800" y="574519"/>
                </a:lnTo>
                <a:lnTo>
                  <a:pt x="529971" y="593369"/>
                </a:lnTo>
                <a:lnTo>
                  <a:pt x="527466" y="612134"/>
                </a:lnTo>
                <a:lnTo>
                  <a:pt x="524256" y="630784"/>
                </a:lnTo>
                <a:lnTo>
                  <a:pt x="520360" y="649310"/>
                </a:lnTo>
                <a:lnTo>
                  <a:pt x="515769" y="667674"/>
                </a:lnTo>
                <a:lnTo>
                  <a:pt x="510483" y="685857"/>
                </a:lnTo>
                <a:lnTo>
                  <a:pt x="504520" y="703821"/>
                </a:lnTo>
                <a:lnTo>
                  <a:pt x="497872" y="721547"/>
                </a:lnTo>
                <a:lnTo>
                  <a:pt x="490557" y="739007"/>
                </a:lnTo>
                <a:lnTo>
                  <a:pt x="482594" y="756180"/>
                </a:lnTo>
                <a:lnTo>
                  <a:pt x="473974" y="773039"/>
                </a:lnTo>
                <a:lnTo>
                  <a:pt x="464725" y="789556"/>
                </a:lnTo>
                <a:lnTo>
                  <a:pt x="454857" y="805710"/>
                </a:lnTo>
                <a:lnTo>
                  <a:pt x="444389" y="821484"/>
                </a:lnTo>
                <a:lnTo>
                  <a:pt x="433340" y="836857"/>
                </a:lnTo>
                <a:lnTo>
                  <a:pt x="421719" y="851802"/>
                </a:lnTo>
                <a:lnTo>
                  <a:pt x="409565" y="866318"/>
                </a:lnTo>
                <a:lnTo>
                  <a:pt x="396888" y="880377"/>
                </a:lnTo>
                <a:lnTo>
                  <a:pt x="383705" y="893969"/>
                </a:lnTo>
                <a:lnTo>
                  <a:pt x="370056" y="907075"/>
                </a:lnTo>
                <a:lnTo>
                  <a:pt x="355940" y="919696"/>
                </a:lnTo>
                <a:lnTo>
                  <a:pt x="341405" y="931821"/>
                </a:lnTo>
                <a:lnTo>
                  <a:pt x="326450" y="943432"/>
                </a:lnTo>
                <a:lnTo>
                  <a:pt x="311115" y="954538"/>
                </a:lnTo>
                <a:lnTo>
                  <a:pt x="295418" y="965121"/>
                </a:lnTo>
                <a:lnTo>
                  <a:pt x="279387" y="975189"/>
                </a:lnTo>
                <a:lnTo>
                  <a:pt x="263042" y="984733"/>
                </a:lnTo>
                <a:lnTo>
                  <a:pt x="246402" y="993753"/>
                </a:lnTo>
                <a:lnTo>
                  <a:pt x="229486" y="1002259"/>
                </a:lnTo>
                <a:lnTo>
                  <a:pt x="212322" y="1010241"/>
                </a:lnTo>
                <a:lnTo>
                  <a:pt x="194920" y="1017708"/>
                </a:lnTo>
                <a:lnTo>
                  <a:pt x="177317" y="1024671"/>
                </a:lnTo>
                <a:lnTo>
                  <a:pt x="159515" y="1031119"/>
                </a:lnTo>
                <a:lnTo>
                  <a:pt x="141542" y="1037072"/>
                </a:lnTo>
                <a:lnTo>
                  <a:pt x="123415" y="1042530"/>
                </a:lnTo>
                <a:lnTo>
                  <a:pt x="105146" y="1047493"/>
                </a:lnTo>
                <a:lnTo>
                  <a:pt x="86754" y="1051989"/>
                </a:lnTo>
                <a:lnTo>
                  <a:pt x="68256" y="1056008"/>
                </a:lnTo>
                <a:lnTo>
                  <a:pt x="49663" y="1059561"/>
                </a:lnTo>
                <a:lnTo>
                  <a:pt x="30985" y="1062657"/>
                </a:lnTo>
                <a:lnTo>
                  <a:pt x="12240" y="1065305"/>
                </a:lnTo>
                <a:lnTo>
                  <a:pt x="0" y="1060199"/>
                </a:lnTo>
                <a:lnTo>
                  <a:pt x="0" y="1041263"/>
                </a:lnTo>
                <a:lnTo>
                  <a:pt x="0" y="1022337"/>
                </a:lnTo>
                <a:lnTo>
                  <a:pt x="0" y="1003402"/>
                </a:lnTo>
                <a:lnTo>
                  <a:pt x="0" y="984475"/>
                </a:lnTo>
                <a:lnTo>
                  <a:pt x="0" y="965540"/>
                </a:lnTo>
                <a:lnTo>
                  <a:pt x="0" y="946604"/>
                </a:lnTo>
                <a:lnTo>
                  <a:pt x="0" y="927678"/>
                </a:lnTo>
                <a:lnTo>
                  <a:pt x="0" y="908742"/>
                </a:lnTo>
                <a:lnTo>
                  <a:pt x="0" y="889806"/>
                </a:lnTo>
                <a:lnTo>
                  <a:pt x="0" y="870880"/>
                </a:lnTo>
                <a:lnTo>
                  <a:pt x="0" y="851945"/>
                </a:lnTo>
                <a:lnTo>
                  <a:pt x="0" y="833018"/>
                </a:lnTo>
                <a:lnTo>
                  <a:pt x="0" y="814083"/>
                </a:lnTo>
                <a:lnTo>
                  <a:pt x="0" y="795147"/>
                </a:lnTo>
                <a:lnTo>
                  <a:pt x="0" y="776221"/>
                </a:lnTo>
                <a:lnTo>
                  <a:pt x="0" y="757285"/>
                </a:lnTo>
                <a:lnTo>
                  <a:pt x="0" y="738349"/>
                </a:lnTo>
                <a:lnTo>
                  <a:pt x="0" y="719423"/>
                </a:lnTo>
                <a:lnTo>
                  <a:pt x="0" y="700488"/>
                </a:lnTo>
                <a:lnTo>
                  <a:pt x="0" y="681561"/>
                </a:lnTo>
                <a:lnTo>
                  <a:pt x="0" y="662626"/>
                </a:lnTo>
                <a:lnTo>
                  <a:pt x="0" y="643690"/>
                </a:lnTo>
                <a:lnTo>
                  <a:pt x="0" y="624764"/>
                </a:lnTo>
                <a:lnTo>
                  <a:pt x="0" y="605828"/>
                </a:lnTo>
                <a:lnTo>
                  <a:pt x="0" y="586892"/>
                </a:lnTo>
                <a:lnTo>
                  <a:pt x="0" y="567966"/>
                </a:lnTo>
                <a:lnTo>
                  <a:pt x="0" y="549031"/>
                </a:lnTo>
                <a:lnTo>
                  <a:pt x="0" y="530104"/>
                </a:lnTo>
                <a:lnTo>
                  <a:pt x="0" y="511169"/>
                </a:lnTo>
                <a:lnTo>
                  <a:pt x="0" y="492233"/>
                </a:lnTo>
                <a:lnTo>
                  <a:pt x="0" y="473307"/>
                </a:lnTo>
                <a:lnTo>
                  <a:pt x="0" y="454371"/>
                </a:lnTo>
                <a:lnTo>
                  <a:pt x="0" y="435435"/>
                </a:lnTo>
                <a:lnTo>
                  <a:pt x="0" y="416509"/>
                </a:lnTo>
                <a:lnTo>
                  <a:pt x="0" y="397574"/>
                </a:lnTo>
                <a:lnTo>
                  <a:pt x="0" y="378647"/>
                </a:lnTo>
                <a:lnTo>
                  <a:pt x="0" y="359712"/>
                </a:lnTo>
                <a:lnTo>
                  <a:pt x="0" y="340776"/>
                </a:lnTo>
                <a:lnTo>
                  <a:pt x="0" y="321850"/>
                </a:lnTo>
                <a:lnTo>
                  <a:pt x="0" y="302914"/>
                </a:lnTo>
                <a:lnTo>
                  <a:pt x="0" y="283978"/>
                </a:lnTo>
                <a:lnTo>
                  <a:pt x="0" y="265052"/>
                </a:lnTo>
                <a:lnTo>
                  <a:pt x="0" y="246116"/>
                </a:lnTo>
                <a:lnTo>
                  <a:pt x="0" y="227190"/>
                </a:lnTo>
                <a:lnTo>
                  <a:pt x="0" y="208255"/>
                </a:lnTo>
                <a:lnTo>
                  <a:pt x="0" y="189319"/>
                </a:lnTo>
                <a:lnTo>
                  <a:pt x="0" y="170393"/>
                </a:lnTo>
                <a:lnTo>
                  <a:pt x="0" y="151457"/>
                </a:lnTo>
                <a:lnTo>
                  <a:pt x="0" y="132521"/>
                </a:lnTo>
                <a:lnTo>
                  <a:pt x="0" y="113595"/>
                </a:lnTo>
                <a:lnTo>
                  <a:pt x="0" y="94659"/>
                </a:lnTo>
                <a:lnTo>
                  <a:pt x="0" y="75733"/>
                </a:lnTo>
                <a:lnTo>
                  <a:pt x="0" y="56798"/>
                </a:lnTo>
                <a:lnTo>
                  <a:pt x="0" y="37862"/>
                </a:lnTo>
                <a:lnTo>
                  <a:pt x="0" y="189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5A2D4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causal-spine">
            <a:extLst xmlns:a="http://schemas.openxmlformats.org/drawingml/2006/main">
              <a:ext uri="{FF2B5EF4-FFF2-40B4-BE49-F238E27FC236}">
                <a16:creationId xmlns:a16="http://schemas.microsoft.com/office/drawing/2014/main" id="{EC6EBD7C-6367-4971-9D2F-C3E904A76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1075" y="3924300"/>
            <a:ext cx="97917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38100">
            <a:solidFill>
              <a:srgbClr val="4F73BD"/>
            </a:solidFill>
            <a:prstDash val="solid"/>
          </a:ln>
        </p:spPr>
      </p:sp>
      <p:sp>
        <p:nvSpPr>
          <p:cNvPr id="3" name="cause-branch-0">
            <a:extLst xmlns:a="http://schemas.openxmlformats.org/drawingml/2006/main">
              <a:ext uri="{FF2B5EF4-FFF2-40B4-BE49-F238E27FC236}">
                <a16:creationId xmlns:a16="http://schemas.microsoft.com/office/drawing/2014/main" id="{E4BF7540-D0DF-4854-B524-C0FD4ACB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38625" y="2247900"/>
            <a:ext cx="381000" cy="1676400"/>
          </a:xfrm>
          <a:custGeom xmlns:a="http://schemas.openxmlformats.org/drawingml/2006/main">
            <a:pathLst>
              <a:path w="381000" h="1676400">
                <a:moveTo>
                  <a:pt x="381000" y="1676400"/>
                </a:moveTo>
                <a:lnTo>
                  <a:pt x="376809" y="1657979"/>
                </a:lnTo>
                <a:lnTo>
                  <a:pt x="372628" y="1639557"/>
                </a:lnTo>
                <a:lnTo>
                  <a:pt x="368437" y="1621136"/>
                </a:lnTo>
                <a:lnTo>
                  <a:pt x="364255" y="1602715"/>
                </a:lnTo>
                <a:lnTo>
                  <a:pt x="360064" y="1584293"/>
                </a:lnTo>
                <a:lnTo>
                  <a:pt x="355883" y="1565872"/>
                </a:lnTo>
                <a:lnTo>
                  <a:pt x="351692" y="1547451"/>
                </a:lnTo>
                <a:lnTo>
                  <a:pt x="347510" y="1529020"/>
                </a:lnTo>
                <a:lnTo>
                  <a:pt x="343319" y="1510598"/>
                </a:lnTo>
                <a:lnTo>
                  <a:pt x="339128" y="1492177"/>
                </a:lnTo>
                <a:lnTo>
                  <a:pt x="334947" y="1473756"/>
                </a:lnTo>
                <a:lnTo>
                  <a:pt x="330756" y="1455334"/>
                </a:lnTo>
                <a:lnTo>
                  <a:pt x="326574" y="1436913"/>
                </a:lnTo>
                <a:lnTo>
                  <a:pt x="322383" y="1418492"/>
                </a:lnTo>
                <a:lnTo>
                  <a:pt x="318202" y="1400070"/>
                </a:lnTo>
                <a:lnTo>
                  <a:pt x="314011" y="1381649"/>
                </a:lnTo>
                <a:lnTo>
                  <a:pt x="309820" y="1363228"/>
                </a:lnTo>
                <a:lnTo>
                  <a:pt x="305638" y="1344806"/>
                </a:lnTo>
                <a:lnTo>
                  <a:pt x="301447" y="1326385"/>
                </a:lnTo>
                <a:lnTo>
                  <a:pt x="297266" y="1307963"/>
                </a:lnTo>
                <a:lnTo>
                  <a:pt x="293075" y="1289542"/>
                </a:lnTo>
                <a:lnTo>
                  <a:pt x="288893" y="1271121"/>
                </a:lnTo>
                <a:lnTo>
                  <a:pt x="284702" y="1252690"/>
                </a:lnTo>
                <a:lnTo>
                  <a:pt x="280521" y="1234269"/>
                </a:lnTo>
                <a:lnTo>
                  <a:pt x="276330" y="1215847"/>
                </a:lnTo>
                <a:lnTo>
                  <a:pt x="272139" y="1197426"/>
                </a:lnTo>
                <a:lnTo>
                  <a:pt x="267957" y="1179005"/>
                </a:lnTo>
                <a:lnTo>
                  <a:pt x="263766" y="1160583"/>
                </a:lnTo>
                <a:lnTo>
                  <a:pt x="259585" y="1142162"/>
                </a:lnTo>
                <a:lnTo>
                  <a:pt x="255394" y="1123740"/>
                </a:lnTo>
                <a:lnTo>
                  <a:pt x="251212" y="1105319"/>
                </a:lnTo>
                <a:lnTo>
                  <a:pt x="247021" y="1086898"/>
                </a:lnTo>
                <a:lnTo>
                  <a:pt x="242840" y="1068476"/>
                </a:lnTo>
                <a:lnTo>
                  <a:pt x="238649" y="1050055"/>
                </a:lnTo>
                <a:lnTo>
                  <a:pt x="234458" y="1031634"/>
                </a:lnTo>
                <a:lnTo>
                  <a:pt x="230276" y="1013212"/>
                </a:lnTo>
                <a:lnTo>
                  <a:pt x="226085" y="994791"/>
                </a:lnTo>
                <a:lnTo>
                  <a:pt x="221904" y="976360"/>
                </a:lnTo>
                <a:lnTo>
                  <a:pt x="217713" y="957939"/>
                </a:lnTo>
                <a:lnTo>
                  <a:pt x="213531" y="939517"/>
                </a:lnTo>
                <a:lnTo>
                  <a:pt x="209340" y="921096"/>
                </a:lnTo>
                <a:lnTo>
                  <a:pt x="205149" y="902675"/>
                </a:lnTo>
                <a:lnTo>
                  <a:pt x="200968" y="884253"/>
                </a:lnTo>
                <a:lnTo>
                  <a:pt x="196777" y="865832"/>
                </a:lnTo>
                <a:lnTo>
                  <a:pt x="192596" y="847411"/>
                </a:lnTo>
                <a:lnTo>
                  <a:pt x="188405" y="828989"/>
                </a:lnTo>
                <a:lnTo>
                  <a:pt x="184223" y="810568"/>
                </a:lnTo>
                <a:lnTo>
                  <a:pt x="180032" y="792147"/>
                </a:lnTo>
                <a:lnTo>
                  <a:pt x="175851" y="773725"/>
                </a:lnTo>
                <a:lnTo>
                  <a:pt x="171660" y="755304"/>
                </a:lnTo>
                <a:lnTo>
                  <a:pt x="167469" y="736883"/>
                </a:lnTo>
                <a:lnTo>
                  <a:pt x="163287" y="718461"/>
                </a:lnTo>
                <a:lnTo>
                  <a:pt x="159096" y="700040"/>
                </a:lnTo>
                <a:lnTo>
                  <a:pt x="154915" y="681609"/>
                </a:lnTo>
                <a:lnTo>
                  <a:pt x="150724" y="663188"/>
                </a:lnTo>
                <a:lnTo>
                  <a:pt x="146542" y="644766"/>
                </a:lnTo>
                <a:lnTo>
                  <a:pt x="142351" y="626345"/>
                </a:lnTo>
                <a:lnTo>
                  <a:pt x="138160" y="607924"/>
                </a:lnTo>
                <a:lnTo>
                  <a:pt x="133979" y="589502"/>
                </a:lnTo>
                <a:lnTo>
                  <a:pt x="129788" y="571081"/>
                </a:lnTo>
                <a:lnTo>
                  <a:pt x="125606" y="552660"/>
                </a:lnTo>
                <a:lnTo>
                  <a:pt x="121415" y="534238"/>
                </a:lnTo>
                <a:lnTo>
                  <a:pt x="117234" y="515817"/>
                </a:lnTo>
                <a:lnTo>
                  <a:pt x="113043" y="497396"/>
                </a:lnTo>
                <a:lnTo>
                  <a:pt x="108861" y="478974"/>
                </a:lnTo>
                <a:lnTo>
                  <a:pt x="104670" y="460553"/>
                </a:lnTo>
                <a:lnTo>
                  <a:pt x="100479" y="442131"/>
                </a:lnTo>
                <a:lnTo>
                  <a:pt x="96298" y="423710"/>
                </a:lnTo>
                <a:lnTo>
                  <a:pt x="92107" y="405279"/>
                </a:lnTo>
                <a:lnTo>
                  <a:pt x="87925" y="386858"/>
                </a:lnTo>
                <a:lnTo>
                  <a:pt x="83734" y="368437"/>
                </a:lnTo>
                <a:lnTo>
                  <a:pt x="79553" y="350015"/>
                </a:lnTo>
                <a:lnTo>
                  <a:pt x="75362" y="331594"/>
                </a:lnTo>
                <a:lnTo>
                  <a:pt x="71180" y="313172"/>
                </a:lnTo>
                <a:lnTo>
                  <a:pt x="66989" y="294751"/>
                </a:lnTo>
                <a:lnTo>
                  <a:pt x="62798" y="276330"/>
                </a:lnTo>
                <a:lnTo>
                  <a:pt x="58617" y="257908"/>
                </a:lnTo>
                <a:lnTo>
                  <a:pt x="54426" y="239487"/>
                </a:lnTo>
                <a:lnTo>
                  <a:pt x="50244" y="221066"/>
                </a:lnTo>
                <a:lnTo>
                  <a:pt x="46053" y="202644"/>
                </a:lnTo>
                <a:lnTo>
                  <a:pt x="41872" y="184223"/>
                </a:lnTo>
                <a:lnTo>
                  <a:pt x="37681" y="165802"/>
                </a:lnTo>
                <a:lnTo>
                  <a:pt x="33490" y="147380"/>
                </a:lnTo>
                <a:lnTo>
                  <a:pt x="29308" y="128949"/>
                </a:lnTo>
                <a:lnTo>
                  <a:pt x="25117" y="110528"/>
                </a:lnTo>
                <a:lnTo>
                  <a:pt x="20936" y="92107"/>
                </a:lnTo>
                <a:lnTo>
                  <a:pt x="16745" y="73685"/>
                </a:lnTo>
                <a:lnTo>
                  <a:pt x="12563" y="55264"/>
                </a:lnTo>
                <a:lnTo>
                  <a:pt x="8372" y="36843"/>
                </a:lnTo>
                <a:lnTo>
                  <a:pt x="4191" y="1842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4" name="cause-branch-1">
            <a:extLst xmlns:a="http://schemas.openxmlformats.org/drawingml/2006/main">
              <a:ext uri="{FF2B5EF4-FFF2-40B4-BE49-F238E27FC236}">
                <a16:creationId xmlns:a16="http://schemas.microsoft.com/office/drawing/2014/main" id="{1257BE95-4FED-424D-83DC-D88075180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7625" y="2217420"/>
            <a:ext cx="381000" cy="1706880"/>
          </a:xfrm>
          <a:custGeom xmlns:a="http://schemas.openxmlformats.org/drawingml/2006/main">
            <a:pathLst>
              <a:path w="381000" h="1706880">
                <a:moveTo>
                  <a:pt x="381000" y="1706880"/>
                </a:moveTo>
                <a:lnTo>
                  <a:pt x="376857" y="1688325"/>
                </a:lnTo>
                <a:lnTo>
                  <a:pt x="372713" y="1669771"/>
                </a:lnTo>
                <a:lnTo>
                  <a:pt x="368579" y="1651225"/>
                </a:lnTo>
                <a:lnTo>
                  <a:pt x="364436" y="1632671"/>
                </a:lnTo>
                <a:lnTo>
                  <a:pt x="360293" y="1614116"/>
                </a:lnTo>
                <a:lnTo>
                  <a:pt x="356149" y="1595561"/>
                </a:lnTo>
                <a:lnTo>
                  <a:pt x="352015" y="1577007"/>
                </a:lnTo>
                <a:lnTo>
                  <a:pt x="347872" y="1558452"/>
                </a:lnTo>
                <a:lnTo>
                  <a:pt x="343729" y="1539907"/>
                </a:lnTo>
                <a:lnTo>
                  <a:pt x="339585" y="1521352"/>
                </a:lnTo>
                <a:lnTo>
                  <a:pt x="335442" y="1502797"/>
                </a:lnTo>
                <a:lnTo>
                  <a:pt x="331308" y="1484243"/>
                </a:lnTo>
                <a:lnTo>
                  <a:pt x="327165" y="1465688"/>
                </a:lnTo>
                <a:lnTo>
                  <a:pt x="323021" y="1447133"/>
                </a:lnTo>
                <a:lnTo>
                  <a:pt x="318878" y="1428588"/>
                </a:lnTo>
                <a:lnTo>
                  <a:pt x="314735" y="1410033"/>
                </a:lnTo>
                <a:lnTo>
                  <a:pt x="310601" y="1391479"/>
                </a:lnTo>
                <a:lnTo>
                  <a:pt x="306457" y="1372924"/>
                </a:lnTo>
                <a:lnTo>
                  <a:pt x="302314" y="1354369"/>
                </a:lnTo>
                <a:lnTo>
                  <a:pt x="298171" y="1335815"/>
                </a:lnTo>
                <a:lnTo>
                  <a:pt x="294037" y="1317269"/>
                </a:lnTo>
                <a:lnTo>
                  <a:pt x="289893" y="1298715"/>
                </a:lnTo>
                <a:lnTo>
                  <a:pt x="285750" y="1280160"/>
                </a:lnTo>
                <a:lnTo>
                  <a:pt x="281607" y="1261605"/>
                </a:lnTo>
                <a:lnTo>
                  <a:pt x="277463" y="1243051"/>
                </a:lnTo>
                <a:lnTo>
                  <a:pt x="273329" y="1224505"/>
                </a:lnTo>
                <a:lnTo>
                  <a:pt x="269186" y="1205951"/>
                </a:lnTo>
                <a:lnTo>
                  <a:pt x="265043" y="1187396"/>
                </a:lnTo>
                <a:lnTo>
                  <a:pt x="260899" y="1168841"/>
                </a:lnTo>
                <a:lnTo>
                  <a:pt x="256765" y="1150287"/>
                </a:lnTo>
                <a:lnTo>
                  <a:pt x="252622" y="1131732"/>
                </a:lnTo>
                <a:lnTo>
                  <a:pt x="248479" y="1113187"/>
                </a:lnTo>
                <a:lnTo>
                  <a:pt x="244335" y="1094632"/>
                </a:lnTo>
                <a:lnTo>
                  <a:pt x="240192" y="1076077"/>
                </a:lnTo>
                <a:lnTo>
                  <a:pt x="236058" y="1057523"/>
                </a:lnTo>
                <a:lnTo>
                  <a:pt x="231915" y="1038968"/>
                </a:lnTo>
                <a:lnTo>
                  <a:pt x="227771" y="1020413"/>
                </a:lnTo>
                <a:lnTo>
                  <a:pt x="223628" y="1001868"/>
                </a:lnTo>
                <a:lnTo>
                  <a:pt x="219485" y="983313"/>
                </a:lnTo>
                <a:lnTo>
                  <a:pt x="215351" y="964759"/>
                </a:lnTo>
                <a:lnTo>
                  <a:pt x="211207" y="946204"/>
                </a:lnTo>
                <a:lnTo>
                  <a:pt x="207064" y="927649"/>
                </a:lnTo>
                <a:lnTo>
                  <a:pt x="202921" y="909095"/>
                </a:lnTo>
                <a:lnTo>
                  <a:pt x="198787" y="890549"/>
                </a:lnTo>
                <a:lnTo>
                  <a:pt x="194643" y="871995"/>
                </a:lnTo>
                <a:lnTo>
                  <a:pt x="190500" y="853440"/>
                </a:lnTo>
                <a:lnTo>
                  <a:pt x="186357" y="834885"/>
                </a:lnTo>
                <a:lnTo>
                  <a:pt x="182213" y="816331"/>
                </a:lnTo>
                <a:lnTo>
                  <a:pt x="178079" y="797785"/>
                </a:lnTo>
                <a:lnTo>
                  <a:pt x="173936" y="779231"/>
                </a:lnTo>
                <a:lnTo>
                  <a:pt x="169793" y="760676"/>
                </a:lnTo>
                <a:lnTo>
                  <a:pt x="165649" y="742121"/>
                </a:lnTo>
                <a:lnTo>
                  <a:pt x="161515" y="723567"/>
                </a:lnTo>
                <a:lnTo>
                  <a:pt x="157372" y="705012"/>
                </a:lnTo>
                <a:lnTo>
                  <a:pt x="153229" y="686467"/>
                </a:lnTo>
                <a:lnTo>
                  <a:pt x="149085" y="667912"/>
                </a:lnTo>
                <a:lnTo>
                  <a:pt x="144942" y="649357"/>
                </a:lnTo>
                <a:lnTo>
                  <a:pt x="140808" y="630803"/>
                </a:lnTo>
                <a:lnTo>
                  <a:pt x="136665" y="612248"/>
                </a:lnTo>
                <a:lnTo>
                  <a:pt x="132521" y="593693"/>
                </a:lnTo>
                <a:lnTo>
                  <a:pt x="128378" y="575148"/>
                </a:lnTo>
                <a:lnTo>
                  <a:pt x="124235" y="556593"/>
                </a:lnTo>
                <a:lnTo>
                  <a:pt x="120101" y="538039"/>
                </a:lnTo>
                <a:lnTo>
                  <a:pt x="115957" y="519484"/>
                </a:lnTo>
                <a:lnTo>
                  <a:pt x="111814" y="500929"/>
                </a:lnTo>
                <a:lnTo>
                  <a:pt x="107671" y="482375"/>
                </a:lnTo>
                <a:lnTo>
                  <a:pt x="103537" y="463829"/>
                </a:lnTo>
                <a:lnTo>
                  <a:pt x="99393" y="445275"/>
                </a:lnTo>
                <a:lnTo>
                  <a:pt x="95250" y="426720"/>
                </a:lnTo>
                <a:lnTo>
                  <a:pt x="91107" y="408165"/>
                </a:lnTo>
                <a:lnTo>
                  <a:pt x="86963" y="389611"/>
                </a:lnTo>
                <a:lnTo>
                  <a:pt x="82829" y="371065"/>
                </a:lnTo>
                <a:lnTo>
                  <a:pt x="78686" y="352511"/>
                </a:lnTo>
                <a:lnTo>
                  <a:pt x="74543" y="333956"/>
                </a:lnTo>
                <a:lnTo>
                  <a:pt x="70399" y="315401"/>
                </a:lnTo>
                <a:lnTo>
                  <a:pt x="66265" y="296847"/>
                </a:lnTo>
                <a:lnTo>
                  <a:pt x="62122" y="278292"/>
                </a:lnTo>
                <a:lnTo>
                  <a:pt x="57979" y="259747"/>
                </a:lnTo>
                <a:lnTo>
                  <a:pt x="53835" y="241192"/>
                </a:lnTo>
                <a:lnTo>
                  <a:pt x="49692" y="222637"/>
                </a:lnTo>
                <a:lnTo>
                  <a:pt x="45558" y="204083"/>
                </a:lnTo>
                <a:lnTo>
                  <a:pt x="41415" y="185528"/>
                </a:lnTo>
                <a:lnTo>
                  <a:pt x="37271" y="166973"/>
                </a:lnTo>
                <a:lnTo>
                  <a:pt x="33128" y="148428"/>
                </a:lnTo>
                <a:lnTo>
                  <a:pt x="28985" y="129873"/>
                </a:lnTo>
                <a:lnTo>
                  <a:pt x="24851" y="111319"/>
                </a:lnTo>
                <a:lnTo>
                  <a:pt x="20707" y="92764"/>
                </a:lnTo>
                <a:lnTo>
                  <a:pt x="16564" y="74209"/>
                </a:lnTo>
                <a:lnTo>
                  <a:pt x="12421" y="55655"/>
                </a:lnTo>
                <a:lnTo>
                  <a:pt x="8287" y="37109"/>
                </a:lnTo>
                <a:lnTo>
                  <a:pt x="4143" y="1855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5" name="cause-branch-2">
            <a:extLst xmlns:a="http://schemas.openxmlformats.org/drawingml/2006/main">
              <a:ext uri="{FF2B5EF4-FFF2-40B4-BE49-F238E27FC236}">
                <a16:creationId xmlns:a16="http://schemas.microsoft.com/office/drawing/2014/main" id="{5701321E-B81A-4447-A16C-325A67ADA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67175" y="3924300"/>
            <a:ext cx="552450" cy="1676400"/>
          </a:xfrm>
          <a:custGeom xmlns:a="http://schemas.openxmlformats.org/drawingml/2006/main">
            <a:pathLst>
              <a:path w="552450" h="1676400">
                <a:moveTo>
                  <a:pt x="552450" y="0"/>
                </a:moveTo>
                <a:lnTo>
                  <a:pt x="546506" y="18021"/>
                </a:lnTo>
                <a:lnTo>
                  <a:pt x="540572" y="36052"/>
                </a:lnTo>
                <a:lnTo>
                  <a:pt x="534629" y="54073"/>
                </a:lnTo>
                <a:lnTo>
                  <a:pt x="528685" y="72104"/>
                </a:lnTo>
                <a:lnTo>
                  <a:pt x="522751" y="90126"/>
                </a:lnTo>
                <a:lnTo>
                  <a:pt x="516807" y="108156"/>
                </a:lnTo>
                <a:lnTo>
                  <a:pt x="510864" y="126178"/>
                </a:lnTo>
                <a:lnTo>
                  <a:pt x="504930" y="144209"/>
                </a:lnTo>
                <a:lnTo>
                  <a:pt x="498986" y="162230"/>
                </a:lnTo>
                <a:lnTo>
                  <a:pt x="493043" y="180261"/>
                </a:lnTo>
                <a:lnTo>
                  <a:pt x="487109" y="198282"/>
                </a:lnTo>
                <a:lnTo>
                  <a:pt x="481165" y="216313"/>
                </a:lnTo>
                <a:lnTo>
                  <a:pt x="475221" y="234334"/>
                </a:lnTo>
                <a:lnTo>
                  <a:pt x="469287" y="252365"/>
                </a:lnTo>
                <a:lnTo>
                  <a:pt x="463344" y="270386"/>
                </a:lnTo>
                <a:lnTo>
                  <a:pt x="457410" y="288417"/>
                </a:lnTo>
                <a:lnTo>
                  <a:pt x="451466" y="306438"/>
                </a:lnTo>
                <a:lnTo>
                  <a:pt x="445522" y="324469"/>
                </a:lnTo>
                <a:lnTo>
                  <a:pt x="439588" y="342490"/>
                </a:lnTo>
                <a:lnTo>
                  <a:pt x="433645" y="360512"/>
                </a:lnTo>
                <a:lnTo>
                  <a:pt x="427701" y="378543"/>
                </a:lnTo>
                <a:lnTo>
                  <a:pt x="421767" y="396564"/>
                </a:lnTo>
                <a:lnTo>
                  <a:pt x="415823" y="414595"/>
                </a:lnTo>
                <a:lnTo>
                  <a:pt x="409880" y="432616"/>
                </a:lnTo>
                <a:lnTo>
                  <a:pt x="403946" y="450647"/>
                </a:lnTo>
                <a:lnTo>
                  <a:pt x="398002" y="468668"/>
                </a:lnTo>
                <a:lnTo>
                  <a:pt x="392059" y="486699"/>
                </a:lnTo>
                <a:lnTo>
                  <a:pt x="386124" y="504720"/>
                </a:lnTo>
                <a:lnTo>
                  <a:pt x="380181" y="522751"/>
                </a:lnTo>
                <a:lnTo>
                  <a:pt x="374237" y="540772"/>
                </a:lnTo>
                <a:lnTo>
                  <a:pt x="368303" y="558803"/>
                </a:lnTo>
                <a:lnTo>
                  <a:pt x="362360" y="576824"/>
                </a:lnTo>
                <a:lnTo>
                  <a:pt x="356416" y="594855"/>
                </a:lnTo>
                <a:lnTo>
                  <a:pt x="350482" y="612877"/>
                </a:lnTo>
                <a:lnTo>
                  <a:pt x="344538" y="630907"/>
                </a:lnTo>
                <a:lnTo>
                  <a:pt x="338595" y="648929"/>
                </a:lnTo>
                <a:lnTo>
                  <a:pt x="332661" y="666960"/>
                </a:lnTo>
                <a:lnTo>
                  <a:pt x="326717" y="684981"/>
                </a:lnTo>
                <a:lnTo>
                  <a:pt x="320773" y="703002"/>
                </a:lnTo>
                <a:lnTo>
                  <a:pt x="314839" y="721033"/>
                </a:lnTo>
                <a:lnTo>
                  <a:pt x="308896" y="739054"/>
                </a:lnTo>
                <a:lnTo>
                  <a:pt x="302952" y="757085"/>
                </a:lnTo>
                <a:lnTo>
                  <a:pt x="297018" y="775106"/>
                </a:lnTo>
                <a:lnTo>
                  <a:pt x="291074" y="793137"/>
                </a:lnTo>
                <a:lnTo>
                  <a:pt x="285131" y="811159"/>
                </a:lnTo>
                <a:lnTo>
                  <a:pt x="279197" y="829189"/>
                </a:lnTo>
                <a:lnTo>
                  <a:pt x="273253" y="847211"/>
                </a:lnTo>
                <a:lnTo>
                  <a:pt x="267319" y="865241"/>
                </a:lnTo>
                <a:lnTo>
                  <a:pt x="261376" y="883263"/>
                </a:lnTo>
                <a:lnTo>
                  <a:pt x="255432" y="901294"/>
                </a:lnTo>
                <a:lnTo>
                  <a:pt x="249498" y="919315"/>
                </a:lnTo>
                <a:lnTo>
                  <a:pt x="243554" y="937346"/>
                </a:lnTo>
                <a:lnTo>
                  <a:pt x="237611" y="955367"/>
                </a:lnTo>
                <a:lnTo>
                  <a:pt x="231677" y="973398"/>
                </a:lnTo>
                <a:lnTo>
                  <a:pt x="225733" y="991419"/>
                </a:lnTo>
                <a:lnTo>
                  <a:pt x="219789" y="1009450"/>
                </a:lnTo>
                <a:lnTo>
                  <a:pt x="213855" y="1027471"/>
                </a:lnTo>
                <a:lnTo>
                  <a:pt x="207912" y="1045493"/>
                </a:lnTo>
                <a:lnTo>
                  <a:pt x="201968" y="1063523"/>
                </a:lnTo>
                <a:lnTo>
                  <a:pt x="196034" y="1081545"/>
                </a:lnTo>
                <a:lnTo>
                  <a:pt x="190090" y="1099576"/>
                </a:lnTo>
                <a:lnTo>
                  <a:pt x="184147" y="1117597"/>
                </a:lnTo>
                <a:lnTo>
                  <a:pt x="178213" y="1135628"/>
                </a:lnTo>
                <a:lnTo>
                  <a:pt x="172269" y="1153649"/>
                </a:lnTo>
                <a:lnTo>
                  <a:pt x="166326" y="1171680"/>
                </a:lnTo>
                <a:lnTo>
                  <a:pt x="160391" y="1189701"/>
                </a:lnTo>
                <a:lnTo>
                  <a:pt x="154448" y="1207732"/>
                </a:lnTo>
                <a:lnTo>
                  <a:pt x="148504" y="1225753"/>
                </a:lnTo>
                <a:lnTo>
                  <a:pt x="142570" y="1243784"/>
                </a:lnTo>
                <a:lnTo>
                  <a:pt x="136627" y="1261805"/>
                </a:lnTo>
                <a:lnTo>
                  <a:pt x="130683" y="1279836"/>
                </a:lnTo>
                <a:lnTo>
                  <a:pt x="124749" y="1297857"/>
                </a:lnTo>
                <a:lnTo>
                  <a:pt x="118805" y="1315888"/>
                </a:lnTo>
                <a:lnTo>
                  <a:pt x="112862" y="1333910"/>
                </a:lnTo>
                <a:lnTo>
                  <a:pt x="106928" y="1351931"/>
                </a:lnTo>
                <a:lnTo>
                  <a:pt x="100984" y="1369962"/>
                </a:lnTo>
                <a:lnTo>
                  <a:pt x="95040" y="1387983"/>
                </a:lnTo>
                <a:lnTo>
                  <a:pt x="89106" y="1406014"/>
                </a:lnTo>
                <a:lnTo>
                  <a:pt x="83163" y="1424035"/>
                </a:lnTo>
                <a:lnTo>
                  <a:pt x="77229" y="1442066"/>
                </a:lnTo>
                <a:lnTo>
                  <a:pt x="71285" y="1460087"/>
                </a:lnTo>
                <a:lnTo>
                  <a:pt x="65342" y="1478118"/>
                </a:lnTo>
                <a:lnTo>
                  <a:pt x="59407" y="1496139"/>
                </a:lnTo>
                <a:lnTo>
                  <a:pt x="53464" y="1514170"/>
                </a:lnTo>
                <a:lnTo>
                  <a:pt x="47520" y="1532192"/>
                </a:lnTo>
                <a:lnTo>
                  <a:pt x="41586" y="1550222"/>
                </a:lnTo>
                <a:lnTo>
                  <a:pt x="35643" y="1568244"/>
                </a:lnTo>
                <a:lnTo>
                  <a:pt x="29699" y="1586274"/>
                </a:lnTo>
                <a:lnTo>
                  <a:pt x="23765" y="1604296"/>
                </a:lnTo>
                <a:lnTo>
                  <a:pt x="17821" y="1622327"/>
                </a:lnTo>
                <a:lnTo>
                  <a:pt x="11878" y="1640348"/>
                </a:lnTo>
                <a:lnTo>
                  <a:pt x="5944" y="1658379"/>
                </a:lnTo>
                <a:lnTo>
                  <a:pt x="0" y="167640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6" name="cause-branch-3">
            <a:extLst xmlns:a="http://schemas.openxmlformats.org/drawingml/2006/main">
              <a:ext uri="{FF2B5EF4-FFF2-40B4-BE49-F238E27FC236}">
                <a16:creationId xmlns:a16="http://schemas.microsoft.com/office/drawing/2014/main" id="{29842FF8-ED10-4FAB-83CE-E85A8A0F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96175" y="3924300"/>
            <a:ext cx="552450" cy="1706880"/>
          </a:xfrm>
          <a:custGeom xmlns:a="http://schemas.openxmlformats.org/drawingml/2006/main">
            <a:pathLst>
              <a:path w="552450" h="1706880">
                <a:moveTo>
                  <a:pt x="552450" y="0"/>
                </a:moveTo>
                <a:lnTo>
                  <a:pt x="546630" y="17964"/>
                </a:lnTo>
                <a:lnTo>
                  <a:pt x="540820" y="35938"/>
                </a:lnTo>
                <a:lnTo>
                  <a:pt x="535000" y="53902"/>
                </a:lnTo>
                <a:lnTo>
                  <a:pt x="529190" y="71866"/>
                </a:lnTo>
                <a:lnTo>
                  <a:pt x="523370" y="89840"/>
                </a:lnTo>
                <a:lnTo>
                  <a:pt x="517560" y="107804"/>
                </a:lnTo>
                <a:lnTo>
                  <a:pt x="511740" y="125768"/>
                </a:lnTo>
                <a:lnTo>
                  <a:pt x="505930" y="143742"/>
                </a:lnTo>
                <a:lnTo>
                  <a:pt x="500110" y="161706"/>
                </a:lnTo>
                <a:lnTo>
                  <a:pt x="494300" y="179670"/>
                </a:lnTo>
                <a:lnTo>
                  <a:pt x="488480" y="197634"/>
                </a:lnTo>
                <a:lnTo>
                  <a:pt x="482670" y="215608"/>
                </a:lnTo>
                <a:lnTo>
                  <a:pt x="476850" y="233572"/>
                </a:lnTo>
                <a:lnTo>
                  <a:pt x="471040" y="251536"/>
                </a:lnTo>
                <a:lnTo>
                  <a:pt x="465220" y="269510"/>
                </a:lnTo>
                <a:lnTo>
                  <a:pt x="459410" y="287474"/>
                </a:lnTo>
                <a:lnTo>
                  <a:pt x="453590" y="305438"/>
                </a:lnTo>
                <a:lnTo>
                  <a:pt x="447770" y="323412"/>
                </a:lnTo>
                <a:lnTo>
                  <a:pt x="441960" y="341376"/>
                </a:lnTo>
                <a:lnTo>
                  <a:pt x="436140" y="359340"/>
                </a:lnTo>
                <a:lnTo>
                  <a:pt x="430330" y="377314"/>
                </a:lnTo>
                <a:lnTo>
                  <a:pt x="424510" y="395278"/>
                </a:lnTo>
                <a:lnTo>
                  <a:pt x="418700" y="413242"/>
                </a:lnTo>
                <a:lnTo>
                  <a:pt x="412880" y="431216"/>
                </a:lnTo>
                <a:lnTo>
                  <a:pt x="407070" y="449180"/>
                </a:lnTo>
                <a:lnTo>
                  <a:pt x="401250" y="467144"/>
                </a:lnTo>
                <a:lnTo>
                  <a:pt x="395440" y="485118"/>
                </a:lnTo>
                <a:lnTo>
                  <a:pt x="389620" y="503082"/>
                </a:lnTo>
                <a:lnTo>
                  <a:pt x="383810" y="521046"/>
                </a:lnTo>
                <a:lnTo>
                  <a:pt x="377990" y="539010"/>
                </a:lnTo>
                <a:lnTo>
                  <a:pt x="372180" y="556984"/>
                </a:lnTo>
                <a:lnTo>
                  <a:pt x="366360" y="574948"/>
                </a:lnTo>
                <a:lnTo>
                  <a:pt x="360550" y="592912"/>
                </a:lnTo>
                <a:lnTo>
                  <a:pt x="354730" y="610886"/>
                </a:lnTo>
                <a:lnTo>
                  <a:pt x="348920" y="628850"/>
                </a:lnTo>
                <a:lnTo>
                  <a:pt x="343100" y="646814"/>
                </a:lnTo>
                <a:lnTo>
                  <a:pt x="337290" y="664788"/>
                </a:lnTo>
                <a:lnTo>
                  <a:pt x="331470" y="682752"/>
                </a:lnTo>
                <a:lnTo>
                  <a:pt x="325650" y="700716"/>
                </a:lnTo>
                <a:lnTo>
                  <a:pt x="319840" y="718690"/>
                </a:lnTo>
                <a:lnTo>
                  <a:pt x="314020" y="736654"/>
                </a:lnTo>
                <a:lnTo>
                  <a:pt x="308210" y="754618"/>
                </a:lnTo>
                <a:lnTo>
                  <a:pt x="302390" y="772592"/>
                </a:lnTo>
                <a:lnTo>
                  <a:pt x="296580" y="790556"/>
                </a:lnTo>
                <a:lnTo>
                  <a:pt x="290760" y="808520"/>
                </a:lnTo>
                <a:lnTo>
                  <a:pt x="284950" y="826494"/>
                </a:lnTo>
                <a:lnTo>
                  <a:pt x="279130" y="844458"/>
                </a:lnTo>
                <a:lnTo>
                  <a:pt x="273320" y="862422"/>
                </a:lnTo>
                <a:lnTo>
                  <a:pt x="267500" y="880386"/>
                </a:lnTo>
                <a:lnTo>
                  <a:pt x="261690" y="898360"/>
                </a:lnTo>
                <a:lnTo>
                  <a:pt x="255870" y="916324"/>
                </a:lnTo>
                <a:lnTo>
                  <a:pt x="250060" y="934288"/>
                </a:lnTo>
                <a:lnTo>
                  <a:pt x="244240" y="952262"/>
                </a:lnTo>
                <a:lnTo>
                  <a:pt x="238430" y="970226"/>
                </a:lnTo>
                <a:lnTo>
                  <a:pt x="232610" y="988190"/>
                </a:lnTo>
                <a:lnTo>
                  <a:pt x="226800" y="1006164"/>
                </a:lnTo>
                <a:lnTo>
                  <a:pt x="220980" y="1024128"/>
                </a:lnTo>
                <a:lnTo>
                  <a:pt x="215160" y="1042092"/>
                </a:lnTo>
                <a:lnTo>
                  <a:pt x="209350" y="1060066"/>
                </a:lnTo>
                <a:lnTo>
                  <a:pt x="203530" y="1078030"/>
                </a:lnTo>
                <a:lnTo>
                  <a:pt x="197720" y="1095994"/>
                </a:lnTo>
                <a:lnTo>
                  <a:pt x="191900" y="1113968"/>
                </a:lnTo>
                <a:lnTo>
                  <a:pt x="186090" y="1131932"/>
                </a:lnTo>
                <a:lnTo>
                  <a:pt x="180270" y="1149896"/>
                </a:lnTo>
                <a:lnTo>
                  <a:pt x="174460" y="1167870"/>
                </a:lnTo>
                <a:lnTo>
                  <a:pt x="168640" y="1185834"/>
                </a:lnTo>
                <a:lnTo>
                  <a:pt x="162830" y="1203798"/>
                </a:lnTo>
                <a:lnTo>
                  <a:pt x="157010" y="1221762"/>
                </a:lnTo>
                <a:lnTo>
                  <a:pt x="151200" y="1239736"/>
                </a:lnTo>
                <a:lnTo>
                  <a:pt x="145380" y="1257700"/>
                </a:lnTo>
                <a:lnTo>
                  <a:pt x="139570" y="1275664"/>
                </a:lnTo>
                <a:lnTo>
                  <a:pt x="133750" y="1293638"/>
                </a:lnTo>
                <a:lnTo>
                  <a:pt x="127940" y="1311602"/>
                </a:lnTo>
                <a:lnTo>
                  <a:pt x="122120" y="1329566"/>
                </a:lnTo>
                <a:lnTo>
                  <a:pt x="116310" y="1347540"/>
                </a:lnTo>
                <a:lnTo>
                  <a:pt x="110490" y="1365504"/>
                </a:lnTo>
                <a:lnTo>
                  <a:pt x="104680" y="1383468"/>
                </a:lnTo>
                <a:lnTo>
                  <a:pt x="98860" y="1401442"/>
                </a:lnTo>
                <a:lnTo>
                  <a:pt x="93040" y="1419406"/>
                </a:lnTo>
                <a:lnTo>
                  <a:pt x="87230" y="1437370"/>
                </a:lnTo>
                <a:lnTo>
                  <a:pt x="81410" y="1455344"/>
                </a:lnTo>
                <a:lnTo>
                  <a:pt x="75600" y="1473308"/>
                </a:lnTo>
                <a:lnTo>
                  <a:pt x="69780" y="1491272"/>
                </a:lnTo>
                <a:lnTo>
                  <a:pt x="63970" y="1509246"/>
                </a:lnTo>
                <a:lnTo>
                  <a:pt x="58150" y="1527210"/>
                </a:lnTo>
                <a:lnTo>
                  <a:pt x="52340" y="1545174"/>
                </a:lnTo>
                <a:lnTo>
                  <a:pt x="46520" y="1563138"/>
                </a:lnTo>
                <a:lnTo>
                  <a:pt x="40710" y="1581112"/>
                </a:lnTo>
                <a:lnTo>
                  <a:pt x="34890" y="1599076"/>
                </a:lnTo>
                <a:lnTo>
                  <a:pt x="29080" y="1617040"/>
                </a:lnTo>
                <a:lnTo>
                  <a:pt x="23260" y="1635014"/>
                </a:lnTo>
                <a:lnTo>
                  <a:pt x="17450" y="1652978"/>
                </a:lnTo>
                <a:lnTo>
                  <a:pt x="11630" y="1670942"/>
                </a:lnTo>
                <a:lnTo>
                  <a:pt x="5820" y="1688916"/>
                </a:lnTo>
                <a:lnTo>
                  <a:pt x="0" y="170688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7" name="causal-anchor-0">
            <a:extLst xmlns:a="http://schemas.openxmlformats.org/drawingml/2006/main">
              <a:ext uri="{FF2B5EF4-FFF2-40B4-BE49-F238E27FC236}">
                <a16:creationId xmlns:a16="http://schemas.microsoft.com/office/drawing/2014/main" id="{DB98A44E-39A5-45D4-A702-68A105062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672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8" name="causal-anchor-1">
            <a:extLst xmlns:a="http://schemas.openxmlformats.org/drawingml/2006/main">
              <a:ext uri="{FF2B5EF4-FFF2-40B4-BE49-F238E27FC236}">
                <a16:creationId xmlns:a16="http://schemas.microsoft.com/office/drawing/2014/main" id="{87FBFD95-D7B4-4DA3-84C3-97FE0512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962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9" name="causal-effect-head">
            <a:extLst xmlns:a="http://schemas.openxmlformats.org/drawingml/2006/main">
              <a:ext uri="{FF2B5EF4-FFF2-40B4-BE49-F238E27FC236}">
                <a16:creationId xmlns:a16="http://schemas.microsoft.com/office/drawing/2014/main" id="{F405B75A-8246-45C6-858B-644FE0777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82225" y="2781300"/>
            <a:ext cx="1426426" cy="2283914"/>
          </a:xfrm>
          <a:custGeom xmlns:a="http://schemas.openxmlformats.org/drawingml/2006/main">
            <a:pathLst>
              <a:path w="1426426" h="2283914">
                <a:moveTo>
                  <a:pt x="0" y="0"/>
                </a:moveTo>
                <a:lnTo>
                  <a:pt x="25203" y="4181"/>
                </a:lnTo>
                <a:lnTo>
                  <a:pt x="50349" y="8649"/>
                </a:lnTo>
                <a:lnTo>
                  <a:pt x="75448" y="13402"/>
                </a:lnTo>
                <a:lnTo>
                  <a:pt x="100489" y="18450"/>
                </a:lnTo>
                <a:lnTo>
                  <a:pt x="125463" y="23803"/>
                </a:lnTo>
                <a:lnTo>
                  <a:pt x="150381" y="29442"/>
                </a:lnTo>
                <a:lnTo>
                  <a:pt x="175222" y="35385"/>
                </a:lnTo>
                <a:lnTo>
                  <a:pt x="199987" y="41643"/>
                </a:lnTo>
                <a:lnTo>
                  <a:pt x="224676" y="48196"/>
                </a:lnTo>
                <a:lnTo>
                  <a:pt x="249279" y="55064"/>
                </a:lnTo>
                <a:lnTo>
                  <a:pt x="273796" y="62236"/>
                </a:lnTo>
                <a:lnTo>
                  <a:pt x="298218" y="69733"/>
                </a:lnTo>
                <a:lnTo>
                  <a:pt x="322536" y="77534"/>
                </a:lnTo>
                <a:lnTo>
                  <a:pt x="346758" y="85658"/>
                </a:lnTo>
                <a:lnTo>
                  <a:pt x="370865" y="94107"/>
                </a:lnTo>
                <a:lnTo>
                  <a:pt x="394859" y="102870"/>
                </a:lnTo>
                <a:lnTo>
                  <a:pt x="418729" y="111957"/>
                </a:lnTo>
                <a:lnTo>
                  <a:pt x="442474" y="121368"/>
                </a:lnTo>
                <a:lnTo>
                  <a:pt x="466087" y="131102"/>
                </a:lnTo>
                <a:lnTo>
                  <a:pt x="489566" y="141161"/>
                </a:lnTo>
                <a:lnTo>
                  <a:pt x="512912" y="151543"/>
                </a:lnTo>
                <a:lnTo>
                  <a:pt x="536096" y="162258"/>
                </a:lnTo>
                <a:lnTo>
                  <a:pt x="559127" y="173307"/>
                </a:lnTo>
                <a:lnTo>
                  <a:pt x="582006" y="184671"/>
                </a:lnTo>
                <a:lnTo>
                  <a:pt x="604714" y="196367"/>
                </a:lnTo>
                <a:lnTo>
                  <a:pt x="627250" y="208388"/>
                </a:lnTo>
                <a:lnTo>
                  <a:pt x="649615" y="220742"/>
                </a:lnTo>
                <a:lnTo>
                  <a:pt x="671789" y="233420"/>
                </a:lnTo>
                <a:lnTo>
                  <a:pt x="693782" y="246412"/>
                </a:lnTo>
                <a:lnTo>
                  <a:pt x="715575" y="259737"/>
                </a:lnTo>
                <a:lnTo>
                  <a:pt x="737168" y="273377"/>
                </a:lnTo>
                <a:lnTo>
                  <a:pt x="758552" y="287350"/>
                </a:lnTo>
                <a:lnTo>
                  <a:pt x="779736" y="301628"/>
                </a:lnTo>
                <a:lnTo>
                  <a:pt x="800691" y="316230"/>
                </a:lnTo>
                <a:lnTo>
                  <a:pt x="821426" y="331146"/>
                </a:lnTo>
                <a:lnTo>
                  <a:pt x="841943" y="346367"/>
                </a:lnTo>
                <a:lnTo>
                  <a:pt x="862222" y="361902"/>
                </a:lnTo>
                <a:lnTo>
                  <a:pt x="882253" y="377742"/>
                </a:lnTo>
                <a:lnTo>
                  <a:pt x="902056" y="393878"/>
                </a:lnTo>
                <a:lnTo>
                  <a:pt x="921601" y="410327"/>
                </a:lnTo>
                <a:lnTo>
                  <a:pt x="940908" y="427053"/>
                </a:lnTo>
                <a:lnTo>
                  <a:pt x="959939" y="444084"/>
                </a:lnTo>
                <a:lnTo>
                  <a:pt x="978732" y="461401"/>
                </a:lnTo>
                <a:lnTo>
                  <a:pt x="997239" y="478993"/>
                </a:lnTo>
                <a:lnTo>
                  <a:pt x="1015489" y="496872"/>
                </a:lnTo>
                <a:lnTo>
                  <a:pt x="1033463" y="515017"/>
                </a:lnTo>
                <a:lnTo>
                  <a:pt x="1051160" y="533438"/>
                </a:lnTo>
                <a:lnTo>
                  <a:pt x="1068581" y="552117"/>
                </a:lnTo>
                <a:lnTo>
                  <a:pt x="1085717" y="571062"/>
                </a:lnTo>
                <a:lnTo>
                  <a:pt x="1102566" y="590264"/>
                </a:lnTo>
                <a:lnTo>
                  <a:pt x="1119130" y="609705"/>
                </a:lnTo>
                <a:lnTo>
                  <a:pt x="1135409" y="629393"/>
                </a:lnTo>
                <a:lnTo>
                  <a:pt x="1151382" y="649329"/>
                </a:lnTo>
                <a:lnTo>
                  <a:pt x="1167070" y="669484"/>
                </a:lnTo>
                <a:lnTo>
                  <a:pt x="1182453" y="689877"/>
                </a:lnTo>
                <a:lnTo>
                  <a:pt x="1197540" y="710489"/>
                </a:lnTo>
                <a:lnTo>
                  <a:pt x="1212323" y="731320"/>
                </a:lnTo>
                <a:lnTo>
                  <a:pt x="1226810" y="752361"/>
                </a:lnTo>
                <a:lnTo>
                  <a:pt x="1240993" y="773611"/>
                </a:lnTo>
                <a:lnTo>
                  <a:pt x="1254871" y="795052"/>
                </a:lnTo>
                <a:lnTo>
                  <a:pt x="1268444" y="816693"/>
                </a:lnTo>
                <a:lnTo>
                  <a:pt x="1281713" y="838524"/>
                </a:lnTo>
                <a:lnTo>
                  <a:pt x="1294667" y="860536"/>
                </a:lnTo>
                <a:lnTo>
                  <a:pt x="1307325" y="882720"/>
                </a:lnTo>
                <a:lnTo>
                  <a:pt x="1319670" y="905085"/>
                </a:lnTo>
                <a:lnTo>
                  <a:pt x="1331719" y="927611"/>
                </a:lnTo>
                <a:lnTo>
                  <a:pt x="1343454" y="950290"/>
                </a:lnTo>
                <a:lnTo>
                  <a:pt x="1354884" y="973141"/>
                </a:lnTo>
                <a:lnTo>
                  <a:pt x="1366018" y="996134"/>
                </a:lnTo>
                <a:lnTo>
                  <a:pt x="1376839" y="1019270"/>
                </a:lnTo>
                <a:lnTo>
                  <a:pt x="1387354" y="1042549"/>
                </a:lnTo>
                <a:lnTo>
                  <a:pt x="1397575" y="1065952"/>
                </a:lnTo>
                <a:lnTo>
                  <a:pt x="1407490" y="1089498"/>
                </a:lnTo>
                <a:lnTo>
                  <a:pt x="1417110" y="1113158"/>
                </a:lnTo>
                <a:lnTo>
                  <a:pt x="1426426" y="1136942"/>
                </a:lnTo>
                <a:lnTo>
                  <a:pt x="1421882" y="1160774"/>
                </a:lnTo>
                <a:lnTo>
                  <a:pt x="1412415" y="1184500"/>
                </a:lnTo>
                <a:lnTo>
                  <a:pt x="1402652" y="1208103"/>
                </a:lnTo>
                <a:lnTo>
                  <a:pt x="1392584" y="1231583"/>
                </a:lnTo>
                <a:lnTo>
                  <a:pt x="1382220" y="1254928"/>
                </a:lnTo>
                <a:lnTo>
                  <a:pt x="1371552" y="1278141"/>
                </a:lnTo>
                <a:lnTo>
                  <a:pt x="1360580" y="1301210"/>
                </a:lnTo>
                <a:lnTo>
                  <a:pt x="1349292" y="1324127"/>
                </a:lnTo>
                <a:lnTo>
                  <a:pt x="1337720" y="1346892"/>
                </a:lnTo>
                <a:lnTo>
                  <a:pt x="1325823" y="1369505"/>
                </a:lnTo>
                <a:lnTo>
                  <a:pt x="1313631" y="1391945"/>
                </a:lnTo>
                <a:lnTo>
                  <a:pt x="1301134" y="1414224"/>
                </a:lnTo>
                <a:lnTo>
                  <a:pt x="1288332" y="1436322"/>
                </a:lnTo>
                <a:lnTo>
                  <a:pt x="1275217" y="1458249"/>
                </a:lnTo>
                <a:lnTo>
                  <a:pt x="1261796" y="1479985"/>
                </a:lnTo>
                <a:lnTo>
                  <a:pt x="1248070" y="1501531"/>
                </a:lnTo>
                <a:lnTo>
                  <a:pt x="1234049" y="1522876"/>
                </a:lnTo>
                <a:lnTo>
                  <a:pt x="1219714" y="1544022"/>
                </a:lnTo>
                <a:lnTo>
                  <a:pt x="1205084" y="1564958"/>
                </a:lnTo>
                <a:lnTo>
                  <a:pt x="1190149" y="1585684"/>
                </a:lnTo>
                <a:lnTo>
                  <a:pt x="1174918" y="1606182"/>
                </a:lnTo>
                <a:lnTo>
                  <a:pt x="1159383" y="1626460"/>
                </a:lnTo>
                <a:lnTo>
                  <a:pt x="1143552" y="1646511"/>
                </a:lnTo>
                <a:lnTo>
                  <a:pt x="1127436" y="1666323"/>
                </a:lnTo>
                <a:lnTo>
                  <a:pt x="1111015" y="1685896"/>
                </a:lnTo>
                <a:lnTo>
                  <a:pt x="1094308" y="1705223"/>
                </a:lnTo>
                <a:lnTo>
                  <a:pt x="1077316" y="1724292"/>
                </a:lnTo>
                <a:lnTo>
                  <a:pt x="1060047" y="1743113"/>
                </a:lnTo>
                <a:lnTo>
                  <a:pt x="1042483" y="1761658"/>
                </a:lnTo>
                <a:lnTo>
                  <a:pt x="1024652" y="1779946"/>
                </a:lnTo>
                <a:lnTo>
                  <a:pt x="1006545" y="1797958"/>
                </a:lnTo>
                <a:lnTo>
                  <a:pt x="988162" y="1815703"/>
                </a:lnTo>
                <a:lnTo>
                  <a:pt x="969512" y="1833162"/>
                </a:lnTo>
                <a:lnTo>
                  <a:pt x="950605" y="1850327"/>
                </a:lnTo>
                <a:lnTo>
                  <a:pt x="931440" y="1867214"/>
                </a:lnTo>
                <a:lnTo>
                  <a:pt x="912019" y="1883807"/>
                </a:lnTo>
                <a:lnTo>
                  <a:pt x="892340" y="1900095"/>
                </a:lnTo>
                <a:lnTo>
                  <a:pt x="872423" y="1916087"/>
                </a:lnTo>
                <a:lnTo>
                  <a:pt x="852268" y="1931784"/>
                </a:lnTo>
                <a:lnTo>
                  <a:pt x="831875" y="1947167"/>
                </a:lnTo>
                <a:lnTo>
                  <a:pt x="811254" y="1962236"/>
                </a:lnTo>
                <a:lnTo>
                  <a:pt x="790404" y="1976999"/>
                </a:lnTo>
                <a:lnTo>
                  <a:pt x="769334" y="1991439"/>
                </a:lnTo>
                <a:lnTo>
                  <a:pt x="748055" y="2005565"/>
                </a:lnTo>
                <a:lnTo>
                  <a:pt x="726557" y="2019376"/>
                </a:lnTo>
                <a:lnTo>
                  <a:pt x="704869" y="2032864"/>
                </a:lnTo>
                <a:lnTo>
                  <a:pt x="682981" y="2046027"/>
                </a:lnTo>
                <a:lnTo>
                  <a:pt x="660892" y="2058867"/>
                </a:lnTo>
                <a:lnTo>
                  <a:pt x="638623" y="2071383"/>
                </a:lnTo>
                <a:lnTo>
                  <a:pt x="616182" y="2083565"/>
                </a:lnTo>
                <a:lnTo>
                  <a:pt x="593560" y="2095433"/>
                </a:lnTo>
                <a:lnTo>
                  <a:pt x="570767" y="2106959"/>
                </a:lnTo>
                <a:lnTo>
                  <a:pt x="547811" y="2118170"/>
                </a:lnTo>
                <a:lnTo>
                  <a:pt x="524704" y="2129047"/>
                </a:lnTo>
                <a:lnTo>
                  <a:pt x="501444" y="2139601"/>
                </a:lnTo>
                <a:lnTo>
                  <a:pt x="478031" y="2149831"/>
                </a:lnTo>
                <a:lnTo>
                  <a:pt x="454485" y="2159727"/>
                </a:lnTo>
                <a:lnTo>
                  <a:pt x="430806" y="2169309"/>
                </a:lnTo>
                <a:lnTo>
                  <a:pt x="406994" y="2178558"/>
                </a:lnTo>
                <a:lnTo>
                  <a:pt x="383057" y="2187483"/>
                </a:lnTo>
                <a:lnTo>
                  <a:pt x="359007" y="2196094"/>
                </a:lnTo>
                <a:lnTo>
                  <a:pt x="334851" y="2204380"/>
                </a:lnTo>
                <a:lnTo>
                  <a:pt x="310582" y="2212343"/>
                </a:lnTo>
                <a:lnTo>
                  <a:pt x="286207" y="2220001"/>
                </a:lnTo>
                <a:lnTo>
                  <a:pt x="261737" y="2227336"/>
                </a:lnTo>
                <a:lnTo>
                  <a:pt x="237182" y="2234355"/>
                </a:lnTo>
                <a:lnTo>
                  <a:pt x="212531" y="2241071"/>
                </a:lnTo>
                <a:lnTo>
                  <a:pt x="187804" y="2247481"/>
                </a:lnTo>
                <a:lnTo>
                  <a:pt x="163001" y="2253577"/>
                </a:lnTo>
                <a:lnTo>
                  <a:pt x="138122" y="2259378"/>
                </a:lnTo>
                <a:lnTo>
                  <a:pt x="113176" y="2264874"/>
                </a:lnTo>
                <a:lnTo>
                  <a:pt x="88173" y="2270065"/>
                </a:lnTo>
                <a:lnTo>
                  <a:pt x="63103" y="2274970"/>
                </a:lnTo>
                <a:lnTo>
                  <a:pt x="37976" y="2279590"/>
                </a:lnTo>
                <a:lnTo>
                  <a:pt x="12802" y="2283914"/>
                </a:lnTo>
                <a:lnTo>
                  <a:pt x="0" y="2273427"/>
                </a:lnTo>
                <a:lnTo>
                  <a:pt x="0" y="2247881"/>
                </a:lnTo>
                <a:lnTo>
                  <a:pt x="0" y="2222335"/>
                </a:lnTo>
                <a:lnTo>
                  <a:pt x="0" y="2196789"/>
                </a:lnTo>
                <a:lnTo>
                  <a:pt x="0" y="2171252"/>
                </a:lnTo>
                <a:lnTo>
                  <a:pt x="0" y="2145706"/>
                </a:lnTo>
                <a:lnTo>
                  <a:pt x="0" y="2120160"/>
                </a:lnTo>
                <a:lnTo>
                  <a:pt x="0" y="2094614"/>
                </a:lnTo>
                <a:lnTo>
                  <a:pt x="0" y="2069078"/>
                </a:lnTo>
                <a:lnTo>
                  <a:pt x="0" y="2043532"/>
                </a:lnTo>
                <a:lnTo>
                  <a:pt x="0" y="2017986"/>
                </a:lnTo>
                <a:lnTo>
                  <a:pt x="0" y="1992440"/>
                </a:lnTo>
                <a:lnTo>
                  <a:pt x="0" y="1966893"/>
                </a:lnTo>
                <a:lnTo>
                  <a:pt x="0" y="1941357"/>
                </a:lnTo>
                <a:lnTo>
                  <a:pt x="0" y="1915811"/>
                </a:lnTo>
                <a:lnTo>
                  <a:pt x="0" y="1890265"/>
                </a:lnTo>
                <a:lnTo>
                  <a:pt x="0" y="1864719"/>
                </a:lnTo>
                <a:lnTo>
                  <a:pt x="0" y="1839173"/>
                </a:lnTo>
                <a:lnTo>
                  <a:pt x="0" y="1813636"/>
                </a:lnTo>
                <a:lnTo>
                  <a:pt x="0" y="1788090"/>
                </a:lnTo>
                <a:lnTo>
                  <a:pt x="0" y="1762544"/>
                </a:lnTo>
                <a:lnTo>
                  <a:pt x="0" y="1736998"/>
                </a:lnTo>
                <a:lnTo>
                  <a:pt x="0" y="1711452"/>
                </a:lnTo>
                <a:lnTo>
                  <a:pt x="0" y="1685915"/>
                </a:lnTo>
                <a:lnTo>
                  <a:pt x="0" y="1660369"/>
                </a:lnTo>
                <a:lnTo>
                  <a:pt x="0" y="1634823"/>
                </a:lnTo>
                <a:lnTo>
                  <a:pt x="0" y="1609277"/>
                </a:lnTo>
                <a:lnTo>
                  <a:pt x="0" y="1583731"/>
                </a:lnTo>
                <a:lnTo>
                  <a:pt x="0" y="1558195"/>
                </a:lnTo>
                <a:lnTo>
                  <a:pt x="0" y="1532649"/>
                </a:lnTo>
                <a:lnTo>
                  <a:pt x="0" y="1507103"/>
                </a:lnTo>
                <a:lnTo>
                  <a:pt x="0" y="1481557"/>
                </a:lnTo>
                <a:lnTo>
                  <a:pt x="0" y="1456011"/>
                </a:lnTo>
                <a:lnTo>
                  <a:pt x="0" y="1430474"/>
                </a:lnTo>
                <a:lnTo>
                  <a:pt x="0" y="1404928"/>
                </a:lnTo>
                <a:lnTo>
                  <a:pt x="0" y="1379382"/>
                </a:lnTo>
                <a:lnTo>
                  <a:pt x="0" y="1353836"/>
                </a:lnTo>
                <a:lnTo>
                  <a:pt x="0" y="1328290"/>
                </a:lnTo>
                <a:lnTo>
                  <a:pt x="0" y="1302753"/>
                </a:lnTo>
                <a:lnTo>
                  <a:pt x="0" y="1277207"/>
                </a:lnTo>
                <a:lnTo>
                  <a:pt x="0" y="1251661"/>
                </a:lnTo>
                <a:lnTo>
                  <a:pt x="0" y="1226115"/>
                </a:lnTo>
                <a:lnTo>
                  <a:pt x="0" y="1200569"/>
                </a:lnTo>
                <a:lnTo>
                  <a:pt x="0" y="1175033"/>
                </a:lnTo>
                <a:lnTo>
                  <a:pt x="0" y="1149487"/>
                </a:lnTo>
                <a:lnTo>
                  <a:pt x="0" y="1123940"/>
                </a:lnTo>
                <a:lnTo>
                  <a:pt x="0" y="1098394"/>
                </a:lnTo>
                <a:lnTo>
                  <a:pt x="0" y="1072848"/>
                </a:lnTo>
                <a:lnTo>
                  <a:pt x="0" y="1047312"/>
                </a:lnTo>
                <a:lnTo>
                  <a:pt x="0" y="1021766"/>
                </a:lnTo>
                <a:lnTo>
                  <a:pt x="0" y="996220"/>
                </a:lnTo>
                <a:lnTo>
                  <a:pt x="0" y="970674"/>
                </a:lnTo>
                <a:lnTo>
                  <a:pt x="0" y="945137"/>
                </a:lnTo>
                <a:lnTo>
                  <a:pt x="0" y="919591"/>
                </a:lnTo>
                <a:lnTo>
                  <a:pt x="0" y="894045"/>
                </a:lnTo>
                <a:lnTo>
                  <a:pt x="0" y="868499"/>
                </a:lnTo>
                <a:lnTo>
                  <a:pt x="0" y="842953"/>
                </a:lnTo>
                <a:lnTo>
                  <a:pt x="0" y="817416"/>
                </a:lnTo>
                <a:lnTo>
                  <a:pt x="0" y="791870"/>
                </a:lnTo>
                <a:lnTo>
                  <a:pt x="0" y="766324"/>
                </a:lnTo>
                <a:lnTo>
                  <a:pt x="0" y="740778"/>
                </a:lnTo>
                <a:lnTo>
                  <a:pt x="0" y="715232"/>
                </a:lnTo>
                <a:lnTo>
                  <a:pt x="0" y="689696"/>
                </a:lnTo>
                <a:lnTo>
                  <a:pt x="0" y="664150"/>
                </a:lnTo>
                <a:lnTo>
                  <a:pt x="0" y="638604"/>
                </a:lnTo>
                <a:lnTo>
                  <a:pt x="0" y="613058"/>
                </a:lnTo>
                <a:lnTo>
                  <a:pt x="0" y="587512"/>
                </a:lnTo>
                <a:lnTo>
                  <a:pt x="0" y="561975"/>
                </a:lnTo>
                <a:lnTo>
                  <a:pt x="0" y="536429"/>
                </a:lnTo>
                <a:lnTo>
                  <a:pt x="0" y="510883"/>
                </a:lnTo>
                <a:lnTo>
                  <a:pt x="0" y="485337"/>
                </a:lnTo>
                <a:lnTo>
                  <a:pt x="0" y="459791"/>
                </a:lnTo>
                <a:lnTo>
                  <a:pt x="0" y="434254"/>
                </a:lnTo>
                <a:lnTo>
                  <a:pt x="0" y="408708"/>
                </a:lnTo>
                <a:lnTo>
                  <a:pt x="0" y="383162"/>
                </a:lnTo>
                <a:lnTo>
                  <a:pt x="0" y="357616"/>
                </a:lnTo>
                <a:lnTo>
                  <a:pt x="0" y="332070"/>
                </a:lnTo>
                <a:lnTo>
                  <a:pt x="0" y="306534"/>
                </a:lnTo>
                <a:lnTo>
                  <a:pt x="0" y="280988"/>
                </a:lnTo>
                <a:lnTo>
                  <a:pt x="0" y="255441"/>
                </a:lnTo>
                <a:lnTo>
                  <a:pt x="0" y="229895"/>
                </a:lnTo>
                <a:lnTo>
                  <a:pt x="0" y="204349"/>
                </a:lnTo>
                <a:lnTo>
                  <a:pt x="0" y="178813"/>
                </a:lnTo>
                <a:lnTo>
                  <a:pt x="0" y="153267"/>
                </a:lnTo>
                <a:lnTo>
                  <a:pt x="0" y="127721"/>
                </a:lnTo>
                <a:lnTo>
                  <a:pt x="0" y="102175"/>
                </a:lnTo>
                <a:lnTo>
                  <a:pt x="0" y="76629"/>
                </a:lnTo>
                <a:lnTo>
                  <a:pt x="0" y="5109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54783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0" name="cause-heading-0">
            <a:extLst xmlns:a="http://schemas.openxmlformats.org/drawingml/2006/main">
              <a:ext uri="{FF2B5EF4-FFF2-40B4-BE49-F238E27FC236}">
                <a16:creationId xmlns:a16="http://schemas.microsoft.com/office/drawing/2014/main" id="{83C515CC-8BEE-4A9E-9D12-058F1A290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47875" y="1809750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1" name="factor-guide-0-0">
            <a:extLst xmlns:a="http://schemas.openxmlformats.org/drawingml/2006/main">
              <a:ext uri="{FF2B5EF4-FFF2-40B4-BE49-F238E27FC236}">
                <a16:creationId xmlns:a16="http://schemas.microsoft.com/office/drawing/2014/main" id="{6F2080CB-B637-4ABE-9D67-76947C3BF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0275" y="275272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2" name="factor-arrow-0-0">
            <a:extLst xmlns:a="http://schemas.openxmlformats.org/drawingml/2006/main">
              <a:ext uri="{FF2B5EF4-FFF2-40B4-BE49-F238E27FC236}">
                <a16:creationId xmlns:a16="http://schemas.microsoft.com/office/drawing/2014/main" id="{F4D5AF15-4A0F-4CE6-8485-9F4C0A967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24075" y="271481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cause-heading-1">
            <a:extLst xmlns:a="http://schemas.openxmlformats.org/drawingml/2006/main">
              <a:ext uri="{FF2B5EF4-FFF2-40B4-BE49-F238E27FC236}">
                <a16:creationId xmlns:a16="http://schemas.microsoft.com/office/drawing/2014/main" id="{0212FAE5-40D6-4069-ABC4-5B7F868B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1779241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4" name="factor-guide-1-0">
            <a:extLst xmlns:a="http://schemas.openxmlformats.org/drawingml/2006/main">
              <a:ext uri="{FF2B5EF4-FFF2-40B4-BE49-F238E27FC236}">
                <a16:creationId xmlns:a16="http://schemas.microsoft.com/office/drawing/2014/main" id="{661159C7-F7F5-4098-8629-8C10AEC9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9275" y="2722216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5" name="factor-arrow-1-0">
            <a:extLst xmlns:a="http://schemas.openxmlformats.org/drawingml/2006/main">
              <a:ext uri="{FF2B5EF4-FFF2-40B4-BE49-F238E27FC236}">
                <a16:creationId xmlns:a16="http://schemas.microsoft.com/office/drawing/2014/main" id="{53F18E73-341B-43B8-ADFD-354E96DF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53075" y="2684307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cause-heading-2">
            <a:extLst xmlns:a="http://schemas.openxmlformats.org/drawingml/2006/main">
              <a:ext uri="{FF2B5EF4-FFF2-40B4-BE49-F238E27FC236}">
                <a16:creationId xmlns:a16="http://schemas.microsoft.com/office/drawing/2014/main" id="{E3464BEA-E098-410F-A4B4-F212CFDFF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76425" y="5600700"/>
            <a:ext cx="2189236" cy="438150"/>
          </a:xfrm>
          <a:custGeom xmlns:a="http://schemas.openxmlformats.org/drawingml/2006/main">
            <a:pathLst>
              <a:path w="2189236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81917" y="0"/>
                </a:lnTo>
                <a:lnTo>
                  <a:pt x="2103377" y="0"/>
                </a:lnTo>
                <a:lnTo>
                  <a:pt x="2124847" y="0"/>
                </a:lnTo>
                <a:lnTo>
                  <a:pt x="2146306" y="0"/>
                </a:lnTo>
                <a:lnTo>
                  <a:pt x="2167766" y="0"/>
                </a:lnTo>
                <a:lnTo>
                  <a:pt x="2189236" y="0"/>
                </a:lnTo>
                <a:lnTo>
                  <a:pt x="2185330" y="19193"/>
                </a:lnTo>
                <a:lnTo>
                  <a:pt x="2179491" y="39853"/>
                </a:lnTo>
                <a:lnTo>
                  <a:pt x="2173653" y="60503"/>
                </a:lnTo>
                <a:lnTo>
                  <a:pt x="2167814" y="81153"/>
                </a:lnTo>
                <a:lnTo>
                  <a:pt x="2161975" y="101813"/>
                </a:lnTo>
                <a:lnTo>
                  <a:pt x="2156136" y="122463"/>
                </a:lnTo>
                <a:lnTo>
                  <a:pt x="2150307" y="143123"/>
                </a:lnTo>
                <a:lnTo>
                  <a:pt x="2144468" y="163773"/>
                </a:lnTo>
                <a:lnTo>
                  <a:pt x="2138629" y="184423"/>
                </a:lnTo>
                <a:lnTo>
                  <a:pt x="2132790" y="205083"/>
                </a:lnTo>
                <a:lnTo>
                  <a:pt x="2126952" y="225733"/>
                </a:lnTo>
                <a:lnTo>
                  <a:pt x="2121122" y="246393"/>
                </a:lnTo>
                <a:lnTo>
                  <a:pt x="2115283" y="267043"/>
                </a:lnTo>
                <a:lnTo>
                  <a:pt x="2109445" y="287693"/>
                </a:lnTo>
                <a:lnTo>
                  <a:pt x="2103606" y="308353"/>
                </a:lnTo>
                <a:lnTo>
                  <a:pt x="2097767" y="329003"/>
                </a:lnTo>
                <a:lnTo>
                  <a:pt x="2091938" y="349663"/>
                </a:lnTo>
                <a:lnTo>
                  <a:pt x="2086099" y="370313"/>
                </a:lnTo>
                <a:lnTo>
                  <a:pt x="2080260" y="390963"/>
                </a:lnTo>
                <a:lnTo>
                  <a:pt x="2074421" y="411623"/>
                </a:lnTo>
                <a:lnTo>
                  <a:pt x="2068582" y="432273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7" name="factor-guide-2-0">
            <a:extLst xmlns:a="http://schemas.openxmlformats.org/drawingml/2006/main">
              <a:ext uri="{FF2B5EF4-FFF2-40B4-BE49-F238E27FC236}">
                <a16:creationId xmlns:a16="http://schemas.microsoft.com/office/drawing/2014/main" id="{51A4C5AA-A2C0-4136-B431-D28C46EFC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451485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8" name="factor-arrow-2-0">
            <a:extLst xmlns:a="http://schemas.openxmlformats.org/drawingml/2006/main">
              <a:ext uri="{FF2B5EF4-FFF2-40B4-BE49-F238E27FC236}">
                <a16:creationId xmlns:a16="http://schemas.microsoft.com/office/drawing/2014/main" id="{8F7A6D53-8103-469A-934C-3C8F85CE9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52625" y="447694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9" name="cause-heading-3">
            <a:extLst xmlns:a="http://schemas.openxmlformats.org/drawingml/2006/main">
              <a:ext uri="{FF2B5EF4-FFF2-40B4-BE49-F238E27FC236}">
                <a16:creationId xmlns:a16="http://schemas.microsoft.com/office/drawing/2014/main" id="{7FA54B4A-3901-4EA1-85C3-6BF66CEE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05425" y="5631066"/>
            <a:ext cx="2189236" cy="438150"/>
          </a:xfrm>
          <a:custGeom xmlns:a="http://schemas.openxmlformats.org/drawingml/2006/main">
            <a:pathLst>
              <a:path w="2189236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81917" y="0"/>
                </a:lnTo>
                <a:lnTo>
                  <a:pt x="2103377" y="0"/>
                </a:lnTo>
                <a:lnTo>
                  <a:pt x="2124847" y="0"/>
                </a:lnTo>
                <a:lnTo>
                  <a:pt x="2146306" y="0"/>
                </a:lnTo>
                <a:lnTo>
                  <a:pt x="2167766" y="0"/>
                </a:lnTo>
                <a:lnTo>
                  <a:pt x="2189236" y="0"/>
                </a:lnTo>
                <a:lnTo>
                  <a:pt x="2185330" y="19193"/>
                </a:lnTo>
                <a:lnTo>
                  <a:pt x="2179491" y="39853"/>
                </a:lnTo>
                <a:lnTo>
                  <a:pt x="2173653" y="60503"/>
                </a:lnTo>
                <a:lnTo>
                  <a:pt x="2167814" y="81153"/>
                </a:lnTo>
                <a:lnTo>
                  <a:pt x="2161975" y="101813"/>
                </a:lnTo>
                <a:lnTo>
                  <a:pt x="2156136" y="122463"/>
                </a:lnTo>
                <a:lnTo>
                  <a:pt x="2150307" y="143123"/>
                </a:lnTo>
                <a:lnTo>
                  <a:pt x="2144468" y="163773"/>
                </a:lnTo>
                <a:lnTo>
                  <a:pt x="2138629" y="184423"/>
                </a:lnTo>
                <a:lnTo>
                  <a:pt x="2132790" y="205083"/>
                </a:lnTo>
                <a:lnTo>
                  <a:pt x="2126952" y="225733"/>
                </a:lnTo>
                <a:lnTo>
                  <a:pt x="2121122" y="246393"/>
                </a:lnTo>
                <a:lnTo>
                  <a:pt x="2115283" y="267043"/>
                </a:lnTo>
                <a:lnTo>
                  <a:pt x="2109445" y="287693"/>
                </a:lnTo>
                <a:lnTo>
                  <a:pt x="2103606" y="308353"/>
                </a:lnTo>
                <a:lnTo>
                  <a:pt x="2097767" y="329003"/>
                </a:lnTo>
                <a:lnTo>
                  <a:pt x="2091938" y="349663"/>
                </a:lnTo>
                <a:lnTo>
                  <a:pt x="2086099" y="370313"/>
                </a:lnTo>
                <a:lnTo>
                  <a:pt x="2080260" y="390963"/>
                </a:lnTo>
                <a:lnTo>
                  <a:pt x="2074421" y="411623"/>
                </a:lnTo>
                <a:lnTo>
                  <a:pt x="2068582" y="432273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0" name="factor-guide-3-0">
            <a:extLst xmlns:a="http://schemas.openxmlformats.org/drawingml/2006/main">
              <a:ext uri="{FF2B5EF4-FFF2-40B4-BE49-F238E27FC236}">
                <a16:creationId xmlns:a16="http://schemas.microsoft.com/office/drawing/2014/main" id="{178B7FE5-B35A-4B0E-BAFC-B6B791F68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57825" y="4545216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1" name="factor-arrow-3-0">
            <a:extLst xmlns:a="http://schemas.openxmlformats.org/drawingml/2006/main">
              <a:ext uri="{FF2B5EF4-FFF2-40B4-BE49-F238E27FC236}">
                <a16:creationId xmlns:a16="http://schemas.microsoft.com/office/drawing/2014/main" id="{32DEE068-CF8C-4EF0-8F15-1FF2973B9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81625" y="450730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2" name="cause-index-0">
            <a:extLst xmlns:a="http://schemas.openxmlformats.org/drawingml/2006/main">
              <a:ext uri="{FF2B5EF4-FFF2-40B4-BE49-F238E27FC236}">
                <a16:creationId xmlns:a16="http://schemas.microsoft.com/office/drawing/2014/main" id="{E76023EC-D274-4121-97C6-92562808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05025" y="18764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3" name="cause-title-0">
            <a:extLst xmlns:a="http://schemas.openxmlformats.org/drawingml/2006/main">
              <a:ext uri="{FF2B5EF4-FFF2-40B4-BE49-F238E27FC236}">
                <a16:creationId xmlns:a16="http://schemas.microsoft.com/office/drawing/2014/main" id="{B98BB9A6-8D64-4756-93A6-9582F9BE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05075" y="1895475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需求定义</a:t>
            </a:r>
          </a:p>
        </p:txBody>
      </p:sp>
      <p:sp>
        <p:nvSpPr>
          <p:cNvPr id="24" name="cause-body-0">
            <a:extLst xmlns:a="http://schemas.openxmlformats.org/drawingml/2006/main">
              <a:ext uri="{FF2B5EF4-FFF2-40B4-BE49-F238E27FC236}">
                <a16:creationId xmlns:a16="http://schemas.microsoft.com/office/drawing/2014/main" id="{0E9687DE-90B2-42BF-A69A-5DE0CC934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24075" y="2390775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目标频繁调整</a:t>
            </a:r>
          </a:p>
        </p:txBody>
      </p:sp>
      <p:sp>
        <p:nvSpPr>
          <p:cNvPr id="25" name="cause-index-1">
            <a:extLst xmlns:a="http://schemas.openxmlformats.org/drawingml/2006/main">
              <a:ext uri="{FF2B5EF4-FFF2-40B4-BE49-F238E27FC236}">
                <a16:creationId xmlns:a16="http://schemas.microsoft.com/office/drawing/2014/main" id="{24C84416-3CF0-4F60-805F-59A478D11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34025" y="1845916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6" name="cause-title-1">
            <a:extLst xmlns:a="http://schemas.openxmlformats.org/drawingml/2006/main">
              <a:ext uri="{FF2B5EF4-FFF2-40B4-BE49-F238E27FC236}">
                <a16:creationId xmlns:a16="http://schemas.microsoft.com/office/drawing/2014/main" id="{B18028F8-3608-4D33-BDAF-65CFDEFA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34075" y="1864966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计划协同</a:t>
            </a:r>
          </a:p>
        </p:txBody>
      </p:sp>
      <p:sp>
        <p:nvSpPr>
          <p:cNvPr id="27" name="cause-body-1">
            <a:extLst xmlns:a="http://schemas.openxmlformats.org/drawingml/2006/main">
              <a:ext uri="{FF2B5EF4-FFF2-40B4-BE49-F238E27FC236}">
                <a16:creationId xmlns:a16="http://schemas.microsoft.com/office/drawing/2014/main" id="{2A706117-C755-4C74-9356-9239B729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53075" y="2360266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排期依赖遗漏</a:t>
            </a:r>
          </a:p>
        </p:txBody>
      </p:sp>
      <p:sp>
        <p:nvSpPr>
          <p:cNvPr id="28" name="cause-index-2">
            <a:extLst xmlns:a="http://schemas.openxmlformats.org/drawingml/2006/main">
              <a:ext uri="{FF2B5EF4-FFF2-40B4-BE49-F238E27FC236}">
                <a16:creationId xmlns:a16="http://schemas.microsoft.com/office/drawing/2014/main" id="{4FE6AB41-1669-477A-AF70-BA5DDF6F6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33575" y="56673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9" name="cause-title-2">
            <a:extLst xmlns:a="http://schemas.openxmlformats.org/drawingml/2006/main">
              <a:ext uri="{FF2B5EF4-FFF2-40B4-BE49-F238E27FC236}">
                <a16:creationId xmlns:a16="http://schemas.microsoft.com/office/drawing/2014/main" id="{4390A0AF-9039-4C5A-9CBB-B9BE163FC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3625" y="5686425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技术实现</a:t>
            </a:r>
          </a:p>
        </p:txBody>
      </p:sp>
      <p:sp>
        <p:nvSpPr>
          <p:cNvPr id="30" name="cause-body-2">
            <a:extLst xmlns:a="http://schemas.openxmlformats.org/drawingml/2006/main">
              <a:ext uri="{FF2B5EF4-FFF2-40B4-BE49-F238E27FC236}">
                <a16:creationId xmlns:a16="http://schemas.microsoft.com/office/drawing/2014/main" id="{E211B377-E53B-4C32-BE10-2B6D0ECE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52625" y="4152900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接口复杂耦合</a:t>
            </a:r>
          </a:p>
        </p:txBody>
      </p:sp>
      <p:sp>
        <p:nvSpPr>
          <p:cNvPr id="31" name="cause-index-3">
            <a:extLst xmlns:a="http://schemas.openxmlformats.org/drawingml/2006/main">
              <a:ext uri="{FF2B5EF4-FFF2-40B4-BE49-F238E27FC236}">
                <a16:creationId xmlns:a16="http://schemas.microsoft.com/office/drawing/2014/main" id="{A2CE1DD3-29F1-48A0-B307-BDD926CFD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62575" y="5697741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2" name="cause-title-3">
            <a:extLst xmlns:a="http://schemas.openxmlformats.org/drawingml/2006/main">
              <a:ext uri="{FF2B5EF4-FFF2-40B4-BE49-F238E27FC236}">
                <a16:creationId xmlns:a16="http://schemas.microsoft.com/office/drawing/2014/main" id="{B4AC0626-21BC-42BA-82CD-5BE1A0F8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62625" y="5716791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测试验证</a:t>
            </a:r>
          </a:p>
        </p:txBody>
      </p:sp>
      <p:sp>
        <p:nvSpPr>
          <p:cNvPr id="33" name="cause-body-3">
            <a:extLst xmlns:a="http://schemas.openxmlformats.org/drawingml/2006/main">
              <a:ext uri="{FF2B5EF4-FFF2-40B4-BE49-F238E27FC236}">
                <a16:creationId xmlns:a16="http://schemas.microsoft.com/office/drawing/2014/main" id="{09C2656C-7994-4192-8956-180F94E1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81625" y="4183266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用例覆盖不足</a:t>
            </a:r>
          </a:p>
        </p:txBody>
      </p:sp>
      <p:sp>
        <p:nvSpPr>
          <p:cNvPr id="34" name="effect-label">
            <a:extLst xmlns:a="http://schemas.openxmlformats.org/drawingml/2006/main">
              <a:ext uri="{FF2B5EF4-FFF2-40B4-BE49-F238E27FC236}">
                <a16:creationId xmlns:a16="http://schemas.microsoft.com/office/drawing/2014/main" id="{19996366-CE26-4A9C-A6EF-0291C0E33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0" y="311467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00" b="1" i="0">
                <a:solidFill>
                  <a:srgbClr val="C8D7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C8D7FA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35" name="effect-title">
            <a:extLst xmlns:a="http://schemas.openxmlformats.org/drawingml/2006/main">
              <a:ext uri="{FF2B5EF4-FFF2-40B4-BE49-F238E27FC236}">
                <a16:creationId xmlns:a16="http://schemas.microsoft.com/office/drawing/2014/main" id="{74ABEC38-711D-4ECA-B22B-E6279347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0" y="3779196"/>
            <a:ext cx="857250" cy="5759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延期</a:t>
            </a:r>
          </a:p>
        </p:txBody>
      </p:sp>
    </p:spTree>
    <p:extLst>
      <p:ext uri="{BB962C8B-B14F-4D97-AF65-F5344CB8AC3E}">
        <p14:creationId xmlns:p14="http://schemas.microsoft.com/office/powerpoint/2010/main" val="11134188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causal-tail">
            <a:extLst xmlns:a="http://schemas.openxmlformats.org/drawingml/2006/main">
              <a:ext uri="{FF2B5EF4-FFF2-40B4-BE49-F238E27FC236}">
                <a16:creationId xmlns:a16="http://schemas.microsoft.com/office/drawing/2014/main" id="{4888AFBB-519F-46C7-838F-EF185759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9125" y="3390900"/>
            <a:ext cx="533390" cy="1065305"/>
          </a:xfrm>
          <a:custGeom xmlns:a="http://schemas.openxmlformats.org/drawingml/2006/main">
            <a:pathLst>
              <a:path w="533390" h="1065305">
                <a:moveTo>
                  <a:pt x="0" y="0"/>
                </a:moveTo>
                <a:lnTo>
                  <a:pt x="18783" y="2372"/>
                </a:lnTo>
                <a:lnTo>
                  <a:pt x="37509" y="5172"/>
                </a:lnTo>
                <a:lnTo>
                  <a:pt x="56159" y="8430"/>
                </a:lnTo>
                <a:lnTo>
                  <a:pt x="74714" y="12144"/>
                </a:lnTo>
                <a:lnTo>
                  <a:pt x="93183" y="16326"/>
                </a:lnTo>
                <a:lnTo>
                  <a:pt x="111538" y="20984"/>
                </a:lnTo>
                <a:lnTo>
                  <a:pt x="129750" y="26118"/>
                </a:lnTo>
                <a:lnTo>
                  <a:pt x="147828" y="31747"/>
                </a:lnTo>
                <a:lnTo>
                  <a:pt x="165745" y="37871"/>
                </a:lnTo>
                <a:lnTo>
                  <a:pt x="183480" y="44501"/>
                </a:lnTo>
                <a:lnTo>
                  <a:pt x="201016" y="51635"/>
                </a:lnTo>
                <a:lnTo>
                  <a:pt x="218332" y="59284"/>
                </a:lnTo>
                <a:lnTo>
                  <a:pt x="235410" y="67447"/>
                </a:lnTo>
                <a:lnTo>
                  <a:pt x="252232" y="76133"/>
                </a:lnTo>
                <a:lnTo>
                  <a:pt x="268776" y="85334"/>
                </a:lnTo>
                <a:lnTo>
                  <a:pt x="285017" y="95060"/>
                </a:lnTo>
                <a:lnTo>
                  <a:pt x="300933" y="105308"/>
                </a:lnTo>
                <a:lnTo>
                  <a:pt x="316506" y="116072"/>
                </a:lnTo>
                <a:lnTo>
                  <a:pt x="331708" y="127359"/>
                </a:lnTo>
                <a:lnTo>
                  <a:pt x="346520" y="139151"/>
                </a:lnTo>
                <a:lnTo>
                  <a:pt x="360912" y="151448"/>
                </a:lnTo>
                <a:lnTo>
                  <a:pt x="374866" y="164240"/>
                </a:lnTo>
                <a:lnTo>
                  <a:pt x="388353" y="177517"/>
                </a:lnTo>
                <a:lnTo>
                  <a:pt x="401364" y="191272"/>
                </a:lnTo>
                <a:lnTo>
                  <a:pt x="413861" y="205492"/>
                </a:lnTo>
                <a:lnTo>
                  <a:pt x="425834" y="220161"/>
                </a:lnTo>
                <a:lnTo>
                  <a:pt x="437255" y="235258"/>
                </a:lnTo>
                <a:lnTo>
                  <a:pt x="448104" y="250774"/>
                </a:lnTo>
                <a:lnTo>
                  <a:pt x="458362" y="266681"/>
                </a:lnTo>
                <a:lnTo>
                  <a:pt x="468020" y="282959"/>
                </a:lnTo>
                <a:lnTo>
                  <a:pt x="477050" y="299599"/>
                </a:lnTo>
                <a:lnTo>
                  <a:pt x="485442" y="316573"/>
                </a:lnTo>
                <a:lnTo>
                  <a:pt x="493185" y="333842"/>
                </a:lnTo>
                <a:lnTo>
                  <a:pt x="500272" y="351406"/>
                </a:lnTo>
                <a:lnTo>
                  <a:pt x="506673" y="369218"/>
                </a:lnTo>
                <a:lnTo>
                  <a:pt x="512407" y="387258"/>
                </a:lnTo>
                <a:lnTo>
                  <a:pt x="517446" y="405508"/>
                </a:lnTo>
                <a:lnTo>
                  <a:pt x="521799" y="423929"/>
                </a:lnTo>
                <a:lnTo>
                  <a:pt x="525456" y="442503"/>
                </a:lnTo>
                <a:lnTo>
                  <a:pt x="528418" y="461201"/>
                </a:lnTo>
                <a:lnTo>
                  <a:pt x="530685" y="479993"/>
                </a:lnTo>
                <a:lnTo>
                  <a:pt x="532276" y="498862"/>
                </a:lnTo>
                <a:lnTo>
                  <a:pt x="533171" y="517769"/>
                </a:lnTo>
                <a:lnTo>
                  <a:pt x="533390" y="536696"/>
                </a:lnTo>
                <a:lnTo>
                  <a:pt x="532933" y="555622"/>
                </a:lnTo>
                <a:lnTo>
                  <a:pt x="531800" y="574519"/>
                </a:lnTo>
                <a:lnTo>
                  <a:pt x="529971" y="593369"/>
                </a:lnTo>
                <a:lnTo>
                  <a:pt x="527466" y="612134"/>
                </a:lnTo>
                <a:lnTo>
                  <a:pt x="524256" y="630784"/>
                </a:lnTo>
                <a:lnTo>
                  <a:pt x="520360" y="649310"/>
                </a:lnTo>
                <a:lnTo>
                  <a:pt x="515769" y="667674"/>
                </a:lnTo>
                <a:lnTo>
                  <a:pt x="510483" y="685857"/>
                </a:lnTo>
                <a:lnTo>
                  <a:pt x="504520" y="703821"/>
                </a:lnTo>
                <a:lnTo>
                  <a:pt x="497872" y="721547"/>
                </a:lnTo>
                <a:lnTo>
                  <a:pt x="490557" y="739007"/>
                </a:lnTo>
                <a:lnTo>
                  <a:pt x="482594" y="756180"/>
                </a:lnTo>
                <a:lnTo>
                  <a:pt x="473974" y="773039"/>
                </a:lnTo>
                <a:lnTo>
                  <a:pt x="464725" y="789556"/>
                </a:lnTo>
                <a:lnTo>
                  <a:pt x="454857" y="805710"/>
                </a:lnTo>
                <a:lnTo>
                  <a:pt x="444389" y="821484"/>
                </a:lnTo>
                <a:lnTo>
                  <a:pt x="433340" y="836857"/>
                </a:lnTo>
                <a:lnTo>
                  <a:pt x="421719" y="851802"/>
                </a:lnTo>
                <a:lnTo>
                  <a:pt x="409565" y="866318"/>
                </a:lnTo>
                <a:lnTo>
                  <a:pt x="396888" y="880377"/>
                </a:lnTo>
                <a:lnTo>
                  <a:pt x="383705" y="893969"/>
                </a:lnTo>
                <a:lnTo>
                  <a:pt x="370056" y="907075"/>
                </a:lnTo>
                <a:lnTo>
                  <a:pt x="355940" y="919696"/>
                </a:lnTo>
                <a:lnTo>
                  <a:pt x="341405" y="931821"/>
                </a:lnTo>
                <a:lnTo>
                  <a:pt x="326450" y="943432"/>
                </a:lnTo>
                <a:lnTo>
                  <a:pt x="311115" y="954538"/>
                </a:lnTo>
                <a:lnTo>
                  <a:pt x="295418" y="965121"/>
                </a:lnTo>
                <a:lnTo>
                  <a:pt x="279387" y="975189"/>
                </a:lnTo>
                <a:lnTo>
                  <a:pt x="263042" y="984733"/>
                </a:lnTo>
                <a:lnTo>
                  <a:pt x="246402" y="993753"/>
                </a:lnTo>
                <a:lnTo>
                  <a:pt x="229486" y="1002259"/>
                </a:lnTo>
                <a:lnTo>
                  <a:pt x="212322" y="1010241"/>
                </a:lnTo>
                <a:lnTo>
                  <a:pt x="194920" y="1017708"/>
                </a:lnTo>
                <a:lnTo>
                  <a:pt x="177317" y="1024671"/>
                </a:lnTo>
                <a:lnTo>
                  <a:pt x="159515" y="1031119"/>
                </a:lnTo>
                <a:lnTo>
                  <a:pt x="141542" y="1037072"/>
                </a:lnTo>
                <a:lnTo>
                  <a:pt x="123415" y="1042530"/>
                </a:lnTo>
                <a:lnTo>
                  <a:pt x="105146" y="1047493"/>
                </a:lnTo>
                <a:lnTo>
                  <a:pt x="86754" y="1051989"/>
                </a:lnTo>
                <a:lnTo>
                  <a:pt x="68256" y="1056008"/>
                </a:lnTo>
                <a:lnTo>
                  <a:pt x="49663" y="1059561"/>
                </a:lnTo>
                <a:lnTo>
                  <a:pt x="30985" y="1062657"/>
                </a:lnTo>
                <a:lnTo>
                  <a:pt x="12240" y="1065305"/>
                </a:lnTo>
                <a:lnTo>
                  <a:pt x="0" y="1060199"/>
                </a:lnTo>
                <a:lnTo>
                  <a:pt x="0" y="1041263"/>
                </a:lnTo>
                <a:lnTo>
                  <a:pt x="0" y="1022337"/>
                </a:lnTo>
                <a:lnTo>
                  <a:pt x="0" y="1003402"/>
                </a:lnTo>
                <a:lnTo>
                  <a:pt x="0" y="984475"/>
                </a:lnTo>
                <a:lnTo>
                  <a:pt x="0" y="965540"/>
                </a:lnTo>
                <a:lnTo>
                  <a:pt x="0" y="946604"/>
                </a:lnTo>
                <a:lnTo>
                  <a:pt x="0" y="927678"/>
                </a:lnTo>
                <a:lnTo>
                  <a:pt x="0" y="908742"/>
                </a:lnTo>
                <a:lnTo>
                  <a:pt x="0" y="889806"/>
                </a:lnTo>
                <a:lnTo>
                  <a:pt x="0" y="870880"/>
                </a:lnTo>
                <a:lnTo>
                  <a:pt x="0" y="851945"/>
                </a:lnTo>
                <a:lnTo>
                  <a:pt x="0" y="833018"/>
                </a:lnTo>
                <a:lnTo>
                  <a:pt x="0" y="814083"/>
                </a:lnTo>
                <a:lnTo>
                  <a:pt x="0" y="795147"/>
                </a:lnTo>
                <a:lnTo>
                  <a:pt x="0" y="776221"/>
                </a:lnTo>
                <a:lnTo>
                  <a:pt x="0" y="757285"/>
                </a:lnTo>
                <a:lnTo>
                  <a:pt x="0" y="738349"/>
                </a:lnTo>
                <a:lnTo>
                  <a:pt x="0" y="719423"/>
                </a:lnTo>
                <a:lnTo>
                  <a:pt x="0" y="700488"/>
                </a:lnTo>
                <a:lnTo>
                  <a:pt x="0" y="681561"/>
                </a:lnTo>
                <a:lnTo>
                  <a:pt x="0" y="662626"/>
                </a:lnTo>
                <a:lnTo>
                  <a:pt x="0" y="643690"/>
                </a:lnTo>
                <a:lnTo>
                  <a:pt x="0" y="624764"/>
                </a:lnTo>
                <a:lnTo>
                  <a:pt x="0" y="605828"/>
                </a:lnTo>
                <a:lnTo>
                  <a:pt x="0" y="586892"/>
                </a:lnTo>
                <a:lnTo>
                  <a:pt x="0" y="567966"/>
                </a:lnTo>
                <a:lnTo>
                  <a:pt x="0" y="549031"/>
                </a:lnTo>
                <a:lnTo>
                  <a:pt x="0" y="530104"/>
                </a:lnTo>
                <a:lnTo>
                  <a:pt x="0" y="511169"/>
                </a:lnTo>
                <a:lnTo>
                  <a:pt x="0" y="492233"/>
                </a:lnTo>
                <a:lnTo>
                  <a:pt x="0" y="473307"/>
                </a:lnTo>
                <a:lnTo>
                  <a:pt x="0" y="454371"/>
                </a:lnTo>
                <a:lnTo>
                  <a:pt x="0" y="435435"/>
                </a:lnTo>
                <a:lnTo>
                  <a:pt x="0" y="416509"/>
                </a:lnTo>
                <a:lnTo>
                  <a:pt x="0" y="397574"/>
                </a:lnTo>
                <a:lnTo>
                  <a:pt x="0" y="378647"/>
                </a:lnTo>
                <a:lnTo>
                  <a:pt x="0" y="359712"/>
                </a:lnTo>
                <a:lnTo>
                  <a:pt x="0" y="340776"/>
                </a:lnTo>
                <a:lnTo>
                  <a:pt x="0" y="321850"/>
                </a:lnTo>
                <a:lnTo>
                  <a:pt x="0" y="302914"/>
                </a:lnTo>
                <a:lnTo>
                  <a:pt x="0" y="283978"/>
                </a:lnTo>
                <a:lnTo>
                  <a:pt x="0" y="265052"/>
                </a:lnTo>
                <a:lnTo>
                  <a:pt x="0" y="246116"/>
                </a:lnTo>
                <a:lnTo>
                  <a:pt x="0" y="227190"/>
                </a:lnTo>
                <a:lnTo>
                  <a:pt x="0" y="208255"/>
                </a:lnTo>
                <a:lnTo>
                  <a:pt x="0" y="189319"/>
                </a:lnTo>
                <a:lnTo>
                  <a:pt x="0" y="170393"/>
                </a:lnTo>
                <a:lnTo>
                  <a:pt x="0" y="151457"/>
                </a:lnTo>
                <a:lnTo>
                  <a:pt x="0" y="132521"/>
                </a:lnTo>
                <a:lnTo>
                  <a:pt x="0" y="113595"/>
                </a:lnTo>
                <a:lnTo>
                  <a:pt x="0" y="94659"/>
                </a:lnTo>
                <a:lnTo>
                  <a:pt x="0" y="75733"/>
                </a:lnTo>
                <a:lnTo>
                  <a:pt x="0" y="56798"/>
                </a:lnTo>
                <a:lnTo>
                  <a:pt x="0" y="37862"/>
                </a:lnTo>
                <a:lnTo>
                  <a:pt x="0" y="189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5A2D4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causal-spine">
            <a:extLst xmlns:a="http://schemas.openxmlformats.org/drawingml/2006/main">
              <a:ext uri="{FF2B5EF4-FFF2-40B4-BE49-F238E27FC236}">
                <a16:creationId xmlns:a16="http://schemas.microsoft.com/office/drawing/2014/main" id="{4022873D-6D4E-4511-A731-F14880B3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1075" y="3924300"/>
            <a:ext cx="97917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38100">
            <a:solidFill>
              <a:srgbClr val="4F73BD"/>
            </a:solidFill>
            <a:prstDash val="solid"/>
          </a:ln>
        </p:spPr>
      </p:sp>
      <p:sp>
        <p:nvSpPr>
          <p:cNvPr id="3" name="cause-branch-0">
            <a:extLst xmlns:a="http://schemas.openxmlformats.org/drawingml/2006/main">
              <a:ext uri="{FF2B5EF4-FFF2-40B4-BE49-F238E27FC236}">
                <a16:creationId xmlns:a16="http://schemas.microsoft.com/office/drawing/2014/main" id="{EF2590F1-9149-45F0-8AA5-9817FBB9F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38625" y="2247900"/>
            <a:ext cx="381000" cy="1676400"/>
          </a:xfrm>
          <a:custGeom xmlns:a="http://schemas.openxmlformats.org/drawingml/2006/main">
            <a:pathLst>
              <a:path w="381000" h="1676400">
                <a:moveTo>
                  <a:pt x="381000" y="1676400"/>
                </a:moveTo>
                <a:lnTo>
                  <a:pt x="376809" y="1657979"/>
                </a:lnTo>
                <a:lnTo>
                  <a:pt x="372628" y="1639557"/>
                </a:lnTo>
                <a:lnTo>
                  <a:pt x="368437" y="1621136"/>
                </a:lnTo>
                <a:lnTo>
                  <a:pt x="364255" y="1602715"/>
                </a:lnTo>
                <a:lnTo>
                  <a:pt x="360064" y="1584293"/>
                </a:lnTo>
                <a:lnTo>
                  <a:pt x="355883" y="1565872"/>
                </a:lnTo>
                <a:lnTo>
                  <a:pt x="351692" y="1547451"/>
                </a:lnTo>
                <a:lnTo>
                  <a:pt x="347510" y="1529020"/>
                </a:lnTo>
                <a:lnTo>
                  <a:pt x="343319" y="1510598"/>
                </a:lnTo>
                <a:lnTo>
                  <a:pt x="339128" y="1492177"/>
                </a:lnTo>
                <a:lnTo>
                  <a:pt x="334947" y="1473756"/>
                </a:lnTo>
                <a:lnTo>
                  <a:pt x="330756" y="1455334"/>
                </a:lnTo>
                <a:lnTo>
                  <a:pt x="326574" y="1436913"/>
                </a:lnTo>
                <a:lnTo>
                  <a:pt x="322383" y="1418492"/>
                </a:lnTo>
                <a:lnTo>
                  <a:pt x="318202" y="1400070"/>
                </a:lnTo>
                <a:lnTo>
                  <a:pt x="314011" y="1381649"/>
                </a:lnTo>
                <a:lnTo>
                  <a:pt x="309820" y="1363228"/>
                </a:lnTo>
                <a:lnTo>
                  <a:pt x="305638" y="1344806"/>
                </a:lnTo>
                <a:lnTo>
                  <a:pt x="301447" y="1326385"/>
                </a:lnTo>
                <a:lnTo>
                  <a:pt x="297266" y="1307963"/>
                </a:lnTo>
                <a:lnTo>
                  <a:pt x="293075" y="1289542"/>
                </a:lnTo>
                <a:lnTo>
                  <a:pt x="288893" y="1271121"/>
                </a:lnTo>
                <a:lnTo>
                  <a:pt x="284702" y="1252690"/>
                </a:lnTo>
                <a:lnTo>
                  <a:pt x="280521" y="1234269"/>
                </a:lnTo>
                <a:lnTo>
                  <a:pt x="276330" y="1215847"/>
                </a:lnTo>
                <a:lnTo>
                  <a:pt x="272139" y="1197426"/>
                </a:lnTo>
                <a:lnTo>
                  <a:pt x="267957" y="1179005"/>
                </a:lnTo>
                <a:lnTo>
                  <a:pt x="263766" y="1160583"/>
                </a:lnTo>
                <a:lnTo>
                  <a:pt x="259585" y="1142162"/>
                </a:lnTo>
                <a:lnTo>
                  <a:pt x="255394" y="1123740"/>
                </a:lnTo>
                <a:lnTo>
                  <a:pt x="251212" y="1105319"/>
                </a:lnTo>
                <a:lnTo>
                  <a:pt x="247021" y="1086898"/>
                </a:lnTo>
                <a:lnTo>
                  <a:pt x="242840" y="1068476"/>
                </a:lnTo>
                <a:lnTo>
                  <a:pt x="238649" y="1050055"/>
                </a:lnTo>
                <a:lnTo>
                  <a:pt x="234458" y="1031634"/>
                </a:lnTo>
                <a:lnTo>
                  <a:pt x="230276" y="1013212"/>
                </a:lnTo>
                <a:lnTo>
                  <a:pt x="226085" y="994791"/>
                </a:lnTo>
                <a:lnTo>
                  <a:pt x="221904" y="976360"/>
                </a:lnTo>
                <a:lnTo>
                  <a:pt x="217713" y="957939"/>
                </a:lnTo>
                <a:lnTo>
                  <a:pt x="213531" y="939517"/>
                </a:lnTo>
                <a:lnTo>
                  <a:pt x="209340" y="921096"/>
                </a:lnTo>
                <a:lnTo>
                  <a:pt x="205149" y="902675"/>
                </a:lnTo>
                <a:lnTo>
                  <a:pt x="200968" y="884253"/>
                </a:lnTo>
                <a:lnTo>
                  <a:pt x="196777" y="865832"/>
                </a:lnTo>
                <a:lnTo>
                  <a:pt x="192596" y="847411"/>
                </a:lnTo>
                <a:lnTo>
                  <a:pt x="188405" y="828989"/>
                </a:lnTo>
                <a:lnTo>
                  <a:pt x="184223" y="810568"/>
                </a:lnTo>
                <a:lnTo>
                  <a:pt x="180032" y="792147"/>
                </a:lnTo>
                <a:lnTo>
                  <a:pt x="175851" y="773725"/>
                </a:lnTo>
                <a:lnTo>
                  <a:pt x="171660" y="755304"/>
                </a:lnTo>
                <a:lnTo>
                  <a:pt x="167469" y="736883"/>
                </a:lnTo>
                <a:lnTo>
                  <a:pt x="163287" y="718461"/>
                </a:lnTo>
                <a:lnTo>
                  <a:pt x="159096" y="700040"/>
                </a:lnTo>
                <a:lnTo>
                  <a:pt x="154915" y="681609"/>
                </a:lnTo>
                <a:lnTo>
                  <a:pt x="150724" y="663188"/>
                </a:lnTo>
                <a:lnTo>
                  <a:pt x="146542" y="644766"/>
                </a:lnTo>
                <a:lnTo>
                  <a:pt x="142351" y="626345"/>
                </a:lnTo>
                <a:lnTo>
                  <a:pt x="138160" y="607924"/>
                </a:lnTo>
                <a:lnTo>
                  <a:pt x="133979" y="589502"/>
                </a:lnTo>
                <a:lnTo>
                  <a:pt x="129788" y="571081"/>
                </a:lnTo>
                <a:lnTo>
                  <a:pt x="125606" y="552660"/>
                </a:lnTo>
                <a:lnTo>
                  <a:pt x="121415" y="534238"/>
                </a:lnTo>
                <a:lnTo>
                  <a:pt x="117234" y="515817"/>
                </a:lnTo>
                <a:lnTo>
                  <a:pt x="113043" y="497396"/>
                </a:lnTo>
                <a:lnTo>
                  <a:pt x="108861" y="478974"/>
                </a:lnTo>
                <a:lnTo>
                  <a:pt x="104670" y="460553"/>
                </a:lnTo>
                <a:lnTo>
                  <a:pt x="100479" y="442131"/>
                </a:lnTo>
                <a:lnTo>
                  <a:pt x="96298" y="423710"/>
                </a:lnTo>
                <a:lnTo>
                  <a:pt x="92107" y="405279"/>
                </a:lnTo>
                <a:lnTo>
                  <a:pt x="87925" y="386858"/>
                </a:lnTo>
                <a:lnTo>
                  <a:pt x="83734" y="368437"/>
                </a:lnTo>
                <a:lnTo>
                  <a:pt x="79553" y="350015"/>
                </a:lnTo>
                <a:lnTo>
                  <a:pt x="75362" y="331594"/>
                </a:lnTo>
                <a:lnTo>
                  <a:pt x="71180" y="313172"/>
                </a:lnTo>
                <a:lnTo>
                  <a:pt x="66989" y="294751"/>
                </a:lnTo>
                <a:lnTo>
                  <a:pt x="62798" y="276330"/>
                </a:lnTo>
                <a:lnTo>
                  <a:pt x="58617" y="257908"/>
                </a:lnTo>
                <a:lnTo>
                  <a:pt x="54426" y="239487"/>
                </a:lnTo>
                <a:lnTo>
                  <a:pt x="50244" y="221066"/>
                </a:lnTo>
                <a:lnTo>
                  <a:pt x="46053" y="202644"/>
                </a:lnTo>
                <a:lnTo>
                  <a:pt x="41872" y="184223"/>
                </a:lnTo>
                <a:lnTo>
                  <a:pt x="37681" y="165802"/>
                </a:lnTo>
                <a:lnTo>
                  <a:pt x="33490" y="147380"/>
                </a:lnTo>
                <a:lnTo>
                  <a:pt x="29308" y="128949"/>
                </a:lnTo>
                <a:lnTo>
                  <a:pt x="25117" y="110528"/>
                </a:lnTo>
                <a:lnTo>
                  <a:pt x="20936" y="92107"/>
                </a:lnTo>
                <a:lnTo>
                  <a:pt x="16745" y="73685"/>
                </a:lnTo>
                <a:lnTo>
                  <a:pt x="12563" y="55264"/>
                </a:lnTo>
                <a:lnTo>
                  <a:pt x="8372" y="36843"/>
                </a:lnTo>
                <a:lnTo>
                  <a:pt x="4191" y="1842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4" name="cause-branch-1">
            <a:extLst xmlns:a="http://schemas.openxmlformats.org/drawingml/2006/main">
              <a:ext uri="{FF2B5EF4-FFF2-40B4-BE49-F238E27FC236}">
                <a16:creationId xmlns:a16="http://schemas.microsoft.com/office/drawing/2014/main" id="{760984AA-3046-4059-8F35-293E117BB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7625" y="2217420"/>
            <a:ext cx="381000" cy="1706880"/>
          </a:xfrm>
          <a:custGeom xmlns:a="http://schemas.openxmlformats.org/drawingml/2006/main">
            <a:pathLst>
              <a:path w="381000" h="1706880">
                <a:moveTo>
                  <a:pt x="381000" y="1706880"/>
                </a:moveTo>
                <a:lnTo>
                  <a:pt x="376857" y="1688325"/>
                </a:lnTo>
                <a:lnTo>
                  <a:pt x="372713" y="1669771"/>
                </a:lnTo>
                <a:lnTo>
                  <a:pt x="368579" y="1651225"/>
                </a:lnTo>
                <a:lnTo>
                  <a:pt x="364436" y="1632671"/>
                </a:lnTo>
                <a:lnTo>
                  <a:pt x="360293" y="1614116"/>
                </a:lnTo>
                <a:lnTo>
                  <a:pt x="356149" y="1595561"/>
                </a:lnTo>
                <a:lnTo>
                  <a:pt x="352015" y="1577007"/>
                </a:lnTo>
                <a:lnTo>
                  <a:pt x="347872" y="1558452"/>
                </a:lnTo>
                <a:lnTo>
                  <a:pt x="343729" y="1539907"/>
                </a:lnTo>
                <a:lnTo>
                  <a:pt x="339585" y="1521352"/>
                </a:lnTo>
                <a:lnTo>
                  <a:pt x="335442" y="1502797"/>
                </a:lnTo>
                <a:lnTo>
                  <a:pt x="331308" y="1484243"/>
                </a:lnTo>
                <a:lnTo>
                  <a:pt x="327165" y="1465688"/>
                </a:lnTo>
                <a:lnTo>
                  <a:pt x="323021" y="1447133"/>
                </a:lnTo>
                <a:lnTo>
                  <a:pt x="318878" y="1428588"/>
                </a:lnTo>
                <a:lnTo>
                  <a:pt x="314735" y="1410033"/>
                </a:lnTo>
                <a:lnTo>
                  <a:pt x="310601" y="1391479"/>
                </a:lnTo>
                <a:lnTo>
                  <a:pt x="306457" y="1372924"/>
                </a:lnTo>
                <a:lnTo>
                  <a:pt x="302314" y="1354369"/>
                </a:lnTo>
                <a:lnTo>
                  <a:pt x="298171" y="1335815"/>
                </a:lnTo>
                <a:lnTo>
                  <a:pt x="294037" y="1317269"/>
                </a:lnTo>
                <a:lnTo>
                  <a:pt x="289893" y="1298715"/>
                </a:lnTo>
                <a:lnTo>
                  <a:pt x="285750" y="1280160"/>
                </a:lnTo>
                <a:lnTo>
                  <a:pt x="281607" y="1261605"/>
                </a:lnTo>
                <a:lnTo>
                  <a:pt x="277463" y="1243051"/>
                </a:lnTo>
                <a:lnTo>
                  <a:pt x="273329" y="1224505"/>
                </a:lnTo>
                <a:lnTo>
                  <a:pt x="269186" y="1205951"/>
                </a:lnTo>
                <a:lnTo>
                  <a:pt x="265043" y="1187396"/>
                </a:lnTo>
                <a:lnTo>
                  <a:pt x="260899" y="1168841"/>
                </a:lnTo>
                <a:lnTo>
                  <a:pt x="256765" y="1150287"/>
                </a:lnTo>
                <a:lnTo>
                  <a:pt x="252622" y="1131732"/>
                </a:lnTo>
                <a:lnTo>
                  <a:pt x="248479" y="1113187"/>
                </a:lnTo>
                <a:lnTo>
                  <a:pt x="244335" y="1094632"/>
                </a:lnTo>
                <a:lnTo>
                  <a:pt x="240192" y="1076077"/>
                </a:lnTo>
                <a:lnTo>
                  <a:pt x="236058" y="1057523"/>
                </a:lnTo>
                <a:lnTo>
                  <a:pt x="231915" y="1038968"/>
                </a:lnTo>
                <a:lnTo>
                  <a:pt x="227771" y="1020413"/>
                </a:lnTo>
                <a:lnTo>
                  <a:pt x="223628" y="1001868"/>
                </a:lnTo>
                <a:lnTo>
                  <a:pt x="219485" y="983313"/>
                </a:lnTo>
                <a:lnTo>
                  <a:pt x="215351" y="964759"/>
                </a:lnTo>
                <a:lnTo>
                  <a:pt x="211207" y="946204"/>
                </a:lnTo>
                <a:lnTo>
                  <a:pt x="207064" y="927649"/>
                </a:lnTo>
                <a:lnTo>
                  <a:pt x="202921" y="909095"/>
                </a:lnTo>
                <a:lnTo>
                  <a:pt x="198787" y="890549"/>
                </a:lnTo>
                <a:lnTo>
                  <a:pt x="194643" y="871995"/>
                </a:lnTo>
                <a:lnTo>
                  <a:pt x="190500" y="853440"/>
                </a:lnTo>
                <a:lnTo>
                  <a:pt x="186357" y="834885"/>
                </a:lnTo>
                <a:lnTo>
                  <a:pt x="182213" y="816331"/>
                </a:lnTo>
                <a:lnTo>
                  <a:pt x="178079" y="797785"/>
                </a:lnTo>
                <a:lnTo>
                  <a:pt x="173936" y="779231"/>
                </a:lnTo>
                <a:lnTo>
                  <a:pt x="169793" y="760676"/>
                </a:lnTo>
                <a:lnTo>
                  <a:pt x="165649" y="742121"/>
                </a:lnTo>
                <a:lnTo>
                  <a:pt x="161515" y="723567"/>
                </a:lnTo>
                <a:lnTo>
                  <a:pt x="157372" y="705012"/>
                </a:lnTo>
                <a:lnTo>
                  <a:pt x="153229" y="686467"/>
                </a:lnTo>
                <a:lnTo>
                  <a:pt x="149085" y="667912"/>
                </a:lnTo>
                <a:lnTo>
                  <a:pt x="144942" y="649357"/>
                </a:lnTo>
                <a:lnTo>
                  <a:pt x="140808" y="630803"/>
                </a:lnTo>
                <a:lnTo>
                  <a:pt x="136665" y="612248"/>
                </a:lnTo>
                <a:lnTo>
                  <a:pt x="132521" y="593693"/>
                </a:lnTo>
                <a:lnTo>
                  <a:pt x="128378" y="575148"/>
                </a:lnTo>
                <a:lnTo>
                  <a:pt x="124235" y="556593"/>
                </a:lnTo>
                <a:lnTo>
                  <a:pt x="120101" y="538039"/>
                </a:lnTo>
                <a:lnTo>
                  <a:pt x="115957" y="519484"/>
                </a:lnTo>
                <a:lnTo>
                  <a:pt x="111814" y="500929"/>
                </a:lnTo>
                <a:lnTo>
                  <a:pt x="107671" y="482375"/>
                </a:lnTo>
                <a:lnTo>
                  <a:pt x="103537" y="463829"/>
                </a:lnTo>
                <a:lnTo>
                  <a:pt x="99393" y="445275"/>
                </a:lnTo>
                <a:lnTo>
                  <a:pt x="95250" y="426720"/>
                </a:lnTo>
                <a:lnTo>
                  <a:pt x="91107" y="408165"/>
                </a:lnTo>
                <a:lnTo>
                  <a:pt x="86963" y="389611"/>
                </a:lnTo>
                <a:lnTo>
                  <a:pt x="82829" y="371065"/>
                </a:lnTo>
                <a:lnTo>
                  <a:pt x="78686" y="352511"/>
                </a:lnTo>
                <a:lnTo>
                  <a:pt x="74543" y="333956"/>
                </a:lnTo>
                <a:lnTo>
                  <a:pt x="70399" y="315401"/>
                </a:lnTo>
                <a:lnTo>
                  <a:pt x="66265" y="296847"/>
                </a:lnTo>
                <a:lnTo>
                  <a:pt x="62122" y="278292"/>
                </a:lnTo>
                <a:lnTo>
                  <a:pt x="57979" y="259747"/>
                </a:lnTo>
                <a:lnTo>
                  <a:pt x="53835" y="241192"/>
                </a:lnTo>
                <a:lnTo>
                  <a:pt x="49692" y="222637"/>
                </a:lnTo>
                <a:lnTo>
                  <a:pt x="45558" y="204083"/>
                </a:lnTo>
                <a:lnTo>
                  <a:pt x="41415" y="185528"/>
                </a:lnTo>
                <a:lnTo>
                  <a:pt x="37271" y="166973"/>
                </a:lnTo>
                <a:lnTo>
                  <a:pt x="33128" y="148428"/>
                </a:lnTo>
                <a:lnTo>
                  <a:pt x="28985" y="129873"/>
                </a:lnTo>
                <a:lnTo>
                  <a:pt x="24851" y="111319"/>
                </a:lnTo>
                <a:lnTo>
                  <a:pt x="20707" y="92764"/>
                </a:lnTo>
                <a:lnTo>
                  <a:pt x="16564" y="74209"/>
                </a:lnTo>
                <a:lnTo>
                  <a:pt x="12421" y="55655"/>
                </a:lnTo>
                <a:lnTo>
                  <a:pt x="8287" y="37109"/>
                </a:lnTo>
                <a:lnTo>
                  <a:pt x="4143" y="1855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5" name="cause-branch-2">
            <a:extLst xmlns:a="http://schemas.openxmlformats.org/drawingml/2006/main">
              <a:ext uri="{FF2B5EF4-FFF2-40B4-BE49-F238E27FC236}">
                <a16:creationId xmlns:a16="http://schemas.microsoft.com/office/drawing/2014/main" id="{1569264F-24A2-4F08-A199-3437DD8C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67175" y="3924300"/>
            <a:ext cx="552450" cy="1676400"/>
          </a:xfrm>
          <a:custGeom xmlns:a="http://schemas.openxmlformats.org/drawingml/2006/main">
            <a:pathLst>
              <a:path w="552450" h="1676400">
                <a:moveTo>
                  <a:pt x="552450" y="0"/>
                </a:moveTo>
                <a:lnTo>
                  <a:pt x="546506" y="18021"/>
                </a:lnTo>
                <a:lnTo>
                  <a:pt x="540572" y="36052"/>
                </a:lnTo>
                <a:lnTo>
                  <a:pt x="534629" y="54073"/>
                </a:lnTo>
                <a:lnTo>
                  <a:pt x="528685" y="72104"/>
                </a:lnTo>
                <a:lnTo>
                  <a:pt x="522751" y="90126"/>
                </a:lnTo>
                <a:lnTo>
                  <a:pt x="516807" y="108156"/>
                </a:lnTo>
                <a:lnTo>
                  <a:pt x="510864" y="126178"/>
                </a:lnTo>
                <a:lnTo>
                  <a:pt x="504930" y="144209"/>
                </a:lnTo>
                <a:lnTo>
                  <a:pt x="498986" y="162230"/>
                </a:lnTo>
                <a:lnTo>
                  <a:pt x="493043" y="180261"/>
                </a:lnTo>
                <a:lnTo>
                  <a:pt x="487109" y="198282"/>
                </a:lnTo>
                <a:lnTo>
                  <a:pt x="481165" y="216313"/>
                </a:lnTo>
                <a:lnTo>
                  <a:pt x="475221" y="234334"/>
                </a:lnTo>
                <a:lnTo>
                  <a:pt x="469287" y="252365"/>
                </a:lnTo>
                <a:lnTo>
                  <a:pt x="463344" y="270386"/>
                </a:lnTo>
                <a:lnTo>
                  <a:pt x="457410" y="288417"/>
                </a:lnTo>
                <a:lnTo>
                  <a:pt x="451466" y="306438"/>
                </a:lnTo>
                <a:lnTo>
                  <a:pt x="445522" y="324469"/>
                </a:lnTo>
                <a:lnTo>
                  <a:pt x="439588" y="342490"/>
                </a:lnTo>
                <a:lnTo>
                  <a:pt x="433645" y="360512"/>
                </a:lnTo>
                <a:lnTo>
                  <a:pt x="427701" y="378543"/>
                </a:lnTo>
                <a:lnTo>
                  <a:pt x="421767" y="396564"/>
                </a:lnTo>
                <a:lnTo>
                  <a:pt x="415823" y="414595"/>
                </a:lnTo>
                <a:lnTo>
                  <a:pt x="409880" y="432616"/>
                </a:lnTo>
                <a:lnTo>
                  <a:pt x="403946" y="450647"/>
                </a:lnTo>
                <a:lnTo>
                  <a:pt x="398002" y="468668"/>
                </a:lnTo>
                <a:lnTo>
                  <a:pt x="392059" y="486699"/>
                </a:lnTo>
                <a:lnTo>
                  <a:pt x="386124" y="504720"/>
                </a:lnTo>
                <a:lnTo>
                  <a:pt x="380181" y="522751"/>
                </a:lnTo>
                <a:lnTo>
                  <a:pt x="374237" y="540772"/>
                </a:lnTo>
                <a:lnTo>
                  <a:pt x="368303" y="558803"/>
                </a:lnTo>
                <a:lnTo>
                  <a:pt x="362360" y="576824"/>
                </a:lnTo>
                <a:lnTo>
                  <a:pt x="356416" y="594855"/>
                </a:lnTo>
                <a:lnTo>
                  <a:pt x="350482" y="612877"/>
                </a:lnTo>
                <a:lnTo>
                  <a:pt x="344538" y="630907"/>
                </a:lnTo>
                <a:lnTo>
                  <a:pt x="338595" y="648929"/>
                </a:lnTo>
                <a:lnTo>
                  <a:pt x="332661" y="666960"/>
                </a:lnTo>
                <a:lnTo>
                  <a:pt x="326717" y="684981"/>
                </a:lnTo>
                <a:lnTo>
                  <a:pt x="320773" y="703002"/>
                </a:lnTo>
                <a:lnTo>
                  <a:pt x="314839" y="721033"/>
                </a:lnTo>
                <a:lnTo>
                  <a:pt x="308896" y="739054"/>
                </a:lnTo>
                <a:lnTo>
                  <a:pt x="302952" y="757085"/>
                </a:lnTo>
                <a:lnTo>
                  <a:pt x="297018" y="775106"/>
                </a:lnTo>
                <a:lnTo>
                  <a:pt x="291074" y="793137"/>
                </a:lnTo>
                <a:lnTo>
                  <a:pt x="285131" y="811159"/>
                </a:lnTo>
                <a:lnTo>
                  <a:pt x="279197" y="829189"/>
                </a:lnTo>
                <a:lnTo>
                  <a:pt x="273253" y="847211"/>
                </a:lnTo>
                <a:lnTo>
                  <a:pt x="267319" y="865241"/>
                </a:lnTo>
                <a:lnTo>
                  <a:pt x="261376" y="883263"/>
                </a:lnTo>
                <a:lnTo>
                  <a:pt x="255432" y="901294"/>
                </a:lnTo>
                <a:lnTo>
                  <a:pt x="249498" y="919315"/>
                </a:lnTo>
                <a:lnTo>
                  <a:pt x="243554" y="937346"/>
                </a:lnTo>
                <a:lnTo>
                  <a:pt x="237611" y="955367"/>
                </a:lnTo>
                <a:lnTo>
                  <a:pt x="231677" y="973398"/>
                </a:lnTo>
                <a:lnTo>
                  <a:pt x="225733" y="991419"/>
                </a:lnTo>
                <a:lnTo>
                  <a:pt x="219789" y="1009450"/>
                </a:lnTo>
                <a:lnTo>
                  <a:pt x="213855" y="1027471"/>
                </a:lnTo>
                <a:lnTo>
                  <a:pt x="207912" y="1045493"/>
                </a:lnTo>
                <a:lnTo>
                  <a:pt x="201968" y="1063523"/>
                </a:lnTo>
                <a:lnTo>
                  <a:pt x="196034" y="1081545"/>
                </a:lnTo>
                <a:lnTo>
                  <a:pt x="190090" y="1099576"/>
                </a:lnTo>
                <a:lnTo>
                  <a:pt x="184147" y="1117597"/>
                </a:lnTo>
                <a:lnTo>
                  <a:pt x="178213" y="1135628"/>
                </a:lnTo>
                <a:lnTo>
                  <a:pt x="172269" y="1153649"/>
                </a:lnTo>
                <a:lnTo>
                  <a:pt x="166326" y="1171680"/>
                </a:lnTo>
                <a:lnTo>
                  <a:pt x="160391" y="1189701"/>
                </a:lnTo>
                <a:lnTo>
                  <a:pt x="154448" y="1207732"/>
                </a:lnTo>
                <a:lnTo>
                  <a:pt x="148504" y="1225753"/>
                </a:lnTo>
                <a:lnTo>
                  <a:pt x="142570" y="1243784"/>
                </a:lnTo>
                <a:lnTo>
                  <a:pt x="136627" y="1261805"/>
                </a:lnTo>
                <a:lnTo>
                  <a:pt x="130683" y="1279836"/>
                </a:lnTo>
                <a:lnTo>
                  <a:pt x="124749" y="1297857"/>
                </a:lnTo>
                <a:lnTo>
                  <a:pt x="118805" y="1315888"/>
                </a:lnTo>
                <a:lnTo>
                  <a:pt x="112862" y="1333910"/>
                </a:lnTo>
                <a:lnTo>
                  <a:pt x="106928" y="1351931"/>
                </a:lnTo>
                <a:lnTo>
                  <a:pt x="100984" y="1369962"/>
                </a:lnTo>
                <a:lnTo>
                  <a:pt x="95040" y="1387983"/>
                </a:lnTo>
                <a:lnTo>
                  <a:pt x="89106" y="1406014"/>
                </a:lnTo>
                <a:lnTo>
                  <a:pt x="83163" y="1424035"/>
                </a:lnTo>
                <a:lnTo>
                  <a:pt x="77229" y="1442066"/>
                </a:lnTo>
                <a:lnTo>
                  <a:pt x="71285" y="1460087"/>
                </a:lnTo>
                <a:lnTo>
                  <a:pt x="65342" y="1478118"/>
                </a:lnTo>
                <a:lnTo>
                  <a:pt x="59407" y="1496139"/>
                </a:lnTo>
                <a:lnTo>
                  <a:pt x="53464" y="1514170"/>
                </a:lnTo>
                <a:lnTo>
                  <a:pt x="47520" y="1532192"/>
                </a:lnTo>
                <a:lnTo>
                  <a:pt x="41586" y="1550222"/>
                </a:lnTo>
                <a:lnTo>
                  <a:pt x="35643" y="1568244"/>
                </a:lnTo>
                <a:lnTo>
                  <a:pt x="29699" y="1586274"/>
                </a:lnTo>
                <a:lnTo>
                  <a:pt x="23765" y="1604296"/>
                </a:lnTo>
                <a:lnTo>
                  <a:pt x="17821" y="1622327"/>
                </a:lnTo>
                <a:lnTo>
                  <a:pt x="11878" y="1640348"/>
                </a:lnTo>
                <a:lnTo>
                  <a:pt x="5944" y="1658379"/>
                </a:lnTo>
                <a:lnTo>
                  <a:pt x="0" y="167640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6" name="cause-branch-3">
            <a:extLst xmlns:a="http://schemas.openxmlformats.org/drawingml/2006/main">
              <a:ext uri="{FF2B5EF4-FFF2-40B4-BE49-F238E27FC236}">
                <a16:creationId xmlns:a16="http://schemas.microsoft.com/office/drawing/2014/main" id="{4782E622-2BD6-49C3-B3D4-23DBD7CB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96175" y="3924300"/>
            <a:ext cx="552450" cy="1706880"/>
          </a:xfrm>
          <a:custGeom xmlns:a="http://schemas.openxmlformats.org/drawingml/2006/main">
            <a:pathLst>
              <a:path w="552450" h="1706880">
                <a:moveTo>
                  <a:pt x="552450" y="0"/>
                </a:moveTo>
                <a:lnTo>
                  <a:pt x="546630" y="17964"/>
                </a:lnTo>
                <a:lnTo>
                  <a:pt x="540820" y="35938"/>
                </a:lnTo>
                <a:lnTo>
                  <a:pt x="535000" y="53902"/>
                </a:lnTo>
                <a:lnTo>
                  <a:pt x="529190" y="71866"/>
                </a:lnTo>
                <a:lnTo>
                  <a:pt x="523370" y="89840"/>
                </a:lnTo>
                <a:lnTo>
                  <a:pt x="517560" y="107804"/>
                </a:lnTo>
                <a:lnTo>
                  <a:pt x="511740" y="125768"/>
                </a:lnTo>
                <a:lnTo>
                  <a:pt x="505930" y="143742"/>
                </a:lnTo>
                <a:lnTo>
                  <a:pt x="500110" y="161706"/>
                </a:lnTo>
                <a:lnTo>
                  <a:pt x="494300" y="179670"/>
                </a:lnTo>
                <a:lnTo>
                  <a:pt x="488480" y="197634"/>
                </a:lnTo>
                <a:lnTo>
                  <a:pt x="482670" y="215608"/>
                </a:lnTo>
                <a:lnTo>
                  <a:pt x="476850" y="233572"/>
                </a:lnTo>
                <a:lnTo>
                  <a:pt x="471040" y="251536"/>
                </a:lnTo>
                <a:lnTo>
                  <a:pt x="465220" y="269510"/>
                </a:lnTo>
                <a:lnTo>
                  <a:pt x="459410" y="287474"/>
                </a:lnTo>
                <a:lnTo>
                  <a:pt x="453590" y="305438"/>
                </a:lnTo>
                <a:lnTo>
                  <a:pt x="447770" y="323412"/>
                </a:lnTo>
                <a:lnTo>
                  <a:pt x="441960" y="341376"/>
                </a:lnTo>
                <a:lnTo>
                  <a:pt x="436140" y="359340"/>
                </a:lnTo>
                <a:lnTo>
                  <a:pt x="430330" y="377314"/>
                </a:lnTo>
                <a:lnTo>
                  <a:pt x="424510" y="395278"/>
                </a:lnTo>
                <a:lnTo>
                  <a:pt x="418700" y="413242"/>
                </a:lnTo>
                <a:lnTo>
                  <a:pt x="412880" y="431216"/>
                </a:lnTo>
                <a:lnTo>
                  <a:pt x="407070" y="449180"/>
                </a:lnTo>
                <a:lnTo>
                  <a:pt x="401250" y="467144"/>
                </a:lnTo>
                <a:lnTo>
                  <a:pt x="395440" y="485118"/>
                </a:lnTo>
                <a:lnTo>
                  <a:pt x="389620" y="503082"/>
                </a:lnTo>
                <a:lnTo>
                  <a:pt x="383810" y="521046"/>
                </a:lnTo>
                <a:lnTo>
                  <a:pt x="377990" y="539010"/>
                </a:lnTo>
                <a:lnTo>
                  <a:pt x="372180" y="556984"/>
                </a:lnTo>
                <a:lnTo>
                  <a:pt x="366360" y="574948"/>
                </a:lnTo>
                <a:lnTo>
                  <a:pt x="360550" y="592912"/>
                </a:lnTo>
                <a:lnTo>
                  <a:pt x="354730" y="610886"/>
                </a:lnTo>
                <a:lnTo>
                  <a:pt x="348920" y="628850"/>
                </a:lnTo>
                <a:lnTo>
                  <a:pt x="343100" y="646814"/>
                </a:lnTo>
                <a:lnTo>
                  <a:pt x="337290" y="664788"/>
                </a:lnTo>
                <a:lnTo>
                  <a:pt x="331470" y="682752"/>
                </a:lnTo>
                <a:lnTo>
                  <a:pt x="325650" y="700716"/>
                </a:lnTo>
                <a:lnTo>
                  <a:pt x="319840" y="718690"/>
                </a:lnTo>
                <a:lnTo>
                  <a:pt x="314020" y="736654"/>
                </a:lnTo>
                <a:lnTo>
                  <a:pt x="308210" y="754618"/>
                </a:lnTo>
                <a:lnTo>
                  <a:pt x="302390" y="772592"/>
                </a:lnTo>
                <a:lnTo>
                  <a:pt x="296580" y="790556"/>
                </a:lnTo>
                <a:lnTo>
                  <a:pt x="290760" y="808520"/>
                </a:lnTo>
                <a:lnTo>
                  <a:pt x="284950" y="826494"/>
                </a:lnTo>
                <a:lnTo>
                  <a:pt x="279130" y="844458"/>
                </a:lnTo>
                <a:lnTo>
                  <a:pt x="273320" y="862422"/>
                </a:lnTo>
                <a:lnTo>
                  <a:pt x="267500" y="880386"/>
                </a:lnTo>
                <a:lnTo>
                  <a:pt x="261690" y="898360"/>
                </a:lnTo>
                <a:lnTo>
                  <a:pt x="255870" y="916324"/>
                </a:lnTo>
                <a:lnTo>
                  <a:pt x="250060" y="934288"/>
                </a:lnTo>
                <a:lnTo>
                  <a:pt x="244240" y="952262"/>
                </a:lnTo>
                <a:lnTo>
                  <a:pt x="238430" y="970226"/>
                </a:lnTo>
                <a:lnTo>
                  <a:pt x="232610" y="988190"/>
                </a:lnTo>
                <a:lnTo>
                  <a:pt x="226800" y="1006164"/>
                </a:lnTo>
                <a:lnTo>
                  <a:pt x="220980" y="1024128"/>
                </a:lnTo>
                <a:lnTo>
                  <a:pt x="215160" y="1042092"/>
                </a:lnTo>
                <a:lnTo>
                  <a:pt x="209350" y="1060066"/>
                </a:lnTo>
                <a:lnTo>
                  <a:pt x="203530" y="1078030"/>
                </a:lnTo>
                <a:lnTo>
                  <a:pt x="197720" y="1095994"/>
                </a:lnTo>
                <a:lnTo>
                  <a:pt x="191900" y="1113968"/>
                </a:lnTo>
                <a:lnTo>
                  <a:pt x="186090" y="1131932"/>
                </a:lnTo>
                <a:lnTo>
                  <a:pt x="180270" y="1149896"/>
                </a:lnTo>
                <a:lnTo>
                  <a:pt x="174460" y="1167870"/>
                </a:lnTo>
                <a:lnTo>
                  <a:pt x="168640" y="1185834"/>
                </a:lnTo>
                <a:lnTo>
                  <a:pt x="162830" y="1203798"/>
                </a:lnTo>
                <a:lnTo>
                  <a:pt x="157010" y="1221762"/>
                </a:lnTo>
                <a:lnTo>
                  <a:pt x="151200" y="1239736"/>
                </a:lnTo>
                <a:lnTo>
                  <a:pt x="145380" y="1257700"/>
                </a:lnTo>
                <a:lnTo>
                  <a:pt x="139570" y="1275664"/>
                </a:lnTo>
                <a:lnTo>
                  <a:pt x="133750" y="1293638"/>
                </a:lnTo>
                <a:lnTo>
                  <a:pt x="127940" y="1311602"/>
                </a:lnTo>
                <a:lnTo>
                  <a:pt x="122120" y="1329566"/>
                </a:lnTo>
                <a:lnTo>
                  <a:pt x="116310" y="1347540"/>
                </a:lnTo>
                <a:lnTo>
                  <a:pt x="110490" y="1365504"/>
                </a:lnTo>
                <a:lnTo>
                  <a:pt x="104680" y="1383468"/>
                </a:lnTo>
                <a:lnTo>
                  <a:pt x="98860" y="1401442"/>
                </a:lnTo>
                <a:lnTo>
                  <a:pt x="93040" y="1419406"/>
                </a:lnTo>
                <a:lnTo>
                  <a:pt x="87230" y="1437370"/>
                </a:lnTo>
                <a:lnTo>
                  <a:pt x="81410" y="1455344"/>
                </a:lnTo>
                <a:lnTo>
                  <a:pt x="75600" y="1473308"/>
                </a:lnTo>
                <a:lnTo>
                  <a:pt x="69780" y="1491272"/>
                </a:lnTo>
                <a:lnTo>
                  <a:pt x="63970" y="1509246"/>
                </a:lnTo>
                <a:lnTo>
                  <a:pt x="58150" y="1527210"/>
                </a:lnTo>
                <a:lnTo>
                  <a:pt x="52340" y="1545174"/>
                </a:lnTo>
                <a:lnTo>
                  <a:pt x="46520" y="1563138"/>
                </a:lnTo>
                <a:lnTo>
                  <a:pt x="40710" y="1581112"/>
                </a:lnTo>
                <a:lnTo>
                  <a:pt x="34890" y="1599076"/>
                </a:lnTo>
                <a:lnTo>
                  <a:pt x="29080" y="1617040"/>
                </a:lnTo>
                <a:lnTo>
                  <a:pt x="23260" y="1635014"/>
                </a:lnTo>
                <a:lnTo>
                  <a:pt x="17450" y="1652978"/>
                </a:lnTo>
                <a:lnTo>
                  <a:pt x="11630" y="1670942"/>
                </a:lnTo>
                <a:lnTo>
                  <a:pt x="5820" y="1688916"/>
                </a:lnTo>
                <a:lnTo>
                  <a:pt x="0" y="170688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7" name="causal-anchor-0">
            <a:extLst xmlns:a="http://schemas.openxmlformats.org/drawingml/2006/main">
              <a:ext uri="{FF2B5EF4-FFF2-40B4-BE49-F238E27FC236}">
                <a16:creationId xmlns:a16="http://schemas.microsoft.com/office/drawing/2014/main" id="{3FF8A163-86E0-4E3D-B8B4-E0BDBB31D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672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8" name="causal-anchor-1">
            <a:extLst xmlns:a="http://schemas.openxmlformats.org/drawingml/2006/main">
              <a:ext uri="{FF2B5EF4-FFF2-40B4-BE49-F238E27FC236}">
                <a16:creationId xmlns:a16="http://schemas.microsoft.com/office/drawing/2014/main" id="{BEEF769C-2E4B-4E19-B4CA-891898A5E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962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9" name="causal-effect-head">
            <a:extLst xmlns:a="http://schemas.openxmlformats.org/drawingml/2006/main">
              <a:ext uri="{FF2B5EF4-FFF2-40B4-BE49-F238E27FC236}">
                <a16:creationId xmlns:a16="http://schemas.microsoft.com/office/drawing/2014/main" id="{5809EFCA-014E-4A29-803E-BE3A599F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82225" y="2781300"/>
            <a:ext cx="1426426" cy="2283914"/>
          </a:xfrm>
          <a:custGeom xmlns:a="http://schemas.openxmlformats.org/drawingml/2006/main">
            <a:pathLst>
              <a:path w="1426426" h="2283914">
                <a:moveTo>
                  <a:pt x="0" y="0"/>
                </a:moveTo>
                <a:lnTo>
                  <a:pt x="25203" y="4181"/>
                </a:lnTo>
                <a:lnTo>
                  <a:pt x="50349" y="8649"/>
                </a:lnTo>
                <a:lnTo>
                  <a:pt x="75448" y="13402"/>
                </a:lnTo>
                <a:lnTo>
                  <a:pt x="100489" y="18450"/>
                </a:lnTo>
                <a:lnTo>
                  <a:pt x="125463" y="23803"/>
                </a:lnTo>
                <a:lnTo>
                  <a:pt x="150381" y="29442"/>
                </a:lnTo>
                <a:lnTo>
                  <a:pt x="175222" y="35385"/>
                </a:lnTo>
                <a:lnTo>
                  <a:pt x="199987" y="41643"/>
                </a:lnTo>
                <a:lnTo>
                  <a:pt x="224676" y="48196"/>
                </a:lnTo>
                <a:lnTo>
                  <a:pt x="249279" y="55064"/>
                </a:lnTo>
                <a:lnTo>
                  <a:pt x="273796" y="62236"/>
                </a:lnTo>
                <a:lnTo>
                  <a:pt x="298218" y="69733"/>
                </a:lnTo>
                <a:lnTo>
                  <a:pt x="322536" y="77534"/>
                </a:lnTo>
                <a:lnTo>
                  <a:pt x="346758" y="85658"/>
                </a:lnTo>
                <a:lnTo>
                  <a:pt x="370865" y="94107"/>
                </a:lnTo>
                <a:lnTo>
                  <a:pt x="394859" y="102870"/>
                </a:lnTo>
                <a:lnTo>
                  <a:pt x="418729" y="111957"/>
                </a:lnTo>
                <a:lnTo>
                  <a:pt x="442474" y="121368"/>
                </a:lnTo>
                <a:lnTo>
                  <a:pt x="466087" y="131102"/>
                </a:lnTo>
                <a:lnTo>
                  <a:pt x="489566" y="141161"/>
                </a:lnTo>
                <a:lnTo>
                  <a:pt x="512912" y="151543"/>
                </a:lnTo>
                <a:lnTo>
                  <a:pt x="536096" y="162258"/>
                </a:lnTo>
                <a:lnTo>
                  <a:pt x="559127" y="173307"/>
                </a:lnTo>
                <a:lnTo>
                  <a:pt x="582006" y="184671"/>
                </a:lnTo>
                <a:lnTo>
                  <a:pt x="604714" y="196367"/>
                </a:lnTo>
                <a:lnTo>
                  <a:pt x="627250" y="208388"/>
                </a:lnTo>
                <a:lnTo>
                  <a:pt x="649615" y="220742"/>
                </a:lnTo>
                <a:lnTo>
                  <a:pt x="671789" y="233420"/>
                </a:lnTo>
                <a:lnTo>
                  <a:pt x="693782" y="246412"/>
                </a:lnTo>
                <a:lnTo>
                  <a:pt x="715575" y="259737"/>
                </a:lnTo>
                <a:lnTo>
                  <a:pt x="737168" y="273377"/>
                </a:lnTo>
                <a:lnTo>
                  <a:pt x="758552" y="287350"/>
                </a:lnTo>
                <a:lnTo>
                  <a:pt x="779736" y="301628"/>
                </a:lnTo>
                <a:lnTo>
                  <a:pt x="800691" y="316230"/>
                </a:lnTo>
                <a:lnTo>
                  <a:pt x="821426" y="331146"/>
                </a:lnTo>
                <a:lnTo>
                  <a:pt x="841943" y="346367"/>
                </a:lnTo>
                <a:lnTo>
                  <a:pt x="862222" y="361902"/>
                </a:lnTo>
                <a:lnTo>
                  <a:pt x="882253" y="377742"/>
                </a:lnTo>
                <a:lnTo>
                  <a:pt x="902056" y="393878"/>
                </a:lnTo>
                <a:lnTo>
                  <a:pt x="921601" y="410327"/>
                </a:lnTo>
                <a:lnTo>
                  <a:pt x="940908" y="427053"/>
                </a:lnTo>
                <a:lnTo>
                  <a:pt x="959939" y="444084"/>
                </a:lnTo>
                <a:lnTo>
                  <a:pt x="978732" y="461401"/>
                </a:lnTo>
                <a:lnTo>
                  <a:pt x="997239" y="478993"/>
                </a:lnTo>
                <a:lnTo>
                  <a:pt x="1015489" y="496872"/>
                </a:lnTo>
                <a:lnTo>
                  <a:pt x="1033463" y="515017"/>
                </a:lnTo>
                <a:lnTo>
                  <a:pt x="1051160" y="533438"/>
                </a:lnTo>
                <a:lnTo>
                  <a:pt x="1068581" y="552117"/>
                </a:lnTo>
                <a:lnTo>
                  <a:pt x="1085717" y="571062"/>
                </a:lnTo>
                <a:lnTo>
                  <a:pt x="1102566" y="590264"/>
                </a:lnTo>
                <a:lnTo>
                  <a:pt x="1119130" y="609705"/>
                </a:lnTo>
                <a:lnTo>
                  <a:pt x="1135409" y="629393"/>
                </a:lnTo>
                <a:lnTo>
                  <a:pt x="1151382" y="649329"/>
                </a:lnTo>
                <a:lnTo>
                  <a:pt x="1167070" y="669484"/>
                </a:lnTo>
                <a:lnTo>
                  <a:pt x="1182453" y="689877"/>
                </a:lnTo>
                <a:lnTo>
                  <a:pt x="1197540" y="710489"/>
                </a:lnTo>
                <a:lnTo>
                  <a:pt x="1212323" y="731320"/>
                </a:lnTo>
                <a:lnTo>
                  <a:pt x="1226810" y="752361"/>
                </a:lnTo>
                <a:lnTo>
                  <a:pt x="1240993" y="773611"/>
                </a:lnTo>
                <a:lnTo>
                  <a:pt x="1254871" y="795052"/>
                </a:lnTo>
                <a:lnTo>
                  <a:pt x="1268444" y="816693"/>
                </a:lnTo>
                <a:lnTo>
                  <a:pt x="1281713" y="838524"/>
                </a:lnTo>
                <a:lnTo>
                  <a:pt x="1294667" y="860536"/>
                </a:lnTo>
                <a:lnTo>
                  <a:pt x="1307325" y="882720"/>
                </a:lnTo>
                <a:lnTo>
                  <a:pt x="1319670" y="905085"/>
                </a:lnTo>
                <a:lnTo>
                  <a:pt x="1331719" y="927611"/>
                </a:lnTo>
                <a:lnTo>
                  <a:pt x="1343454" y="950290"/>
                </a:lnTo>
                <a:lnTo>
                  <a:pt x="1354884" y="973141"/>
                </a:lnTo>
                <a:lnTo>
                  <a:pt x="1366018" y="996134"/>
                </a:lnTo>
                <a:lnTo>
                  <a:pt x="1376839" y="1019270"/>
                </a:lnTo>
                <a:lnTo>
                  <a:pt x="1387354" y="1042549"/>
                </a:lnTo>
                <a:lnTo>
                  <a:pt x="1397575" y="1065952"/>
                </a:lnTo>
                <a:lnTo>
                  <a:pt x="1407490" y="1089498"/>
                </a:lnTo>
                <a:lnTo>
                  <a:pt x="1417110" y="1113158"/>
                </a:lnTo>
                <a:lnTo>
                  <a:pt x="1426426" y="1136942"/>
                </a:lnTo>
                <a:lnTo>
                  <a:pt x="1421882" y="1160774"/>
                </a:lnTo>
                <a:lnTo>
                  <a:pt x="1412415" y="1184500"/>
                </a:lnTo>
                <a:lnTo>
                  <a:pt x="1402652" y="1208103"/>
                </a:lnTo>
                <a:lnTo>
                  <a:pt x="1392584" y="1231583"/>
                </a:lnTo>
                <a:lnTo>
                  <a:pt x="1382220" y="1254928"/>
                </a:lnTo>
                <a:lnTo>
                  <a:pt x="1371552" y="1278141"/>
                </a:lnTo>
                <a:lnTo>
                  <a:pt x="1360580" y="1301210"/>
                </a:lnTo>
                <a:lnTo>
                  <a:pt x="1349292" y="1324127"/>
                </a:lnTo>
                <a:lnTo>
                  <a:pt x="1337720" y="1346892"/>
                </a:lnTo>
                <a:lnTo>
                  <a:pt x="1325823" y="1369505"/>
                </a:lnTo>
                <a:lnTo>
                  <a:pt x="1313631" y="1391945"/>
                </a:lnTo>
                <a:lnTo>
                  <a:pt x="1301134" y="1414224"/>
                </a:lnTo>
                <a:lnTo>
                  <a:pt x="1288332" y="1436322"/>
                </a:lnTo>
                <a:lnTo>
                  <a:pt x="1275217" y="1458249"/>
                </a:lnTo>
                <a:lnTo>
                  <a:pt x="1261796" y="1479985"/>
                </a:lnTo>
                <a:lnTo>
                  <a:pt x="1248070" y="1501531"/>
                </a:lnTo>
                <a:lnTo>
                  <a:pt x="1234049" y="1522876"/>
                </a:lnTo>
                <a:lnTo>
                  <a:pt x="1219714" y="1544022"/>
                </a:lnTo>
                <a:lnTo>
                  <a:pt x="1205084" y="1564958"/>
                </a:lnTo>
                <a:lnTo>
                  <a:pt x="1190149" y="1585684"/>
                </a:lnTo>
                <a:lnTo>
                  <a:pt x="1174918" y="1606182"/>
                </a:lnTo>
                <a:lnTo>
                  <a:pt x="1159383" y="1626460"/>
                </a:lnTo>
                <a:lnTo>
                  <a:pt x="1143552" y="1646511"/>
                </a:lnTo>
                <a:lnTo>
                  <a:pt x="1127436" y="1666323"/>
                </a:lnTo>
                <a:lnTo>
                  <a:pt x="1111015" y="1685896"/>
                </a:lnTo>
                <a:lnTo>
                  <a:pt x="1094308" y="1705223"/>
                </a:lnTo>
                <a:lnTo>
                  <a:pt x="1077316" y="1724292"/>
                </a:lnTo>
                <a:lnTo>
                  <a:pt x="1060047" y="1743113"/>
                </a:lnTo>
                <a:lnTo>
                  <a:pt x="1042483" y="1761658"/>
                </a:lnTo>
                <a:lnTo>
                  <a:pt x="1024652" y="1779946"/>
                </a:lnTo>
                <a:lnTo>
                  <a:pt x="1006545" y="1797958"/>
                </a:lnTo>
                <a:lnTo>
                  <a:pt x="988162" y="1815703"/>
                </a:lnTo>
                <a:lnTo>
                  <a:pt x="969512" y="1833162"/>
                </a:lnTo>
                <a:lnTo>
                  <a:pt x="950605" y="1850327"/>
                </a:lnTo>
                <a:lnTo>
                  <a:pt x="931440" y="1867214"/>
                </a:lnTo>
                <a:lnTo>
                  <a:pt x="912019" y="1883807"/>
                </a:lnTo>
                <a:lnTo>
                  <a:pt x="892340" y="1900095"/>
                </a:lnTo>
                <a:lnTo>
                  <a:pt x="872423" y="1916087"/>
                </a:lnTo>
                <a:lnTo>
                  <a:pt x="852268" y="1931784"/>
                </a:lnTo>
                <a:lnTo>
                  <a:pt x="831875" y="1947167"/>
                </a:lnTo>
                <a:lnTo>
                  <a:pt x="811254" y="1962236"/>
                </a:lnTo>
                <a:lnTo>
                  <a:pt x="790404" y="1976999"/>
                </a:lnTo>
                <a:lnTo>
                  <a:pt x="769334" y="1991439"/>
                </a:lnTo>
                <a:lnTo>
                  <a:pt x="748055" y="2005565"/>
                </a:lnTo>
                <a:lnTo>
                  <a:pt x="726557" y="2019376"/>
                </a:lnTo>
                <a:lnTo>
                  <a:pt x="704869" y="2032864"/>
                </a:lnTo>
                <a:lnTo>
                  <a:pt x="682981" y="2046027"/>
                </a:lnTo>
                <a:lnTo>
                  <a:pt x="660892" y="2058867"/>
                </a:lnTo>
                <a:lnTo>
                  <a:pt x="638623" y="2071383"/>
                </a:lnTo>
                <a:lnTo>
                  <a:pt x="616182" y="2083565"/>
                </a:lnTo>
                <a:lnTo>
                  <a:pt x="593560" y="2095433"/>
                </a:lnTo>
                <a:lnTo>
                  <a:pt x="570767" y="2106959"/>
                </a:lnTo>
                <a:lnTo>
                  <a:pt x="547811" y="2118170"/>
                </a:lnTo>
                <a:lnTo>
                  <a:pt x="524704" y="2129047"/>
                </a:lnTo>
                <a:lnTo>
                  <a:pt x="501444" y="2139601"/>
                </a:lnTo>
                <a:lnTo>
                  <a:pt x="478031" y="2149831"/>
                </a:lnTo>
                <a:lnTo>
                  <a:pt x="454485" y="2159727"/>
                </a:lnTo>
                <a:lnTo>
                  <a:pt x="430806" y="2169309"/>
                </a:lnTo>
                <a:lnTo>
                  <a:pt x="406994" y="2178558"/>
                </a:lnTo>
                <a:lnTo>
                  <a:pt x="383057" y="2187483"/>
                </a:lnTo>
                <a:lnTo>
                  <a:pt x="359007" y="2196094"/>
                </a:lnTo>
                <a:lnTo>
                  <a:pt x="334851" y="2204380"/>
                </a:lnTo>
                <a:lnTo>
                  <a:pt x="310582" y="2212343"/>
                </a:lnTo>
                <a:lnTo>
                  <a:pt x="286207" y="2220001"/>
                </a:lnTo>
                <a:lnTo>
                  <a:pt x="261737" y="2227336"/>
                </a:lnTo>
                <a:lnTo>
                  <a:pt x="237182" y="2234355"/>
                </a:lnTo>
                <a:lnTo>
                  <a:pt x="212531" y="2241071"/>
                </a:lnTo>
                <a:lnTo>
                  <a:pt x="187804" y="2247481"/>
                </a:lnTo>
                <a:lnTo>
                  <a:pt x="163001" y="2253577"/>
                </a:lnTo>
                <a:lnTo>
                  <a:pt x="138122" y="2259378"/>
                </a:lnTo>
                <a:lnTo>
                  <a:pt x="113176" y="2264874"/>
                </a:lnTo>
                <a:lnTo>
                  <a:pt x="88173" y="2270065"/>
                </a:lnTo>
                <a:lnTo>
                  <a:pt x="63103" y="2274970"/>
                </a:lnTo>
                <a:lnTo>
                  <a:pt x="37976" y="2279590"/>
                </a:lnTo>
                <a:lnTo>
                  <a:pt x="12802" y="2283914"/>
                </a:lnTo>
                <a:lnTo>
                  <a:pt x="0" y="2273427"/>
                </a:lnTo>
                <a:lnTo>
                  <a:pt x="0" y="2247881"/>
                </a:lnTo>
                <a:lnTo>
                  <a:pt x="0" y="2222335"/>
                </a:lnTo>
                <a:lnTo>
                  <a:pt x="0" y="2196789"/>
                </a:lnTo>
                <a:lnTo>
                  <a:pt x="0" y="2171252"/>
                </a:lnTo>
                <a:lnTo>
                  <a:pt x="0" y="2145706"/>
                </a:lnTo>
                <a:lnTo>
                  <a:pt x="0" y="2120160"/>
                </a:lnTo>
                <a:lnTo>
                  <a:pt x="0" y="2094614"/>
                </a:lnTo>
                <a:lnTo>
                  <a:pt x="0" y="2069078"/>
                </a:lnTo>
                <a:lnTo>
                  <a:pt x="0" y="2043532"/>
                </a:lnTo>
                <a:lnTo>
                  <a:pt x="0" y="2017986"/>
                </a:lnTo>
                <a:lnTo>
                  <a:pt x="0" y="1992440"/>
                </a:lnTo>
                <a:lnTo>
                  <a:pt x="0" y="1966893"/>
                </a:lnTo>
                <a:lnTo>
                  <a:pt x="0" y="1941357"/>
                </a:lnTo>
                <a:lnTo>
                  <a:pt x="0" y="1915811"/>
                </a:lnTo>
                <a:lnTo>
                  <a:pt x="0" y="1890265"/>
                </a:lnTo>
                <a:lnTo>
                  <a:pt x="0" y="1864719"/>
                </a:lnTo>
                <a:lnTo>
                  <a:pt x="0" y="1839173"/>
                </a:lnTo>
                <a:lnTo>
                  <a:pt x="0" y="1813636"/>
                </a:lnTo>
                <a:lnTo>
                  <a:pt x="0" y="1788090"/>
                </a:lnTo>
                <a:lnTo>
                  <a:pt x="0" y="1762544"/>
                </a:lnTo>
                <a:lnTo>
                  <a:pt x="0" y="1736998"/>
                </a:lnTo>
                <a:lnTo>
                  <a:pt x="0" y="1711452"/>
                </a:lnTo>
                <a:lnTo>
                  <a:pt x="0" y="1685915"/>
                </a:lnTo>
                <a:lnTo>
                  <a:pt x="0" y="1660369"/>
                </a:lnTo>
                <a:lnTo>
                  <a:pt x="0" y="1634823"/>
                </a:lnTo>
                <a:lnTo>
                  <a:pt x="0" y="1609277"/>
                </a:lnTo>
                <a:lnTo>
                  <a:pt x="0" y="1583731"/>
                </a:lnTo>
                <a:lnTo>
                  <a:pt x="0" y="1558195"/>
                </a:lnTo>
                <a:lnTo>
                  <a:pt x="0" y="1532649"/>
                </a:lnTo>
                <a:lnTo>
                  <a:pt x="0" y="1507103"/>
                </a:lnTo>
                <a:lnTo>
                  <a:pt x="0" y="1481557"/>
                </a:lnTo>
                <a:lnTo>
                  <a:pt x="0" y="1456011"/>
                </a:lnTo>
                <a:lnTo>
                  <a:pt x="0" y="1430474"/>
                </a:lnTo>
                <a:lnTo>
                  <a:pt x="0" y="1404928"/>
                </a:lnTo>
                <a:lnTo>
                  <a:pt x="0" y="1379382"/>
                </a:lnTo>
                <a:lnTo>
                  <a:pt x="0" y="1353836"/>
                </a:lnTo>
                <a:lnTo>
                  <a:pt x="0" y="1328290"/>
                </a:lnTo>
                <a:lnTo>
                  <a:pt x="0" y="1302753"/>
                </a:lnTo>
                <a:lnTo>
                  <a:pt x="0" y="1277207"/>
                </a:lnTo>
                <a:lnTo>
                  <a:pt x="0" y="1251661"/>
                </a:lnTo>
                <a:lnTo>
                  <a:pt x="0" y="1226115"/>
                </a:lnTo>
                <a:lnTo>
                  <a:pt x="0" y="1200569"/>
                </a:lnTo>
                <a:lnTo>
                  <a:pt x="0" y="1175033"/>
                </a:lnTo>
                <a:lnTo>
                  <a:pt x="0" y="1149487"/>
                </a:lnTo>
                <a:lnTo>
                  <a:pt x="0" y="1123940"/>
                </a:lnTo>
                <a:lnTo>
                  <a:pt x="0" y="1098394"/>
                </a:lnTo>
                <a:lnTo>
                  <a:pt x="0" y="1072848"/>
                </a:lnTo>
                <a:lnTo>
                  <a:pt x="0" y="1047312"/>
                </a:lnTo>
                <a:lnTo>
                  <a:pt x="0" y="1021766"/>
                </a:lnTo>
                <a:lnTo>
                  <a:pt x="0" y="996220"/>
                </a:lnTo>
                <a:lnTo>
                  <a:pt x="0" y="970674"/>
                </a:lnTo>
                <a:lnTo>
                  <a:pt x="0" y="945137"/>
                </a:lnTo>
                <a:lnTo>
                  <a:pt x="0" y="919591"/>
                </a:lnTo>
                <a:lnTo>
                  <a:pt x="0" y="894045"/>
                </a:lnTo>
                <a:lnTo>
                  <a:pt x="0" y="868499"/>
                </a:lnTo>
                <a:lnTo>
                  <a:pt x="0" y="842953"/>
                </a:lnTo>
                <a:lnTo>
                  <a:pt x="0" y="817416"/>
                </a:lnTo>
                <a:lnTo>
                  <a:pt x="0" y="791870"/>
                </a:lnTo>
                <a:lnTo>
                  <a:pt x="0" y="766324"/>
                </a:lnTo>
                <a:lnTo>
                  <a:pt x="0" y="740778"/>
                </a:lnTo>
                <a:lnTo>
                  <a:pt x="0" y="715232"/>
                </a:lnTo>
                <a:lnTo>
                  <a:pt x="0" y="689696"/>
                </a:lnTo>
                <a:lnTo>
                  <a:pt x="0" y="664150"/>
                </a:lnTo>
                <a:lnTo>
                  <a:pt x="0" y="638604"/>
                </a:lnTo>
                <a:lnTo>
                  <a:pt x="0" y="613058"/>
                </a:lnTo>
                <a:lnTo>
                  <a:pt x="0" y="587512"/>
                </a:lnTo>
                <a:lnTo>
                  <a:pt x="0" y="561975"/>
                </a:lnTo>
                <a:lnTo>
                  <a:pt x="0" y="536429"/>
                </a:lnTo>
                <a:lnTo>
                  <a:pt x="0" y="510883"/>
                </a:lnTo>
                <a:lnTo>
                  <a:pt x="0" y="485337"/>
                </a:lnTo>
                <a:lnTo>
                  <a:pt x="0" y="459791"/>
                </a:lnTo>
                <a:lnTo>
                  <a:pt x="0" y="434254"/>
                </a:lnTo>
                <a:lnTo>
                  <a:pt x="0" y="408708"/>
                </a:lnTo>
                <a:lnTo>
                  <a:pt x="0" y="383162"/>
                </a:lnTo>
                <a:lnTo>
                  <a:pt x="0" y="357616"/>
                </a:lnTo>
                <a:lnTo>
                  <a:pt x="0" y="332070"/>
                </a:lnTo>
                <a:lnTo>
                  <a:pt x="0" y="306534"/>
                </a:lnTo>
                <a:lnTo>
                  <a:pt x="0" y="280988"/>
                </a:lnTo>
                <a:lnTo>
                  <a:pt x="0" y="255441"/>
                </a:lnTo>
                <a:lnTo>
                  <a:pt x="0" y="229895"/>
                </a:lnTo>
                <a:lnTo>
                  <a:pt x="0" y="204349"/>
                </a:lnTo>
                <a:lnTo>
                  <a:pt x="0" y="178813"/>
                </a:lnTo>
                <a:lnTo>
                  <a:pt x="0" y="153267"/>
                </a:lnTo>
                <a:lnTo>
                  <a:pt x="0" y="127721"/>
                </a:lnTo>
                <a:lnTo>
                  <a:pt x="0" y="102175"/>
                </a:lnTo>
                <a:lnTo>
                  <a:pt x="0" y="76629"/>
                </a:lnTo>
                <a:lnTo>
                  <a:pt x="0" y="5109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54783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0" name="cause-heading-0">
            <a:extLst xmlns:a="http://schemas.openxmlformats.org/drawingml/2006/main">
              <a:ext uri="{FF2B5EF4-FFF2-40B4-BE49-F238E27FC236}">
                <a16:creationId xmlns:a16="http://schemas.microsoft.com/office/drawing/2014/main" id="{66441687-3844-4400-B680-2E9322CD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47875" y="1809750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1" name="factor-guide-0-0">
            <a:extLst xmlns:a="http://schemas.openxmlformats.org/drawingml/2006/main">
              <a:ext uri="{FF2B5EF4-FFF2-40B4-BE49-F238E27FC236}">
                <a16:creationId xmlns:a16="http://schemas.microsoft.com/office/drawing/2014/main" id="{6F9A54CD-4FB7-44BE-AA08-F6BC15F21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0275" y="275272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2" name="factor-arrow-0-0">
            <a:extLst xmlns:a="http://schemas.openxmlformats.org/drawingml/2006/main">
              <a:ext uri="{FF2B5EF4-FFF2-40B4-BE49-F238E27FC236}">
                <a16:creationId xmlns:a16="http://schemas.microsoft.com/office/drawing/2014/main" id="{11F900CE-EF81-4C81-9C47-6BA79C5E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24075" y="271481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factor-guide-0-1">
            <a:extLst xmlns:a="http://schemas.openxmlformats.org/drawingml/2006/main">
              <a:ext uri="{FF2B5EF4-FFF2-40B4-BE49-F238E27FC236}">
                <a16:creationId xmlns:a16="http://schemas.microsoft.com/office/drawing/2014/main" id="{C81AEBD0-DE64-423E-84C0-8F27F7D05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0275" y="312420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4" name="factor-arrow-0-1">
            <a:extLst xmlns:a="http://schemas.openxmlformats.org/drawingml/2006/main">
              <a:ext uri="{FF2B5EF4-FFF2-40B4-BE49-F238E27FC236}">
                <a16:creationId xmlns:a16="http://schemas.microsoft.com/office/drawing/2014/main" id="{BEB7EC7A-FAD9-4B65-B28E-7DFF6249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24075" y="308629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5" name="cause-heading-1">
            <a:extLst xmlns:a="http://schemas.openxmlformats.org/drawingml/2006/main">
              <a:ext uri="{FF2B5EF4-FFF2-40B4-BE49-F238E27FC236}">
                <a16:creationId xmlns:a16="http://schemas.microsoft.com/office/drawing/2014/main" id="{A5D34CD0-4509-458F-95C9-DEF5213A5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1779241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factor-guide-1-0">
            <a:extLst xmlns:a="http://schemas.openxmlformats.org/drawingml/2006/main">
              <a:ext uri="{FF2B5EF4-FFF2-40B4-BE49-F238E27FC236}">
                <a16:creationId xmlns:a16="http://schemas.microsoft.com/office/drawing/2014/main" id="{E6F07D23-FEA0-4980-9C0B-9BEC0BF1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9275" y="2722216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7" name="factor-arrow-1-0">
            <a:extLst xmlns:a="http://schemas.openxmlformats.org/drawingml/2006/main">
              <a:ext uri="{FF2B5EF4-FFF2-40B4-BE49-F238E27FC236}">
                <a16:creationId xmlns:a16="http://schemas.microsoft.com/office/drawing/2014/main" id="{D485B830-5328-456B-A6C6-4B64A6C97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53075" y="2684307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8" name="factor-guide-1-1">
            <a:extLst xmlns:a="http://schemas.openxmlformats.org/drawingml/2006/main">
              <a:ext uri="{FF2B5EF4-FFF2-40B4-BE49-F238E27FC236}">
                <a16:creationId xmlns:a16="http://schemas.microsoft.com/office/drawing/2014/main" id="{853A52BC-CBDD-4EB4-BA8A-8BB7D269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9275" y="3093691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9" name="factor-arrow-1-1">
            <a:extLst xmlns:a="http://schemas.openxmlformats.org/drawingml/2006/main">
              <a:ext uri="{FF2B5EF4-FFF2-40B4-BE49-F238E27FC236}">
                <a16:creationId xmlns:a16="http://schemas.microsoft.com/office/drawing/2014/main" id="{11F52C8F-F139-4608-BDF9-BF9BB80D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53075" y="3055782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0" name="cause-heading-2">
            <a:extLst xmlns:a="http://schemas.openxmlformats.org/drawingml/2006/main">
              <a:ext uri="{FF2B5EF4-FFF2-40B4-BE49-F238E27FC236}">
                <a16:creationId xmlns:a16="http://schemas.microsoft.com/office/drawing/2014/main" id="{C3B2CC86-15D4-4BAC-8948-C148F3A24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76425" y="5600700"/>
            <a:ext cx="2189236" cy="438150"/>
          </a:xfrm>
          <a:custGeom xmlns:a="http://schemas.openxmlformats.org/drawingml/2006/main">
            <a:pathLst>
              <a:path w="2189236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81917" y="0"/>
                </a:lnTo>
                <a:lnTo>
                  <a:pt x="2103377" y="0"/>
                </a:lnTo>
                <a:lnTo>
                  <a:pt x="2124847" y="0"/>
                </a:lnTo>
                <a:lnTo>
                  <a:pt x="2146306" y="0"/>
                </a:lnTo>
                <a:lnTo>
                  <a:pt x="2167766" y="0"/>
                </a:lnTo>
                <a:lnTo>
                  <a:pt x="2189236" y="0"/>
                </a:lnTo>
                <a:lnTo>
                  <a:pt x="2185330" y="19193"/>
                </a:lnTo>
                <a:lnTo>
                  <a:pt x="2179491" y="39853"/>
                </a:lnTo>
                <a:lnTo>
                  <a:pt x="2173653" y="60503"/>
                </a:lnTo>
                <a:lnTo>
                  <a:pt x="2167814" y="81153"/>
                </a:lnTo>
                <a:lnTo>
                  <a:pt x="2161975" y="101813"/>
                </a:lnTo>
                <a:lnTo>
                  <a:pt x="2156136" y="122463"/>
                </a:lnTo>
                <a:lnTo>
                  <a:pt x="2150307" y="143123"/>
                </a:lnTo>
                <a:lnTo>
                  <a:pt x="2144468" y="163773"/>
                </a:lnTo>
                <a:lnTo>
                  <a:pt x="2138629" y="184423"/>
                </a:lnTo>
                <a:lnTo>
                  <a:pt x="2132790" y="205083"/>
                </a:lnTo>
                <a:lnTo>
                  <a:pt x="2126952" y="225733"/>
                </a:lnTo>
                <a:lnTo>
                  <a:pt x="2121122" y="246393"/>
                </a:lnTo>
                <a:lnTo>
                  <a:pt x="2115283" y="267043"/>
                </a:lnTo>
                <a:lnTo>
                  <a:pt x="2109445" y="287693"/>
                </a:lnTo>
                <a:lnTo>
                  <a:pt x="2103606" y="308353"/>
                </a:lnTo>
                <a:lnTo>
                  <a:pt x="2097767" y="329003"/>
                </a:lnTo>
                <a:lnTo>
                  <a:pt x="2091938" y="349663"/>
                </a:lnTo>
                <a:lnTo>
                  <a:pt x="2086099" y="370313"/>
                </a:lnTo>
                <a:lnTo>
                  <a:pt x="2080260" y="390963"/>
                </a:lnTo>
                <a:lnTo>
                  <a:pt x="2074421" y="411623"/>
                </a:lnTo>
                <a:lnTo>
                  <a:pt x="2068582" y="432273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1" name="factor-guide-2-0">
            <a:extLst xmlns:a="http://schemas.openxmlformats.org/drawingml/2006/main">
              <a:ext uri="{FF2B5EF4-FFF2-40B4-BE49-F238E27FC236}">
                <a16:creationId xmlns:a16="http://schemas.microsoft.com/office/drawing/2014/main" id="{951E8794-2862-462A-AF65-EB94F6F8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451485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2" name="factor-arrow-2-0">
            <a:extLst xmlns:a="http://schemas.openxmlformats.org/drawingml/2006/main">
              <a:ext uri="{FF2B5EF4-FFF2-40B4-BE49-F238E27FC236}">
                <a16:creationId xmlns:a16="http://schemas.microsoft.com/office/drawing/2014/main" id="{8359C75C-BFA5-45DC-82AA-57ED8246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52625" y="447694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factor-guide-2-1">
            <a:extLst xmlns:a="http://schemas.openxmlformats.org/drawingml/2006/main">
              <a:ext uri="{FF2B5EF4-FFF2-40B4-BE49-F238E27FC236}">
                <a16:creationId xmlns:a16="http://schemas.microsoft.com/office/drawing/2014/main" id="{2B766D7A-DB9E-44C4-A0D0-92588AD3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488632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4" name="factor-arrow-2-1">
            <a:extLst xmlns:a="http://schemas.openxmlformats.org/drawingml/2006/main">
              <a:ext uri="{FF2B5EF4-FFF2-40B4-BE49-F238E27FC236}">
                <a16:creationId xmlns:a16="http://schemas.microsoft.com/office/drawing/2014/main" id="{475319DA-2AA2-4CFC-A2D0-148EF465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52625" y="484841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5" name="cause-heading-3">
            <a:extLst xmlns:a="http://schemas.openxmlformats.org/drawingml/2006/main">
              <a:ext uri="{FF2B5EF4-FFF2-40B4-BE49-F238E27FC236}">
                <a16:creationId xmlns:a16="http://schemas.microsoft.com/office/drawing/2014/main" id="{75A59358-765A-4612-929A-79BEBEF41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05425" y="5631066"/>
            <a:ext cx="2189236" cy="438150"/>
          </a:xfrm>
          <a:custGeom xmlns:a="http://schemas.openxmlformats.org/drawingml/2006/main">
            <a:pathLst>
              <a:path w="2189236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81917" y="0"/>
                </a:lnTo>
                <a:lnTo>
                  <a:pt x="2103377" y="0"/>
                </a:lnTo>
                <a:lnTo>
                  <a:pt x="2124847" y="0"/>
                </a:lnTo>
                <a:lnTo>
                  <a:pt x="2146306" y="0"/>
                </a:lnTo>
                <a:lnTo>
                  <a:pt x="2167766" y="0"/>
                </a:lnTo>
                <a:lnTo>
                  <a:pt x="2189236" y="0"/>
                </a:lnTo>
                <a:lnTo>
                  <a:pt x="2185330" y="19193"/>
                </a:lnTo>
                <a:lnTo>
                  <a:pt x="2179491" y="39853"/>
                </a:lnTo>
                <a:lnTo>
                  <a:pt x="2173653" y="60503"/>
                </a:lnTo>
                <a:lnTo>
                  <a:pt x="2167814" y="81153"/>
                </a:lnTo>
                <a:lnTo>
                  <a:pt x="2161975" y="101813"/>
                </a:lnTo>
                <a:lnTo>
                  <a:pt x="2156136" y="122463"/>
                </a:lnTo>
                <a:lnTo>
                  <a:pt x="2150307" y="143123"/>
                </a:lnTo>
                <a:lnTo>
                  <a:pt x="2144468" y="163773"/>
                </a:lnTo>
                <a:lnTo>
                  <a:pt x="2138629" y="184423"/>
                </a:lnTo>
                <a:lnTo>
                  <a:pt x="2132790" y="205083"/>
                </a:lnTo>
                <a:lnTo>
                  <a:pt x="2126952" y="225733"/>
                </a:lnTo>
                <a:lnTo>
                  <a:pt x="2121122" y="246393"/>
                </a:lnTo>
                <a:lnTo>
                  <a:pt x="2115283" y="267043"/>
                </a:lnTo>
                <a:lnTo>
                  <a:pt x="2109445" y="287693"/>
                </a:lnTo>
                <a:lnTo>
                  <a:pt x="2103606" y="308353"/>
                </a:lnTo>
                <a:lnTo>
                  <a:pt x="2097767" y="329003"/>
                </a:lnTo>
                <a:lnTo>
                  <a:pt x="2091938" y="349663"/>
                </a:lnTo>
                <a:lnTo>
                  <a:pt x="2086099" y="370313"/>
                </a:lnTo>
                <a:lnTo>
                  <a:pt x="2080260" y="390963"/>
                </a:lnTo>
                <a:lnTo>
                  <a:pt x="2074421" y="411623"/>
                </a:lnTo>
                <a:lnTo>
                  <a:pt x="2068582" y="432273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6" name="factor-guide-3-0">
            <a:extLst xmlns:a="http://schemas.openxmlformats.org/drawingml/2006/main">
              <a:ext uri="{FF2B5EF4-FFF2-40B4-BE49-F238E27FC236}">
                <a16:creationId xmlns:a16="http://schemas.microsoft.com/office/drawing/2014/main" id="{19848914-A3C9-4A99-821E-26D491138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57825" y="4545216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7" name="factor-arrow-3-0">
            <a:extLst xmlns:a="http://schemas.openxmlformats.org/drawingml/2006/main">
              <a:ext uri="{FF2B5EF4-FFF2-40B4-BE49-F238E27FC236}">
                <a16:creationId xmlns:a16="http://schemas.microsoft.com/office/drawing/2014/main" id="{5B66800D-50D3-4CFB-8AF9-4F4E907C7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81625" y="450730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8" name="factor-guide-3-1">
            <a:extLst xmlns:a="http://schemas.openxmlformats.org/drawingml/2006/main">
              <a:ext uri="{FF2B5EF4-FFF2-40B4-BE49-F238E27FC236}">
                <a16:creationId xmlns:a16="http://schemas.microsoft.com/office/drawing/2014/main" id="{06F0CE0D-2AE3-448D-8D30-027C1D5AA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57825" y="4916691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9" name="factor-arrow-3-1">
            <a:extLst xmlns:a="http://schemas.openxmlformats.org/drawingml/2006/main">
              <a:ext uri="{FF2B5EF4-FFF2-40B4-BE49-F238E27FC236}">
                <a16:creationId xmlns:a16="http://schemas.microsoft.com/office/drawing/2014/main" id="{1615BBC6-DE6E-40D0-91BC-F6FBDC02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81625" y="487878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0" name="cause-index-0">
            <a:extLst xmlns:a="http://schemas.openxmlformats.org/drawingml/2006/main">
              <a:ext uri="{FF2B5EF4-FFF2-40B4-BE49-F238E27FC236}">
                <a16:creationId xmlns:a16="http://schemas.microsoft.com/office/drawing/2014/main" id="{3D81D912-9576-4EC7-B09F-0731055F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05025" y="18764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1" name="cause-title-0">
            <a:extLst xmlns:a="http://schemas.openxmlformats.org/drawingml/2006/main">
              <a:ext uri="{FF2B5EF4-FFF2-40B4-BE49-F238E27FC236}">
                <a16:creationId xmlns:a16="http://schemas.microsoft.com/office/drawing/2014/main" id="{25E4ECC3-7CA0-41D4-A0EE-AC8B1F520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05075" y="1895475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需求定义</a:t>
            </a:r>
          </a:p>
        </p:txBody>
      </p:sp>
      <p:sp>
        <p:nvSpPr>
          <p:cNvPr id="32" name="cause-body-0">
            <a:extLst xmlns:a="http://schemas.openxmlformats.org/drawingml/2006/main">
              <a:ext uri="{FF2B5EF4-FFF2-40B4-BE49-F238E27FC236}">
                <a16:creationId xmlns:a16="http://schemas.microsoft.com/office/drawing/2014/main" id="{B709FED1-9C49-4EAE-8C19-AD5BB0E4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24075" y="2390775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目标频繁调整验收口径不清</a:t>
            </a:r>
          </a:p>
        </p:txBody>
      </p:sp>
      <p:sp>
        <p:nvSpPr>
          <p:cNvPr id="33" name="cause-index-1">
            <a:extLst xmlns:a="http://schemas.openxmlformats.org/drawingml/2006/main">
              <a:ext uri="{FF2B5EF4-FFF2-40B4-BE49-F238E27FC236}">
                <a16:creationId xmlns:a16="http://schemas.microsoft.com/office/drawing/2014/main" id="{5E9BE92E-F4B4-4ADD-93A3-86795778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34025" y="1845916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4" name="cause-title-1">
            <a:extLst xmlns:a="http://schemas.openxmlformats.org/drawingml/2006/main">
              <a:ext uri="{FF2B5EF4-FFF2-40B4-BE49-F238E27FC236}">
                <a16:creationId xmlns:a16="http://schemas.microsoft.com/office/drawing/2014/main" id="{12C6CB22-8610-4193-A492-728A7EB1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34075" y="1864966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计划协同</a:t>
            </a:r>
          </a:p>
        </p:txBody>
      </p:sp>
      <p:sp>
        <p:nvSpPr>
          <p:cNvPr id="35" name="cause-body-1">
            <a:extLst xmlns:a="http://schemas.openxmlformats.org/drawingml/2006/main">
              <a:ext uri="{FF2B5EF4-FFF2-40B4-BE49-F238E27FC236}">
                <a16:creationId xmlns:a16="http://schemas.microsoft.com/office/drawing/2014/main" id="{D52650FA-EAD8-45F5-B180-09B3856AF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53075" y="2360266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排期依赖遗漏资源承诺不稳</a:t>
            </a:r>
          </a:p>
        </p:txBody>
      </p:sp>
      <p:sp>
        <p:nvSpPr>
          <p:cNvPr id="36" name="cause-index-2">
            <a:extLst xmlns:a="http://schemas.openxmlformats.org/drawingml/2006/main">
              <a:ext uri="{FF2B5EF4-FFF2-40B4-BE49-F238E27FC236}">
                <a16:creationId xmlns:a16="http://schemas.microsoft.com/office/drawing/2014/main" id="{F41B8986-639C-4E83-999C-143CEC43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33575" y="56673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7" name="cause-title-2">
            <a:extLst xmlns:a="http://schemas.openxmlformats.org/drawingml/2006/main">
              <a:ext uri="{FF2B5EF4-FFF2-40B4-BE49-F238E27FC236}">
                <a16:creationId xmlns:a16="http://schemas.microsoft.com/office/drawing/2014/main" id="{3743AE86-DBC9-47B3-804D-A3349E484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3625" y="5686425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技术实现</a:t>
            </a:r>
          </a:p>
        </p:txBody>
      </p:sp>
      <p:sp>
        <p:nvSpPr>
          <p:cNvPr id="38" name="cause-body-2">
            <a:extLst xmlns:a="http://schemas.openxmlformats.org/drawingml/2006/main">
              <a:ext uri="{FF2B5EF4-FFF2-40B4-BE49-F238E27FC236}">
                <a16:creationId xmlns:a16="http://schemas.microsoft.com/office/drawing/2014/main" id="{8C3DB574-560F-4F8F-8395-C072E0A05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52625" y="4152900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接口复杂耦合自动化覆盖不足</a:t>
            </a:r>
          </a:p>
        </p:txBody>
      </p:sp>
      <p:sp>
        <p:nvSpPr>
          <p:cNvPr id="39" name="cause-index-3">
            <a:extLst xmlns:a="http://schemas.openxmlformats.org/drawingml/2006/main">
              <a:ext uri="{FF2B5EF4-FFF2-40B4-BE49-F238E27FC236}">
                <a16:creationId xmlns:a16="http://schemas.microsoft.com/office/drawing/2014/main" id="{18F06180-E3EA-486D-B47D-0004932D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62575" y="5697741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0" name="cause-title-3">
            <a:extLst xmlns:a="http://schemas.openxmlformats.org/drawingml/2006/main">
              <a:ext uri="{FF2B5EF4-FFF2-40B4-BE49-F238E27FC236}">
                <a16:creationId xmlns:a16="http://schemas.microsoft.com/office/drawing/2014/main" id="{BED594E6-03FE-49CB-B725-0E70786E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62625" y="5716791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测试验证</a:t>
            </a:r>
          </a:p>
        </p:txBody>
      </p:sp>
      <p:sp>
        <p:nvSpPr>
          <p:cNvPr id="41" name="cause-body-3">
            <a:extLst xmlns:a="http://schemas.openxmlformats.org/drawingml/2006/main">
              <a:ext uri="{FF2B5EF4-FFF2-40B4-BE49-F238E27FC236}">
                <a16:creationId xmlns:a16="http://schemas.microsoft.com/office/drawing/2014/main" id="{33D21BA7-2D84-44EC-865F-DA5B1F6D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81625" y="4183266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用例覆盖不足测试环境不稳</a:t>
            </a:r>
          </a:p>
        </p:txBody>
      </p:sp>
      <p:sp>
        <p:nvSpPr>
          <p:cNvPr id="42" name="effect-label">
            <a:extLst xmlns:a="http://schemas.openxmlformats.org/drawingml/2006/main">
              <a:ext uri="{FF2B5EF4-FFF2-40B4-BE49-F238E27FC236}">
                <a16:creationId xmlns:a16="http://schemas.microsoft.com/office/drawing/2014/main" id="{B79CA957-8D64-472A-9498-CA5D634D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0" y="311467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00" b="1" i="0">
                <a:solidFill>
                  <a:srgbClr val="C8D7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C8D7FA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43" name="effect-title">
            <a:extLst xmlns:a="http://schemas.openxmlformats.org/drawingml/2006/main">
              <a:ext uri="{FF2B5EF4-FFF2-40B4-BE49-F238E27FC236}">
                <a16:creationId xmlns:a16="http://schemas.microsoft.com/office/drawing/2014/main" id="{6BAE3022-EA56-4244-86E0-C4E808A3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0" y="3779196"/>
            <a:ext cx="857250" cy="5759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延期</a:t>
            </a:r>
          </a:p>
        </p:txBody>
      </p:sp>
    </p:spTree>
    <p:extLst>
      <p:ext uri="{BB962C8B-B14F-4D97-AF65-F5344CB8AC3E}">
        <p14:creationId xmlns:p14="http://schemas.microsoft.com/office/powerpoint/2010/main" val="20281162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causal-tail">
            <a:extLst xmlns:a="http://schemas.openxmlformats.org/drawingml/2006/main">
              <a:ext uri="{FF2B5EF4-FFF2-40B4-BE49-F238E27FC236}">
                <a16:creationId xmlns:a16="http://schemas.microsoft.com/office/drawing/2014/main" id="{3AA19BD2-EBA8-4008-93AC-27C257E94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9125" y="3390900"/>
            <a:ext cx="533390" cy="1065305"/>
          </a:xfrm>
          <a:custGeom xmlns:a="http://schemas.openxmlformats.org/drawingml/2006/main">
            <a:pathLst>
              <a:path w="533390" h="1065305">
                <a:moveTo>
                  <a:pt x="0" y="0"/>
                </a:moveTo>
                <a:lnTo>
                  <a:pt x="18783" y="2372"/>
                </a:lnTo>
                <a:lnTo>
                  <a:pt x="37509" y="5172"/>
                </a:lnTo>
                <a:lnTo>
                  <a:pt x="56159" y="8430"/>
                </a:lnTo>
                <a:lnTo>
                  <a:pt x="74714" y="12144"/>
                </a:lnTo>
                <a:lnTo>
                  <a:pt x="93183" y="16326"/>
                </a:lnTo>
                <a:lnTo>
                  <a:pt x="111538" y="20984"/>
                </a:lnTo>
                <a:lnTo>
                  <a:pt x="129750" y="26118"/>
                </a:lnTo>
                <a:lnTo>
                  <a:pt x="147828" y="31747"/>
                </a:lnTo>
                <a:lnTo>
                  <a:pt x="165745" y="37871"/>
                </a:lnTo>
                <a:lnTo>
                  <a:pt x="183480" y="44501"/>
                </a:lnTo>
                <a:lnTo>
                  <a:pt x="201016" y="51635"/>
                </a:lnTo>
                <a:lnTo>
                  <a:pt x="218332" y="59284"/>
                </a:lnTo>
                <a:lnTo>
                  <a:pt x="235410" y="67447"/>
                </a:lnTo>
                <a:lnTo>
                  <a:pt x="252232" y="76133"/>
                </a:lnTo>
                <a:lnTo>
                  <a:pt x="268776" y="85334"/>
                </a:lnTo>
                <a:lnTo>
                  <a:pt x="285017" y="95060"/>
                </a:lnTo>
                <a:lnTo>
                  <a:pt x="300933" y="105308"/>
                </a:lnTo>
                <a:lnTo>
                  <a:pt x="316506" y="116072"/>
                </a:lnTo>
                <a:lnTo>
                  <a:pt x="331708" y="127359"/>
                </a:lnTo>
                <a:lnTo>
                  <a:pt x="346520" y="139151"/>
                </a:lnTo>
                <a:lnTo>
                  <a:pt x="360912" y="151448"/>
                </a:lnTo>
                <a:lnTo>
                  <a:pt x="374866" y="164240"/>
                </a:lnTo>
                <a:lnTo>
                  <a:pt x="388353" y="177517"/>
                </a:lnTo>
                <a:lnTo>
                  <a:pt x="401364" y="191272"/>
                </a:lnTo>
                <a:lnTo>
                  <a:pt x="413861" y="205492"/>
                </a:lnTo>
                <a:lnTo>
                  <a:pt x="425834" y="220161"/>
                </a:lnTo>
                <a:lnTo>
                  <a:pt x="437255" y="235258"/>
                </a:lnTo>
                <a:lnTo>
                  <a:pt x="448104" y="250774"/>
                </a:lnTo>
                <a:lnTo>
                  <a:pt x="458362" y="266681"/>
                </a:lnTo>
                <a:lnTo>
                  <a:pt x="468020" y="282959"/>
                </a:lnTo>
                <a:lnTo>
                  <a:pt x="477050" y="299599"/>
                </a:lnTo>
                <a:lnTo>
                  <a:pt x="485442" y="316573"/>
                </a:lnTo>
                <a:lnTo>
                  <a:pt x="493185" y="333842"/>
                </a:lnTo>
                <a:lnTo>
                  <a:pt x="500272" y="351406"/>
                </a:lnTo>
                <a:lnTo>
                  <a:pt x="506673" y="369218"/>
                </a:lnTo>
                <a:lnTo>
                  <a:pt x="512407" y="387258"/>
                </a:lnTo>
                <a:lnTo>
                  <a:pt x="517446" y="405508"/>
                </a:lnTo>
                <a:lnTo>
                  <a:pt x="521799" y="423929"/>
                </a:lnTo>
                <a:lnTo>
                  <a:pt x="525456" y="442503"/>
                </a:lnTo>
                <a:lnTo>
                  <a:pt x="528418" y="461201"/>
                </a:lnTo>
                <a:lnTo>
                  <a:pt x="530685" y="479993"/>
                </a:lnTo>
                <a:lnTo>
                  <a:pt x="532276" y="498862"/>
                </a:lnTo>
                <a:lnTo>
                  <a:pt x="533171" y="517769"/>
                </a:lnTo>
                <a:lnTo>
                  <a:pt x="533390" y="536696"/>
                </a:lnTo>
                <a:lnTo>
                  <a:pt x="532933" y="555622"/>
                </a:lnTo>
                <a:lnTo>
                  <a:pt x="531800" y="574519"/>
                </a:lnTo>
                <a:lnTo>
                  <a:pt x="529971" y="593369"/>
                </a:lnTo>
                <a:lnTo>
                  <a:pt x="527466" y="612134"/>
                </a:lnTo>
                <a:lnTo>
                  <a:pt x="524256" y="630784"/>
                </a:lnTo>
                <a:lnTo>
                  <a:pt x="520360" y="649310"/>
                </a:lnTo>
                <a:lnTo>
                  <a:pt x="515769" y="667674"/>
                </a:lnTo>
                <a:lnTo>
                  <a:pt x="510483" y="685857"/>
                </a:lnTo>
                <a:lnTo>
                  <a:pt x="504520" y="703821"/>
                </a:lnTo>
                <a:lnTo>
                  <a:pt x="497872" y="721547"/>
                </a:lnTo>
                <a:lnTo>
                  <a:pt x="490557" y="739007"/>
                </a:lnTo>
                <a:lnTo>
                  <a:pt x="482594" y="756180"/>
                </a:lnTo>
                <a:lnTo>
                  <a:pt x="473974" y="773039"/>
                </a:lnTo>
                <a:lnTo>
                  <a:pt x="464725" y="789556"/>
                </a:lnTo>
                <a:lnTo>
                  <a:pt x="454857" y="805710"/>
                </a:lnTo>
                <a:lnTo>
                  <a:pt x="444389" y="821484"/>
                </a:lnTo>
                <a:lnTo>
                  <a:pt x="433340" y="836857"/>
                </a:lnTo>
                <a:lnTo>
                  <a:pt x="421719" y="851802"/>
                </a:lnTo>
                <a:lnTo>
                  <a:pt x="409565" y="866318"/>
                </a:lnTo>
                <a:lnTo>
                  <a:pt x="396888" y="880377"/>
                </a:lnTo>
                <a:lnTo>
                  <a:pt x="383705" y="893969"/>
                </a:lnTo>
                <a:lnTo>
                  <a:pt x="370056" y="907075"/>
                </a:lnTo>
                <a:lnTo>
                  <a:pt x="355940" y="919696"/>
                </a:lnTo>
                <a:lnTo>
                  <a:pt x="341405" y="931821"/>
                </a:lnTo>
                <a:lnTo>
                  <a:pt x="326450" y="943432"/>
                </a:lnTo>
                <a:lnTo>
                  <a:pt x="311115" y="954538"/>
                </a:lnTo>
                <a:lnTo>
                  <a:pt x="295418" y="965121"/>
                </a:lnTo>
                <a:lnTo>
                  <a:pt x="279387" y="975189"/>
                </a:lnTo>
                <a:lnTo>
                  <a:pt x="263042" y="984733"/>
                </a:lnTo>
                <a:lnTo>
                  <a:pt x="246402" y="993753"/>
                </a:lnTo>
                <a:lnTo>
                  <a:pt x="229486" y="1002259"/>
                </a:lnTo>
                <a:lnTo>
                  <a:pt x="212322" y="1010241"/>
                </a:lnTo>
                <a:lnTo>
                  <a:pt x="194920" y="1017708"/>
                </a:lnTo>
                <a:lnTo>
                  <a:pt x="177317" y="1024671"/>
                </a:lnTo>
                <a:lnTo>
                  <a:pt x="159515" y="1031119"/>
                </a:lnTo>
                <a:lnTo>
                  <a:pt x="141542" y="1037072"/>
                </a:lnTo>
                <a:lnTo>
                  <a:pt x="123415" y="1042530"/>
                </a:lnTo>
                <a:lnTo>
                  <a:pt x="105146" y="1047493"/>
                </a:lnTo>
                <a:lnTo>
                  <a:pt x="86754" y="1051989"/>
                </a:lnTo>
                <a:lnTo>
                  <a:pt x="68256" y="1056008"/>
                </a:lnTo>
                <a:lnTo>
                  <a:pt x="49663" y="1059561"/>
                </a:lnTo>
                <a:lnTo>
                  <a:pt x="30985" y="1062657"/>
                </a:lnTo>
                <a:lnTo>
                  <a:pt x="12240" y="1065305"/>
                </a:lnTo>
                <a:lnTo>
                  <a:pt x="0" y="1060199"/>
                </a:lnTo>
                <a:lnTo>
                  <a:pt x="0" y="1041263"/>
                </a:lnTo>
                <a:lnTo>
                  <a:pt x="0" y="1022337"/>
                </a:lnTo>
                <a:lnTo>
                  <a:pt x="0" y="1003402"/>
                </a:lnTo>
                <a:lnTo>
                  <a:pt x="0" y="984475"/>
                </a:lnTo>
                <a:lnTo>
                  <a:pt x="0" y="965540"/>
                </a:lnTo>
                <a:lnTo>
                  <a:pt x="0" y="946604"/>
                </a:lnTo>
                <a:lnTo>
                  <a:pt x="0" y="927678"/>
                </a:lnTo>
                <a:lnTo>
                  <a:pt x="0" y="908742"/>
                </a:lnTo>
                <a:lnTo>
                  <a:pt x="0" y="889806"/>
                </a:lnTo>
                <a:lnTo>
                  <a:pt x="0" y="870880"/>
                </a:lnTo>
                <a:lnTo>
                  <a:pt x="0" y="851945"/>
                </a:lnTo>
                <a:lnTo>
                  <a:pt x="0" y="833018"/>
                </a:lnTo>
                <a:lnTo>
                  <a:pt x="0" y="814083"/>
                </a:lnTo>
                <a:lnTo>
                  <a:pt x="0" y="795147"/>
                </a:lnTo>
                <a:lnTo>
                  <a:pt x="0" y="776221"/>
                </a:lnTo>
                <a:lnTo>
                  <a:pt x="0" y="757285"/>
                </a:lnTo>
                <a:lnTo>
                  <a:pt x="0" y="738349"/>
                </a:lnTo>
                <a:lnTo>
                  <a:pt x="0" y="719423"/>
                </a:lnTo>
                <a:lnTo>
                  <a:pt x="0" y="700488"/>
                </a:lnTo>
                <a:lnTo>
                  <a:pt x="0" y="681561"/>
                </a:lnTo>
                <a:lnTo>
                  <a:pt x="0" y="662626"/>
                </a:lnTo>
                <a:lnTo>
                  <a:pt x="0" y="643690"/>
                </a:lnTo>
                <a:lnTo>
                  <a:pt x="0" y="624764"/>
                </a:lnTo>
                <a:lnTo>
                  <a:pt x="0" y="605828"/>
                </a:lnTo>
                <a:lnTo>
                  <a:pt x="0" y="586892"/>
                </a:lnTo>
                <a:lnTo>
                  <a:pt x="0" y="567966"/>
                </a:lnTo>
                <a:lnTo>
                  <a:pt x="0" y="549031"/>
                </a:lnTo>
                <a:lnTo>
                  <a:pt x="0" y="530104"/>
                </a:lnTo>
                <a:lnTo>
                  <a:pt x="0" y="511169"/>
                </a:lnTo>
                <a:lnTo>
                  <a:pt x="0" y="492233"/>
                </a:lnTo>
                <a:lnTo>
                  <a:pt x="0" y="473307"/>
                </a:lnTo>
                <a:lnTo>
                  <a:pt x="0" y="454371"/>
                </a:lnTo>
                <a:lnTo>
                  <a:pt x="0" y="435435"/>
                </a:lnTo>
                <a:lnTo>
                  <a:pt x="0" y="416509"/>
                </a:lnTo>
                <a:lnTo>
                  <a:pt x="0" y="397574"/>
                </a:lnTo>
                <a:lnTo>
                  <a:pt x="0" y="378647"/>
                </a:lnTo>
                <a:lnTo>
                  <a:pt x="0" y="359712"/>
                </a:lnTo>
                <a:lnTo>
                  <a:pt x="0" y="340776"/>
                </a:lnTo>
                <a:lnTo>
                  <a:pt x="0" y="321850"/>
                </a:lnTo>
                <a:lnTo>
                  <a:pt x="0" y="302914"/>
                </a:lnTo>
                <a:lnTo>
                  <a:pt x="0" y="283978"/>
                </a:lnTo>
                <a:lnTo>
                  <a:pt x="0" y="265052"/>
                </a:lnTo>
                <a:lnTo>
                  <a:pt x="0" y="246116"/>
                </a:lnTo>
                <a:lnTo>
                  <a:pt x="0" y="227190"/>
                </a:lnTo>
                <a:lnTo>
                  <a:pt x="0" y="208255"/>
                </a:lnTo>
                <a:lnTo>
                  <a:pt x="0" y="189319"/>
                </a:lnTo>
                <a:lnTo>
                  <a:pt x="0" y="170393"/>
                </a:lnTo>
                <a:lnTo>
                  <a:pt x="0" y="151457"/>
                </a:lnTo>
                <a:lnTo>
                  <a:pt x="0" y="132521"/>
                </a:lnTo>
                <a:lnTo>
                  <a:pt x="0" y="113595"/>
                </a:lnTo>
                <a:lnTo>
                  <a:pt x="0" y="94659"/>
                </a:lnTo>
                <a:lnTo>
                  <a:pt x="0" y="75733"/>
                </a:lnTo>
                <a:lnTo>
                  <a:pt x="0" y="56798"/>
                </a:lnTo>
                <a:lnTo>
                  <a:pt x="0" y="37862"/>
                </a:lnTo>
                <a:lnTo>
                  <a:pt x="0" y="189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5A2D4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causal-spine">
            <a:extLst xmlns:a="http://schemas.openxmlformats.org/drawingml/2006/main">
              <a:ext uri="{FF2B5EF4-FFF2-40B4-BE49-F238E27FC236}">
                <a16:creationId xmlns:a16="http://schemas.microsoft.com/office/drawing/2014/main" id="{527C7F9A-8FFD-494F-8208-AD0B1F9D2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1075" y="3924300"/>
            <a:ext cx="97917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38100">
            <a:solidFill>
              <a:srgbClr val="4F73BD"/>
            </a:solidFill>
            <a:prstDash val="solid"/>
          </a:ln>
        </p:spPr>
      </p:sp>
      <p:sp>
        <p:nvSpPr>
          <p:cNvPr id="3" name="cause-branch-0">
            <a:extLst xmlns:a="http://schemas.openxmlformats.org/drawingml/2006/main">
              <a:ext uri="{FF2B5EF4-FFF2-40B4-BE49-F238E27FC236}">
                <a16:creationId xmlns:a16="http://schemas.microsoft.com/office/drawing/2014/main" id="{2F6D6BCF-6C6E-4601-8D07-34A3CF4F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38625" y="2247900"/>
            <a:ext cx="381000" cy="1676400"/>
          </a:xfrm>
          <a:custGeom xmlns:a="http://schemas.openxmlformats.org/drawingml/2006/main">
            <a:pathLst>
              <a:path w="381000" h="1676400">
                <a:moveTo>
                  <a:pt x="381000" y="1676400"/>
                </a:moveTo>
                <a:lnTo>
                  <a:pt x="376809" y="1657979"/>
                </a:lnTo>
                <a:lnTo>
                  <a:pt x="372628" y="1639557"/>
                </a:lnTo>
                <a:lnTo>
                  <a:pt x="368437" y="1621136"/>
                </a:lnTo>
                <a:lnTo>
                  <a:pt x="364255" y="1602715"/>
                </a:lnTo>
                <a:lnTo>
                  <a:pt x="360064" y="1584293"/>
                </a:lnTo>
                <a:lnTo>
                  <a:pt x="355883" y="1565872"/>
                </a:lnTo>
                <a:lnTo>
                  <a:pt x="351692" y="1547451"/>
                </a:lnTo>
                <a:lnTo>
                  <a:pt x="347510" y="1529020"/>
                </a:lnTo>
                <a:lnTo>
                  <a:pt x="343319" y="1510598"/>
                </a:lnTo>
                <a:lnTo>
                  <a:pt x="339128" y="1492177"/>
                </a:lnTo>
                <a:lnTo>
                  <a:pt x="334947" y="1473756"/>
                </a:lnTo>
                <a:lnTo>
                  <a:pt x="330756" y="1455334"/>
                </a:lnTo>
                <a:lnTo>
                  <a:pt x="326574" y="1436913"/>
                </a:lnTo>
                <a:lnTo>
                  <a:pt x="322383" y="1418492"/>
                </a:lnTo>
                <a:lnTo>
                  <a:pt x="318202" y="1400070"/>
                </a:lnTo>
                <a:lnTo>
                  <a:pt x="314011" y="1381649"/>
                </a:lnTo>
                <a:lnTo>
                  <a:pt x="309820" y="1363228"/>
                </a:lnTo>
                <a:lnTo>
                  <a:pt x="305638" y="1344806"/>
                </a:lnTo>
                <a:lnTo>
                  <a:pt x="301447" y="1326385"/>
                </a:lnTo>
                <a:lnTo>
                  <a:pt x="297266" y="1307963"/>
                </a:lnTo>
                <a:lnTo>
                  <a:pt x="293075" y="1289542"/>
                </a:lnTo>
                <a:lnTo>
                  <a:pt x="288893" y="1271121"/>
                </a:lnTo>
                <a:lnTo>
                  <a:pt x="284702" y="1252690"/>
                </a:lnTo>
                <a:lnTo>
                  <a:pt x="280521" y="1234269"/>
                </a:lnTo>
                <a:lnTo>
                  <a:pt x="276330" y="1215847"/>
                </a:lnTo>
                <a:lnTo>
                  <a:pt x="272139" y="1197426"/>
                </a:lnTo>
                <a:lnTo>
                  <a:pt x="267957" y="1179005"/>
                </a:lnTo>
                <a:lnTo>
                  <a:pt x="263766" y="1160583"/>
                </a:lnTo>
                <a:lnTo>
                  <a:pt x="259585" y="1142162"/>
                </a:lnTo>
                <a:lnTo>
                  <a:pt x="255394" y="1123740"/>
                </a:lnTo>
                <a:lnTo>
                  <a:pt x="251212" y="1105319"/>
                </a:lnTo>
                <a:lnTo>
                  <a:pt x="247021" y="1086898"/>
                </a:lnTo>
                <a:lnTo>
                  <a:pt x="242840" y="1068476"/>
                </a:lnTo>
                <a:lnTo>
                  <a:pt x="238649" y="1050055"/>
                </a:lnTo>
                <a:lnTo>
                  <a:pt x="234458" y="1031634"/>
                </a:lnTo>
                <a:lnTo>
                  <a:pt x="230276" y="1013212"/>
                </a:lnTo>
                <a:lnTo>
                  <a:pt x="226085" y="994791"/>
                </a:lnTo>
                <a:lnTo>
                  <a:pt x="221904" y="976360"/>
                </a:lnTo>
                <a:lnTo>
                  <a:pt x="217713" y="957939"/>
                </a:lnTo>
                <a:lnTo>
                  <a:pt x="213531" y="939517"/>
                </a:lnTo>
                <a:lnTo>
                  <a:pt x="209340" y="921096"/>
                </a:lnTo>
                <a:lnTo>
                  <a:pt x="205149" y="902675"/>
                </a:lnTo>
                <a:lnTo>
                  <a:pt x="200968" y="884253"/>
                </a:lnTo>
                <a:lnTo>
                  <a:pt x="196777" y="865832"/>
                </a:lnTo>
                <a:lnTo>
                  <a:pt x="192596" y="847411"/>
                </a:lnTo>
                <a:lnTo>
                  <a:pt x="188405" y="828989"/>
                </a:lnTo>
                <a:lnTo>
                  <a:pt x="184223" y="810568"/>
                </a:lnTo>
                <a:lnTo>
                  <a:pt x="180032" y="792147"/>
                </a:lnTo>
                <a:lnTo>
                  <a:pt x="175851" y="773725"/>
                </a:lnTo>
                <a:lnTo>
                  <a:pt x="171660" y="755304"/>
                </a:lnTo>
                <a:lnTo>
                  <a:pt x="167469" y="736883"/>
                </a:lnTo>
                <a:lnTo>
                  <a:pt x="163287" y="718461"/>
                </a:lnTo>
                <a:lnTo>
                  <a:pt x="159096" y="700040"/>
                </a:lnTo>
                <a:lnTo>
                  <a:pt x="154915" y="681609"/>
                </a:lnTo>
                <a:lnTo>
                  <a:pt x="150724" y="663188"/>
                </a:lnTo>
                <a:lnTo>
                  <a:pt x="146542" y="644766"/>
                </a:lnTo>
                <a:lnTo>
                  <a:pt x="142351" y="626345"/>
                </a:lnTo>
                <a:lnTo>
                  <a:pt x="138160" y="607924"/>
                </a:lnTo>
                <a:lnTo>
                  <a:pt x="133979" y="589502"/>
                </a:lnTo>
                <a:lnTo>
                  <a:pt x="129788" y="571081"/>
                </a:lnTo>
                <a:lnTo>
                  <a:pt x="125606" y="552660"/>
                </a:lnTo>
                <a:lnTo>
                  <a:pt x="121415" y="534238"/>
                </a:lnTo>
                <a:lnTo>
                  <a:pt x="117234" y="515817"/>
                </a:lnTo>
                <a:lnTo>
                  <a:pt x="113043" y="497396"/>
                </a:lnTo>
                <a:lnTo>
                  <a:pt x="108861" y="478974"/>
                </a:lnTo>
                <a:lnTo>
                  <a:pt x="104670" y="460553"/>
                </a:lnTo>
                <a:lnTo>
                  <a:pt x="100479" y="442131"/>
                </a:lnTo>
                <a:lnTo>
                  <a:pt x="96298" y="423710"/>
                </a:lnTo>
                <a:lnTo>
                  <a:pt x="92107" y="405279"/>
                </a:lnTo>
                <a:lnTo>
                  <a:pt x="87925" y="386858"/>
                </a:lnTo>
                <a:lnTo>
                  <a:pt x="83734" y="368437"/>
                </a:lnTo>
                <a:lnTo>
                  <a:pt x="79553" y="350015"/>
                </a:lnTo>
                <a:lnTo>
                  <a:pt x="75362" y="331594"/>
                </a:lnTo>
                <a:lnTo>
                  <a:pt x="71180" y="313172"/>
                </a:lnTo>
                <a:lnTo>
                  <a:pt x="66989" y="294751"/>
                </a:lnTo>
                <a:lnTo>
                  <a:pt x="62798" y="276330"/>
                </a:lnTo>
                <a:lnTo>
                  <a:pt x="58617" y="257908"/>
                </a:lnTo>
                <a:lnTo>
                  <a:pt x="54426" y="239487"/>
                </a:lnTo>
                <a:lnTo>
                  <a:pt x="50244" y="221066"/>
                </a:lnTo>
                <a:lnTo>
                  <a:pt x="46053" y="202644"/>
                </a:lnTo>
                <a:lnTo>
                  <a:pt x="41872" y="184223"/>
                </a:lnTo>
                <a:lnTo>
                  <a:pt x="37681" y="165802"/>
                </a:lnTo>
                <a:lnTo>
                  <a:pt x="33490" y="147380"/>
                </a:lnTo>
                <a:lnTo>
                  <a:pt x="29308" y="128949"/>
                </a:lnTo>
                <a:lnTo>
                  <a:pt x="25117" y="110528"/>
                </a:lnTo>
                <a:lnTo>
                  <a:pt x="20936" y="92107"/>
                </a:lnTo>
                <a:lnTo>
                  <a:pt x="16745" y="73685"/>
                </a:lnTo>
                <a:lnTo>
                  <a:pt x="12563" y="55264"/>
                </a:lnTo>
                <a:lnTo>
                  <a:pt x="8372" y="36843"/>
                </a:lnTo>
                <a:lnTo>
                  <a:pt x="4191" y="1842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4" name="cause-branch-1">
            <a:extLst xmlns:a="http://schemas.openxmlformats.org/drawingml/2006/main">
              <a:ext uri="{FF2B5EF4-FFF2-40B4-BE49-F238E27FC236}">
                <a16:creationId xmlns:a16="http://schemas.microsoft.com/office/drawing/2014/main" id="{A22BE168-F6B0-405C-BCD7-F66C17B8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7625" y="2217420"/>
            <a:ext cx="381000" cy="1706880"/>
          </a:xfrm>
          <a:custGeom xmlns:a="http://schemas.openxmlformats.org/drawingml/2006/main">
            <a:pathLst>
              <a:path w="381000" h="1706880">
                <a:moveTo>
                  <a:pt x="381000" y="1706880"/>
                </a:moveTo>
                <a:lnTo>
                  <a:pt x="376857" y="1688325"/>
                </a:lnTo>
                <a:lnTo>
                  <a:pt x="372713" y="1669771"/>
                </a:lnTo>
                <a:lnTo>
                  <a:pt x="368579" y="1651225"/>
                </a:lnTo>
                <a:lnTo>
                  <a:pt x="364436" y="1632671"/>
                </a:lnTo>
                <a:lnTo>
                  <a:pt x="360293" y="1614116"/>
                </a:lnTo>
                <a:lnTo>
                  <a:pt x="356149" y="1595561"/>
                </a:lnTo>
                <a:lnTo>
                  <a:pt x="352015" y="1577007"/>
                </a:lnTo>
                <a:lnTo>
                  <a:pt x="347872" y="1558452"/>
                </a:lnTo>
                <a:lnTo>
                  <a:pt x="343729" y="1539907"/>
                </a:lnTo>
                <a:lnTo>
                  <a:pt x="339585" y="1521352"/>
                </a:lnTo>
                <a:lnTo>
                  <a:pt x="335442" y="1502797"/>
                </a:lnTo>
                <a:lnTo>
                  <a:pt x="331308" y="1484243"/>
                </a:lnTo>
                <a:lnTo>
                  <a:pt x="327165" y="1465688"/>
                </a:lnTo>
                <a:lnTo>
                  <a:pt x="323021" y="1447133"/>
                </a:lnTo>
                <a:lnTo>
                  <a:pt x="318878" y="1428588"/>
                </a:lnTo>
                <a:lnTo>
                  <a:pt x="314735" y="1410033"/>
                </a:lnTo>
                <a:lnTo>
                  <a:pt x="310601" y="1391479"/>
                </a:lnTo>
                <a:lnTo>
                  <a:pt x="306457" y="1372924"/>
                </a:lnTo>
                <a:lnTo>
                  <a:pt x="302314" y="1354369"/>
                </a:lnTo>
                <a:lnTo>
                  <a:pt x="298171" y="1335815"/>
                </a:lnTo>
                <a:lnTo>
                  <a:pt x="294037" y="1317269"/>
                </a:lnTo>
                <a:lnTo>
                  <a:pt x="289893" y="1298715"/>
                </a:lnTo>
                <a:lnTo>
                  <a:pt x="285750" y="1280160"/>
                </a:lnTo>
                <a:lnTo>
                  <a:pt x="281607" y="1261605"/>
                </a:lnTo>
                <a:lnTo>
                  <a:pt x="277463" y="1243051"/>
                </a:lnTo>
                <a:lnTo>
                  <a:pt x="273329" y="1224505"/>
                </a:lnTo>
                <a:lnTo>
                  <a:pt x="269186" y="1205951"/>
                </a:lnTo>
                <a:lnTo>
                  <a:pt x="265043" y="1187396"/>
                </a:lnTo>
                <a:lnTo>
                  <a:pt x="260899" y="1168841"/>
                </a:lnTo>
                <a:lnTo>
                  <a:pt x="256765" y="1150287"/>
                </a:lnTo>
                <a:lnTo>
                  <a:pt x="252622" y="1131732"/>
                </a:lnTo>
                <a:lnTo>
                  <a:pt x="248479" y="1113187"/>
                </a:lnTo>
                <a:lnTo>
                  <a:pt x="244335" y="1094632"/>
                </a:lnTo>
                <a:lnTo>
                  <a:pt x="240192" y="1076077"/>
                </a:lnTo>
                <a:lnTo>
                  <a:pt x="236058" y="1057523"/>
                </a:lnTo>
                <a:lnTo>
                  <a:pt x="231915" y="1038968"/>
                </a:lnTo>
                <a:lnTo>
                  <a:pt x="227771" y="1020413"/>
                </a:lnTo>
                <a:lnTo>
                  <a:pt x="223628" y="1001868"/>
                </a:lnTo>
                <a:lnTo>
                  <a:pt x="219485" y="983313"/>
                </a:lnTo>
                <a:lnTo>
                  <a:pt x="215351" y="964759"/>
                </a:lnTo>
                <a:lnTo>
                  <a:pt x="211207" y="946204"/>
                </a:lnTo>
                <a:lnTo>
                  <a:pt x="207064" y="927649"/>
                </a:lnTo>
                <a:lnTo>
                  <a:pt x="202921" y="909095"/>
                </a:lnTo>
                <a:lnTo>
                  <a:pt x="198787" y="890549"/>
                </a:lnTo>
                <a:lnTo>
                  <a:pt x="194643" y="871995"/>
                </a:lnTo>
                <a:lnTo>
                  <a:pt x="190500" y="853440"/>
                </a:lnTo>
                <a:lnTo>
                  <a:pt x="186357" y="834885"/>
                </a:lnTo>
                <a:lnTo>
                  <a:pt x="182213" y="816331"/>
                </a:lnTo>
                <a:lnTo>
                  <a:pt x="178079" y="797785"/>
                </a:lnTo>
                <a:lnTo>
                  <a:pt x="173936" y="779231"/>
                </a:lnTo>
                <a:lnTo>
                  <a:pt x="169793" y="760676"/>
                </a:lnTo>
                <a:lnTo>
                  <a:pt x="165649" y="742121"/>
                </a:lnTo>
                <a:lnTo>
                  <a:pt x="161515" y="723567"/>
                </a:lnTo>
                <a:lnTo>
                  <a:pt x="157372" y="705012"/>
                </a:lnTo>
                <a:lnTo>
                  <a:pt x="153229" y="686467"/>
                </a:lnTo>
                <a:lnTo>
                  <a:pt x="149085" y="667912"/>
                </a:lnTo>
                <a:lnTo>
                  <a:pt x="144942" y="649357"/>
                </a:lnTo>
                <a:lnTo>
                  <a:pt x="140808" y="630803"/>
                </a:lnTo>
                <a:lnTo>
                  <a:pt x="136665" y="612248"/>
                </a:lnTo>
                <a:lnTo>
                  <a:pt x="132521" y="593693"/>
                </a:lnTo>
                <a:lnTo>
                  <a:pt x="128378" y="575148"/>
                </a:lnTo>
                <a:lnTo>
                  <a:pt x="124235" y="556593"/>
                </a:lnTo>
                <a:lnTo>
                  <a:pt x="120101" y="538039"/>
                </a:lnTo>
                <a:lnTo>
                  <a:pt x="115957" y="519484"/>
                </a:lnTo>
                <a:lnTo>
                  <a:pt x="111814" y="500929"/>
                </a:lnTo>
                <a:lnTo>
                  <a:pt x="107671" y="482375"/>
                </a:lnTo>
                <a:lnTo>
                  <a:pt x="103537" y="463829"/>
                </a:lnTo>
                <a:lnTo>
                  <a:pt x="99393" y="445275"/>
                </a:lnTo>
                <a:lnTo>
                  <a:pt x="95250" y="426720"/>
                </a:lnTo>
                <a:lnTo>
                  <a:pt x="91107" y="408165"/>
                </a:lnTo>
                <a:lnTo>
                  <a:pt x="86963" y="389611"/>
                </a:lnTo>
                <a:lnTo>
                  <a:pt x="82829" y="371065"/>
                </a:lnTo>
                <a:lnTo>
                  <a:pt x="78686" y="352511"/>
                </a:lnTo>
                <a:lnTo>
                  <a:pt x="74543" y="333956"/>
                </a:lnTo>
                <a:lnTo>
                  <a:pt x="70399" y="315401"/>
                </a:lnTo>
                <a:lnTo>
                  <a:pt x="66265" y="296847"/>
                </a:lnTo>
                <a:lnTo>
                  <a:pt x="62122" y="278292"/>
                </a:lnTo>
                <a:lnTo>
                  <a:pt x="57979" y="259747"/>
                </a:lnTo>
                <a:lnTo>
                  <a:pt x="53835" y="241192"/>
                </a:lnTo>
                <a:lnTo>
                  <a:pt x="49692" y="222637"/>
                </a:lnTo>
                <a:lnTo>
                  <a:pt x="45558" y="204083"/>
                </a:lnTo>
                <a:lnTo>
                  <a:pt x="41415" y="185528"/>
                </a:lnTo>
                <a:lnTo>
                  <a:pt x="37271" y="166973"/>
                </a:lnTo>
                <a:lnTo>
                  <a:pt x="33128" y="148428"/>
                </a:lnTo>
                <a:lnTo>
                  <a:pt x="28985" y="129873"/>
                </a:lnTo>
                <a:lnTo>
                  <a:pt x="24851" y="111319"/>
                </a:lnTo>
                <a:lnTo>
                  <a:pt x="20707" y="92764"/>
                </a:lnTo>
                <a:lnTo>
                  <a:pt x="16564" y="74209"/>
                </a:lnTo>
                <a:lnTo>
                  <a:pt x="12421" y="55655"/>
                </a:lnTo>
                <a:lnTo>
                  <a:pt x="8287" y="37109"/>
                </a:lnTo>
                <a:lnTo>
                  <a:pt x="4143" y="1855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5" name="cause-branch-2">
            <a:extLst xmlns:a="http://schemas.openxmlformats.org/drawingml/2006/main">
              <a:ext uri="{FF2B5EF4-FFF2-40B4-BE49-F238E27FC236}">
                <a16:creationId xmlns:a16="http://schemas.microsoft.com/office/drawing/2014/main" id="{B7FB30A0-5817-42A3-9D6F-65F84426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67175" y="3924300"/>
            <a:ext cx="552450" cy="1676400"/>
          </a:xfrm>
          <a:custGeom xmlns:a="http://schemas.openxmlformats.org/drawingml/2006/main">
            <a:pathLst>
              <a:path w="552450" h="1676400">
                <a:moveTo>
                  <a:pt x="552450" y="0"/>
                </a:moveTo>
                <a:lnTo>
                  <a:pt x="546506" y="18021"/>
                </a:lnTo>
                <a:lnTo>
                  <a:pt x="540572" y="36052"/>
                </a:lnTo>
                <a:lnTo>
                  <a:pt x="534629" y="54073"/>
                </a:lnTo>
                <a:lnTo>
                  <a:pt x="528685" y="72104"/>
                </a:lnTo>
                <a:lnTo>
                  <a:pt x="522751" y="90126"/>
                </a:lnTo>
                <a:lnTo>
                  <a:pt x="516807" y="108156"/>
                </a:lnTo>
                <a:lnTo>
                  <a:pt x="510864" y="126178"/>
                </a:lnTo>
                <a:lnTo>
                  <a:pt x="504930" y="144209"/>
                </a:lnTo>
                <a:lnTo>
                  <a:pt x="498986" y="162230"/>
                </a:lnTo>
                <a:lnTo>
                  <a:pt x="493043" y="180261"/>
                </a:lnTo>
                <a:lnTo>
                  <a:pt x="487109" y="198282"/>
                </a:lnTo>
                <a:lnTo>
                  <a:pt x="481165" y="216313"/>
                </a:lnTo>
                <a:lnTo>
                  <a:pt x="475221" y="234334"/>
                </a:lnTo>
                <a:lnTo>
                  <a:pt x="469287" y="252365"/>
                </a:lnTo>
                <a:lnTo>
                  <a:pt x="463344" y="270386"/>
                </a:lnTo>
                <a:lnTo>
                  <a:pt x="457410" y="288417"/>
                </a:lnTo>
                <a:lnTo>
                  <a:pt x="451466" y="306438"/>
                </a:lnTo>
                <a:lnTo>
                  <a:pt x="445522" y="324469"/>
                </a:lnTo>
                <a:lnTo>
                  <a:pt x="439588" y="342490"/>
                </a:lnTo>
                <a:lnTo>
                  <a:pt x="433645" y="360512"/>
                </a:lnTo>
                <a:lnTo>
                  <a:pt x="427701" y="378543"/>
                </a:lnTo>
                <a:lnTo>
                  <a:pt x="421767" y="396564"/>
                </a:lnTo>
                <a:lnTo>
                  <a:pt x="415823" y="414595"/>
                </a:lnTo>
                <a:lnTo>
                  <a:pt x="409880" y="432616"/>
                </a:lnTo>
                <a:lnTo>
                  <a:pt x="403946" y="450647"/>
                </a:lnTo>
                <a:lnTo>
                  <a:pt x="398002" y="468668"/>
                </a:lnTo>
                <a:lnTo>
                  <a:pt x="392059" y="486699"/>
                </a:lnTo>
                <a:lnTo>
                  <a:pt x="386124" y="504720"/>
                </a:lnTo>
                <a:lnTo>
                  <a:pt x="380181" y="522751"/>
                </a:lnTo>
                <a:lnTo>
                  <a:pt x="374237" y="540772"/>
                </a:lnTo>
                <a:lnTo>
                  <a:pt x="368303" y="558803"/>
                </a:lnTo>
                <a:lnTo>
                  <a:pt x="362360" y="576824"/>
                </a:lnTo>
                <a:lnTo>
                  <a:pt x="356416" y="594855"/>
                </a:lnTo>
                <a:lnTo>
                  <a:pt x="350482" y="612877"/>
                </a:lnTo>
                <a:lnTo>
                  <a:pt x="344538" y="630907"/>
                </a:lnTo>
                <a:lnTo>
                  <a:pt x="338595" y="648929"/>
                </a:lnTo>
                <a:lnTo>
                  <a:pt x="332661" y="666960"/>
                </a:lnTo>
                <a:lnTo>
                  <a:pt x="326717" y="684981"/>
                </a:lnTo>
                <a:lnTo>
                  <a:pt x="320773" y="703002"/>
                </a:lnTo>
                <a:lnTo>
                  <a:pt x="314839" y="721033"/>
                </a:lnTo>
                <a:lnTo>
                  <a:pt x="308896" y="739054"/>
                </a:lnTo>
                <a:lnTo>
                  <a:pt x="302952" y="757085"/>
                </a:lnTo>
                <a:lnTo>
                  <a:pt x="297018" y="775106"/>
                </a:lnTo>
                <a:lnTo>
                  <a:pt x="291074" y="793137"/>
                </a:lnTo>
                <a:lnTo>
                  <a:pt x="285131" y="811159"/>
                </a:lnTo>
                <a:lnTo>
                  <a:pt x="279197" y="829189"/>
                </a:lnTo>
                <a:lnTo>
                  <a:pt x="273253" y="847211"/>
                </a:lnTo>
                <a:lnTo>
                  <a:pt x="267319" y="865241"/>
                </a:lnTo>
                <a:lnTo>
                  <a:pt x="261376" y="883263"/>
                </a:lnTo>
                <a:lnTo>
                  <a:pt x="255432" y="901294"/>
                </a:lnTo>
                <a:lnTo>
                  <a:pt x="249498" y="919315"/>
                </a:lnTo>
                <a:lnTo>
                  <a:pt x="243554" y="937346"/>
                </a:lnTo>
                <a:lnTo>
                  <a:pt x="237611" y="955367"/>
                </a:lnTo>
                <a:lnTo>
                  <a:pt x="231677" y="973398"/>
                </a:lnTo>
                <a:lnTo>
                  <a:pt x="225733" y="991419"/>
                </a:lnTo>
                <a:lnTo>
                  <a:pt x="219789" y="1009450"/>
                </a:lnTo>
                <a:lnTo>
                  <a:pt x="213855" y="1027471"/>
                </a:lnTo>
                <a:lnTo>
                  <a:pt x="207912" y="1045493"/>
                </a:lnTo>
                <a:lnTo>
                  <a:pt x="201968" y="1063523"/>
                </a:lnTo>
                <a:lnTo>
                  <a:pt x="196034" y="1081545"/>
                </a:lnTo>
                <a:lnTo>
                  <a:pt x="190090" y="1099576"/>
                </a:lnTo>
                <a:lnTo>
                  <a:pt x="184147" y="1117597"/>
                </a:lnTo>
                <a:lnTo>
                  <a:pt x="178213" y="1135628"/>
                </a:lnTo>
                <a:lnTo>
                  <a:pt x="172269" y="1153649"/>
                </a:lnTo>
                <a:lnTo>
                  <a:pt x="166326" y="1171680"/>
                </a:lnTo>
                <a:lnTo>
                  <a:pt x="160391" y="1189701"/>
                </a:lnTo>
                <a:lnTo>
                  <a:pt x="154448" y="1207732"/>
                </a:lnTo>
                <a:lnTo>
                  <a:pt x="148504" y="1225753"/>
                </a:lnTo>
                <a:lnTo>
                  <a:pt x="142570" y="1243784"/>
                </a:lnTo>
                <a:lnTo>
                  <a:pt x="136627" y="1261805"/>
                </a:lnTo>
                <a:lnTo>
                  <a:pt x="130683" y="1279836"/>
                </a:lnTo>
                <a:lnTo>
                  <a:pt x="124749" y="1297857"/>
                </a:lnTo>
                <a:lnTo>
                  <a:pt x="118805" y="1315888"/>
                </a:lnTo>
                <a:lnTo>
                  <a:pt x="112862" y="1333910"/>
                </a:lnTo>
                <a:lnTo>
                  <a:pt x="106928" y="1351931"/>
                </a:lnTo>
                <a:lnTo>
                  <a:pt x="100984" y="1369962"/>
                </a:lnTo>
                <a:lnTo>
                  <a:pt x="95040" y="1387983"/>
                </a:lnTo>
                <a:lnTo>
                  <a:pt x="89106" y="1406014"/>
                </a:lnTo>
                <a:lnTo>
                  <a:pt x="83163" y="1424035"/>
                </a:lnTo>
                <a:lnTo>
                  <a:pt x="77229" y="1442066"/>
                </a:lnTo>
                <a:lnTo>
                  <a:pt x="71285" y="1460087"/>
                </a:lnTo>
                <a:lnTo>
                  <a:pt x="65342" y="1478118"/>
                </a:lnTo>
                <a:lnTo>
                  <a:pt x="59407" y="1496139"/>
                </a:lnTo>
                <a:lnTo>
                  <a:pt x="53464" y="1514170"/>
                </a:lnTo>
                <a:lnTo>
                  <a:pt x="47520" y="1532192"/>
                </a:lnTo>
                <a:lnTo>
                  <a:pt x="41586" y="1550222"/>
                </a:lnTo>
                <a:lnTo>
                  <a:pt x="35643" y="1568244"/>
                </a:lnTo>
                <a:lnTo>
                  <a:pt x="29699" y="1586274"/>
                </a:lnTo>
                <a:lnTo>
                  <a:pt x="23765" y="1604296"/>
                </a:lnTo>
                <a:lnTo>
                  <a:pt x="17821" y="1622327"/>
                </a:lnTo>
                <a:lnTo>
                  <a:pt x="11878" y="1640348"/>
                </a:lnTo>
                <a:lnTo>
                  <a:pt x="5944" y="1658379"/>
                </a:lnTo>
                <a:lnTo>
                  <a:pt x="0" y="167640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6" name="cause-branch-3">
            <a:extLst xmlns:a="http://schemas.openxmlformats.org/drawingml/2006/main">
              <a:ext uri="{FF2B5EF4-FFF2-40B4-BE49-F238E27FC236}">
                <a16:creationId xmlns:a16="http://schemas.microsoft.com/office/drawing/2014/main" id="{F2608F56-1266-48F5-9B43-353DD4042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96175" y="3924300"/>
            <a:ext cx="552450" cy="1706880"/>
          </a:xfrm>
          <a:custGeom xmlns:a="http://schemas.openxmlformats.org/drawingml/2006/main">
            <a:pathLst>
              <a:path w="552450" h="1706880">
                <a:moveTo>
                  <a:pt x="552450" y="0"/>
                </a:moveTo>
                <a:lnTo>
                  <a:pt x="546630" y="17964"/>
                </a:lnTo>
                <a:lnTo>
                  <a:pt x="540820" y="35938"/>
                </a:lnTo>
                <a:lnTo>
                  <a:pt x="535000" y="53902"/>
                </a:lnTo>
                <a:lnTo>
                  <a:pt x="529190" y="71866"/>
                </a:lnTo>
                <a:lnTo>
                  <a:pt x="523370" y="89840"/>
                </a:lnTo>
                <a:lnTo>
                  <a:pt x="517560" y="107804"/>
                </a:lnTo>
                <a:lnTo>
                  <a:pt x="511740" y="125768"/>
                </a:lnTo>
                <a:lnTo>
                  <a:pt x="505930" y="143742"/>
                </a:lnTo>
                <a:lnTo>
                  <a:pt x="500110" y="161706"/>
                </a:lnTo>
                <a:lnTo>
                  <a:pt x="494300" y="179670"/>
                </a:lnTo>
                <a:lnTo>
                  <a:pt x="488480" y="197634"/>
                </a:lnTo>
                <a:lnTo>
                  <a:pt x="482670" y="215608"/>
                </a:lnTo>
                <a:lnTo>
                  <a:pt x="476850" y="233572"/>
                </a:lnTo>
                <a:lnTo>
                  <a:pt x="471040" y="251536"/>
                </a:lnTo>
                <a:lnTo>
                  <a:pt x="465220" y="269510"/>
                </a:lnTo>
                <a:lnTo>
                  <a:pt x="459410" y="287474"/>
                </a:lnTo>
                <a:lnTo>
                  <a:pt x="453590" y="305438"/>
                </a:lnTo>
                <a:lnTo>
                  <a:pt x="447770" y="323412"/>
                </a:lnTo>
                <a:lnTo>
                  <a:pt x="441960" y="341376"/>
                </a:lnTo>
                <a:lnTo>
                  <a:pt x="436140" y="359340"/>
                </a:lnTo>
                <a:lnTo>
                  <a:pt x="430330" y="377314"/>
                </a:lnTo>
                <a:lnTo>
                  <a:pt x="424510" y="395278"/>
                </a:lnTo>
                <a:lnTo>
                  <a:pt x="418700" y="413242"/>
                </a:lnTo>
                <a:lnTo>
                  <a:pt x="412880" y="431216"/>
                </a:lnTo>
                <a:lnTo>
                  <a:pt x="407070" y="449180"/>
                </a:lnTo>
                <a:lnTo>
                  <a:pt x="401250" y="467144"/>
                </a:lnTo>
                <a:lnTo>
                  <a:pt x="395440" y="485118"/>
                </a:lnTo>
                <a:lnTo>
                  <a:pt x="389620" y="503082"/>
                </a:lnTo>
                <a:lnTo>
                  <a:pt x="383810" y="521046"/>
                </a:lnTo>
                <a:lnTo>
                  <a:pt x="377990" y="539010"/>
                </a:lnTo>
                <a:lnTo>
                  <a:pt x="372180" y="556984"/>
                </a:lnTo>
                <a:lnTo>
                  <a:pt x="366360" y="574948"/>
                </a:lnTo>
                <a:lnTo>
                  <a:pt x="360550" y="592912"/>
                </a:lnTo>
                <a:lnTo>
                  <a:pt x="354730" y="610886"/>
                </a:lnTo>
                <a:lnTo>
                  <a:pt x="348920" y="628850"/>
                </a:lnTo>
                <a:lnTo>
                  <a:pt x="343100" y="646814"/>
                </a:lnTo>
                <a:lnTo>
                  <a:pt x="337290" y="664788"/>
                </a:lnTo>
                <a:lnTo>
                  <a:pt x="331470" y="682752"/>
                </a:lnTo>
                <a:lnTo>
                  <a:pt x="325650" y="700716"/>
                </a:lnTo>
                <a:lnTo>
                  <a:pt x="319840" y="718690"/>
                </a:lnTo>
                <a:lnTo>
                  <a:pt x="314020" y="736654"/>
                </a:lnTo>
                <a:lnTo>
                  <a:pt x="308210" y="754618"/>
                </a:lnTo>
                <a:lnTo>
                  <a:pt x="302390" y="772592"/>
                </a:lnTo>
                <a:lnTo>
                  <a:pt x="296580" y="790556"/>
                </a:lnTo>
                <a:lnTo>
                  <a:pt x="290760" y="808520"/>
                </a:lnTo>
                <a:lnTo>
                  <a:pt x="284950" y="826494"/>
                </a:lnTo>
                <a:lnTo>
                  <a:pt x="279130" y="844458"/>
                </a:lnTo>
                <a:lnTo>
                  <a:pt x="273320" y="862422"/>
                </a:lnTo>
                <a:lnTo>
                  <a:pt x="267500" y="880386"/>
                </a:lnTo>
                <a:lnTo>
                  <a:pt x="261690" y="898360"/>
                </a:lnTo>
                <a:lnTo>
                  <a:pt x="255870" y="916324"/>
                </a:lnTo>
                <a:lnTo>
                  <a:pt x="250060" y="934288"/>
                </a:lnTo>
                <a:lnTo>
                  <a:pt x="244240" y="952262"/>
                </a:lnTo>
                <a:lnTo>
                  <a:pt x="238430" y="970226"/>
                </a:lnTo>
                <a:lnTo>
                  <a:pt x="232610" y="988190"/>
                </a:lnTo>
                <a:lnTo>
                  <a:pt x="226800" y="1006164"/>
                </a:lnTo>
                <a:lnTo>
                  <a:pt x="220980" y="1024128"/>
                </a:lnTo>
                <a:lnTo>
                  <a:pt x="215160" y="1042092"/>
                </a:lnTo>
                <a:lnTo>
                  <a:pt x="209350" y="1060066"/>
                </a:lnTo>
                <a:lnTo>
                  <a:pt x="203530" y="1078030"/>
                </a:lnTo>
                <a:lnTo>
                  <a:pt x="197720" y="1095994"/>
                </a:lnTo>
                <a:lnTo>
                  <a:pt x="191900" y="1113968"/>
                </a:lnTo>
                <a:lnTo>
                  <a:pt x="186090" y="1131932"/>
                </a:lnTo>
                <a:lnTo>
                  <a:pt x="180270" y="1149896"/>
                </a:lnTo>
                <a:lnTo>
                  <a:pt x="174460" y="1167870"/>
                </a:lnTo>
                <a:lnTo>
                  <a:pt x="168640" y="1185834"/>
                </a:lnTo>
                <a:lnTo>
                  <a:pt x="162830" y="1203798"/>
                </a:lnTo>
                <a:lnTo>
                  <a:pt x="157010" y="1221762"/>
                </a:lnTo>
                <a:lnTo>
                  <a:pt x="151200" y="1239736"/>
                </a:lnTo>
                <a:lnTo>
                  <a:pt x="145380" y="1257700"/>
                </a:lnTo>
                <a:lnTo>
                  <a:pt x="139570" y="1275664"/>
                </a:lnTo>
                <a:lnTo>
                  <a:pt x="133750" y="1293638"/>
                </a:lnTo>
                <a:lnTo>
                  <a:pt x="127940" y="1311602"/>
                </a:lnTo>
                <a:lnTo>
                  <a:pt x="122120" y="1329566"/>
                </a:lnTo>
                <a:lnTo>
                  <a:pt x="116310" y="1347540"/>
                </a:lnTo>
                <a:lnTo>
                  <a:pt x="110490" y="1365504"/>
                </a:lnTo>
                <a:lnTo>
                  <a:pt x="104680" y="1383468"/>
                </a:lnTo>
                <a:lnTo>
                  <a:pt x="98860" y="1401442"/>
                </a:lnTo>
                <a:lnTo>
                  <a:pt x="93040" y="1419406"/>
                </a:lnTo>
                <a:lnTo>
                  <a:pt x="87230" y="1437370"/>
                </a:lnTo>
                <a:lnTo>
                  <a:pt x="81410" y="1455344"/>
                </a:lnTo>
                <a:lnTo>
                  <a:pt x="75600" y="1473308"/>
                </a:lnTo>
                <a:lnTo>
                  <a:pt x="69780" y="1491272"/>
                </a:lnTo>
                <a:lnTo>
                  <a:pt x="63970" y="1509246"/>
                </a:lnTo>
                <a:lnTo>
                  <a:pt x="58150" y="1527210"/>
                </a:lnTo>
                <a:lnTo>
                  <a:pt x="52340" y="1545174"/>
                </a:lnTo>
                <a:lnTo>
                  <a:pt x="46520" y="1563138"/>
                </a:lnTo>
                <a:lnTo>
                  <a:pt x="40710" y="1581112"/>
                </a:lnTo>
                <a:lnTo>
                  <a:pt x="34890" y="1599076"/>
                </a:lnTo>
                <a:lnTo>
                  <a:pt x="29080" y="1617040"/>
                </a:lnTo>
                <a:lnTo>
                  <a:pt x="23260" y="1635014"/>
                </a:lnTo>
                <a:lnTo>
                  <a:pt x="17450" y="1652978"/>
                </a:lnTo>
                <a:lnTo>
                  <a:pt x="11630" y="1670942"/>
                </a:lnTo>
                <a:lnTo>
                  <a:pt x="5820" y="1688916"/>
                </a:lnTo>
                <a:lnTo>
                  <a:pt x="0" y="170688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7" name="causal-anchor-0">
            <a:extLst xmlns:a="http://schemas.openxmlformats.org/drawingml/2006/main">
              <a:ext uri="{FF2B5EF4-FFF2-40B4-BE49-F238E27FC236}">
                <a16:creationId xmlns:a16="http://schemas.microsoft.com/office/drawing/2014/main" id="{C75A9CA4-FEEB-4ADD-BC7A-37378B5F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672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8" name="causal-anchor-1">
            <a:extLst xmlns:a="http://schemas.openxmlformats.org/drawingml/2006/main">
              <a:ext uri="{FF2B5EF4-FFF2-40B4-BE49-F238E27FC236}">
                <a16:creationId xmlns:a16="http://schemas.microsoft.com/office/drawing/2014/main" id="{CC2B94BC-A416-4E2A-AAC3-67A50901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962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9" name="causal-effect-head">
            <a:extLst xmlns:a="http://schemas.openxmlformats.org/drawingml/2006/main">
              <a:ext uri="{FF2B5EF4-FFF2-40B4-BE49-F238E27FC236}">
                <a16:creationId xmlns:a16="http://schemas.microsoft.com/office/drawing/2014/main" id="{08A9EACB-4E78-4445-AE45-F77AC920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82225" y="2781300"/>
            <a:ext cx="1426426" cy="2283914"/>
          </a:xfrm>
          <a:custGeom xmlns:a="http://schemas.openxmlformats.org/drawingml/2006/main">
            <a:pathLst>
              <a:path w="1426426" h="2283914">
                <a:moveTo>
                  <a:pt x="0" y="0"/>
                </a:moveTo>
                <a:lnTo>
                  <a:pt x="25203" y="4181"/>
                </a:lnTo>
                <a:lnTo>
                  <a:pt x="50349" y="8649"/>
                </a:lnTo>
                <a:lnTo>
                  <a:pt x="75448" y="13402"/>
                </a:lnTo>
                <a:lnTo>
                  <a:pt x="100489" y="18450"/>
                </a:lnTo>
                <a:lnTo>
                  <a:pt x="125463" y="23803"/>
                </a:lnTo>
                <a:lnTo>
                  <a:pt x="150381" y="29442"/>
                </a:lnTo>
                <a:lnTo>
                  <a:pt x="175222" y="35385"/>
                </a:lnTo>
                <a:lnTo>
                  <a:pt x="199987" y="41643"/>
                </a:lnTo>
                <a:lnTo>
                  <a:pt x="224676" y="48196"/>
                </a:lnTo>
                <a:lnTo>
                  <a:pt x="249279" y="55064"/>
                </a:lnTo>
                <a:lnTo>
                  <a:pt x="273796" y="62236"/>
                </a:lnTo>
                <a:lnTo>
                  <a:pt x="298218" y="69733"/>
                </a:lnTo>
                <a:lnTo>
                  <a:pt x="322536" y="77534"/>
                </a:lnTo>
                <a:lnTo>
                  <a:pt x="346758" y="85658"/>
                </a:lnTo>
                <a:lnTo>
                  <a:pt x="370865" y="94107"/>
                </a:lnTo>
                <a:lnTo>
                  <a:pt x="394859" y="102870"/>
                </a:lnTo>
                <a:lnTo>
                  <a:pt x="418729" y="111957"/>
                </a:lnTo>
                <a:lnTo>
                  <a:pt x="442474" y="121368"/>
                </a:lnTo>
                <a:lnTo>
                  <a:pt x="466087" y="131102"/>
                </a:lnTo>
                <a:lnTo>
                  <a:pt x="489566" y="141161"/>
                </a:lnTo>
                <a:lnTo>
                  <a:pt x="512912" y="151543"/>
                </a:lnTo>
                <a:lnTo>
                  <a:pt x="536096" y="162258"/>
                </a:lnTo>
                <a:lnTo>
                  <a:pt x="559127" y="173307"/>
                </a:lnTo>
                <a:lnTo>
                  <a:pt x="582006" y="184671"/>
                </a:lnTo>
                <a:lnTo>
                  <a:pt x="604714" y="196367"/>
                </a:lnTo>
                <a:lnTo>
                  <a:pt x="627250" y="208388"/>
                </a:lnTo>
                <a:lnTo>
                  <a:pt x="649615" y="220742"/>
                </a:lnTo>
                <a:lnTo>
                  <a:pt x="671789" y="233420"/>
                </a:lnTo>
                <a:lnTo>
                  <a:pt x="693782" y="246412"/>
                </a:lnTo>
                <a:lnTo>
                  <a:pt x="715575" y="259737"/>
                </a:lnTo>
                <a:lnTo>
                  <a:pt x="737168" y="273377"/>
                </a:lnTo>
                <a:lnTo>
                  <a:pt x="758552" y="287350"/>
                </a:lnTo>
                <a:lnTo>
                  <a:pt x="779736" y="301628"/>
                </a:lnTo>
                <a:lnTo>
                  <a:pt x="800691" y="316230"/>
                </a:lnTo>
                <a:lnTo>
                  <a:pt x="821426" y="331146"/>
                </a:lnTo>
                <a:lnTo>
                  <a:pt x="841943" y="346367"/>
                </a:lnTo>
                <a:lnTo>
                  <a:pt x="862222" y="361902"/>
                </a:lnTo>
                <a:lnTo>
                  <a:pt x="882253" y="377742"/>
                </a:lnTo>
                <a:lnTo>
                  <a:pt x="902056" y="393878"/>
                </a:lnTo>
                <a:lnTo>
                  <a:pt x="921601" y="410327"/>
                </a:lnTo>
                <a:lnTo>
                  <a:pt x="940908" y="427053"/>
                </a:lnTo>
                <a:lnTo>
                  <a:pt x="959939" y="444084"/>
                </a:lnTo>
                <a:lnTo>
                  <a:pt x="978732" y="461401"/>
                </a:lnTo>
                <a:lnTo>
                  <a:pt x="997239" y="478993"/>
                </a:lnTo>
                <a:lnTo>
                  <a:pt x="1015489" y="496872"/>
                </a:lnTo>
                <a:lnTo>
                  <a:pt x="1033463" y="515017"/>
                </a:lnTo>
                <a:lnTo>
                  <a:pt x="1051160" y="533438"/>
                </a:lnTo>
                <a:lnTo>
                  <a:pt x="1068581" y="552117"/>
                </a:lnTo>
                <a:lnTo>
                  <a:pt x="1085717" y="571062"/>
                </a:lnTo>
                <a:lnTo>
                  <a:pt x="1102566" y="590264"/>
                </a:lnTo>
                <a:lnTo>
                  <a:pt x="1119130" y="609705"/>
                </a:lnTo>
                <a:lnTo>
                  <a:pt x="1135409" y="629393"/>
                </a:lnTo>
                <a:lnTo>
                  <a:pt x="1151382" y="649329"/>
                </a:lnTo>
                <a:lnTo>
                  <a:pt x="1167070" y="669484"/>
                </a:lnTo>
                <a:lnTo>
                  <a:pt x="1182453" y="689877"/>
                </a:lnTo>
                <a:lnTo>
                  <a:pt x="1197540" y="710489"/>
                </a:lnTo>
                <a:lnTo>
                  <a:pt x="1212323" y="731320"/>
                </a:lnTo>
                <a:lnTo>
                  <a:pt x="1226810" y="752361"/>
                </a:lnTo>
                <a:lnTo>
                  <a:pt x="1240993" y="773611"/>
                </a:lnTo>
                <a:lnTo>
                  <a:pt x="1254871" y="795052"/>
                </a:lnTo>
                <a:lnTo>
                  <a:pt x="1268444" y="816693"/>
                </a:lnTo>
                <a:lnTo>
                  <a:pt x="1281713" y="838524"/>
                </a:lnTo>
                <a:lnTo>
                  <a:pt x="1294667" y="860536"/>
                </a:lnTo>
                <a:lnTo>
                  <a:pt x="1307325" y="882720"/>
                </a:lnTo>
                <a:lnTo>
                  <a:pt x="1319670" y="905085"/>
                </a:lnTo>
                <a:lnTo>
                  <a:pt x="1331719" y="927611"/>
                </a:lnTo>
                <a:lnTo>
                  <a:pt x="1343454" y="950290"/>
                </a:lnTo>
                <a:lnTo>
                  <a:pt x="1354884" y="973141"/>
                </a:lnTo>
                <a:lnTo>
                  <a:pt x="1366018" y="996134"/>
                </a:lnTo>
                <a:lnTo>
                  <a:pt x="1376839" y="1019270"/>
                </a:lnTo>
                <a:lnTo>
                  <a:pt x="1387354" y="1042549"/>
                </a:lnTo>
                <a:lnTo>
                  <a:pt x="1397575" y="1065952"/>
                </a:lnTo>
                <a:lnTo>
                  <a:pt x="1407490" y="1089498"/>
                </a:lnTo>
                <a:lnTo>
                  <a:pt x="1417110" y="1113158"/>
                </a:lnTo>
                <a:lnTo>
                  <a:pt x="1426426" y="1136942"/>
                </a:lnTo>
                <a:lnTo>
                  <a:pt x="1421882" y="1160774"/>
                </a:lnTo>
                <a:lnTo>
                  <a:pt x="1412415" y="1184500"/>
                </a:lnTo>
                <a:lnTo>
                  <a:pt x="1402652" y="1208103"/>
                </a:lnTo>
                <a:lnTo>
                  <a:pt x="1392584" y="1231583"/>
                </a:lnTo>
                <a:lnTo>
                  <a:pt x="1382220" y="1254928"/>
                </a:lnTo>
                <a:lnTo>
                  <a:pt x="1371552" y="1278141"/>
                </a:lnTo>
                <a:lnTo>
                  <a:pt x="1360580" y="1301210"/>
                </a:lnTo>
                <a:lnTo>
                  <a:pt x="1349292" y="1324127"/>
                </a:lnTo>
                <a:lnTo>
                  <a:pt x="1337720" y="1346892"/>
                </a:lnTo>
                <a:lnTo>
                  <a:pt x="1325823" y="1369505"/>
                </a:lnTo>
                <a:lnTo>
                  <a:pt x="1313631" y="1391945"/>
                </a:lnTo>
                <a:lnTo>
                  <a:pt x="1301134" y="1414224"/>
                </a:lnTo>
                <a:lnTo>
                  <a:pt x="1288332" y="1436322"/>
                </a:lnTo>
                <a:lnTo>
                  <a:pt x="1275217" y="1458249"/>
                </a:lnTo>
                <a:lnTo>
                  <a:pt x="1261796" y="1479985"/>
                </a:lnTo>
                <a:lnTo>
                  <a:pt x="1248070" y="1501531"/>
                </a:lnTo>
                <a:lnTo>
                  <a:pt x="1234049" y="1522876"/>
                </a:lnTo>
                <a:lnTo>
                  <a:pt x="1219714" y="1544022"/>
                </a:lnTo>
                <a:lnTo>
                  <a:pt x="1205084" y="1564958"/>
                </a:lnTo>
                <a:lnTo>
                  <a:pt x="1190149" y="1585684"/>
                </a:lnTo>
                <a:lnTo>
                  <a:pt x="1174918" y="1606182"/>
                </a:lnTo>
                <a:lnTo>
                  <a:pt x="1159383" y="1626460"/>
                </a:lnTo>
                <a:lnTo>
                  <a:pt x="1143552" y="1646511"/>
                </a:lnTo>
                <a:lnTo>
                  <a:pt x="1127436" y="1666323"/>
                </a:lnTo>
                <a:lnTo>
                  <a:pt x="1111015" y="1685896"/>
                </a:lnTo>
                <a:lnTo>
                  <a:pt x="1094308" y="1705223"/>
                </a:lnTo>
                <a:lnTo>
                  <a:pt x="1077316" y="1724292"/>
                </a:lnTo>
                <a:lnTo>
                  <a:pt x="1060047" y="1743113"/>
                </a:lnTo>
                <a:lnTo>
                  <a:pt x="1042483" y="1761658"/>
                </a:lnTo>
                <a:lnTo>
                  <a:pt x="1024652" y="1779946"/>
                </a:lnTo>
                <a:lnTo>
                  <a:pt x="1006545" y="1797958"/>
                </a:lnTo>
                <a:lnTo>
                  <a:pt x="988162" y="1815703"/>
                </a:lnTo>
                <a:lnTo>
                  <a:pt x="969512" y="1833162"/>
                </a:lnTo>
                <a:lnTo>
                  <a:pt x="950605" y="1850327"/>
                </a:lnTo>
                <a:lnTo>
                  <a:pt x="931440" y="1867214"/>
                </a:lnTo>
                <a:lnTo>
                  <a:pt x="912019" y="1883807"/>
                </a:lnTo>
                <a:lnTo>
                  <a:pt x="892340" y="1900095"/>
                </a:lnTo>
                <a:lnTo>
                  <a:pt x="872423" y="1916087"/>
                </a:lnTo>
                <a:lnTo>
                  <a:pt x="852268" y="1931784"/>
                </a:lnTo>
                <a:lnTo>
                  <a:pt x="831875" y="1947167"/>
                </a:lnTo>
                <a:lnTo>
                  <a:pt x="811254" y="1962236"/>
                </a:lnTo>
                <a:lnTo>
                  <a:pt x="790404" y="1976999"/>
                </a:lnTo>
                <a:lnTo>
                  <a:pt x="769334" y="1991439"/>
                </a:lnTo>
                <a:lnTo>
                  <a:pt x="748055" y="2005565"/>
                </a:lnTo>
                <a:lnTo>
                  <a:pt x="726557" y="2019376"/>
                </a:lnTo>
                <a:lnTo>
                  <a:pt x="704869" y="2032864"/>
                </a:lnTo>
                <a:lnTo>
                  <a:pt x="682981" y="2046027"/>
                </a:lnTo>
                <a:lnTo>
                  <a:pt x="660892" y="2058867"/>
                </a:lnTo>
                <a:lnTo>
                  <a:pt x="638623" y="2071383"/>
                </a:lnTo>
                <a:lnTo>
                  <a:pt x="616182" y="2083565"/>
                </a:lnTo>
                <a:lnTo>
                  <a:pt x="593560" y="2095433"/>
                </a:lnTo>
                <a:lnTo>
                  <a:pt x="570767" y="2106959"/>
                </a:lnTo>
                <a:lnTo>
                  <a:pt x="547811" y="2118170"/>
                </a:lnTo>
                <a:lnTo>
                  <a:pt x="524704" y="2129047"/>
                </a:lnTo>
                <a:lnTo>
                  <a:pt x="501444" y="2139601"/>
                </a:lnTo>
                <a:lnTo>
                  <a:pt x="478031" y="2149831"/>
                </a:lnTo>
                <a:lnTo>
                  <a:pt x="454485" y="2159727"/>
                </a:lnTo>
                <a:lnTo>
                  <a:pt x="430806" y="2169309"/>
                </a:lnTo>
                <a:lnTo>
                  <a:pt x="406994" y="2178558"/>
                </a:lnTo>
                <a:lnTo>
                  <a:pt x="383057" y="2187483"/>
                </a:lnTo>
                <a:lnTo>
                  <a:pt x="359007" y="2196094"/>
                </a:lnTo>
                <a:lnTo>
                  <a:pt x="334851" y="2204380"/>
                </a:lnTo>
                <a:lnTo>
                  <a:pt x="310582" y="2212343"/>
                </a:lnTo>
                <a:lnTo>
                  <a:pt x="286207" y="2220001"/>
                </a:lnTo>
                <a:lnTo>
                  <a:pt x="261737" y="2227336"/>
                </a:lnTo>
                <a:lnTo>
                  <a:pt x="237182" y="2234355"/>
                </a:lnTo>
                <a:lnTo>
                  <a:pt x="212531" y="2241071"/>
                </a:lnTo>
                <a:lnTo>
                  <a:pt x="187804" y="2247481"/>
                </a:lnTo>
                <a:lnTo>
                  <a:pt x="163001" y="2253577"/>
                </a:lnTo>
                <a:lnTo>
                  <a:pt x="138122" y="2259378"/>
                </a:lnTo>
                <a:lnTo>
                  <a:pt x="113176" y="2264874"/>
                </a:lnTo>
                <a:lnTo>
                  <a:pt x="88173" y="2270065"/>
                </a:lnTo>
                <a:lnTo>
                  <a:pt x="63103" y="2274970"/>
                </a:lnTo>
                <a:lnTo>
                  <a:pt x="37976" y="2279590"/>
                </a:lnTo>
                <a:lnTo>
                  <a:pt x="12802" y="2283914"/>
                </a:lnTo>
                <a:lnTo>
                  <a:pt x="0" y="2273427"/>
                </a:lnTo>
                <a:lnTo>
                  <a:pt x="0" y="2247881"/>
                </a:lnTo>
                <a:lnTo>
                  <a:pt x="0" y="2222335"/>
                </a:lnTo>
                <a:lnTo>
                  <a:pt x="0" y="2196789"/>
                </a:lnTo>
                <a:lnTo>
                  <a:pt x="0" y="2171252"/>
                </a:lnTo>
                <a:lnTo>
                  <a:pt x="0" y="2145706"/>
                </a:lnTo>
                <a:lnTo>
                  <a:pt x="0" y="2120160"/>
                </a:lnTo>
                <a:lnTo>
                  <a:pt x="0" y="2094614"/>
                </a:lnTo>
                <a:lnTo>
                  <a:pt x="0" y="2069078"/>
                </a:lnTo>
                <a:lnTo>
                  <a:pt x="0" y="2043532"/>
                </a:lnTo>
                <a:lnTo>
                  <a:pt x="0" y="2017986"/>
                </a:lnTo>
                <a:lnTo>
                  <a:pt x="0" y="1992440"/>
                </a:lnTo>
                <a:lnTo>
                  <a:pt x="0" y="1966893"/>
                </a:lnTo>
                <a:lnTo>
                  <a:pt x="0" y="1941357"/>
                </a:lnTo>
                <a:lnTo>
                  <a:pt x="0" y="1915811"/>
                </a:lnTo>
                <a:lnTo>
                  <a:pt x="0" y="1890265"/>
                </a:lnTo>
                <a:lnTo>
                  <a:pt x="0" y="1864719"/>
                </a:lnTo>
                <a:lnTo>
                  <a:pt x="0" y="1839173"/>
                </a:lnTo>
                <a:lnTo>
                  <a:pt x="0" y="1813636"/>
                </a:lnTo>
                <a:lnTo>
                  <a:pt x="0" y="1788090"/>
                </a:lnTo>
                <a:lnTo>
                  <a:pt x="0" y="1762544"/>
                </a:lnTo>
                <a:lnTo>
                  <a:pt x="0" y="1736998"/>
                </a:lnTo>
                <a:lnTo>
                  <a:pt x="0" y="1711452"/>
                </a:lnTo>
                <a:lnTo>
                  <a:pt x="0" y="1685915"/>
                </a:lnTo>
                <a:lnTo>
                  <a:pt x="0" y="1660369"/>
                </a:lnTo>
                <a:lnTo>
                  <a:pt x="0" y="1634823"/>
                </a:lnTo>
                <a:lnTo>
                  <a:pt x="0" y="1609277"/>
                </a:lnTo>
                <a:lnTo>
                  <a:pt x="0" y="1583731"/>
                </a:lnTo>
                <a:lnTo>
                  <a:pt x="0" y="1558195"/>
                </a:lnTo>
                <a:lnTo>
                  <a:pt x="0" y="1532649"/>
                </a:lnTo>
                <a:lnTo>
                  <a:pt x="0" y="1507103"/>
                </a:lnTo>
                <a:lnTo>
                  <a:pt x="0" y="1481557"/>
                </a:lnTo>
                <a:lnTo>
                  <a:pt x="0" y="1456011"/>
                </a:lnTo>
                <a:lnTo>
                  <a:pt x="0" y="1430474"/>
                </a:lnTo>
                <a:lnTo>
                  <a:pt x="0" y="1404928"/>
                </a:lnTo>
                <a:lnTo>
                  <a:pt x="0" y="1379382"/>
                </a:lnTo>
                <a:lnTo>
                  <a:pt x="0" y="1353836"/>
                </a:lnTo>
                <a:lnTo>
                  <a:pt x="0" y="1328290"/>
                </a:lnTo>
                <a:lnTo>
                  <a:pt x="0" y="1302753"/>
                </a:lnTo>
                <a:lnTo>
                  <a:pt x="0" y="1277207"/>
                </a:lnTo>
                <a:lnTo>
                  <a:pt x="0" y="1251661"/>
                </a:lnTo>
                <a:lnTo>
                  <a:pt x="0" y="1226115"/>
                </a:lnTo>
                <a:lnTo>
                  <a:pt x="0" y="1200569"/>
                </a:lnTo>
                <a:lnTo>
                  <a:pt x="0" y="1175033"/>
                </a:lnTo>
                <a:lnTo>
                  <a:pt x="0" y="1149487"/>
                </a:lnTo>
                <a:lnTo>
                  <a:pt x="0" y="1123940"/>
                </a:lnTo>
                <a:lnTo>
                  <a:pt x="0" y="1098394"/>
                </a:lnTo>
                <a:lnTo>
                  <a:pt x="0" y="1072848"/>
                </a:lnTo>
                <a:lnTo>
                  <a:pt x="0" y="1047312"/>
                </a:lnTo>
                <a:lnTo>
                  <a:pt x="0" y="1021766"/>
                </a:lnTo>
                <a:lnTo>
                  <a:pt x="0" y="996220"/>
                </a:lnTo>
                <a:lnTo>
                  <a:pt x="0" y="970674"/>
                </a:lnTo>
                <a:lnTo>
                  <a:pt x="0" y="945137"/>
                </a:lnTo>
                <a:lnTo>
                  <a:pt x="0" y="919591"/>
                </a:lnTo>
                <a:lnTo>
                  <a:pt x="0" y="894045"/>
                </a:lnTo>
                <a:lnTo>
                  <a:pt x="0" y="868499"/>
                </a:lnTo>
                <a:lnTo>
                  <a:pt x="0" y="842953"/>
                </a:lnTo>
                <a:lnTo>
                  <a:pt x="0" y="817416"/>
                </a:lnTo>
                <a:lnTo>
                  <a:pt x="0" y="791870"/>
                </a:lnTo>
                <a:lnTo>
                  <a:pt x="0" y="766324"/>
                </a:lnTo>
                <a:lnTo>
                  <a:pt x="0" y="740778"/>
                </a:lnTo>
                <a:lnTo>
                  <a:pt x="0" y="715232"/>
                </a:lnTo>
                <a:lnTo>
                  <a:pt x="0" y="689696"/>
                </a:lnTo>
                <a:lnTo>
                  <a:pt x="0" y="664150"/>
                </a:lnTo>
                <a:lnTo>
                  <a:pt x="0" y="638604"/>
                </a:lnTo>
                <a:lnTo>
                  <a:pt x="0" y="613058"/>
                </a:lnTo>
                <a:lnTo>
                  <a:pt x="0" y="587512"/>
                </a:lnTo>
                <a:lnTo>
                  <a:pt x="0" y="561975"/>
                </a:lnTo>
                <a:lnTo>
                  <a:pt x="0" y="536429"/>
                </a:lnTo>
                <a:lnTo>
                  <a:pt x="0" y="510883"/>
                </a:lnTo>
                <a:lnTo>
                  <a:pt x="0" y="485337"/>
                </a:lnTo>
                <a:lnTo>
                  <a:pt x="0" y="459791"/>
                </a:lnTo>
                <a:lnTo>
                  <a:pt x="0" y="434254"/>
                </a:lnTo>
                <a:lnTo>
                  <a:pt x="0" y="408708"/>
                </a:lnTo>
                <a:lnTo>
                  <a:pt x="0" y="383162"/>
                </a:lnTo>
                <a:lnTo>
                  <a:pt x="0" y="357616"/>
                </a:lnTo>
                <a:lnTo>
                  <a:pt x="0" y="332070"/>
                </a:lnTo>
                <a:lnTo>
                  <a:pt x="0" y="306534"/>
                </a:lnTo>
                <a:lnTo>
                  <a:pt x="0" y="280988"/>
                </a:lnTo>
                <a:lnTo>
                  <a:pt x="0" y="255441"/>
                </a:lnTo>
                <a:lnTo>
                  <a:pt x="0" y="229895"/>
                </a:lnTo>
                <a:lnTo>
                  <a:pt x="0" y="204349"/>
                </a:lnTo>
                <a:lnTo>
                  <a:pt x="0" y="178813"/>
                </a:lnTo>
                <a:lnTo>
                  <a:pt x="0" y="153267"/>
                </a:lnTo>
                <a:lnTo>
                  <a:pt x="0" y="127721"/>
                </a:lnTo>
                <a:lnTo>
                  <a:pt x="0" y="102175"/>
                </a:lnTo>
                <a:lnTo>
                  <a:pt x="0" y="76629"/>
                </a:lnTo>
                <a:lnTo>
                  <a:pt x="0" y="5109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54783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0" name="cause-heading-0">
            <a:extLst xmlns:a="http://schemas.openxmlformats.org/drawingml/2006/main">
              <a:ext uri="{FF2B5EF4-FFF2-40B4-BE49-F238E27FC236}">
                <a16:creationId xmlns:a16="http://schemas.microsoft.com/office/drawing/2014/main" id="{3756CEDE-BDD1-4CE5-A60F-EE300CAAF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47875" y="1809750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1" name="factor-guide-0-0">
            <a:extLst xmlns:a="http://schemas.openxmlformats.org/drawingml/2006/main">
              <a:ext uri="{FF2B5EF4-FFF2-40B4-BE49-F238E27FC236}">
                <a16:creationId xmlns:a16="http://schemas.microsoft.com/office/drawing/2014/main" id="{A041156A-FA29-4968-ADF3-2A550DC8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0275" y="275272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2" name="factor-arrow-0-0">
            <a:extLst xmlns:a="http://schemas.openxmlformats.org/drawingml/2006/main">
              <a:ext uri="{FF2B5EF4-FFF2-40B4-BE49-F238E27FC236}">
                <a16:creationId xmlns:a16="http://schemas.microsoft.com/office/drawing/2014/main" id="{0F972ABB-67EA-42D4-B4C6-59FC8975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24075" y="271481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factor-guide-0-1">
            <a:extLst xmlns:a="http://schemas.openxmlformats.org/drawingml/2006/main">
              <a:ext uri="{FF2B5EF4-FFF2-40B4-BE49-F238E27FC236}">
                <a16:creationId xmlns:a16="http://schemas.microsoft.com/office/drawing/2014/main" id="{A24DF37B-614C-4AB1-BFCD-7BDB305E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0275" y="312420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4" name="factor-arrow-0-1">
            <a:extLst xmlns:a="http://schemas.openxmlformats.org/drawingml/2006/main">
              <a:ext uri="{FF2B5EF4-FFF2-40B4-BE49-F238E27FC236}">
                <a16:creationId xmlns:a16="http://schemas.microsoft.com/office/drawing/2014/main" id="{BFE5EB40-A776-4942-92CF-E38EC9370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24075" y="308629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5" name="factor-guide-0-2">
            <a:extLst xmlns:a="http://schemas.openxmlformats.org/drawingml/2006/main">
              <a:ext uri="{FF2B5EF4-FFF2-40B4-BE49-F238E27FC236}">
                <a16:creationId xmlns:a16="http://schemas.microsoft.com/office/drawing/2014/main" id="{2C042CB6-1824-44B7-B6AB-57ABA64DF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0275" y="349567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6" name="factor-arrow-0-2">
            <a:extLst xmlns:a="http://schemas.openxmlformats.org/drawingml/2006/main">
              <a:ext uri="{FF2B5EF4-FFF2-40B4-BE49-F238E27FC236}">
                <a16:creationId xmlns:a16="http://schemas.microsoft.com/office/drawing/2014/main" id="{65FF45CA-9031-4EE3-B9D8-19B6DE16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24075" y="345776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7" name="cause-heading-1">
            <a:extLst xmlns:a="http://schemas.openxmlformats.org/drawingml/2006/main">
              <a:ext uri="{FF2B5EF4-FFF2-40B4-BE49-F238E27FC236}">
                <a16:creationId xmlns:a16="http://schemas.microsoft.com/office/drawing/2014/main" id="{16861EA3-AACD-438B-B010-5ECF6A1C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1779241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8" name="factor-guide-1-0">
            <a:extLst xmlns:a="http://schemas.openxmlformats.org/drawingml/2006/main">
              <a:ext uri="{FF2B5EF4-FFF2-40B4-BE49-F238E27FC236}">
                <a16:creationId xmlns:a16="http://schemas.microsoft.com/office/drawing/2014/main" id="{04651AF8-E742-4032-A0CC-6A286D30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9275" y="2722216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9" name="factor-arrow-1-0">
            <a:extLst xmlns:a="http://schemas.openxmlformats.org/drawingml/2006/main">
              <a:ext uri="{FF2B5EF4-FFF2-40B4-BE49-F238E27FC236}">
                <a16:creationId xmlns:a16="http://schemas.microsoft.com/office/drawing/2014/main" id="{4C484099-8576-45F4-AA51-8FE52AE24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53075" y="2684307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0" name="factor-guide-1-1">
            <a:extLst xmlns:a="http://schemas.openxmlformats.org/drawingml/2006/main">
              <a:ext uri="{FF2B5EF4-FFF2-40B4-BE49-F238E27FC236}">
                <a16:creationId xmlns:a16="http://schemas.microsoft.com/office/drawing/2014/main" id="{3D9D4FBB-E4AD-4129-8C87-B53138CFA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9275" y="3093691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1" name="factor-arrow-1-1">
            <a:extLst xmlns:a="http://schemas.openxmlformats.org/drawingml/2006/main">
              <a:ext uri="{FF2B5EF4-FFF2-40B4-BE49-F238E27FC236}">
                <a16:creationId xmlns:a16="http://schemas.microsoft.com/office/drawing/2014/main" id="{B7FA92AE-8D3B-47AB-AC2F-B1B7106D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53075" y="3055782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2" name="factor-guide-1-2">
            <a:extLst xmlns:a="http://schemas.openxmlformats.org/drawingml/2006/main">
              <a:ext uri="{FF2B5EF4-FFF2-40B4-BE49-F238E27FC236}">
                <a16:creationId xmlns:a16="http://schemas.microsoft.com/office/drawing/2014/main" id="{DCE9DF90-45A1-499B-9348-282417F79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9275" y="3465166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3" name="factor-arrow-1-2">
            <a:extLst xmlns:a="http://schemas.openxmlformats.org/drawingml/2006/main">
              <a:ext uri="{FF2B5EF4-FFF2-40B4-BE49-F238E27FC236}">
                <a16:creationId xmlns:a16="http://schemas.microsoft.com/office/drawing/2014/main" id="{95F19B1D-7DBC-49DB-B41A-6FAA9C43B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53075" y="3427257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cause-heading-2">
            <a:extLst xmlns:a="http://schemas.openxmlformats.org/drawingml/2006/main">
              <a:ext uri="{FF2B5EF4-FFF2-40B4-BE49-F238E27FC236}">
                <a16:creationId xmlns:a16="http://schemas.microsoft.com/office/drawing/2014/main" id="{7875DA2F-D8A3-4B01-8BB6-4E7C47C9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76425" y="5600700"/>
            <a:ext cx="2189236" cy="438150"/>
          </a:xfrm>
          <a:custGeom xmlns:a="http://schemas.openxmlformats.org/drawingml/2006/main">
            <a:pathLst>
              <a:path w="2189236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81917" y="0"/>
                </a:lnTo>
                <a:lnTo>
                  <a:pt x="2103377" y="0"/>
                </a:lnTo>
                <a:lnTo>
                  <a:pt x="2124847" y="0"/>
                </a:lnTo>
                <a:lnTo>
                  <a:pt x="2146306" y="0"/>
                </a:lnTo>
                <a:lnTo>
                  <a:pt x="2167766" y="0"/>
                </a:lnTo>
                <a:lnTo>
                  <a:pt x="2189236" y="0"/>
                </a:lnTo>
                <a:lnTo>
                  <a:pt x="2185330" y="19193"/>
                </a:lnTo>
                <a:lnTo>
                  <a:pt x="2179491" y="39853"/>
                </a:lnTo>
                <a:lnTo>
                  <a:pt x="2173653" y="60503"/>
                </a:lnTo>
                <a:lnTo>
                  <a:pt x="2167814" y="81153"/>
                </a:lnTo>
                <a:lnTo>
                  <a:pt x="2161975" y="101813"/>
                </a:lnTo>
                <a:lnTo>
                  <a:pt x="2156136" y="122463"/>
                </a:lnTo>
                <a:lnTo>
                  <a:pt x="2150307" y="143123"/>
                </a:lnTo>
                <a:lnTo>
                  <a:pt x="2144468" y="163773"/>
                </a:lnTo>
                <a:lnTo>
                  <a:pt x="2138629" y="184423"/>
                </a:lnTo>
                <a:lnTo>
                  <a:pt x="2132790" y="205083"/>
                </a:lnTo>
                <a:lnTo>
                  <a:pt x="2126952" y="225733"/>
                </a:lnTo>
                <a:lnTo>
                  <a:pt x="2121122" y="246393"/>
                </a:lnTo>
                <a:lnTo>
                  <a:pt x="2115283" y="267043"/>
                </a:lnTo>
                <a:lnTo>
                  <a:pt x="2109445" y="287693"/>
                </a:lnTo>
                <a:lnTo>
                  <a:pt x="2103606" y="308353"/>
                </a:lnTo>
                <a:lnTo>
                  <a:pt x="2097767" y="329003"/>
                </a:lnTo>
                <a:lnTo>
                  <a:pt x="2091938" y="349663"/>
                </a:lnTo>
                <a:lnTo>
                  <a:pt x="2086099" y="370313"/>
                </a:lnTo>
                <a:lnTo>
                  <a:pt x="2080260" y="390963"/>
                </a:lnTo>
                <a:lnTo>
                  <a:pt x="2074421" y="411623"/>
                </a:lnTo>
                <a:lnTo>
                  <a:pt x="2068582" y="432273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5" name="factor-guide-2-0">
            <a:extLst xmlns:a="http://schemas.openxmlformats.org/drawingml/2006/main">
              <a:ext uri="{FF2B5EF4-FFF2-40B4-BE49-F238E27FC236}">
                <a16:creationId xmlns:a16="http://schemas.microsoft.com/office/drawing/2014/main" id="{90DCEB1B-F601-4E39-AA74-9F4666D8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451485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6" name="factor-arrow-2-0">
            <a:extLst xmlns:a="http://schemas.openxmlformats.org/drawingml/2006/main">
              <a:ext uri="{FF2B5EF4-FFF2-40B4-BE49-F238E27FC236}">
                <a16:creationId xmlns:a16="http://schemas.microsoft.com/office/drawing/2014/main" id="{DEC8EEA9-B611-4834-82FF-69D7ADDF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52625" y="447694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7" name="factor-guide-2-1">
            <a:extLst xmlns:a="http://schemas.openxmlformats.org/drawingml/2006/main">
              <a:ext uri="{FF2B5EF4-FFF2-40B4-BE49-F238E27FC236}">
                <a16:creationId xmlns:a16="http://schemas.microsoft.com/office/drawing/2014/main" id="{E6789DE7-A717-457B-AF64-52B15F08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488632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8" name="factor-arrow-2-1">
            <a:extLst xmlns:a="http://schemas.openxmlformats.org/drawingml/2006/main">
              <a:ext uri="{FF2B5EF4-FFF2-40B4-BE49-F238E27FC236}">
                <a16:creationId xmlns:a16="http://schemas.microsoft.com/office/drawing/2014/main" id="{B95D80F9-2FEC-4A54-9C7B-B57B8E8D4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52625" y="484841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9" name="factor-guide-2-2">
            <a:extLst xmlns:a="http://schemas.openxmlformats.org/drawingml/2006/main">
              <a:ext uri="{FF2B5EF4-FFF2-40B4-BE49-F238E27FC236}">
                <a16:creationId xmlns:a16="http://schemas.microsoft.com/office/drawing/2014/main" id="{A6508075-2637-4BBB-B673-D3CB7AB5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525780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30" name="factor-arrow-2-2">
            <a:extLst xmlns:a="http://schemas.openxmlformats.org/drawingml/2006/main">
              <a:ext uri="{FF2B5EF4-FFF2-40B4-BE49-F238E27FC236}">
                <a16:creationId xmlns:a16="http://schemas.microsoft.com/office/drawing/2014/main" id="{2903CCB2-E308-444E-9412-DC15E525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52625" y="521989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1" name="cause-heading-3">
            <a:extLst xmlns:a="http://schemas.openxmlformats.org/drawingml/2006/main">
              <a:ext uri="{FF2B5EF4-FFF2-40B4-BE49-F238E27FC236}">
                <a16:creationId xmlns:a16="http://schemas.microsoft.com/office/drawing/2014/main" id="{E897AC3C-F3CB-4772-8097-965237EE7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05425" y="5631066"/>
            <a:ext cx="2189236" cy="438150"/>
          </a:xfrm>
          <a:custGeom xmlns:a="http://schemas.openxmlformats.org/drawingml/2006/main">
            <a:pathLst>
              <a:path w="2189236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81917" y="0"/>
                </a:lnTo>
                <a:lnTo>
                  <a:pt x="2103377" y="0"/>
                </a:lnTo>
                <a:lnTo>
                  <a:pt x="2124847" y="0"/>
                </a:lnTo>
                <a:lnTo>
                  <a:pt x="2146306" y="0"/>
                </a:lnTo>
                <a:lnTo>
                  <a:pt x="2167766" y="0"/>
                </a:lnTo>
                <a:lnTo>
                  <a:pt x="2189236" y="0"/>
                </a:lnTo>
                <a:lnTo>
                  <a:pt x="2185330" y="19193"/>
                </a:lnTo>
                <a:lnTo>
                  <a:pt x="2179491" y="39853"/>
                </a:lnTo>
                <a:lnTo>
                  <a:pt x="2173653" y="60503"/>
                </a:lnTo>
                <a:lnTo>
                  <a:pt x="2167814" y="81153"/>
                </a:lnTo>
                <a:lnTo>
                  <a:pt x="2161975" y="101813"/>
                </a:lnTo>
                <a:lnTo>
                  <a:pt x="2156136" y="122463"/>
                </a:lnTo>
                <a:lnTo>
                  <a:pt x="2150307" y="143123"/>
                </a:lnTo>
                <a:lnTo>
                  <a:pt x="2144468" y="163773"/>
                </a:lnTo>
                <a:lnTo>
                  <a:pt x="2138629" y="184423"/>
                </a:lnTo>
                <a:lnTo>
                  <a:pt x="2132790" y="205083"/>
                </a:lnTo>
                <a:lnTo>
                  <a:pt x="2126952" y="225733"/>
                </a:lnTo>
                <a:lnTo>
                  <a:pt x="2121122" y="246393"/>
                </a:lnTo>
                <a:lnTo>
                  <a:pt x="2115283" y="267043"/>
                </a:lnTo>
                <a:lnTo>
                  <a:pt x="2109445" y="287693"/>
                </a:lnTo>
                <a:lnTo>
                  <a:pt x="2103606" y="308353"/>
                </a:lnTo>
                <a:lnTo>
                  <a:pt x="2097767" y="329003"/>
                </a:lnTo>
                <a:lnTo>
                  <a:pt x="2091938" y="349663"/>
                </a:lnTo>
                <a:lnTo>
                  <a:pt x="2086099" y="370313"/>
                </a:lnTo>
                <a:lnTo>
                  <a:pt x="2080260" y="390963"/>
                </a:lnTo>
                <a:lnTo>
                  <a:pt x="2074421" y="411623"/>
                </a:lnTo>
                <a:lnTo>
                  <a:pt x="2068582" y="432273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2" name="factor-guide-3-0">
            <a:extLst xmlns:a="http://schemas.openxmlformats.org/drawingml/2006/main">
              <a:ext uri="{FF2B5EF4-FFF2-40B4-BE49-F238E27FC236}">
                <a16:creationId xmlns:a16="http://schemas.microsoft.com/office/drawing/2014/main" id="{032C50E1-6AFD-4CD8-B724-6A311854E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57825" y="4545216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33" name="factor-arrow-3-0">
            <a:extLst xmlns:a="http://schemas.openxmlformats.org/drawingml/2006/main">
              <a:ext uri="{FF2B5EF4-FFF2-40B4-BE49-F238E27FC236}">
                <a16:creationId xmlns:a16="http://schemas.microsoft.com/office/drawing/2014/main" id="{90135133-B0DE-48B3-931B-C183D18A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81625" y="450730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4" name="factor-guide-3-1">
            <a:extLst xmlns:a="http://schemas.openxmlformats.org/drawingml/2006/main">
              <a:ext uri="{FF2B5EF4-FFF2-40B4-BE49-F238E27FC236}">
                <a16:creationId xmlns:a16="http://schemas.microsoft.com/office/drawing/2014/main" id="{751694CC-4F31-440D-BB47-7653F6A2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57825" y="4916691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35" name="factor-arrow-3-1">
            <a:extLst xmlns:a="http://schemas.openxmlformats.org/drawingml/2006/main">
              <a:ext uri="{FF2B5EF4-FFF2-40B4-BE49-F238E27FC236}">
                <a16:creationId xmlns:a16="http://schemas.microsoft.com/office/drawing/2014/main" id="{2C395C97-D605-4E07-B719-9B6695C3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81625" y="487878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6" name="factor-guide-3-2">
            <a:extLst xmlns:a="http://schemas.openxmlformats.org/drawingml/2006/main">
              <a:ext uri="{FF2B5EF4-FFF2-40B4-BE49-F238E27FC236}">
                <a16:creationId xmlns:a16="http://schemas.microsoft.com/office/drawing/2014/main" id="{456B0D07-392E-41F1-B7DE-C69CC74C4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57825" y="5288166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37" name="factor-arrow-3-2">
            <a:extLst xmlns:a="http://schemas.openxmlformats.org/drawingml/2006/main">
              <a:ext uri="{FF2B5EF4-FFF2-40B4-BE49-F238E27FC236}">
                <a16:creationId xmlns:a16="http://schemas.microsoft.com/office/drawing/2014/main" id="{C2CFB9ED-9517-4771-BFD4-49DF3B4DE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81625" y="525025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8" name="cause-index-0">
            <a:extLst xmlns:a="http://schemas.openxmlformats.org/drawingml/2006/main">
              <a:ext uri="{FF2B5EF4-FFF2-40B4-BE49-F238E27FC236}">
                <a16:creationId xmlns:a16="http://schemas.microsoft.com/office/drawing/2014/main" id="{1C52E09D-D9FB-4E0C-9833-D95CE595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05025" y="18764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9" name="cause-title-0">
            <a:extLst xmlns:a="http://schemas.openxmlformats.org/drawingml/2006/main">
              <a:ext uri="{FF2B5EF4-FFF2-40B4-BE49-F238E27FC236}">
                <a16:creationId xmlns:a16="http://schemas.microsoft.com/office/drawing/2014/main" id="{1DE341E6-35F0-459D-BB95-6C9C3CB1B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05075" y="1895475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需求定义</a:t>
            </a:r>
          </a:p>
        </p:txBody>
      </p:sp>
      <p:sp>
        <p:nvSpPr>
          <p:cNvPr id="40" name="cause-body-0">
            <a:extLst xmlns:a="http://schemas.openxmlformats.org/drawingml/2006/main">
              <a:ext uri="{FF2B5EF4-FFF2-40B4-BE49-F238E27FC236}">
                <a16:creationId xmlns:a16="http://schemas.microsoft.com/office/drawing/2014/main" id="{D4F8E85F-720D-4089-B881-964A47052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24075" y="2390775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目标频繁调整验收口径不清范围持续扩张</a:t>
            </a:r>
          </a:p>
        </p:txBody>
      </p:sp>
      <p:sp>
        <p:nvSpPr>
          <p:cNvPr id="41" name="cause-index-1">
            <a:extLst xmlns:a="http://schemas.openxmlformats.org/drawingml/2006/main">
              <a:ext uri="{FF2B5EF4-FFF2-40B4-BE49-F238E27FC236}">
                <a16:creationId xmlns:a16="http://schemas.microsoft.com/office/drawing/2014/main" id="{DF5A3900-EF23-4BB3-B1DE-FEFB4614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34025" y="1845916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2" name="cause-title-1">
            <a:extLst xmlns:a="http://schemas.openxmlformats.org/drawingml/2006/main">
              <a:ext uri="{FF2B5EF4-FFF2-40B4-BE49-F238E27FC236}">
                <a16:creationId xmlns:a16="http://schemas.microsoft.com/office/drawing/2014/main" id="{8A98BC5F-77B5-4B76-B691-070D05D5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34075" y="1864966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计划协同</a:t>
            </a:r>
          </a:p>
        </p:txBody>
      </p:sp>
      <p:sp>
        <p:nvSpPr>
          <p:cNvPr id="43" name="cause-body-1">
            <a:extLst xmlns:a="http://schemas.openxmlformats.org/drawingml/2006/main">
              <a:ext uri="{FF2B5EF4-FFF2-40B4-BE49-F238E27FC236}">
                <a16:creationId xmlns:a16="http://schemas.microsoft.com/office/drawing/2014/main" id="{63471EA2-2456-43FA-B9A4-2A1448970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53075" y="2360266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排期依赖遗漏资源承诺不稳里程碑失真</a:t>
            </a:r>
          </a:p>
        </p:txBody>
      </p:sp>
      <p:sp>
        <p:nvSpPr>
          <p:cNvPr id="44" name="cause-index-2">
            <a:extLst xmlns:a="http://schemas.openxmlformats.org/drawingml/2006/main">
              <a:ext uri="{FF2B5EF4-FFF2-40B4-BE49-F238E27FC236}">
                <a16:creationId xmlns:a16="http://schemas.microsoft.com/office/drawing/2014/main" id="{A98CB4A1-B6F9-41B4-A0CD-C1B06079F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33575" y="56673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5" name="cause-title-2">
            <a:extLst xmlns:a="http://schemas.openxmlformats.org/drawingml/2006/main">
              <a:ext uri="{FF2B5EF4-FFF2-40B4-BE49-F238E27FC236}">
                <a16:creationId xmlns:a16="http://schemas.microsoft.com/office/drawing/2014/main" id="{5ED32D9D-1640-4629-9F56-FF080C70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3625" y="5686425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技术实现</a:t>
            </a:r>
          </a:p>
        </p:txBody>
      </p:sp>
      <p:sp>
        <p:nvSpPr>
          <p:cNvPr id="46" name="cause-body-2">
            <a:extLst xmlns:a="http://schemas.openxmlformats.org/drawingml/2006/main">
              <a:ext uri="{FF2B5EF4-FFF2-40B4-BE49-F238E27FC236}">
                <a16:creationId xmlns:a16="http://schemas.microsoft.com/office/drawing/2014/main" id="{395713D6-C601-41C4-B432-39E9D8A3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52625" y="4152900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接口复杂耦合自动化覆盖不足技术债务累积</a:t>
            </a:r>
          </a:p>
        </p:txBody>
      </p:sp>
      <p:sp>
        <p:nvSpPr>
          <p:cNvPr id="47" name="cause-index-3">
            <a:extLst xmlns:a="http://schemas.openxmlformats.org/drawingml/2006/main">
              <a:ext uri="{FF2B5EF4-FFF2-40B4-BE49-F238E27FC236}">
                <a16:creationId xmlns:a16="http://schemas.microsoft.com/office/drawing/2014/main" id="{FF48F17B-A799-419D-8AAF-79E52862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62575" y="5697741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8" name="cause-title-3">
            <a:extLst xmlns:a="http://schemas.openxmlformats.org/drawingml/2006/main">
              <a:ext uri="{FF2B5EF4-FFF2-40B4-BE49-F238E27FC236}">
                <a16:creationId xmlns:a16="http://schemas.microsoft.com/office/drawing/2014/main" id="{B3D67E87-5D58-486D-9EA6-DFAB05FBA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62625" y="5716791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测试验证</a:t>
            </a:r>
          </a:p>
        </p:txBody>
      </p:sp>
      <p:sp>
        <p:nvSpPr>
          <p:cNvPr id="49" name="cause-body-3">
            <a:extLst xmlns:a="http://schemas.openxmlformats.org/drawingml/2006/main">
              <a:ext uri="{FF2B5EF4-FFF2-40B4-BE49-F238E27FC236}">
                <a16:creationId xmlns:a16="http://schemas.microsoft.com/office/drawing/2014/main" id="{74BA5813-D900-488A-A35E-523AF92B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81625" y="4183266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用例覆盖不足测试环境不稳缺陷回归滞后</a:t>
            </a:r>
          </a:p>
        </p:txBody>
      </p:sp>
      <p:sp>
        <p:nvSpPr>
          <p:cNvPr id="50" name="effect-label">
            <a:extLst xmlns:a="http://schemas.openxmlformats.org/drawingml/2006/main">
              <a:ext uri="{FF2B5EF4-FFF2-40B4-BE49-F238E27FC236}">
                <a16:creationId xmlns:a16="http://schemas.microsoft.com/office/drawing/2014/main" id="{B2851C51-4DA5-4423-8E68-F07E063D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0" y="311467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00" b="1" i="0">
                <a:solidFill>
                  <a:srgbClr val="C8D7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C8D7FA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51" name="effect-title">
            <a:extLst xmlns:a="http://schemas.openxmlformats.org/drawingml/2006/main">
              <a:ext uri="{FF2B5EF4-FFF2-40B4-BE49-F238E27FC236}">
                <a16:creationId xmlns:a16="http://schemas.microsoft.com/office/drawing/2014/main" id="{E2780D61-D670-4AC4-A2BD-A170BDA8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0" y="3779196"/>
            <a:ext cx="857250" cy="5759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延期</a:t>
            </a:r>
          </a:p>
        </p:txBody>
      </p:sp>
    </p:spTree>
    <p:extLst>
      <p:ext uri="{BB962C8B-B14F-4D97-AF65-F5344CB8AC3E}">
        <p14:creationId xmlns:p14="http://schemas.microsoft.com/office/powerpoint/2010/main" val="8574889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causal-tail">
            <a:extLst xmlns:a="http://schemas.openxmlformats.org/drawingml/2006/main">
              <a:ext uri="{FF2B5EF4-FFF2-40B4-BE49-F238E27FC236}">
                <a16:creationId xmlns:a16="http://schemas.microsoft.com/office/drawing/2014/main" id="{0B038028-9696-430D-AFF3-005E8129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9125" y="3390900"/>
            <a:ext cx="533390" cy="1065305"/>
          </a:xfrm>
          <a:custGeom xmlns:a="http://schemas.openxmlformats.org/drawingml/2006/main">
            <a:pathLst>
              <a:path w="533390" h="1065305">
                <a:moveTo>
                  <a:pt x="0" y="0"/>
                </a:moveTo>
                <a:lnTo>
                  <a:pt x="18783" y="2372"/>
                </a:lnTo>
                <a:lnTo>
                  <a:pt x="37509" y="5172"/>
                </a:lnTo>
                <a:lnTo>
                  <a:pt x="56159" y="8430"/>
                </a:lnTo>
                <a:lnTo>
                  <a:pt x="74714" y="12144"/>
                </a:lnTo>
                <a:lnTo>
                  <a:pt x="93183" y="16326"/>
                </a:lnTo>
                <a:lnTo>
                  <a:pt x="111538" y="20984"/>
                </a:lnTo>
                <a:lnTo>
                  <a:pt x="129750" y="26118"/>
                </a:lnTo>
                <a:lnTo>
                  <a:pt x="147828" y="31747"/>
                </a:lnTo>
                <a:lnTo>
                  <a:pt x="165745" y="37871"/>
                </a:lnTo>
                <a:lnTo>
                  <a:pt x="183480" y="44501"/>
                </a:lnTo>
                <a:lnTo>
                  <a:pt x="201016" y="51635"/>
                </a:lnTo>
                <a:lnTo>
                  <a:pt x="218332" y="59284"/>
                </a:lnTo>
                <a:lnTo>
                  <a:pt x="235410" y="67447"/>
                </a:lnTo>
                <a:lnTo>
                  <a:pt x="252232" y="76133"/>
                </a:lnTo>
                <a:lnTo>
                  <a:pt x="268776" y="85334"/>
                </a:lnTo>
                <a:lnTo>
                  <a:pt x="285017" y="95060"/>
                </a:lnTo>
                <a:lnTo>
                  <a:pt x="300933" y="105308"/>
                </a:lnTo>
                <a:lnTo>
                  <a:pt x="316506" y="116072"/>
                </a:lnTo>
                <a:lnTo>
                  <a:pt x="331708" y="127359"/>
                </a:lnTo>
                <a:lnTo>
                  <a:pt x="346520" y="139151"/>
                </a:lnTo>
                <a:lnTo>
                  <a:pt x="360912" y="151448"/>
                </a:lnTo>
                <a:lnTo>
                  <a:pt x="374866" y="164240"/>
                </a:lnTo>
                <a:lnTo>
                  <a:pt x="388353" y="177517"/>
                </a:lnTo>
                <a:lnTo>
                  <a:pt x="401364" y="191272"/>
                </a:lnTo>
                <a:lnTo>
                  <a:pt x="413861" y="205492"/>
                </a:lnTo>
                <a:lnTo>
                  <a:pt x="425834" y="220161"/>
                </a:lnTo>
                <a:lnTo>
                  <a:pt x="437255" y="235258"/>
                </a:lnTo>
                <a:lnTo>
                  <a:pt x="448104" y="250774"/>
                </a:lnTo>
                <a:lnTo>
                  <a:pt x="458362" y="266681"/>
                </a:lnTo>
                <a:lnTo>
                  <a:pt x="468020" y="282959"/>
                </a:lnTo>
                <a:lnTo>
                  <a:pt x="477050" y="299599"/>
                </a:lnTo>
                <a:lnTo>
                  <a:pt x="485442" y="316573"/>
                </a:lnTo>
                <a:lnTo>
                  <a:pt x="493185" y="333842"/>
                </a:lnTo>
                <a:lnTo>
                  <a:pt x="500272" y="351406"/>
                </a:lnTo>
                <a:lnTo>
                  <a:pt x="506673" y="369218"/>
                </a:lnTo>
                <a:lnTo>
                  <a:pt x="512407" y="387258"/>
                </a:lnTo>
                <a:lnTo>
                  <a:pt x="517446" y="405508"/>
                </a:lnTo>
                <a:lnTo>
                  <a:pt x="521799" y="423929"/>
                </a:lnTo>
                <a:lnTo>
                  <a:pt x="525456" y="442503"/>
                </a:lnTo>
                <a:lnTo>
                  <a:pt x="528418" y="461201"/>
                </a:lnTo>
                <a:lnTo>
                  <a:pt x="530685" y="479993"/>
                </a:lnTo>
                <a:lnTo>
                  <a:pt x="532276" y="498862"/>
                </a:lnTo>
                <a:lnTo>
                  <a:pt x="533171" y="517769"/>
                </a:lnTo>
                <a:lnTo>
                  <a:pt x="533390" y="536696"/>
                </a:lnTo>
                <a:lnTo>
                  <a:pt x="532933" y="555622"/>
                </a:lnTo>
                <a:lnTo>
                  <a:pt x="531800" y="574519"/>
                </a:lnTo>
                <a:lnTo>
                  <a:pt x="529971" y="593369"/>
                </a:lnTo>
                <a:lnTo>
                  <a:pt x="527466" y="612134"/>
                </a:lnTo>
                <a:lnTo>
                  <a:pt x="524256" y="630784"/>
                </a:lnTo>
                <a:lnTo>
                  <a:pt x="520360" y="649310"/>
                </a:lnTo>
                <a:lnTo>
                  <a:pt x="515769" y="667674"/>
                </a:lnTo>
                <a:lnTo>
                  <a:pt x="510483" y="685857"/>
                </a:lnTo>
                <a:lnTo>
                  <a:pt x="504520" y="703821"/>
                </a:lnTo>
                <a:lnTo>
                  <a:pt x="497872" y="721547"/>
                </a:lnTo>
                <a:lnTo>
                  <a:pt x="490557" y="739007"/>
                </a:lnTo>
                <a:lnTo>
                  <a:pt x="482594" y="756180"/>
                </a:lnTo>
                <a:lnTo>
                  <a:pt x="473974" y="773039"/>
                </a:lnTo>
                <a:lnTo>
                  <a:pt x="464725" y="789556"/>
                </a:lnTo>
                <a:lnTo>
                  <a:pt x="454857" y="805710"/>
                </a:lnTo>
                <a:lnTo>
                  <a:pt x="444389" y="821484"/>
                </a:lnTo>
                <a:lnTo>
                  <a:pt x="433340" y="836857"/>
                </a:lnTo>
                <a:lnTo>
                  <a:pt x="421719" y="851802"/>
                </a:lnTo>
                <a:lnTo>
                  <a:pt x="409565" y="866318"/>
                </a:lnTo>
                <a:lnTo>
                  <a:pt x="396888" y="880377"/>
                </a:lnTo>
                <a:lnTo>
                  <a:pt x="383705" y="893969"/>
                </a:lnTo>
                <a:lnTo>
                  <a:pt x="370056" y="907075"/>
                </a:lnTo>
                <a:lnTo>
                  <a:pt x="355940" y="919696"/>
                </a:lnTo>
                <a:lnTo>
                  <a:pt x="341405" y="931821"/>
                </a:lnTo>
                <a:lnTo>
                  <a:pt x="326450" y="943432"/>
                </a:lnTo>
                <a:lnTo>
                  <a:pt x="311115" y="954538"/>
                </a:lnTo>
                <a:lnTo>
                  <a:pt x="295418" y="965121"/>
                </a:lnTo>
                <a:lnTo>
                  <a:pt x="279387" y="975189"/>
                </a:lnTo>
                <a:lnTo>
                  <a:pt x="263042" y="984733"/>
                </a:lnTo>
                <a:lnTo>
                  <a:pt x="246402" y="993753"/>
                </a:lnTo>
                <a:lnTo>
                  <a:pt x="229486" y="1002259"/>
                </a:lnTo>
                <a:lnTo>
                  <a:pt x="212322" y="1010241"/>
                </a:lnTo>
                <a:lnTo>
                  <a:pt x="194920" y="1017708"/>
                </a:lnTo>
                <a:lnTo>
                  <a:pt x="177317" y="1024671"/>
                </a:lnTo>
                <a:lnTo>
                  <a:pt x="159515" y="1031119"/>
                </a:lnTo>
                <a:lnTo>
                  <a:pt x="141542" y="1037072"/>
                </a:lnTo>
                <a:lnTo>
                  <a:pt x="123415" y="1042530"/>
                </a:lnTo>
                <a:lnTo>
                  <a:pt x="105146" y="1047493"/>
                </a:lnTo>
                <a:lnTo>
                  <a:pt x="86754" y="1051989"/>
                </a:lnTo>
                <a:lnTo>
                  <a:pt x="68256" y="1056008"/>
                </a:lnTo>
                <a:lnTo>
                  <a:pt x="49663" y="1059561"/>
                </a:lnTo>
                <a:lnTo>
                  <a:pt x="30985" y="1062657"/>
                </a:lnTo>
                <a:lnTo>
                  <a:pt x="12240" y="1065305"/>
                </a:lnTo>
                <a:lnTo>
                  <a:pt x="0" y="1060199"/>
                </a:lnTo>
                <a:lnTo>
                  <a:pt x="0" y="1041263"/>
                </a:lnTo>
                <a:lnTo>
                  <a:pt x="0" y="1022337"/>
                </a:lnTo>
                <a:lnTo>
                  <a:pt x="0" y="1003402"/>
                </a:lnTo>
                <a:lnTo>
                  <a:pt x="0" y="984475"/>
                </a:lnTo>
                <a:lnTo>
                  <a:pt x="0" y="965540"/>
                </a:lnTo>
                <a:lnTo>
                  <a:pt x="0" y="946604"/>
                </a:lnTo>
                <a:lnTo>
                  <a:pt x="0" y="927678"/>
                </a:lnTo>
                <a:lnTo>
                  <a:pt x="0" y="908742"/>
                </a:lnTo>
                <a:lnTo>
                  <a:pt x="0" y="889806"/>
                </a:lnTo>
                <a:lnTo>
                  <a:pt x="0" y="870880"/>
                </a:lnTo>
                <a:lnTo>
                  <a:pt x="0" y="851945"/>
                </a:lnTo>
                <a:lnTo>
                  <a:pt x="0" y="833018"/>
                </a:lnTo>
                <a:lnTo>
                  <a:pt x="0" y="814083"/>
                </a:lnTo>
                <a:lnTo>
                  <a:pt x="0" y="795147"/>
                </a:lnTo>
                <a:lnTo>
                  <a:pt x="0" y="776221"/>
                </a:lnTo>
                <a:lnTo>
                  <a:pt x="0" y="757285"/>
                </a:lnTo>
                <a:lnTo>
                  <a:pt x="0" y="738349"/>
                </a:lnTo>
                <a:lnTo>
                  <a:pt x="0" y="719423"/>
                </a:lnTo>
                <a:lnTo>
                  <a:pt x="0" y="700488"/>
                </a:lnTo>
                <a:lnTo>
                  <a:pt x="0" y="681561"/>
                </a:lnTo>
                <a:lnTo>
                  <a:pt x="0" y="662626"/>
                </a:lnTo>
                <a:lnTo>
                  <a:pt x="0" y="643690"/>
                </a:lnTo>
                <a:lnTo>
                  <a:pt x="0" y="624764"/>
                </a:lnTo>
                <a:lnTo>
                  <a:pt x="0" y="605828"/>
                </a:lnTo>
                <a:lnTo>
                  <a:pt x="0" y="586892"/>
                </a:lnTo>
                <a:lnTo>
                  <a:pt x="0" y="567966"/>
                </a:lnTo>
                <a:lnTo>
                  <a:pt x="0" y="549031"/>
                </a:lnTo>
                <a:lnTo>
                  <a:pt x="0" y="530104"/>
                </a:lnTo>
                <a:lnTo>
                  <a:pt x="0" y="511169"/>
                </a:lnTo>
                <a:lnTo>
                  <a:pt x="0" y="492233"/>
                </a:lnTo>
                <a:lnTo>
                  <a:pt x="0" y="473307"/>
                </a:lnTo>
                <a:lnTo>
                  <a:pt x="0" y="454371"/>
                </a:lnTo>
                <a:lnTo>
                  <a:pt x="0" y="435435"/>
                </a:lnTo>
                <a:lnTo>
                  <a:pt x="0" y="416509"/>
                </a:lnTo>
                <a:lnTo>
                  <a:pt x="0" y="397574"/>
                </a:lnTo>
                <a:lnTo>
                  <a:pt x="0" y="378647"/>
                </a:lnTo>
                <a:lnTo>
                  <a:pt x="0" y="359712"/>
                </a:lnTo>
                <a:lnTo>
                  <a:pt x="0" y="340776"/>
                </a:lnTo>
                <a:lnTo>
                  <a:pt x="0" y="321850"/>
                </a:lnTo>
                <a:lnTo>
                  <a:pt x="0" y="302914"/>
                </a:lnTo>
                <a:lnTo>
                  <a:pt x="0" y="283978"/>
                </a:lnTo>
                <a:lnTo>
                  <a:pt x="0" y="265052"/>
                </a:lnTo>
                <a:lnTo>
                  <a:pt x="0" y="246116"/>
                </a:lnTo>
                <a:lnTo>
                  <a:pt x="0" y="227190"/>
                </a:lnTo>
                <a:lnTo>
                  <a:pt x="0" y="208255"/>
                </a:lnTo>
                <a:lnTo>
                  <a:pt x="0" y="189319"/>
                </a:lnTo>
                <a:lnTo>
                  <a:pt x="0" y="170393"/>
                </a:lnTo>
                <a:lnTo>
                  <a:pt x="0" y="151457"/>
                </a:lnTo>
                <a:lnTo>
                  <a:pt x="0" y="132521"/>
                </a:lnTo>
                <a:lnTo>
                  <a:pt x="0" y="113595"/>
                </a:lnTo>
                <a:lnTo>
                  <a:pt x="0" y="94659"/>
                </a:lnTo>
                <a:lnTo>
                  <a:pt x="0" y="75733"/>
                </a:lnTo>
                <a:lnTo>
                  <a:pt x="0" y="56798"/>
                </a:lnTo>
                <a:lnTo>
                  <a:pt x="0" y="37862"/>
                </a:lnTo>
                <a:lnTo>
                  <a:pt x="0" y="189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5A2D4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causal-spine">
            <a:extLst xmlns:a="http://schemas.openxmlformats.org/drawingml/2006/main">
              <a:ext uri="{FF2B5EF4-FFF2-40B4-BE49-F238E27FC236}">
                <a16:creationId xmlns:a16="http://schemas.microsoft.com/office/drawing/2014/main" id="{349B7EFD-5A3A-4A5A-9845-1314680DA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1075" y="3924300"/>
            <a:ext cx="97917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38100">
            <a:solidFill>
              <a:srgbClr val="4F73BD"/>
            </a:solidFill>
            <a:prstDash val="solid"/>
          </a:ln>
        </p:spPr>
      </p:sp>
      <p:sp>
        <p:nvSpPr>
          <p:cNvPr id="3" name="cause-branch-0">
            <a:extLst xmlns:a="http://schemas.openxmlformats.org/drawingml/2006/main">
              <a:ext uri="{FF2B5EF4-FFF2-40B4-BE49-F238E27FC236}">
                <a16:creationId xmlns:a16="http://schemas.microsoft.com/office/drawing/2014/main" id="{53F796B6-9C3E-4759-9B2D-A0BC2AA42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6125" y="2314575"/>
            <a:ext cx="381000" cy="1609725"/>
          </a:xfrm>
          <a:custGeom xmlns:a="http://schemas.openxmlformats.org/drawingml/2006/main">
            <a:pathLst>
              <a:path w="381000" h="1609725">
                <a:moveTo>
                  <a:pt x="381000" y="1609725"/>
                </a:moveTo>
                <a:lnTo>
                  <a:pt x="376619" y="1591218"/>
                </a:lnTo>
                <a:lnTo>
                  <a:pt x="372237" y="1572720"/>
                </a:lnTo>
                <a:lnTo>
                  <a:pt x="367865" y="1554213"/>
                </a:lnTo>
                <a:lnTo>
                  <a:pt x="363484" y="1535716"/>
                </a:lnTo>
                <a:lnTo>
                  <a:pt x="359102" y="1517209"/>
                </a:lnTo>
                <a:lnTo>
                  <a:pt x="354721" y="1498711"/>
                </a:lnTo>
                <a:lnTo>
                  <a:pt x="350349" y="1480204"/>
                </a:lnTo>
                <a:lnTo>
                  <a:pt x="345967" y="1461707"/>
                </a:lnTo>
                <a:lnTo>
                  <a:pt x="341586" y="1443199"/>
                </a:lnTo>
                <a:lnTo>
                  <a:pt x="337204" y="1424702"/>
                </a:lnTo>
                <a:lnTo>
                  <a:pt x="332832" y="1406195"/>
                </a:lnTo>
                <a:lnTo>
                  <a:pt x="328451" y="1387697"/>
                </a:lnTo>
                <a:lnTo>
                  <a:pt x="324069" y="1369190"/>
                </a:lnTo>
                <a:lnTo>
                  <a:pt x="319688" y="1350693"/>
                </a:lnTo>
                <a:lnTo>
                  <a:pt x="315306" y="1332186"/>
                </a:lnTo>
                <a:lnTo>
                  <a:pt x="310934" y="1313688"/>
                </a:lnTo>
                <a:lnTo>
                  <a:pt x="306553" y="1295181"/>
                </a:lnTo>
                <a:lnTo>
                  <a:pt x="302171" y="1276674"/>
                </a:lnTo>
                <a:lnTo>
                  <a:pt x="297790" y="1258176"/>
                </a:lnTo>
                <a:lnTo>
                  <a:pt x="293418" y="1239669"/>
                </a:lnTo>
                <a:lnTo>
                  <a:pt x="289036" y="1221172"/>
                </a:lnTo>
                <a:lnTo>
                  <a:pt x="284655" y="1202665"/>
                </a:lnTo>
                <a:lnTo>
                  <a:pt x="280273" y="1184167"/>
                </a:lnTo>
                <a:lnTo>
                  <a:pt x="275901" y="1165660"/>
                </a:lnTo>
                <a:lnTo>
                  <a:pt x="271520" y="1147162"/>
                </a:lnTo>
                <a:lnTo>
                  <a:pt x="267138" y="1128655"/>
                </a:lnTo>
                <a:lnTo>
                  <a:pt x="262757" y="1110158"/>
                </a:lnTo>
                <a:lnTo>
                  <a:pt x="258375" y="1091651"/>
                </a:lnTo>
                <a:lnTo>
                  <a:pt x="254003" y="1073153"/>
                </a:lnTo>
                <a:lnTo>
                  <a:pt x="249622" y="1054646"/>
                </a:lnTo>
                <a:lnTo>
                  <a:pt x="245240" y="1036149"/>
                </a:lnTo>
                <a:lnTo>
                  <a:pt x="240859" y="1017641"/>
                </a:lnTo>
                <a:lnTo>
                  <a:pt x="236487" y="999144"/>
                </a:lnTo>
                <a:lnTo>
                  <a:pt x="232105" y="980637"/>
                </a:lnTo>
                <a:lnTo>
                  <a:pt x="227724" y="962130"/>
                </a:lnTo>
                <a:lnTo>
                  <a:pt x="223342" y="943632"/>
                </a:lnTo>
                <a:lnTo>
                  <a:pt x="218961" y="925125"/>
                </a:lnTo>
                <a:lnTo>
                  <a:pt x="214589" y="906628"/>
                </a:lnTo>
                <a:lnTo>
                  <a:pt x="210207" y="888121"/>
                </a:lnTo>
                <a:lnTo>
                  <a:pt x="205826" y="869623"/>
                </a:lnTo>
                <a:lnTo>
                  <a:pt x="201444" y="851116"/>
                </a:lnTo>
                <a:lnTo>
                  <a:pt x="197072" y="832618"/>
                </a:lnTo>
                <a:lnTo>
                  <a:pt x="192691" y="814111"/>
                </a:lnTo>
                <a:lnTo>
                  <a:pt x="188309" y="795614"/>
                </a:lnTo>
                <a:lnTo>
                  <a:pt x="183928" y="777107"/>
                </a:lnTo>
                <a:lnTo>
                  <a:pt x="179556" y="758609"/>
                </a:lnTo>
                <a:lnTo>
                  <a:pt x="175174" y="740102"/>
                </a:lnTo>
                <a:lnTo>
                  <a:pt x="170793" y="721604"/>
                </a:lnTo>
                <a:lnTo>
                  <a:pt x="166411" y="703097"/>
                </a:lnTo>
                <a:lnTo>
                  <a:pt x="162039" y="684600"/>
                </a:lnTo>
                <a:lnTo>
                  <a:pt x="157658" y="666093"/>
                </a:lnTo>
                <a:lnTo>
                  <a:pt x="153276" y="647586"/>
                </a:lnTo>
                <a:lnTo>
                  <a:pt x="148895" y="629088"/>
                </a:lnTo>
                <a:lnTo>
                  <a:pt x="144513" y="610581"/>
                </a:lnTo>
                <a:lnTo>
                  <a:pt x="140141" y="592084"/>
                </a:lnTo>
                <a:lnTo>
                  <a:pt x="135760" y="573576"/>
                </a:lnTo>
                <a:lnTo>
                  <a:pt x="131378" y="555079"/>
                </a:lnTo>
                <a:lnTo>
                  <a:pt x="126997" y="536572"/>
                </a:lnTo>
                <a:lnTo>
                  <a:pt x="122625" y="518074"/>
                </a:lnTo>
                <a:lnTo>
                  <a:pt x="118243" y="499567"/>
                </a:lnTo>
                <a:lnTo>
                  <a:pt x="113862" y="481070"/>
                </a:lnTo>
                <a:lnTo>
                  <a:pt x="109480" y="462563"/>
                </a:lnTo>
                <a:lnTo>
                  <a:pt x="105099" y="444065"/>
                </a:lnTo>
                <a:lnTo>
                  <a:pt x="100727" y="425558"/>
                </a:lnTo>
                <a:lnTo>
                  <a:pt x="96345" y="407060"/>
                </a:lnTo>
                <a:lnTo>
                  <a:pt x="91964" y="388553"/>
                </a:lnTo>
                <a:lnTo>
                  <a:pt x="87582" y="370056"/>
                </a:lnTo>
                <a:lnTo>
                  <a:pt x="83210" y="351549"/>
                </a:lnTo>
                <a:lnTo>
                  <a:pt x="78829" y="333051"/>
                </a:lnTo>
                <a:lnTo>
                  <a:pt x="74447" y="314544"/>
                </a:lnTo>
                <a:lnTo>
                  <a:pt x="70066" y="296037"/>
                </a:lnTo>
                <a:lnTo>
                  <a:pt x="65694" y="277539"/>
                </a:lnTo>
                <a:lnTo>
                  <a:pt x="61312" y="259032"/>
                </a:lnTo>
                <a:lnTo>
                  <a:pt x="56931" y="240535"/>
                </a:lnTo>
                <a:lnTo>
                  <a:pt x="52549" y="222028"/>
                </a:lnTo>
                <a:lnTo>
                  <a:pt x="48168" y="203530"/>
                </a:lnTo>
                <a:lnTo>
                  <a:pt x="43796" y="185023"/>
                </a:lnTo>
                <a:lnTo>
                  <a:pt x="39414" y="166526"/>
                </a:lnTo>
                <a:lnTo>
                  <a:pt x="35033" y="148019"/>
                </a:lnTo>
                <a:lnTo>
                  <a:pt x="30651" y="129521"/>
                </a:lnTo>
                <a:lnTo>
                  <a:pt x="26279" y="111014"/>
                </a:lnTo>
                <a:lnTo>
                  <a:pt x="21898" y="92516"/>
                </a:lnTo>
                <a:lnTo>
                  <a:pt x="17516" y="74009"/>
                </a:lnTo>
                <a:lnTo>
                  <a:pt x="13135" y="55512"/>
                </a:lnTo>
                <a:lnTo>
                  <a:pt x="8763" y="37005"/>
                </a:lnTo>
                <a:lnTo>
                  <a:pt x="4382" y="18507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4" name="cause-branch-1">
            <a:extLst xmlns:a="http://schemas.openxmlformats.org/drawingml/2006/main">
              <a:ext uri="{FF2B5EF4-FFF2-40B4-BE49-F238E27FC236}">
                <a16:creationId xmlns:a16="http://schemas.microsoft.com/office/drawing/2014/main" id="{1B8671DA-2DA4-45CD-A16D-28F8DCABF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43625" y="2095500"/>
            <a:ext cx="381000" cy="1828800"/>
          </a:xfrm>
          <a:custGeom xmlns:a="http://schemas.openxmlformats.org/drawingml/2006/main">
            <a:pathLst>
              <a:path w="381000" h="1828800">
                <a:moveTo>
                  <a:pt x="381000" y="1828800"/>
                </a:moveTo>
                <a:lnTo>
                  <a:pt x="377152" y="1810331"/>
                </a:lnTo>
                <a:lnTo>
                  <a:pt x="373304" y="1791853"/>
                </a:lnTo>
                <a:lnTo>
                  <a:pt x="369456" y="1773384"/>
                </a:lnTo>
                <a:lnTo>
                  <a:pt x="365608" y="1754905"/>
                </a:lnTo>
                <a:lnTo>
                  <a:pt x="361759" y="1736436"/>
                </a:lnTo>
                <a:lnTo>
                  <a:pt x="357911" y="1717967"/>
                </a:lnTo>
                <a:lnTo>
                  <a:pt x="354063" y="1699489"/>
                </a:lnTo>
                <a:lnTo>
                  <a:pt x="350215" y="1681020"/>
                </a:lnTo>
                <a:lnTo>
                  <a:pt x="346367" y="1662541"/>
                </a:lnTo>
                <a:lnTo>
                  <a:pt x="342519" y="1644072"/>
                </a:lnTo>
                <a:lnTo>
                  <a:pt x="338671" y="1625603"/>
                </a:lnTo>
                <a:lnTo>
                  <a:pt x="334813" y="1607125"/>
                </a:lnTo>
                <a:lnTo>
                  <a:pt x="330965" y="1588656"/>
                </a:lnTo>
                <a:lnTo>
                  <a:pt x="327117" y="1570177"/>
                </a:lnTo>
                <a:lnTo>
                  <a:pt x="323269" y="1551708"/>
                </a:lnTo>
                <a:lnTo>
                  <a:pt x="319421" y="1533239"/>
                </a:lnTo>
                <a:lnTo>
                  <a:pt x="315573" y="1514761"/>
                </a:lnTo>
                <a:lnTo>
                  <a:pt x="311725" y="1496292"/>
                </a:lnTo>
                <a:lnTo>
                  <a:pt x="307877" y="1477823"/>
                </a:lnTo>
                <a:lnTo>
                  <a:pt x="304028" y="1459344"/>
                </a:lnTo>
                <a:lnTo>
                  <a:pt x="300180" y="1440875"/>
                </a:lnTo>
                <a:lnTo>
                  <a:pt x="296332" y="1422397"/>
                </a:lnTo>
                <a:lnTo>
                  <a:pt x="292484" y="1403928"/>
                </a:lnTo>
                <a:lnTo>
                  <a:pt x="288636" y="1385459"/>
                </a:lnTo>
                <a:lnTo>
                  <a:pt x="284788" y="1366980"/>
                </a:lnTo>
                <a:lnTo>
                  <a:pt x="280940" y="1348511"/>
                </a:lnTo>
                <a:lnTo>
                  <a:pt x="277092" y="1330033"/>
                </a:lnTo>
                <a:lnTo>
                  <a:pt x="273244" y="1311564"/>
                </a:lnTo>
                <a:lnTo>
                  <a:pt x="269396" y="1293095"/>
                </a:lnTo>
                <a:lnTo>
                  <a:pt x="265547" y="1274616"/>
                </a:lnTo>
                <a:lnTo>
                  <a:pt x="261699" y="1256147"/>
                </a:lnTo>
                <a:lnTo>
                  <a:pt x="257851" y="1237669"/>
                </a:lnTo>
                <a:lnTo>
                  <a:pt x="254003" y="1219200"/>
                </a:lnTo>
                <a:lnTo>
                  <a:pt x="250155" y="1200731"/>
                </a:lnTo>
                <a:lnTo>
                  <a:pt x="246307" y="1182253"/>
                </a:lnTo>
                <a:lnTo>
                  <a:pt x="242459" y="1163784"/>
                </a:lnTo>
                <a:lnTo>
                  <a:pt x="238601" y="1145305"/>
                </a:lnTo>
                <a:lnTo>
                  <a:pt x="234753" y="1126836"/>
                </a:lnTo>
                <a:lnTo>
                  <a:pt x="230905" y="1108367"/>
                </a:lnTo>
                <a:lnTo>
                  <a:pt x="227057" y="1089889"/>
                </a:lnTo>
                <a:lnTo>
                  <a:pt x="223209" y="1071420"/>
                </a:lnTo>
                <a:lnTo>
                  <a:pt x="219361" y="1052941"/>
                </a:lnTo>
                <a:lnTo>
                  <a:pt x="215513" y="1034472"/>
                </a:lnTo>
                <a:lnTo>
                  <a:pt x="211665" y="1016003"/>
                </a:lnTo>
                <a:lnTo>
                  <a:pt x="207816" y="997525"/>
                </a:lnTo>
                <a:lnTo>
                  <a:pt x="203968" y="979056"/>
                </a:lnTo>
                <a:lnTo>
                  <a:pt x="200120" y="960577"/>
                </a:lnTo>
                <a:lnTo>
                  <a:pt x="196272" y="942108"/>
                </a:lnTo>
                <a:lnTo>
                  <a:pt x="192424" y="923639"/>
                </a:lnTo>
                <a:lnTo>
                  <a:pt x="188576" y="905161"/>
                </a:lnTo>
                <a:lnTo>
                  <a:pt x="184728" y="886692"/>
                </a:lnTo>
                <a:lnTo>
                  <a:pt x="180880" y="868223"/>
                </a:lnTo>
                <a:lnTo>
                  <a:pt x="177032" y="849744"/>
                </a:lnTo>
                <a:lnTo>
                  <a:pt x="173184" y="831275"/>
                </a:lnTo>
                <a:lnTo>
                  <a:pt x="169335" y="812797"/>
                </a:lnTo>
                <a:lnTo>
                  <a:pt x="165487" y="794328"/>
                </a:lnTo>
                <a:lnTo>
                  <a:pt x="161639" y="775859"/>
                </a:lnTo>
                <a:lnTo>
                  <a:pt x="157791" y="757380"/>
                </a:lnTo>
                <a:lnTo>
                  <a:pt x="153943" y="738911"/>
                </a:lnTo>
                <a:lnTo>
                  <a:pt x="150095" y="720433"/>
                </a:lnTo>
                <a:lnTo>
                  <a:pt x="146247" y="701964"/>
                </a:lnTo>
                <a:lnTo>
                  <a:pt x="142399" y="683495"/>
                </a:lnTo>
                <a:lnTo>
                  <a:pt x="138541" y="665016"/>
                </a:lnTo>
                <a:lnTo>
                  <a:pt x="134693" y="646547"/>
                </a:lnTo>
                <a:lnTo>
                  <a:pt x="130845" y="628069"/>
                </a:lnTo>
                <a:lnTo>
                  <a:pt x="126997" y="609600"/>
                </a:lnTo>
                <a:lnTo>
                  <a:pt x="123149" y="591131"/>
                </a:lnTo>
                <a:lnTo>
                  <a:pt x="119301" y="572653"/>
                </a:lnTo>
                <a:lnTo>
                  <a:pt x="115453" y="554184"/>
                </a:lnTo>
                <a:lnTo>
                  <a:pt x="111604" y="535705"/>
                </a:lnTo>
                <a:lnTo>
                  <a:pt x="107756" y="517236"/>
                </a:lnTo>
                <a:lnTo>
                  <a:pt x="103908" y="498767"/>
                </a:lnTo>
                <a:lnTo>
                  <a:pt x="100060" y="480289"/>
                </a:lnTo>
                <a:lnTo>
                  <a:pt x="96212" y="461820"/>
                </a:lnTo>
                <a:lnTo>
                  <a:pt x="92364" y="443341"/>
                </a:lnTo>
                <a:lnTo>
                  <a:pt x="88516" y="424872"/>
                </a:lnTo>
                <a:lnTo>
                  <a:pt x="84668" y="406403"/>
                </a:lnTo>
                <a:lnTo>
                  <a:pt x="80820" y="387925"/>
                </a:lnTo>
                <a:lnTo>
                  <a:pt x="76972" y="369456"/>
                </a:lnTo>
                <a:lnTo>
                  <a:pt x="73123" y="350977"/>
                </a:lnTo>
                <a:lnTo>
                  <a:pt x="69275" y="332508"/>
                </a:lnTo>
                <a:lnTo>
                  <a:pt x="65427" y="314039"/>
                </a:lnTo>
                <a:lnTo>
                  <a:pt x="61579" y="295561"/>
                </a:lnTo>
                <a:lnTo>
                  <a:pt x="57731" y="277092"/>
                </a:lnTo>
                <a:lnTo>
                  <a:pt x="53883" y="258623"/>
                </a:lnTo>
                <a:lnTo>
                  <a:pt x="50035" y="240144"/>
                </a:lnTo>
                <a:lnTo>
                  <a:pt x="46187" y="221675"/>
                </a:lnTo>
                <a:lnTo>
                  <a:pt x="42329" y="203197"/>
                </a:lnTo>
                <a:lnTo>
                  <a:pt x="38481" y="184728"/>
                </a:lnTo>
                <a:lnTo>
                  <a:pt x="34633" y="166259"/>
                </a:lnTo>
                <a:lnTo>
                  <a:pt x="30785" y="147780"/>
                </a:lnTo>
                <a:lnTo>
                  <a:pt x="26937" y="129311"/>
                </a:lnTo>
                <a:lnTo>
                  <a:pt x="23089" y="110833"/>
                </a:lnTo>
                <a:lnTo>
                  <a:pt x="19241" y="92364"/>
                </a:lnTo>
                <a:lnTo>
                  <a:pt x="15392" y="73895"/>
                </a:lnTo>
                <a:lnTo>
                  <a:pt x="11544" y="55416"/>
                </a:lnTo>
                <a:lnTo>
                  <a:pt x="7696" y="36947"/>
                </a:lnTo>
                <a:lnTo>
                  <a:pt x="3848" y="1846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5" name="cause-branch-2">
            <a:extLst xmlns:a="http://schemas.openxmlformats.org/drawingml/2006/main">
              <a:ext uri="{FF2B5EF4-FFF2-40B4-BE49-F238E27FC236}">
                <a16:creationId xmlns:a16="http://schemas.microsoft.com/office/drawing/2014/main" id="{2339A125-E3A1-407C-9C91-462E20FC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01125" y="2314575"/>
            <a:ext cx="381000" cy="1609725"/>
          </a:xfrm>
          <a:custGeom xmlns:a="http://schemas.openxmlformats.org/drawingml/2006/main">
            <a:pathLst>
              <a:path w="381000" h="1609725">
                <a:moveTo>
                  <a:pt x="381000" y="1609725"/>
                </a:moveTo>
                <a:lnTo>
                  <a:pt x="376619" y="1591218"/>
                </a:lnTo>
                <a:lnTo>
                  <a:pt x="372237" y="1572720"/>
                </a:lnTo>
                <a:lnTo>
                  <a:pt x="367865" y="1554213"/>
                </a:lnTo>
                <a:lnTo>
                  <a:pt x="363484" y="1535716"/>
                </a:lnTo>
                <a:lnTo>
                  <a:pt x="359102" y="1517209"/>
                </a:lnTo>
                <a:lnTo>
                  <a:pt x="354721" y="1498711"/>
                </a:lnTo>
                <a:lnTo>
                  <a:pt x="350349" y="1480204"/>
                </a:lnTo>
                <a:lnTo>
                  <a:pt x="345967" y="1461707"/>
                </a:lnTo>
                <a:lnTo>
                  <a:pt x="341586" y="1443199"/>
                </a:lnTo>
                <a:lnTo>
                  <a:pt x="337204" y="1424702"/>
                </a:lnTo>
                <a:lnTo>
                  <a:pt x="332832" y="1406195"/>
                </a:lnTo>
                <a:lnTo>
                  <a:pt x="328451" y="1387697"/>
                </a:lnTo>
                <a:lnTo>
                  <a:pt x="324069" y="1369190"/>
                </a:lnTo>
                <a:lnTo>
                  <a:pt x="319688" y="1350693"/>
                </a:lnTo>
                <a:lnTo>
                  <a:pt x="315306" y="1332186"/>
                </a:lnTo>
                <a:lnTo>
                  <a:pt x="310934" y="1313688"/>
                </a:lnTo>
                <a:lnTo>
                  <a:pt x="306553" y="1295181"/>
                </a:lnTo>
                <a:lnTo>
                  <a:pt x="302171" y="1276674"/>
                </a:lnTo>
                <a:lnTo>
                  <a:pt x="297790" y="1258176"/>
                </a:lnTo>
                <a:lnTo>
                  <a:pt x="293418" y="1239669"/>
                </a:lnTo>
                <a:lnTo>
                  <a:pt x="289036" y="1221172"/>
                </a:lnTo>
                <a:lnTo>
                  <a:pt x="284655" y="1202665"/>
                </a:lnTo>
                <a:lnTo>
                  <a:pt x="280273" y="1184167"/>
                </a:lnTo>
                <a:lnTo>
                  <a:pt x="275901" y="1165660"/>
                </a:lnTo>
                <a:lnTo>
                  <a:pt x="271520" y="1147162"/>
                </a:lnTo>
                <a:lnTo>
                  <a:pt x="267138" y="1128655"/>
                </a:lnTo>
                <a:lnTo>
                  <a:pt x="262757" y="1110158"/>
                </a:lnTo>
                <a:lnTo>
                  <a:pt x="258375" y="1091651"/>
                </a:lnTo>
                <a:lnTo>
                  <a:pt x="254003" y="1073153"/>
                </a:lnTo>
                <a:lnTo>
                  <a:pt x="249622" y="1054646"/>
                </a:lnTo>
                <a:lnTo>
                  <a:pt x="245240" y="1036149"/>
                </a:lnTo>
                <a:lnTo>
                  <a:pt x="240859" y="1017641"/>
                </a:lnTo>
                <a:lnTo>
                  <a:pt x="236487" y="999144"/>
                </a:lnTo>
                <a:lnTo>
                  <a:pt x="232105" y="980637"/>
                </a:lnTo>
                <a:lnTo>
                  <a:pt x="227724" y="962130"/>
                </a:lnTo>
                <a:lnTo>
                  <a:pt x="223342" y="943632"/>
                </a:lnTo>
                <a:lnTo>
                  <a:pt x="218970" y="925125"/>
                </a:lnTo>
                <a:lnTo>
                  <a:pt x="214589" y="906628"/>
                </a:lnTo>
                <a:lnTo>
                  <a:pt x="210207" y="888121"/>
                </a:lnTo>
                <a:lnTo>
                  <a:pt x="205826" y="869623"/>
                </a:lnTo>
                <a:lnTo>
                  <a:pt x="201444" y="851116"/>
                </a:lnTo>
                <a:lnTo>
                  <a:pt x="197072" y="832618"/>
                </a:lnTo>
                <a:lnTo>
                  <a:pt x="192691" y="814111"/>
                </a:lnTo>
                <a:lnTo>
                  <a:pt x="188309" y="795614"/>
                </a:lnTo>
                <a:lnTo>
                  <a:pt x="183928" y="777107"/>
                </a:lnTo>
                <a:lnTo>
                  <a:pt x="179556" y="758609"/>
                </a:lnTo>
                <a:lnTo>
                  <a:pt x="175174" y="740102"/>
                </a:lnTo>
                <a:lnTo>
                  <a:pt x="170793" y="721604"/>
                </a:lnTo>
                <a:lnTo>
                  <a:pt x="166411" y="703097"/>
                </a:lnTo>
                <a:lnTo>
                  <a:pt x="162030" y="684600"/>
                </a:lnTo>
                <a:lnTo>
                  <a:pt x="157658" y="666093"/>
                </a:lnTo>
                <a:lnTo>
                  <a:pt x="153276" y="647586"/>
                </a:lnTo>
                <a:lnTo>
                  <a:pt x="148895" y="629088"/>
                </a:lnTo>
                <a:lnTo>
                  <a:pt x="144513" y="610581"/>
                </a:lnTo>
                <a:lnTo>
                  <a:pt x="140141" y="592084"/>
                </a:lnTo>
                <a:lnTo>
                  <a:pt x="135760" y="573576"/>
                </a:lnTo>
                <a:lnTo>
                  <a:pt x="131378" y="555079"/>
                </a:lnTo>
                <a:lnTo>
                  <a:pt x="126997" y="536572"/>
                </a:lnTo>
                <a:lnTo>
                  <a:pt x="122625" y="518074"/>
                </a:lnTo>
                <a:lnTo>
                  <a:pt x="118243" y="499567"/>
                </a:lnTo>
                <a:lnTo>
                  <a:pt x="113862" y="481070"/>
                </a:lnTo>
                <a:lnTo>
                  <a:pt x="109480" y="462563"/>
                </a:lnTo>
                <a:lnTo>
                  <a:pt x="105099" y="444065"/>
                </a:lnTo>
                <a:lnTo>
                  <a:pt x="100727" y="425558"/>
                </a:lnTo>
                <a:lnTo>
                  <a:pt x="96345" y="407060"/>
                </a:lnTo>
                <a:lnTo>
                  <a:pt x="91964" y="388553"/>
                </a:lnTo>
                <a:lnTo>
                  <a:pt x="87582" y="370056"/>
                </a:lnTo>
                <a:lnTo>
                  <a:pt x="83210" y="351549"/>
                </a:lnTo>
                <a:lnTo>
                  <a:pt x="78829" y="333051"/>
                </a:lnTo>
                <a:lnTo>
                  <a:pt x="74447" y="314544"/>
                </a:lnTo>
                <a:lnTo>
                  <a:pt x="70066" y="296037"/>
                </a:lnTo>
                <a:lnTo>
                  <a:pt x="65694" y="277539"/>
                </a:lnTo>
                <a:lnTo>
                  <a:pt x="61312" y="259032"/>
                </a:lnTo>
                <a:lnTo>
                  <a:pt x="56931" y="240535"/>
                </a:lnTo>
                <a:lnTo>
                  <a:pt x="52549" y="222028"/>
                </a:lnTo>
                <a:lnTo>
                  <a:pt x="48168" y="203530"/>
                </a:lnTo>
                <a:lnTo>
                  <a:pt x="43796" y="185023"/>
                </a:lnTo>
                <a:lnTo>
                  <a:pt x="39414" y="166526"/>
                </a:lnTo>
                <a:lnTo>
                  <a:pt x="35033" y="148019"/>
                </a:lnTo>
                <a:lnTo>
                  <a:pt x="30651" y="129521"/>
                </a:lnTo>
                <a:lnTo>
                  <a:pt x="26279" y="111014"/>
                </a:lnTo>
                <a:lnTo>
                  <a:pt x="21898" y="92516"/>
                </a:lnTo>
                <a:lnTo>
                  <a:pt x="17516" y="74009"/>
                </a:lnTo>
                <a:lnTo>
                  <a:pt x="13135" y="55512"/>
                </a:lnTo>
                <a:lnTo>
                  <a:pt x="8763" y="37005"/>
                </a:lnTo>
                <a:lnTo>
                  <a:pt x="4382" y="18507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6" name="cause-branch-3">
            <a:extLst xmlns:a="http://schemas.openxmlformats.org/drawingml/2006/main">
              <a:ext uri="{FF2B5EF4-FFF2-40B4-BE49-F238E27FC236}">
                <a16:creationId xmlns:a16="http://schemas.microsoft.com/office/drawing/2014/main" id="{82CBE082-94A6-4E85-AECB-3D510BF4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48175" y="3924300"/>
            <a:ext cx="552450" cy="1706880"/>
          </a:xfrm>
          <a:custGeom xmlns:a="http://schemas.openxmlformats.org/drawingml/2006/main">
            <a:pathLst>
              <a:path w="552450" h="1706880">
                <a:moveTo>
                  <a:pt x="552450" y="0"/>
                </a:moveTo>
                <a:lnTo>
                  <a:pt x="546630" y="17964"/>
                </a:lnTo>
                <a:lnTo>
                  <a:pt x="540820" y="35938"/>
                </a:lnTo>
                <a:lnTo>
                  <a:pt x="535000" y="53902"/>
                </a:lnTo>
                <a:lnTo>
                  <a:pt x="529190" y="71866"/>
                </a:lnTo>
                <a:lnTo>
                  <a:pt x="523370" y="89840"/>
                </a:lnTo>
                <a:lnTo>
                  <a:pt x="517560" y="107804"/>
                </a:lnTo>
                <a:lnTo>
                  <a:pt x="511740" y="125768"/>
                </a:lnTo>
                <a:lnTo>
                  <a:pt x="505930" y="143742"/>
                </a:lnTo>
                <a:lnTo>
                  <a:pt x="500110" y="161706"/>
                </a:lnTo>
                <a:lnTo>
                  <a:pt x="494300" y="179670"/>
                </a:lnTo>
                <a:lnTo>
                  <a:pt x="488480" y="197634"/>
                </a:lnTo>
                <a:lnTo>
                  <a:pt x="482670" y="215608"/>
                </a:lnTo>
                <a:lnTo>
                  <a:pt x="476850" y="233572"/>
                </a:lnTo>
                <a:lnTo>
                  <a:pt x="471040" y="251536"/>
                </a:lnTo>
                <a:lnTo>
                  <a:pt x="465220" y="269510"/>
                </a:lnTo>
                <a:lnTo>
                  <a:pt x="459410" y="287474"/>
                </a:lnTo>
                <a:lnTo>
                  <a:pt x="453590" y="305438"/>
                </a:lnTo>
                <a:lnTo>
                  <a:pt x="447780" y="323412"/>
                </a:lnTo>
                <a:lnTo>
                  <a:pt x="441960" y="341376"/>
                </a:lnTo>
                <a:lnTo>
                  <a:pt x="436140" y="359340"/>
                </a:lnTo>
                <a:lnTo>
                  <a:pt x="430330" y="377314"/>
                </a:lnTo>
                <a:lnTo>
                  <a:pt x="424510" y="395278"/>
                </a:lnTo>
                <a:lnTo>
                  <a:pt x="418700" y="413242"/>
                </a:lnTo>
                <a:lnTo>
                  <a:pt x="412880" y="431216"/>
                </a:lnTo>
                <a:lnTo>
                  <a:pt x="407070" y="449180"/>
                </a:lnTo>
                <a:lnTo>
                  <a:pt x="401250" y="467144"/>
                </a:lnTo>
                <a:lnTo>
                  <a:pt x="395440" y="485118"/>
                </a:lnTo>
                <a:lnTo>
                  <a:pt x="389620" y="503082"/>
                </a:lnTo>
                <a:lnTo>
                  <a:pt x="383810" y="521046"/>
                </a:lnTo>
                <a:lnTo>
                  <a:pt x="377990" y="539010"/>
                </a:lnTo>
                <a:lnTo>
                  <a:pt x="372180" y="556984"/>
                </a:lnTo>
                <a:lnTo>
                  <a:pt x="366360" y="574948"/>
                </a:lnTo>
                <a:lnTo>
                  <a:pt x="360550" y="592912"/>
                </a:lnTo>
                <a:lnTo>
                  <a:pt x="354730" y="610886"/>
                </a:lnTo>
                <a:lnTo>
                  <a:pt x="348920" y="628850"/>
                </a:lnTo>
                <a:lnTo>
                  <a:pt x="343100" y="646814"/>
                </a:lnTo>
                <a:lnTo>
                  <a:pt x="337290" y="664788"/>
                </a:lnTo>
                <a:lnTo>
                  <a:pt x="331470" y="682752"/>
                </a:lnTo>
                <a:lnTo>
                  <a:pt x="325650" y="700716"/>
                </a:lnTo>
                <a:lnTo>
                  <a:pt x="319840" y="718690"/>
                </a:lnTo>
                <a:lnTo>
                  <a:pt x="314020" y="736654"/>
                </a:lnTo>
                <a:lnTo>
                  <a:pt x="308210" y="754618"/>
                </a:lnTo>
                <a:lnTo>
                  <a:pt x="302390" y="772592"/>
                </a:lnTo>
                <a:lnTo>
                  <a:pt x="296580" y="790556"/>
                </a:lnTo>
                <a:lnTo>
                  <a:pt x="290760" y="808520"/>
                </a:lnTo>
                <a:lnTo>
                  <a:pt x="284950" y="826494"/>
                </a:lnTo>
                <a:lnTo>
                  <a:pt x="279130" y="844458"/>
                </a:lnTo>
                <a:lnTo>
                  <a:pt x="273320" y="862422"/>
                </a:lnTo>
                <a:lnTo>
                  <a:pt x="267500" y="880386"/>
                </a:lnTo>
                <a:lnTo>
                  <a:pt x="261690" y="898360"/>
                </a:lnTo>
                <a:lnTo>
                  <a:pt x="255870" y="916324"/>
                </a:lnTo>
                <a:lnTo>
                  <a:pt x="250060" y="934288"/>
                </a:lnTo>
                <a:lnTo>
                  <a:pt x="244240" y="952262"/>
                </a:lnTo>
                <a:lnTo>
                  <a:pt x="238430" y="970226"/>
                </a:lnTo>
                <a:lnTo>
                  <a:pt x="232610" y="988190"/>
                </a:lnTo>
                <a:lnTo>
                  <a:pt x="226800" y="1006164"/>
                </a:lnTo>
                <a:lnTo>
                  <a:pt x="220980" y="1024128"/>
                </a:lnTo>
                <a:lnTo>
                  <a:pt x="215160" y="1042092"/>
                </a:lnTo>
                <a:lnTo>
                  <a:pt x="209350" y="1060066"/>
                </a:lnTo>
                <a:lnTo>
                  <a:pt x="203530" y="1078030"/>
                </a:lnTo>
                <a:lnTo>
                  <a:pt x="197720" y="1095994"/>
                </a:lnTo>
                <a:lnTo>
                  <a:pt x="191900" y="1113968"/>
                </a:lnTo>
                <a:lnTo>
                  <a:pt x="186090" y="1131932"/>
                </a:lnTo>
                <a:lnTo>
                  <a:pt x="180270" y="1149896"/>
                </a:lnTo>
                <a:lnTo>
                  <a:pt x="174460" y="1167870"/>
                </a:lnTo>
                <a:lnTo>
                  <a:pt x="168640" y="1185834"/>
                </a:lnTo>
                <a:lnTo>
                  <a:pt x="162830" y="1203798"/>
                </a:lnTo>
                <a:lnTo>
                  <a:pt x="157010" y="1221762"/>
                </a:lnTo>
                <a:lnTo>
                  <a:pt x="151200" y="1239736"/>
                </a:lnTo>
                <a:lnTo>
                  <a:pt x="145380" y="1257700"/>
                </a:lnTo>
                <a:lnTo>
                  <a:pt x="139570" y="1275664"/>
                </a:lnTo>
                <a:lnTo>
                  <a:pt x="133750" y="1293638"/>
                </a:lnTo>
                <a:lnTo>
                  <a:pt x="127940" y="1311602"/>
                </a:lnTo>
                <a:lnTo>
                  <a:pt x="122120" y="1329566"/>
                </a:lnTo>
                <a:lnTo>
                  <a:pt x="116310" y="1347540"/>
                </a:lnTo>
                <a:lnTo>
                  <a:pt x="110490" y="1365504"/>
                </a:lnTo>
                <a:lnTo>
                  <a:pt x="104670" y="1383468"/>
                </a:lnTo>
                <a:lnTo>
                  <a:pt x="98860" y="1401442"/>
                </a:lnTo>
                <a:lnTo>
                  <a:pt x="93040" y="1419406"/>
                </a:lnTo>
                <a:lnTo>
                  <a:pt x="87230" y="1437370"/>
                </a:lnTo>
                <a:lnTo>
                  <a:pt x="81410" y="1455344"/>
                </a:lnTo>
                <a:lnTo>
                  <a:pt x="75600" y="1473308"/>
                </a:lnTo>
                <a:lnTo>
                  <a:pt x="69780" y="1491272"/>
                </a:lnTo>
                <a:lnTo>
                  <a:pt x="63970" y="1509246"/>
                </a:lnTo>
                <a:lnTo>
                  <a:pt x="58150" y="1527210"/>
                </a:lnTo>
                <a:lnTo>
                  <a:pt x="52340" y="1545174"/>
                </a:lnTo>
                <a:lnTo>
                  <a:pt x="46520" y="1563138"/>
                </a:lnTo>
                <a:lnTo>
                  <a:pt x="40710" y="1581112"/>
                </a:lnTo>
                <a:lnTo>
                  <a:pt x="34890" y="1599076"/>
                </a:lnTo>
                <a:lnTo>
                  <a:pt x="29080" y="1617040"/>
                </a:lnTo>
                <a:lnTo>
                  <a:pt x="23260" y="1635014"/>
                </a:lnTo>
                <a:lnTo>
                  <a:pt x="17450" y="1652978"/>
                </a:lnTo>
                <a:lnTo>
                  <a:pt x="11630" y="1670942"/>
                </a:lnTo>
                <a:lnTo>
                  <a:pt x="5820" y="1688916"/>
                </a:lnTo>
                <a:lnTo>
                  <a:pt x="0" y="170688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7" name="cause-branch-4">
            <a:extLst xmlns:a="http://schemas.openxmlformats.org/drawingml/2006/main">
              <a:ext uri="{FF2B5EF4-FFF2-40B4-BE49-F238E27FC236}">
                <a16:creationId xmlns:a16="http://schemas.microsoft.com/office/drawing/2014/main" id="{524A9F8A-00FE-46B8-92F8-B02785F45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86675" y="3924300"/>
            <a:ext cx="552450" cy="1691640"/>
          </a:xfrm>
          <a:custGeom xmlns:a="http://schemas.openxmlformats.org/drawingml/2006/main">
            <a:pathLst>
              <a:path w="552450" h="1691640">
                <a:moveTo>
                  <a:pt x="552450" y="0"/>
                </a:moveTo>
                <a:lnTo>
                  <a:pt x="546573" y="17993"/>
                </a:lnTo>
                <a:lnTo>
                  <a:pt x="540696" y="35995"/>
                </a:lnTo>
                <a:lnTo>
                  <a:pt x="534819" y="53988"/>
                </a:lnTo>
                <a:lnTo>
                  <a:pt x="528942" y="71980"/>
                </a:lnTo>
                <a:lnTo>
                  <a:pt x="523065" y="89983"/>
                </a:lnTo>
                <a:lnTo>
                  <a:pt x="517188" y="107975"/>
                </a:lnTo>
                <a:lnTo>
                  <a:pt x="511312" y="125978"/>
                </a:lnTo>
                <a:lnTo>
                  <a:pt x="505435" y="143970"/>
                </a:lnTo>
                <a:lnTo>
                  <a:pt x="499558" y="161963"/>
                </a:lnTo>
                <a:lnTo>
                  <a:pt x="493681" y="179965"/>
                </a:lnTo>
                <a:lnTo>
                  <a:pt x="487804" y="197958"/>
                </a:lnTo>
                <a:lnTo>
                  <a:pt x="481927" y="215951"/>
                </a:lnTo>
                <a:lnTo>
                  <a:pt x="476050" y="233953"/>
                </a:lnTo>
                <a:lnTo>
                  <a:pt x="470173" y="251946"/>
                </a:lnTo>
                <a:lnTo>
                  <a:pt x="464296" y="269939"/>
                </a:lnTo>
                <a:lnTo>
                  <a:pt x="458419" y="287941"/>
                </a:lnTo>
                <a:lnTo>
                  <a:pt x="452542" y="305933"/>
                </a:lnTo>
                <a:lnTo>
                  <a:pt x="446665" y="323936"/>
                </a:lnTo>
                <a:lnTo>
                  <a:pt x="440788" y="341928"/>
                </a:lnTo>
                <a:lnTo>
                  <a:pt x="434911" y="359921"/>
                </a:lnTo>
                <a:lnTo>
                  <a:pt x="429035" y="377923"/>
                </a:lnTo>
                <a:lnTo>
                  <a:pt x="423158" y="395916"/>
                </a:lnTo>
                <a:lnTo>
                  <a:pt x="417281" y="413909"/>
                </a:lnTo>
                <a:lnTo>
                  <a:pt x="411394" y="431911"/>
                </a:lnTo>
                <a:lnTo>
                  <a:pt x="405517" y="449904"/>
                </a:lnTo>
                <a:lnTo>
                  <a:pt x="399640" y="467897"/>
                </a:lnTo>
                <a:lnTo>
                  <a:pt x="393764" y="485899"/>
                </a:lnTo>
                <a:lnTo>
                  <a:pt x="387887" y="503892"/>
                </a:lnTo>
                <a:lnTo>
                  <a:pt x="382010" y="521884"/>
                </a:lnTo>
                <a:lnTo>
                  <a:pt x="376133" y="539887"/>
                </a:lnTo>
                <a:lnTo>
                  <a:pt x="370256" y="557879"/>
                </a:lnTo>
                <a:lnTo>
                  <a:pt x="364379" y="575882"/>
                </a:lnTo>
                <a:lnTo>
                  <a:pt x="358502" y="593874"/>
                </a:lnTo>
                <a:lnTo>
                  <a:pt x="352625" y="611867"/>
                </a:lnTo>
                <a:lnTo>
                  <a:pt x="346748" y="629869"/>
                </a:lnTo>
                <a:lnTo>
                  <a:pt x="340871" y="647862"/>
                </a:lnTo>
                <a:lnTo>
                  <a:pt x="334994" y="665855"/>
                </a:lnTo>
                <a:lnTo>
                  <a:pt x="329117" y="683857"/>
                </a:lnTo>
                <a:lnTo>
                  <a:pt x="323240" y="701850"/>
                </a:lnTo>
                <a:lnTo>
                  <a:pt x="317363" y="719842"/>
                </a:lnTo>
                <a:lnTo>
                  <a:pt x="311487" y="737845"/>
                </a:lnTo>
                <a:lnTo>
                  <a:pt x="305610" y="755837"/>
                </a:lnTo>
                <a:lnTo>
                  <a:pt x="299733" y="773840"/>
                </a:lnTo>
                <a:lnTo>
                  <a:pt x="293856" y="791832"/>
                </a:lnTo>
                <a:lnTo>
                  <a:pt x="287979" y="809825"/>
                </a:lnTo>
                <a:lnTo>
                  <a:pt x="282102" y="827827"/>
                </a:lnTo>
                <a:lnTo>
                  <a:pt x="276225" y="845820"/>
                </a:lnTo>
                <a:lnTo>
                  <a:pt x="270348" y="863813"/>
                </a:lnTo>
                <a:lnTo>
                  <a:pt x="264471" y="881815"/>
                </a:lnTo>
                <a:lnTo>
                  <a:pt x="258594" y="899808"/>
                </a:lnTo>
                <a:lnTo>
                  <a:pt x="252717" y="917800"/>
                </a:lnTo>
                <a:lnTo>
                  <a:pt x="246840" y="935803"/>
                </a:lnTo>
                <a:lnTo>
                  <a:pt x="240963" y="953795"/>
                </a:lnTo>
                <a:lnTo>
                  <a:pt x="235087" y="971798"/>
                </a:lnTo>
                <a:lnTo>
                  <a:pt x="229210" y="989790"/>
                </a:lnTo>
                <a:lnTo>
                  <a:pt x="223333" y="1007783"/>
                </a:lnTo>
                <a:lnTo>
                  <a:pt x="217456" y="1025785"/>
                </a:lnTo>
                <a:lnTo>
                  <a:pt x="211579" y="1043778"/>
                </a:lnTo>
                <a:lnTo>
                  <a:pt x="205702" y="1061771"/>
                </a:lnTo>
                <a:lnTo>
                  <a:pt x="199825" y="1079773"/>
                </a:lnTo>
                <a:lnTo>
                  <a:pt x="193948" y="1097766"/>
                </a:lnTo>
                <a:lnTo>
                  <a:pt x="188071" y="1115759"/>
                </a:lnTo>
                <a:lnTo>
                  <a:pt x="182194" y="1133761"/>
                </a:lnTo>
                <a:lnTo>
                  <a:pt x="176317" y="1151753"/>
                </a:lnTo>
                <a:lnTo>
                  <a:pt x="170440" y="1169756"/>
                </a:lnTo>
                <a:lnTo>
                  <a:pt x="164563" y="1187748"/>
                </a:lnTo>
                <a:lnTo>
                  <a:pt x="158687" y="1205741"/>
                </a:lnTo>
                <a:lnTo>
                  <a:pt x="152810" y="1223743"/>
                </a:lnTo>
                <a:lnTo>
                  <a:pt x="146933" y="1241736"/>
                </a:lnTo>
                <a:lnTo>
                  <a:pt x="141056" y="1259729"/>
                </a:lnTo>
                <a:lnTo>
                  <a:pt x="135169" y="1277731"/>
                </a:lnTo>
                <a:lnTo>
                  <a:pt x="129292" y="1295724"/>
                </a:lnTo>
                <a:lnTo>
                  <a:pt x="123415" y="1313717"/>
                </a:lnTo>
                <a:lnTo>
                  <a:pt x="117539" y="1331719"/>
                </a:lnTo>
                <a:lnTo>
                  <a:pt x="111662" y="1349712"/>
                </a:lnTo>
                <a:lnTo>
                  <a:pt x="105785" y="1367704"/>
                </a:lnTo>
                <a:lnTo>
                  <a:pt x="99908" y="1385707"/>
                </a:lnTo>
                <a:lnTo>
                  <a:pt x="94031" y="1403699"/>
                </a:lnTo>
                <a:lnTo>
                  <a:pt x="88154" y="1421702"/>
                </a:lnTo>
                <a:lnTo>
                  <a:pt x="82277" y="1439694"/>
                </a:lnTo>
                <a:lnTo>
                  <a:pt x="76400" y="1457687"/>
                </a:lnTo>
                <a:lnTo>
                  <a:pt x="70523" y="1475689"/>
                </a:lnTo>
                <a:lnTo>
                  <a:pt x="64646" y="1493682"/>
                </a:lnTo>
                <a:lnTo>
                  <a:pt x="58769" y="1511675"/>
                </a:lnTo>
                <a:lnTo>
                  <a:pt x="52892" y="1529677"/>
                </a:lnTo>
                <a:lnTo>
                  <a:pt x="47015" y="1547670"/>
                </a:lnTo>
                <a:lnTo>
                  <a:pt x="41138" y="1565662"/>
                </a:lnTo>
                <a:lnTo>
                  <a:pt x="35262" y="1583665"/>
                </a:lnTo>
                <a:lnTo>
                  <a:pt x="29385" y="1601657"/>
                </a:lnTo>
                <a:lnTo>
                  <a:pt x="23508" y="1619660"/>
                </a:lnTo>
                <a:lnTo>
                  <a:pt x="17631" y="1637652"/>
                </a:lnTo>
                <a:lnTo>
                  <a:pt x="11754" y="1655645"/>
                </a:lnTo>
                <a:lnTo>
                  <a:pt x="5877" y="1673647"/>
                </a:lnTo>
                <a:lnTo>
                  <a:pt x="0" y="169164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8" name="causal-anchor-0">
            <a:extLst xmlns:a="http://schemas.openxmlformats.org/drawingml/2006/main">
              <a:ext uri="{FF2B5EF4-FFF2-40B4-BE49-F238E27FC236}">
                <a16:creationId xmlns:a16="http://schemas.microsoft.com/office/drawing/2014/main" id="{176DFF95-A79A-44AA-93C0-88071D1C4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9" name="causal-anchor-1">
            <a:extLst xmlns:a="http://schemas.openxmlformats.org/drawingml/2006/main">
              <a:ext uri="{FF2B5EF4-FFF2-40B4-BE49-F238E27FC236}">
                <a16:creationId xmlns:a16="http://schemas.microsoft.com/office/drawing/2014/main" id="{14352B5E-EB09-4F71-BBEC-5C522B11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722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10" name="causal-anchor-2">
            <a:extLst xmlns:a="http://schemas.openxmlformats.org/drawingml/2006/main">
              <a:ext uri="{FF2B5EF4-FFF2-40B4-BE49-F238E27FC236}">
                <a16:creationId xmlns:a16="http://schemas.microsoft.com/office/drawing/2014/main" id="{84F33315-542A-4601-8950-24AA7505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297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11" name="causal-anchor-3">
            <a:extLst xmlns:a="http://schemas.openxmlformats.org/drawingml/2006/main">
              <a:ext uri="{FF2B5EF4-FFF2-40B4-BE49-F238E27FC236}">
                <a16:creationId xmlns:a16="http://schemas.microsoft.com/office/drawing/2014/main" id="{19B2E832-F6AD-4B27-A547-7E05BD2FF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82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12" name="causal-anchor-4">
            <a:extLst xmlns:a="http://schemas.openxmlformats.org/drawingml/2006/main">
              <a:ext uri="{FF2B5EF4-FFF2-40B4-BE49-F238E27FC236}">
                <a16:creationId xmlns:a16="http://schemas.microsoft.com/office/drawing/2014/main" id="{867CDEBF-F866-49CC-BB84-80CFB541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13" name="causal-effect-head">
            <a:extLst xmlns:a="http://schemas.openxmlformats.org/drawingml/2006/main">
              <a:ext uri="{FF2B5EF4-FFF2-40B4-BE49-F238E27FC236}">
                <a16:creationId xmlns:a16="http://schemas.microsoft.com/office/drawing/2014/main" id="{4CCBC9AF-7B33-48F9-BACB-898C0D29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82225" y="2781300"/>
            <a:ext cx="1426426" cy="2283914"/>
          </a:xfrm>
          <a:custGeom xmlns:a="http://schemas.openxmlformats.org/drawingml/2006/main">
            <a:pathLst>
              <a:path w="1426426" h="2283914">
                <a:moveTo>
                  <a:pt x="0" y="0"/>
                </a:moveTo>
                <a:lnTo>
                  <a:pt x="25203" y="4181"/>
                </a:lnTo>
                <a:lnTo>
                  <a:pt x="50349" y="8649"/>
                </a:lnTo>
                <a:lnTo>
                  <a:pt x="75448" y="13402"/>
                </a:lnTo>
                <a:lnTo>
                  <a:pt x="100489" y="18450"/>
                </a:lnTo>
                <a:lnTo>
                  <a:pt x="125463" y="23803"/>
                </a:lnTo>
                <a:lnTo>
                  <a:pt x="150381" y="29442"/>
                </a:lnTo>
                <a:lnTo>
                  <a:pt x="175222" y="35385"/>
                </a:lnTo>
                <a:lnTo>
                  <a:pt x="199987" y="41643"/>
                </a:lnTo>
                <a:lnTo>
                  <a:pt x="224676" y="48196"/>
                </a:lnTo>
                <a:lnTo>
                  <a:pt x="249279" y="55064"/>
                </a:lnTo>
                <a:lnTo>
                  <a:pt x="273796" y="62236"/>
                </a:lnTo>
                <a:lnTo>
                  <a:pt x="298218" y="69733"/>
                </a:lnTo>
                <a:lnTo>
                  <a:pt x="322536" y="77534"/>
                </a:lnTo>
                <a:lnTo>
                  <a:pt x="346758" y="85658"/>
                </a:lnTo>
                <a:lnTo>
                  <a:pt x="370865" y="94107"/>
                </a:lnTo>
                <a:lnTo>
                  <a:pt x="394859" y="102870"/>
                </a:lnTo>
                <a:lnTo>
                  <a:pt x="418729" y="111957"/>
                </a:lnTo>
                <a:lnTo>
                  <a:pt x="442474" y="121368"/>
                </a:lnTo>
                <a:lnTo>
                  <a:pt x="466087" y="131102"/>
                </a:lnTo>
                <a:lnTo>
                  <a:pt x="489566" y="141161"/>
                </a:lnTo>
                <a:lnTo>
                  <a:pt x="512912" y="151543"/>
                </a:lnTo>
                <a:lnTo>
                  <a:pt x="536096" y="162258"/>
                </a:lnTo>
                <a:lnTo>
                  <a:pt x="559127" y="173307"/>
                </a:lnTo>
                <a:lnTo>
                  <a:pt x="582006" y="184671"/>
                </a:lnTo>
                <a:lnTo>
                  <a:pt x="604714" y="196367"/>
                </a:lnTo>
                <a:lnTo>
                  <a:pt x="627250" y="208388"/>
                </a:lnTo>
                <a:lnTo>
                  <a:pt x="649615" y="220742"/>
                </a:lnTo>
                <a:lnTo>
                  <a:pt x="671789" y="233420"/>
                </a:lnTo>
                <a:lnTo>
                  <a:pt x="693782" y="246412"/>
                </a:lnTo>
                <a:lnTo>
                  <a:pt x="715575" y="259737"/>
                </a:lnTo>
                <a:lnTo>
                  <a:pt x="737168" y="273377"/>
                </a:lnTo>
                <a:lnTo>
                  <a:pt x="758552" y="287350"/>
                </a:lnTo>
                <a:lnTo>
                  <a:pt x="779736" y="301628"/>
                </a:lnTo>
                <a:lnTo>
                  <a:pt x="800691" y="316230"/>
                </a:lnTo>
                <a:lnTo>
                  <a:pt x="821426" y="331146"/>
                </a:lnTo>
                <a:lnTo>
                  <a:pt x="841943" y="346367"/>
                </a:lnTo>
                <a:lnTo>
                  <a:pt x="862222" y="361902"/>
                </a:lnTo>
                <a:lnTo>
                  <a:pt x="882253" y="377742"/>
                </a:lnTo>
                <a:lnTo>
                  <a:pt x="902056" y="393878"/>
                </a:lnTo>
                <a:lnTo>
                  <a:pt x="921601" y="410327"/>
                </a:lnTo>
                <a:lnTo>
                  <a:pt x="940908" y="427053"/>
                </a:lnTo>
                <a:lnTo>
                  <a:pt x="959939" y="444084"/>
                </a:lnTo>
                <a:lnTo>
                  <a:pt x="978732" y="461401"/>
                </a:lnTo>
                <a:lnTo>
                  <a:pt x="997239" y="478993"/>
                </a:lnTo>
                <a:lnTo>
                  <a:pt x="1015489" y="496872"/>
                </a:lnTo>
                <a:lnTo>
                  <a:pt x="1033463" y="515017"/>
                </a:lnTo>
                <a:lnTo>
                  <a:pt x="1051160" y="533438"/>
                </a:lnTo>
                <a:lnTo>
                  <a:pt x="1068581" y="552117"/>
                </a:lnTo>
                <a:lnTo>
                  <a:pt x="1085717" y="571062"/>
                </a:lnTo>
                <a:lnTo>
                  <a:pt x="1102566" y="590264"/>
                </a:lnTo>
                <a:lnTo>
                  <a:pt x="1119130" y="609705"/>
                </a:lnTo>
                <a:lnTo>
                  <a:pt x="1135409" y="629393"/>
                </a:lnTo>
                <a:lnTo>
                  <a:pt x="1151382" y="649329"/>
                </a:lnTo>
                <a:lnTo>
                  <a:pt x="1167070" y="669484"/>
                </a:lnTo>
                <a:lnTo>
                  <a:pt x="1182453" y="689877"/>
                </a:lnTo>
                <a:lnTo>
                  <a:pt x="1197540" y="710489"/>
                </a:lnTo>
                <a:lnTo>
                  <a:pt x="1212323" y="731320"/>
                </a:lnTo>
                <a:lnTo>
                  <a:pt x="1226810" y="752361"/>
                </a:lnTo>
                <a:lnTo>
                  <a:pt x="1240993" y="773611"/>
                </a:lnTo>
                <a:lnTo>
                  <a:pt x="1254871" y="795052"/>
                </a:lnTo>
                <a:lnTo>
                  <a:pt x="1268444" y="816693"/>
                </a:lnTo>
                <a:lnTo>
                  <a:pt x="1281713" y="838524"/>
                </a:lnTo>
                <a:lnTo>
                  <a:pt x="1294667" y="860536"/>
                </a:lnTo>
                <a:lnTo>
                  <a:pt x="1307325" y="882720"/>
                </a:lnTo>
                <a:lnTo>
                  <a:pt x="1319670" y="905085"/>
                </a:lnTo>
                <a:lnTo>
                  <a:pt x="1331719" y="927611"/>
                </a:lnTo>
                <a:lnTo>
                  <a:pt x="1343454" y="950290"/>
                </a:lnTo>
                <a:lnTo>
                  <a:pt x="1354884" y="973141"/>
                </a:lnTo>
                <a:lnTo>
                  <a:pt x="1366018" y="996134"/>
                </a:lnTo>
                <a:lnTo>
                  <a:pt x="1376839" y="1019270"/>
                </a:lnTo>
                <a:lnTo>
                  <a:pt x="1387354" y="1042549"/>
                </a:lnTo>
                <a:lnTo>
                  <a:pt x="1397575" y="1065952"/>
                </a:lnTo>
                <a:lnTo>
                  <a:pt x="1407490" y="1089498"/>
                </a:lnTo>
                <a:lnTo>
                  <a:pt x="1417110" y="1113158"/>
                </a:lnTo>
                <a:lnTo>
                  <a:pt x="1426426" y="1136942"/>
                </a:lnTo>
                <a:lnTo>
                  <a:pt x="1421882" y="1160774"/>
                </a:lnTo>
                <a:lnTo>
                  <a:pt x="1412415" y="1184500"/>
                </a:lnTo>
                <a:lnTo>
                  <a:pt x="1402652" y="1208103"/>
                </a:lnTo>
                <a:lnTo>
                  <a:pt x="1392584" y="1231583"/>
                </a:lnTo>
                <a:lnTo>
                  <a:pt x="1382220" y="1254928"/>
                </a:lnTo>
                <a:lnTo>
                  <a:pt x="1371552" y="1278141"/>
                </a:lnTo>
                <a:lnTo>
                  <a:pt x="1360580" y="1301210"/>
                </a:lnTo>
                <a:lnTo>
                  <a:pt x="1349292" y="1324127"/>
                </a:lnTo>
                <a:lnTo>
                  <a:pt x="1337720" y="1346892"/>
                </a:lnTo>
                <a:lnTo>
                  <a:pt x="1325823" y="1369505"/>
                </a:lnTo>
                <a:lnTo>
                  <a:pt x="1313631" y="1391945"/>
                </a:lnTo>
                <a:lnTo>
                  <a:pt x="1301134" y="1414224"/>
                </a:lnTo>
                <a:lnTo>
                  <a:pt x="1288332" y="1436322"/>
                </a:lnTo>
                <a:lnTo>
                  <a:pt x="1275217" y="1458249"/>
                </a:lnTo>
                <a:lnTo>
                  <a:pt x="1261796" y="1479985"/>
                </a:lnTo>
                <a:lnTo>
                  <a:pt x="1248070" y="1501531"/>
                </a:lnTo>
                <a:lnTo>
                  <a:pt x="1234049" y="1522876"/>
                </a:lnTo>
                <a:lnTo>
                  <a:pt x="1219714" y="1544022"/>
                </a:lnTo>
                <a:lnTo>
                  <a:pt x="1205084" y="1564958"/>
                </a:lnTo>
                <a:lnTo>
                  <a:pt x="1190149" y="1585684"/>
                </a:lnTo>
                <a:lnTo>
                  <a:pt x="1174918" y="1606182"/>
                </a:lnTo>
                <a:lnTo>
                  <a:pt x="1159383" y="1626460"/>
                </a:lnTo>
                <a:lnTo>
                  <a:pt x="1143552" y="1646511"/>
                </a:lnTo>
                <a:lnTo>
                  <a:pt x="1127436" y="1666323"/>
                </a:lnTo>
                <a:lnTo>
                  <a:pt x="1111015" y="1685896"/>
                </a:lnTo>
                <a:lnTo>
                  <a:pt x="1094308" y="1705223"/>
                </a:lnTo>
                <a:lnTo>
                  <a:pt x="1077316" y="1724292"/>
                </a:lnTo>
                <a:lnTo>
                  <a:pt x="1060047" y="1743113"/>
                </a:lnTo>
                <a:lnTo>
                  <a:pt x="1042483" y="1761658"/>
                </a:lnTo>
                <a:lnTo>
                  <a:pt x="1024652" y="1779946"/>
                </a:lnTo>
                <a:lnTo>
                  <a:pt x="1006545" y="1797958"/>
                </a:lnTo>
                <a:lnTo>
                  <a:pt x="988162" y="1815703"/>
                </a:lnTo>
                <a:lnTo>
                  <a:pt x="969512" y="1833162"/>
                </a:lnTo>
                <a:lnTo>
                  <a:pt x="950605" y="1850327"/>
                </a:lnTo>
                <a:lnTo>
                  <a:pt x="931440" y="1867214"/>
                </a:lnTo>
                <a:lnTo>
                  <a:pt x="912019" y="1883807"/>
                </a:lnTo>
                <a:lnTo>
                  <a:pt x="892340" y="1900095"/>
                </a:lnTo>
                <a:lnTo>
                  <a:pt x="872423" y="1916087"/>
                </a:lnTo>
                <a:lnTo>
                  <a:pt x="852268" y="1931784"/>
                </a:lnTo>
                <a:lnTo>
                  <a:pt x="831875" y="1947167"/>
                </a:lnTo>
                <a:lnTo>
                  <a:pt x="811254" y="1962236"/>
                </a:lnTo>
                <a:lnTo>
                  <a:pt x="790404" y="1976999"/>
                </a:lnTo>
                <a:lnTo>
                  <a:pt x="769334" y="1991439"/>
                </a:lnTo>
                <a:lnTo>
                  <a:pt x="748055" y="2005565"/>
                </a:lnTo>
                <a:lnTo>
                  <a:pt x="726557" y="2019376"/>
                </a:lnTo>
                <a:lnTo>
                  <a:pt x="704869" y="2032864"/>
                </a:lnTo>
                <a:lnTo>
                  <a:pt x="682981" y="2046027"/>
                </a:lnTo>
                <a:lnTo>
                  <a:pt x="660892" y="2058867"/>
                </a:lnTo>
                <a:lnTo>
                  <a:pt x="638623" y="2071383"/>
                </a:lnTo>
                <a:lnTo>
                  <a:pt x="616182" y="2083565"/>
                </a:lnTo>
                <a:lnTo>
                  <a:pt x="593560" y="2095433"/>
                </a:lnTo>
                <a:lnTo>
                  <a:pt x="570767" y="2106959"/>
                </a:lnTo>
                <a:lnTo>
                  <a:pt x="547811" y="2118170"/>
                </a:lnTo>
                <a:lnTo>
                  <a:pt x="524704" y="2129047"/>
                </a:lnTo>
                <a:lnTo>
                  <a:pt x="501444" y="2139601"/>
                </a:lnTo>
                <a:lnTo>
                  <a:pt x="478031" y="2149831"/>
                </a:lnTo>
                <a:lnTo>
                  <a:pt x="454485" y="2159727"/>
                </a:lnTo>
                <a:lnTo>
                  <a:pt x="430806" y="2169309"/>
                </a:lnTo>
                <a:lnTo>
                  <a:pt x="406994" y="2178558"/>
                </a:lnTo>
                <a:lnTo>
                  <a:pt x="383057" y="2187483"/>
                </a:lnTo>
                <a:lnTo>
                  <a:pt x="359007" y="2196094"/>
                </a:lnTo>
                <a:lnTo>
                  <a:pt x="334851" y="2204380"/>
                </a:lnTo>
                <a:lnTo>
                  <a:pt x="310582" y="2212343"/>
                </a:lnTo>
                <a:lnTo>
                  <a:pt x="286207" y="2220001"/>
                </a:lnTo>
                <a:lnTo>
                  <a:pt x="261737" y="2227336"/>
                </a:lnTo>
                <a:lnTo>
                  <a:pt x="237182" y="2234355"/>
                </a:lnTo>
                <a:lnTo>
                  <a:pt x="212531" y="2241071"/>
                </a:lnTo>
                <a:lnTo>
                  <a:pt x="187804" y="2247481"/>
                </a:lnTo>
                <a:lnTo>
                  <a:pt x="163001" y="2253577"/>
                </a:lnTo>
                <a:lnTo>
                  <a:pt x="138122" y="2259378"/>
                </a:lnTo>
                <a:lnTo>
                  <a:pt x="113176" y="2264874"/>
                </a:lnTo>
                <a:lnTo>
                  <a:pt x="88173" y="2270065"/>
                </a:lnTo>
                <a:lnTo>
                  <a:pt x="63103" y="2274970"/>
                </a:lnTo>
                <a:lnTo>
                  <a:pt x="37976" y="2279590"/>
                </a:lnTo>
                <a:lnTo>
                  <a:pt x="12802" y="2283914"/>
                </a:lnTo>
                <a:lnTo>
                  <a:pt x="0" y="2273427"/>
                </a:lnTo>
                <a:lnTo>
                  <a:pt x="0" y="2247881"/>
                </a:lnTo>
                <a:lnTo>
                  <a:pt x="0" y="2222335"/>
                </a:lnTo>
                <a:lnTo>
                  <a:pt x="0" y="2196789"/>
                </a:lnTo>
                <a:lnTo>
                  <a:pt x="0" y="2171252"/>
                </a:lnTo>
                <a:lnTo>
                  <a:pt x="0" y="2145706"/>
                </a:lnTo>
                <a:lnTo>
                  <a:pt x="0" y="2120160"/>
                </a:lnTo>
                <a:lnTo>
                  <a:pt x="0" y="2094614"/>
                </a:lnTo>
                <a:lnTo>
                  <a:pt x="0" y="2069078"/>
                </a:lnTo>
                <a:lnTo>
                  <a:pt x="0" y="2043532"/>
                </a:lnTo>
                <a:lnTo>
                  <a:pt x="0" y="2017986"/>
                </a:lnTo>
                <a:lnTo>
                  <a:pt x="0" y="1992440"/>
                </a:lnTo>
                <a:lnTo>
                  <a:pt x="0" y="1966893"/>
                </a:lnTo>
                <a:lnTo>
                  <a:pt x="0" y="1941357"/>
                </a:lnTo>
                <a:lnTo>
                  <a:pt x="0" y="1915811"/>
                </a:lnTo>
                <a:lnTo>
                  <a:pt x="0" y="1890265"/>
                </a:lnTo>
                <a:lnTo>
                  <a:pt x="0" y="1864719"/>
                </a:lnTo>
                <a:lnTo>
                  <a:pt x="0" y="1839173"/>
                </a:lnTo>
                <a:lnTo>
                  <a:pt x="0" y="1813636"/>
                </a:lnTo>
                <a:lnTo>
                  <a:pt x="0" y="1788090"/>
                </a:lnTo>
                <a:lnTo>
                  <a:pt x="0" y="1762544"/>
                </a:lnTo>
                <a:lnTo>
                  <a:pt x="0" y="1736998"/>
                </a:lnTo>
                <a:lnTo>
                  <a:pt x="0" y="1711452"/>
                </a:lnTo>
                <a:lnTo>
                  <a:pt x="0" y="1685915"/>
                </a:lnTo>
                <a:lnTo>
                  <a:pt x="0" y="1660369"/>
                </a:lnTo>
                <a:lnTo>
                  <a:pt x="0" y="1634823"/>
                </a:lnTo>
                <a:lnTo>
                  <a:pt x="0" y="1609277"/>
                </a:lnTo>
                <a:lnTo>
                  <a:pt x="0" y="1583731"/>
                </a:lnTo>
                <a:lnTo>
                  <a:pt x="0" y="1558195"/>
                </a:lnTo>
                <a:lnTo>
                  <a:pt x="0" y="1532649"/>
                </a:lnTo>
                <a:lnTo>
                  <a:pt x="0" y="1507103"/>
                </a:lnTo>
                <a:lnTo>
                  <a:pt x="0" y="1481557"/>
                </a:lnTo>
                <a:lnTo>
                  <a:pt x="0" y="1456011"/>
                </a:lnTo>
                <a:lnTo>
                  <a:pt x="0" y="1430474"/>
                </a:lnTo>
                <a:lnTo>
                  <a:pt x="0" y="1404928"/>
                </a:lnTo>
                <a:lnTo>
                  <a:pt x="0" y="1379382"/>
                </a:lnTo>
                <a:lnTo>
                  <a:pt x="0" y="1353836"/>
                </a:lnTo>
                <a:lnTo>
                  <a:pt x="0" y="1328290"/>
                </a:lnTo>
                <a:lnTo>
                  <a:pt x="0" y="1302753"/>
                </a:lnTo>
                <a:lnTo>
                  <a:pt x="0" y="1277207"/>
                </a:lnTo>
                <a:lnTo>
                  <a:pt x="0" y="1251661"/>
                </a:lnTo>
                <a:lnTo>
                  <a:pt x="0" y="1226115"/>
                </a:lnTo>
                <a:lnTo>
                  <a:pt x="0" y="1200569"/>
                </a:lnTo>
                <a:lnTo>
                  <a:pt x="0" y="1175033"/>
                </a:lnTo>
                <a:lnTo>
                  <a:pt x="0" y="1149487"/>
                </a:lnTo>
                <a:lnTo>
                  <a:pt x="0" y="1123940"/>
                </a:lnTo>
                <a:lnTo>
                  <a:pt x="0" y="1098394"/>
                </a:lnTo>
                <a:lnTo>
                  <a:pt x="0" y="1072848"/>
                </a:lnTo>
                <a:lnTo>
                  <a:pt x="0" y="1047312"/>
                </a:lnTo>
                <a:lnTo>
                  <a:pt x="0" y="1021766"/>
                </a:lnTo>
                <a:lnTo>
                  <a:pt x="0" y="996220"/>
                </a:lnTo>
                <a:lnTo>
                  <a:pt x="0" y="970674"/>
                </a:lnTo>
                <a:lnTo>
                  <a:pt x="0" y="945137"/>
                </a:lnTo>
                <a:lnTo>
                  <a:pt x="0" y="919591"/>
                </a:lnTo>
                <a:lnTo>
                  <a:pt x="0" y="894045"/>
                </a:lnTo>
                <a:lnTo>
                  <a:pt x="0" y="868499"/>
                </a:lnTo>
                <a:lnTo>
                  <a:pt x="0" y="842953"/>
                </a:lnTo>
                <a:lnTo>
                  <a:pt x="0" y="817416"/>
                </a:lnTo>
                <a:lnTo>
                  <a:pt x="0" y="791870"/>
                </a:lnTo>
                <a:lnTo>
                  <a:pt x="0" y="766324"/>
                </a:lnTo>
                <a:lnTo>
                  <a:pt x="0" y="740778"/>
                </a:lnTo>
                <a:lnTo>
                  <a:pt x="0" y="715232"/>
                </a:lnTo>
                <a:lnTo>
                  <a:pt x="0" y="689696"/>
                </a:lnTo>
                <a:lnTo>
                  <a:pt x="0" y="664150"/>
                </a:lnTo>
                <a:lnTo>
                  <a:pt x="0" y="638604"/>
                </a:lnTo>
                <a:lnTo>
                  <a:pt x="0" y="613058"/>
                </a:lnTo>
                <a:lnTo>
                  <a:pt x="0" y="587512"/>
                </a:lnTo>
                <a:lnTo>
                  <a:pt x="0" y="561975"/>
                </a:lnTo>
                <a:lnTo>
                  <a:pt x="0" y="536429"/>
                </a:lnTo>
                <a:lnTo>
                  <a:pt x="0" y="510883"/>
                </a:lnTo>
                <a:lnTo>
                  <a:pt x="0" y="485337"/>
                </a:lnTo>
                <a:lnTo>
                  <a:pt x="0" y="459791"/>
                </a:lnTo>
                <a:lnTo>
                  <a:pt x="0" y="434254"/>
                </a:lnTo>
                <a:lnTo>
                  <a:pt x="0" y="408708"/>
                </a:lnTo>
                <a:lnTo>
                  <a:pt x="0" y="383162"/>
                </a:lnTo>
                <a:lnTo>
                  <a:pt x="0" y="357616"/>
                </a:lnTo>
                <a:lnTo>
                  <a:pt x="0" y="332070"/>
                </a:lnTo>
                <a:lnTo>
                  <a:pt x="0" y="306534"/>
                </a:lnTo>
                <a:lnTo>
                  <a:pt x="0" y="280988"/>
                </a:lnTo>
                <a:lnTo>
                  <a:pt x="0" y="255441"/>
                </a:lnTo>
                <a:lnTo>
                  <a:pt x="0" y="229895"/>
                </a:lnTo>
                <a:lnTo>
                  <a:pt x="0" y="204349"/>
                </a:lnTo>
                <a:lnTo>
                  <a:pt x="0" y="178813"/>
                </a:lnTo>
                <a:lnTo>
                  <a:pt x="0" y="153267"/>
                </a:lnTo>
                <a:lnTo>
                  <a:pt x="0" y="127721"/>
                </a:lnTo>
                <a:lnTo>
                  <a:pt x="0" y="102175"/>
                </a:lnTo>
                <a:lnTo>
                  <a:pt x="0" y="76629"/>
                </a:lnTo>
                <a:lnTo>
                  <a:pt x="0" y="5109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54783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4" name="cause-heading-0">
            <a:extLst xmlns:a="http://schemas.openxmlformats.org/drawingml/2006/main">
              <a:ext uri="{FF2B5EF4-FFF2-40B4-BE49-F238E27FC236}">
                <a16:creationId xmlns:a16="http://schemas.microsoft.com/office/drawing/2014/main" id="{9082D00E-B698-4602-B7D1-A529EB1A2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5375" y="1876425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5" name="factor-guide-0-0">
            <a:extLst xmlns:a="http://schemas.openxmlformats.org/drawingml/2006/main">
              <a:ext uri="{FF2B5EF4-FFF2-40B4-BE49-F238E27FC236}">
                <a16:creationId xmlns:a16="http://schemas.microsoft.com/office/drawing/2014/main" id="{17FF3AA0-2E9E-4B18-898C-9DB58A809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7775" y="281940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6" name="factor-arrow-0-0">
            <a:extLst xmlns:a="http://schemas.openxmlformats.org/drawingml/2006/main">
              <a:ext uri="{FF2B5EF4-FFF2-40B4-BE49-F238E27FC236}">
                <a16:creationId xmlns:a16="http://schemas.microsoft.com/office/drawing/2014/main" id="{5BC5457C-ADDE-48FD-839E-67465831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278149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7" name="cause-heading-1">
            <a:extLst xmlns:a="http://schemas.openxmlformats.org/drawingml/2006/main">
              <a:ext uri="{FF2B5EF4-FFF2-40B4-BE49-F238E27FC236}">
                <a16:creationId xmlns:a16="http://schemas.microsoft.com/office/drawing/2014/main" id="{2EE970EF-3ABE-4E25-AEBD-8BB6611B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1657350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8" name="factor-guide-1-0">
            <a:extLst xmlns:a="http://schemas.openxmlformats.org/drawingml/2006/main">
              <a:ext uri="{FF2B5EF4-FFF2-40B4-BE49-F238E27FC236}">
                <a16:creationId xmlns:a16="http://schemas.microsoft.com/office/drawing/2014/main" id="{94B6DAE4-C7C9-4123-85B3-B47D74AB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260032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9" name="factor-arrow-1-0">
            <a:extLst xmlns:a="http://schemas.openxmlformats.org/drawingml/2006/main">
              <a:ext uri="{FF2B5EF4-FFF2-40B4-BE49-F238E27FC236}">
                <a16:creationId xmlns:a16="http://schemas.microsoft.com/office/drawing/2014/main" id="{B28337FB-8477-40CF-8AB5-B29F9B08E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9075" y="256241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0" name="cause-heading-2">
            <a:extLst xmlns:a="http://schemas.openxmlformats.org/drawingml/2006/main">
              <a:ext uri="{FF2B5EF4-FFF2-40B4-BE49-F238E27FC236}">
                <a16:creationId xmlns:a16="http://schemas.microsoft.com/office/drawing/2014/main" id="{204C2F0F-080B-4FF8-AC03-34F78B8EA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1876425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1" name="factor-guide-2-0">
            <a:extLst xmlns:a="http://schemas.openxmlformats.org/drawingml/2006/main">
              <a:ext uri="{FF2B5EF4-FFF2-40B4-BE49-F238E27FC236}">
                <a16:creationId xmlns:a16="http://schemas.microsoft.com/office/drawing/2014/main" id="{0ADA34D3-D8F8-484E-A33A-6A31BC65E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2775" y="281940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2" name="factor-arrow-2-0">
            <a:extLst xmlns:a="http://schemas.openxmlformats.org/drawingml/2006/main">
              <a:ext uri="{FF2B5EF4-FFF2-40B4-BE49-F238E27FC236}">
                <a16:creationId xmlns:a16="http://schemas.microsoft.com/office/drawing/2014/main" id="{4F2C49B8-F994-4CCF-B3D8-435563A9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278149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cause-heading-3">
            <a:extLst xmlns:a="http://schemas.openxmlformats.org/drawingml/2006/main">
              <a:ext uri="{FF2B5EF4-FFF2-40B4-BE49-F238E27FC236}">
                <a16:creationId xmlns:a16="http://schemas.microsoft.com/office/drawing/2014/main" id="{0A195A3D-ADAA-4EEB-A721-FCB4C466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57425" y="5631066"/>
            <a:ext cx="2189236" cy="438150"/>
          </a:xfrm>
          <a:custGeom xmlns:a="http://schemas.openxmlformats.org/drawingml/2006/main">
            <a:pathLst>
              <a:path w="2189236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81917" y="0"/>
                </a:lnTo>
                <a:lnTo>
                  <a:pt x="2103377" y="0"/>
                </a:lnTo>
                <a:lnTo>
                  <a:pt x="2124847" y="0"/>
                </a:lnTo>
                <a:lnTo>
                  <a:pt x="2146306" y="0"/>
                </a:lnTo>
                <a:lnTo>
                  <a:pt x="2167766" y="0"/>
                </a:lnTo>
                <a:lnTo>
                  <a:pt x="2189236" y="0"/>
                </a:lnTo>
                <a:lnTo>
                  <a:pt x="2185330" y="19193"/>
                </a:lnTo>
                <a:lnTo>
                  <a:pt x="2179491" y="39853"/>
                </a:lnTo>
                <a:lnTo>
                  <a:pt x="2173653" y="60503"/>
                </a:lnTo>
                <a:lnTo>
                  <a:pt x="2167814" y="81153"/>
                </a:lnTo>
                <a:lnTo>
                  <a:pt x="2161975" y="101813"/>
                </a:lnTo>
                <a:lnTo>
                  <a:pt x="2156136" y="122463"/>
                </a:lnTo>
                <a:lnTo>
                  <a:pt x="2150307" y="143123"/>
                </a:lnTo>
                <a:lnTo>
                  <a:pt x="2144468" y="163773"/>
                </a:lnTo>
                <a:lnTo>
                  <a:pt x="2138629" y="184423"/>
                </a:lnTo>
                <a:lnTo>
                  <a:pt x="2132790" y="205083"/>
                </a:lnTo>
                <a:lnTo>
                  <a:pt x="2126952" y="225733"/>
                </a:lnTo>
                <a:lnTo>
                  <a:pt x="2121122" y="246393"/>
                </a:lnTo>
                <a:lnTo>
                  <a:pt x="2115283" y="267043"/>
                </a:lnTo>
                <a:lnTo>
                  <a:pt x="2109445" y="287693"/>
                </a:lnTo>
                <a:lnTo>
                  <a:pt x="2103606" y="308353"/>
                </a:lnTo>
                <a:lnTo>
                  <a:pt x="2097767" y="329003"/>
                </a:lnTo>
                <a:lnTo>
                  <a:pt x="2091938" y="349663"/>
                </a:lnTo>
                <a:lnTo>
                  <a:pt x="2086099" y="370313"/>
                </a:lnTo>
                <a:lnTo>
                  <a:pt x="2080260" y="390963"/>
                </a:lnTo>
                <a:lnTo>
                  <a:pt x="2074421" y="411623"/>
                </a:lnTo>
                <a:lnTo>
                  <a:pt x="2068582" y="432273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factor-guide-3-0">
            <a:extLst xmlns:a="http://schemas.openxmlformats.org/drawingml/2006/main">
              <a:ext uri="{FF2B5EF4-FFF2-40B4-BE49-F238E27FC236}">
                <a16:creationId xmlns:a16="http://schemas.microsoft.com/office/drawing/2014/main" id="{AD641DF0-AB07-454B-90AB-AF245CE3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09825" y="4545216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5" name="factor-arrow-3-0">
            <a:extLst xmlns:a="http://schemas.openxmlformats.org/drawingml/2006/main">
              <a:ext uri="{FF2B5EF4-FFF2-40B4-BE49-F238E27FC236}">
                <a16:creationId xmlns:a16="http://schemas.microsoft.com/office/drawing/2014/main" id="{74883759-B436-45B4-BFF2-FC918E1A9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3625" y="450730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6" name="cause-heading-4">
            <a:extLst xmlns:a="http://schemas.openxmlformats.org/drawingml/2006/main">
              <a:ext uri="{FF2B5EF4-FFF2-40B4-BE49-F238E27FC236}">
                <a16:creationId xmlns:a16="http://schemas.microsoft.com/office/drawing/2014/main" id="{30D8EC0C-567E-4BED-AEA6-E8653075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95925" y="5615883"/>
            <a:ext cx="2189236" cy="438150"/>
          </a:xfrm>
          <a:custGeom xmlns:a="http://schemas.openxmlformats.org/drawingml/2006/main">
            <a:pathLst>
              <a:path w="2189236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81917" y="0"/>
                </a:lnTo>
                <a:lnTo>
                  <a:pt x="2103377" y="0"/>
                </a:lnTo>
                <a:lnTo>
                  <a:pt x="2124847" y="0"/>
                </a:lnTo>
                <a:lnTo>
                  <a:pt x="2146306" y="0"/>
                </a:lnTo>
                <a:lnTo>
                  <a:pt x="2167766" y="0"/>
                </a:lnTo>
                <a:lnTo>
                  <a:pt x="2189236" y="0"/>
                </a:lnTo>
                <a:lnTo>
                  <a:pt x="2185330" y="19193"/>
                </a:lnTo>
                <a:lnTo>
                  <a:pt x="2179491" y="39853"/>
                </a:lnTo>
                <a:lnTo>
                  <a:pt x="2173653" y="60503"/>
                </a:lnTo>
                <a:lnTo>
                  <a:pt x="2167814" y="81153"/>
                </a:lnTo>
                <a:lnTo>
                  <a:pt x="2161975" y="101813"/>
                </a:lnTo>
                <a:lnTo>
                  <a:pt x="2156136" y="122463"/>
                </a:lnTo>
                <a:lnTo>
                  <a:pt x="2150307" y="143123"/>
                </a:lnTo>
                <a:lnTo>
                  <a:pt x="2144468" y="163773"/>
                </a:lnTo>
                <a:lnTo>
                  <a:pt x="2138629" y="184423"/>
                </a:lnTo>
                <a:lnTo>
                  <a:pt x="2132790" y="205083"/>
                </a:lnTo>
                <a:lnTo>
                  <a:pt x="2126952" y="225733"/>
                </a:lnTo>
                <a:lnTo>
                  <a:pt x="2121122" y="246393"/>
                </a:lnTo>
                <a:lnTo>
                  <a:pt x="2115283" y="267043"/>
                </a:lnTo>
                <a:lnTo>
                  <a:pt x="2109445" y="287693"/>
                </a:lnTo>
                <a:lnTo>
                  <a:pt x="2103606" y="308353"/>
                </a:lnTo>
                <a:lnTo>
                  <a:pt x="2097767" y="329003"/>
                </a:lnTo>
                <a:lnTo>
                  <a:pt x="2091938" y="349663"/>
                </a:lnTo>
                <a:lnTo>
                  <a:pt x="2086099" y="370313"/>
                </a:lnTo>
                <a:lnTo>
                  <a:pt x="2080260" y="390963"/>
                </a:lnTo>
                <a:lnTo>
                  <a:pt x="2074421" y="411623"/>
                </a:lnTo>
                <a:lnTo>
                  <a:pt x="2068582" y="432273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7" name="factor-guide-4-0">
            <a:extLst xmlns:a="http://schemas.openxmlformats.org/drawingml/2006/main">
              <a:ext uri="{FF2B5EF4-FFF2-40B4-BE49-F238E27FC236}">
                <a16:creationId xmlns:a16="http://schemas.microsoft.com/office/drawing/2014/main" id="{64A79BAD-57D7-46B6-AC63-A7EBB4B8F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48325" y="4530033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8" name="factor-arrow-4-0">
            <a:extLst xmlns:a="http://schemas.openxmlformats.org/drawingml/2006/main">
              <a:ext uri="{FF2B5EF4-FFF2-40B4-BE49-F238E27FC236}">
                <a16:creationId xmlns:a16="http://schemas.microsoft.com/office/drawing/2014/main" id="{4F174B9F-597C-4D5B-BF6D-86272080C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72125" y="4492123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9" name="cause-index-0">
            <a:extLst xmlns:a="http://schemas.openxmlformats.org/drawingml/2006/main">
              <a:ext uri="{FF2B5EF4-FFF2-40B4-BE49-F238E27FC236}">
                <a16:creationId xmlns:a16="http://schemas.microsoft.com/office/drawing/2014/main" id="{0F852C31-94A4-442E-981A-B608B7E4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52525" y="1943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0" name="cause-title-0">
            <a:extLst xmlns:a="http://schemas.openxmlformats.org/drawingml/2006/main">
              <a:ext uri="{FF2B5EF4-FFF2-40B4-BE49-F238E27FC236}">
                <a16:creationId xmlns:a16="http://schemas.microsoft.com/office/drawing/2014/main" id="{9BD8D6AE-7239-4960-B475-FB49AB79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52575" y="19621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需求定义</a:t>
            </a:r>
          </a:p>
        </p:txBody>
      </p:sp>
      <p:sp>
        <p:nvSpPr>
          <p:cNvPr id="31" name="cause-body-0">
            <a:extLst xmlns:a="http://schemas.openxmlformats.org/drawingml/2006/main">
              <a:ext uri="{FF2B5EF4-FFF2-40B4-BE49-F238E27FC236}">
                <a16:creationId xmlns:a16="http://schemas.microsoft.com/office/drawing/2014/main" id="{04314DE5-66D2-4027-820F-1467794B0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2457450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目标频繁调整</a:t>
            </a:r>
          </a:p>
        </p:txBody>
      </p:sp>
      <p:sp>
        <p:nvSpPr>
          <p:cNvPr id="32" name="cause-index-1">
            <a:extLst xmlns:a="http://schemas.openxmlformats.org/drawingml/2006/main">
              <a:ext uri="{FF2B5EF4-FFF2-40B4-BE49-F238E27FC236}">
                <a16:creationId xmlns:a16="http://schemas.microsoft.com/office/drawing/2014/main" id="{FA16055E-588E-4143-B923-7845AD21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025" y="17240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3" name="cause-title-1">
            <a:extLst xmlns:a="http://schemas.openxmlformats.org/drawingml/2006/main">
              <a:ext uri="{FF2B5EF4-FFF2-40B4-BE49-F238E27FC236}">
                <a16:creationId xmlns:a16="http://schemas.microsoft.com/office/drawing/2014/main" id="{27E3D7A6-5C39-4908-A9DA-02FF533F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0075" y="1743075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计划协同</a:t>
            </a:r>
          </a:p>
        </p:txBody>
      </p:sp>
      <p:sp>
        <p:nvSpPr>
          <p:cNvPr id="34" name="cause-body-1">
            <a:extLst xmlns:a="http://schemas.openxmlformats.org/drawingml/2006/main">
              <a:ext uri="{FF2B5EF4-FFF2-40B4-BE49-F238E27FC236}">
                <a16:creationId xmlns:a16="http://schemas.microsoft.com/office/drawing/2014/main" id="{C2A7BE3B-161A-499B-B058-DF4A7895A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9075" y="2238375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排期依赖遗漏</a:t>
            </a:r>
          </a:p>
        </p:txBody>
      </p:sp>
      <p:sp>
        <p:nvSpPr>
          <p:cNvPr id="35" name="cause-index-2">
            <a:extLst xmlns:a="http://schemas.openxmlformats.org/drawingml/2006/main">
              <a:ext uri="{FF2B5EF4-FFF2-40B4-BE49-F238E27FC236}">
                <a16:creationId xmlns:a16="http://schemas.microsoft.com/office/drawing/2014/main" id="{393E77B1-121C-4683-BB1B-CA3993F0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67525" y="1943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6" name="cause-title-2">
            <a:extLst xmlns:a="http://schemas.openxmlformats.org/drawingml/2006/main">
              <a:ext uri="{FF2B5EF4-FFF2-40B4-BE49-F238E27FC236}">
                <a16:creationId xmlns:a16="http://schemas.microsoft.com/office/drawing/2014/main" id="{9A3FE60A-23A3-4E85-B643-1DE39883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9621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技术实现</a:t>
            </a:r>
          </a:p>
        </p:txBody>
      </p:sp>
      <p:sp>
        <p:nvSpPr>
          <p:cNvPr id="37" name="cause-body-2">
            <a:extLst xmlns:a="http://schemas.openxmlformats.org/drawingml/2006/main">
              <a:ext uri="{FF2B5EF4-FFF2-40B4-BE49-F238E27FC236}">
                <a16:creationId xmlns:a16="http://schemas.microsoft.com/office/drawing/2014/main" id="{9E9038B3-CE4D-42EF-AC0E-E311DA06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2457450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接口复杂耦合</a:t>
            </a:r>
          </a:p>
        </p:txBody>
      </p:sp>
      <p:sp>
        <p:nvSpPr>
          <p:cNvPr id="38" name="cause-index-3">
            <a:extLst xmlns:a="http://schemas.openxmlformats.org/drawingml/2006/main">
              <a:ext uri="{FF2B5EF4-FFF2-40B4-BE49-F238E27FC236}">
                <a16:creationId xmlns:a16="http://schemas.microsoft.com/office/drawing/2014/main" id="{649A228A-9674-403E-BF97-A082C4E5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14575" y="5697741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9" name="cause-title-3">
            <a:extLst xmlns:a="http://schemas.openxmlformats.org/drawingml/2006/main">
              <a:ext uri="{FF2B5EF4-FFF2-40B4-BE49-F238E27FC236}">
                <a16:creationId xmlns:a16="http://schemas.microsoft.com/office/drawing/2014/main" id="{709E19C1-9DE0-4200-8B45-AC23E53C6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5716791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测试验证</a:t>
            </a:r>
          </a:p>
        </p:txBody>
      </p:sp>
      <p:sp>
        <p:nvSpPr>
          <p:cNvPr id="40" name="cause-body-3">
            <a:extLst xmlns:a="http://schemas.openxmlformats.org/drawingml/2006/main">
              <a:ext uri="{FF2B5EF4-FFF2-40B4-BE49-F238E27FC236}">
                <a16:creationId xmlns:a16="http://schemas.microsoft.com/office/drawing/2014/main" id="{3C3BA815-D378-4821-BFD1-0C6678BD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3625" y="4183266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用例覆盖不足</a:t>
            </a:r>
          </a:p>
        </p:txBody>
      </p:sp>
      <p:sp>
        <p:nvSpPr>
          <p:cNvPr id="41" name="cause-index-4">
            <a:extLst xmlns:a="http://schemas.openxmlformats.org/drawingml/2006/main">
              <a:ext uri="{FF2B5EF4-FFF2-40B4-BE49-F238E27FC236}">
                <a16:creationId xmlns:a16="http://schemas.microsoft.com/office/drawing/2014/main" id="{7524F181-8088-4F0C-BF33-9F5EC817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53075" y="5682558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2" name="cause-title-4">
            <a:extLst xmlns:a="http://schemas.openxmlformats.org/drawingml/2006/main">
              <a:ext uri="{FF2B5EF4-FFF2-40B4-BE49-F238E27FC236}">
                <a16:creationId xmlns:a16="http://schemas.microsoft.com/office/drawing/2014/main" id="{93F99DE8-DB74-4878-9A8A-210FA44E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3125" y="5701608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人员机制</a:t>
            </a:r>
          </a:p>
        </p:txBody>
      </p:sp>
      <p:sp>
        <p:nvSpPr>
          <p:cNvPr id="43" name="cause-body-4">
            <a:extLst xmlns:a="http://schemas.openxmlformats.org/drawingml/2006/main">
              <a:ext uri="{FF2B5EF4-FFF2-40B4-BE49-F238E27FC236}">
                <a16:creationId xmlns:a16="http://schemas.microsoft.com/office/drawing/2014/main" id="{F3E7550B-B033-4435-8391-E30072583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72125" y="4168083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关键岗位缺口</a:t>
            </a:r>
          </a:p>
        </p:txBody>
      </p:sp>
      <p:sp>
        <p:nvSpPr>
          <p:cNvPr id="44" name="effect-label">
            <a:extLst xmlns:a="http://schemas.openxmlformats.org/drawingml/2006/main">
              <a:ext uri="{FF2B5EF4-FFF2-40B4-BE49-F238E27FC236}">
                <a16:creationId xmlns:a16="http://schemas.microsoft.com/office/drawing/2014/main" id="{753FA591-05C1-415F-99D5-247CC571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0" y="311467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00" b="1" i="0">
                <a:solidFill>
                  <a:srgbClr val="C8D7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C8D7FA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45" name="effect-title">
            <a:extLst xmlns:a="http://schemas.openxmlformats.org/drawingml/2006/main">
              <a:ext uri="{FF2B5EF4-FFF2-40B4-BE49-F238E27FC236}">
                <a16:creationId xmlns:a16="http://schemas.microsoft.com/office/drawing/2014/main" id="{C2CBEE84-62EB-4031-832D-D77AB4490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0" y="3779196"/>
            <a:ext cx="857250" cy="5759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延期</a:t>
            </a:r>
          </a:p>
        </p:txBody>
      </p:sp>
    </p:spTree>
    <p:extLst>
      <p:ext uri="{BB962C8B-B14F-4D97-AF65-F5344CB8AC3E}">
        <p14:creationId xmlns:p14="http://schemas.microsoft.com/office/powerpoint/2010/main" val="8412659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causal-tail">
            <a:extLst xmlns:a="http://schemas.openxmlformats.org/drawingml/2006/main">
              <a:ext uri="{FF2B5EF4-FFF2-40B4-BE49-F238E27FC236}">
                <a16:creationId xmlns:a16="http://schemas.microsoft.com/office/drawing/2014/main" id="{553A64FF-315A-4A23-8F17-82519E4E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9125" y="3390900"/>
            <a:ext cx="533390" cy="1065305"/>
          </a:xfrm>
          <a:custGeom xmlns:a="http://schemas.openxmlformats.org/drawingml/2006/main">
            <a:pathLst>
              <a:path w="533390" h="1065305">
                <a:moveTo>
                  <a:pt x="0" y="0"/>
                </a:moveTo>
                <a:lnTo>
                  <a:pt x="18783" y="2372"/>
                </a:lnTo>
                <a:lnTo>
                  <a:pt x="37509" y="5172"/>
                </a:lnTo>
                <a:lnTo>
                  <a:pt x="56159" y="8430"/>
                </a:lnTo>
                <a:lnTo>
                  <a:pt x="74714" y="12144"/>
                </a:lnTo>
                <a:lnTo>
                  <a:pt x="93183" y="16326"/>
                </a:lnTo>
                <a:lnTo>
                  <a:pt x="111538" y="20984"/>
                </a:lnTo>
                <a:lnTo>
                  <a:pt x="129750" y="26118"/>
                </a:lnTo>
                <a:lnTo>
                  <a:pt x="147828" y="31747"/>
                </a:lnTo>
                <a:lnTo>
                  <a:pt x="165745" y="37871"/>
                </a:lnTo>
                <a:lnTo>
                  <a:pt x="183480" y="44501"/>
                </a:lnTo>
                <a:lnTo>
                  <a:pt x="201016" y="51635"/>
                </a:lnTo>
                <a:lnTo>
                  <a:pt x="218332" y="59284"/>
                </a:lnTo>
                <a:lnTo>
                  <a:pt x="235410" y="67447"/>
                </a:lnTo>
                <a:lnTo>
                  <a:pt x="252232" y="76133"/>
                </a:lnTo>
                <a:lnTo>
                  <a:pt x="268776" y="85334"/>
                </a:lnTo>
                <a:lnTo>
                  <a:pt x="285017" y="95060"/>
                </a:lnTo>
                <a:lnTo>
                  <a:pt x="300933" y="105308"/>
                </a:lnTo>
                <a:lnTo>
                  <a:pt x="316506" y="116072"/>
                </a:lnTo>
                <a:lnTo>
                  <a:pt x="331708" y="127359"/>
                </a:lnTo>
                <a:lnTo>
                  <a:pt x="346520" y="139151"/>
                </a:lnTo>
                <a:lnTo>
                  <a:pt x="360912" y="151448"/>
                </a:lnTo>
                <a:lnTo>
                  <a:pt x="374866" y="164240"/>
                </a:lnTo>
                <a:lnTo>
                  <a:pt x="388353" y="177517"/>
                </a:lnTo>
                <a:lnTo>
                  <a:pt x="401364" y="191272"/>
                </a:lnTo>
                <a:lnTo>
                  <a:pt x="413861" y="205492"/>
                </a:lnTo>
                <a:lnTo>
                  <a:pt x="425834" y="220161"/>
                </a:lnTo>
                <a:lnTo>
                  <a:pt x="437255" y="235258"/>
                </a:lnTo>
                <a:lnTo>
                  <a:pt x="448104" y="250774"/>
                </a:lnTo>
                <a:lnTo>
                  <a:pt x="458362" y="266681"/>
                </a:lnTo>
                <a:lnTo>
                  <a:pt x="468020" y="282959"/>
                </a:lnTo>
                <a:lnTo>
                  <a:pt x="477050" y="299599"/>
                </a:lnTo>
                <a:lnTo>
                  <a:pt x="485442" y="316573"/>
                </a:lnTo>
                <a:lnTo>
                  <a:pt x="493185" y="333842"/>
                </a:lnTo>
                <a:lnTo>
                  <a:pt x="500272" y="351406"/>
                </a:lnTo>
                <a:lnTo>
                  <a:pt x="506673" y="369218"/>
                </a:lnTo>
                <a:lnTo>
                  <a:pt x="512407" y="387258"/>
                </a:lnTo>
                <a:lnTo>
                  <a:pt x="517446" y="405508"/>
                </a:lnTo>
                <a:lnTo>
                  <a:pt x="521799" y="423929"/>
                </a:lnTo>
                <a:lnTo>
                  <a:pt x="525456" y="442503"/>
                </a:lnTo>
                <a:lnTo>
                  <a:pt x="528418" y="461201"/>
                </a:lnTo>
                <a:lnTo>
                  <a:pt x="530685" y="479993"/>
                </a:lnTo>
                <a:lnTo>
                  <a:pt x="532276" y="498862"/>
                </a:lnTo>
                <a:lnTo>
                  <a:pt x="533171" y="517769"/>
                </a:lnTo>
                <a:lnTo>
                  <a:pt x="533390" y="536696"/>
                </a:lnTo>
                <a:lnTo>
                  <a:pt x="532933" y="555622"/>
                </a:lnTo>
                <a:lnTo>
                  <a:pt x="531800" y="574519"/>
                </a:lnTo>
                <a:lnTo>
                  <a:pt x="529971" y="593369"/>
                </a:lnTo>
                <a:lnTo>
                  <a:pt x="527466" y="612134"/>
                </a:lnTo>
                <a:lnTo>
                  <a:pt x="524256" y="630784"/>
                </a:lnTo>
                <a:lnTo>
                  <a:pt x="520360" y="649310"/>
                </a:lnTo>
                <a:lnTo>
                  <a:pt x="515769" y="667674"/>
                </a:lnTo>
                <a:lnTo>
                  <a:pt x="510483" y="685857"/>
                </a:lnTo>
                <a:lnTo>
                  <a:pt x="504520" y="703821"/>
                </a:lnTo>
                <a:lnTo>
                  <a:pt x="497872" y="721547"/>
                </a:lnTo>
                <a:lnTo>
                  <a:pt x="490557" y="739007"/>
                </a:lnTo>
                <a:lnTo>
                  <a:pt x="482594" y="756180"/>
                </a:lnTo>
                <a:lnTo>
                  <a:pt x="473974" y="773039"/>
                </a:lnTo>
                <a:lnTo>
                  <a:pt x="464725" y="789556"/>
                </a:lnTo>
                <a:lnTo>
                  <a:pt x="454857" y="805710"/>
                </a:lnTo>
                <a:lnTo>
                  <a:pt x="444389" y="821484"/>
                </a:lnTo>
                <a:lnTo>
                  <a:pt x="433340" y="836857"/>
                </a:lnTo>
                <a:lnTo>
                  <a:pt x="421719" y="851802"/>
                </a:lnTo>
                <a:lnTo>
                  <a:pt x="409565" y="866318"/>
                </a:lnTo>
                <a:lnTo>
                  <a:pt x="396888" y="880377"/>
                </a:lnTo>
                <a:lnTo>
                  <a:pt x="383705" y="893969"/>
                </a:lnTo>
                <a:lnTo>
                  <a:pt x="370056" y="907075"/>
                </a:lnTo>
                <a:lnTo>
                  <a:pt x="355940" y="919696"/>
                </a:lnTo>
                <a:lnTo>
                  <a:pt x="341405" y="931821"/>
                </a:lnTo>
                <a:lnTo>
                  <a:pt x="326450" y="943432"/>
                </a:lnTo>
                <a:lnTo>
                  <a:pt x="311115" y="954538"/>
                </a:lnTo>
                <a:lnTo>
                  <a:pt x="295418" y="965121"/>
                </a:lnTo>
                <a:lnTo>
                  <a:pt x="279387" y="975189"/>
                </a:lnTo>
                <a:lnTo>
                  <a:pt x="263042" y="984733"/>
                </a:lnTo>
                <a:lnTo>
                  <a:pt x="246402" y="993753"/>
                </a:lnTo>
                <a:lnTo>
                  <a:pt x="229486" y="1002259"/>
                </a:lnTo>
                <a:lnTo>
                  <a:pt x="212322" y="1010241"/>
                </a:lnTo>
                <a:lnTo>
                  <a:pt x="194920" y="1017708"/>
                </a:lnTo>
                <a:lnTo>
                  <a:pt x="177317" y="1024671"/>
                </a:lnTo>
                <a:lnTo>
                  <a:pt x="159515" y="1031119"/>
                </a:lnTo>
                <a:lnTo>
                  <a:pt x="141542" y="1037072"/>
                </a:lnTo>
                <a:lnTo>
                  <a:pt x="123415" y="1042530"/>
                </a:lnTo>
                <a:lnTo>
                  <a:pt x="105146" y="1047493"/>
                </a:lnTo>
                <a:lnTo>
                  <a:pt x="86754" y="1051989"/>
                </a:lnTo>
                <a:lnTo>
                  <a:pt x="68256" y="1056008"/>
                </a:lnTo>
                <a:lnTo>
                  <a:pt x="49663" y="1059561"/>
                </a:lnTo>
                <a:lnTo>
                  <a:pt x="30985" y="1062657"/>
                </a:lnTo>
                <a:lnTo>
                  <a:pt x="12240" y="1065305"/>
                </a:lnTo>
                <a:lnTo>
                  <a:pt x="0" y="1060199"/>
                </a:lnTo>
                <a:lnTo>
                  <a:pt x="0" y="1041263"/>
                </a:lnTo>
                <a:lnTo>
                  <a:pt x="0" y="1022337"/>
                </a:lnTo>
                <a:lnTo>
                  <a:pt x="0" y="1003402"/>
                </a:lnTo>
                <a:lnTo>
                  <a:pt x="0" y="984475"/>
                </a:lnTo>
                <a:lnTo>
                  <a:pt x="0" y="965540"/>
                </a:lnTo>
                <a:lnTo>
                  <a:pt x="0" y="946604"/>
                </a:lnTo>
                <a:lnTo>
                  <a:pt x="0" y="927678"/>
                </a:lnTo>
                <a:lnTo>
                  <a:pt x="0" y="908742"/>
                </a:lnTo>
                <a:lnTo>
                  <a:pt x="0" y="889806"/>
                </a:lnTo>
                <a:lnTo>
                  <a:pt x="0" y="870880"/>
                </a:lnTo>
                <a:lnTo>
                  <a:pt x="0" y="851945"/>
                </a:lnTo>
                <a:lnTo>
                  <a:pt x="0" y="833018"/>
                </a:lnTo>
                <a:lnTo>
                  <a:pt x="0" y="814083"/>
                </a:lnTo>
                <a:lnTo>
                  <a:pt x="0" y="795147"/>
                </a:lnTo>
                <a:lnTo>
                  <a:pt x="0" y="776221"/>
                </a:lnTo>
                <a:lnTo>
                  <a:pt x="0" y="757285"/>
                </a:lnTo>
                <a:lnTo>
                  <a:pt x="0" y="738349"/>
                </a:lnTo>
                <a:lnTo>
                  <a:pt x="0" y="719423"/>
                </a:lnTo>
                <a:lnTo>
                  <a:pt x="0" y="700488"/>
                </a:lnTo>
                <a:lnTo>
                  <a:pt x="0" y="681561"/>
                </a:lnTo>
                <a:lnTo>
                  <a:pt x="0" y="662626"/>
                </a:lnTo>
                <a:lnTo>
                  <a:pt x="0" y="643690"/>
                </a:lnTo>
                <a:lnTo>
                  <a:pt x="0" y="624764"/>
                </a:lnTo>
                <a:lnTo>
                  <a:pt x="0" y="605828"/>
                </a:lnTo>
                <a:lnTo>
                  <a:pt x="0" y="586892"/>
                </a:lnTo>
                <a:lnTo>
                  <a:pt x="0" y="567966"/>
                </a:lnTo>
                <a:lnTo>
                  <a:pt x="0" y="549031"/>
                </a:lnTo>
                <a:lnTo>
                  <a:pt x="0" y="530104"/>
                </a:lnTo>
                <a:lnTo>
                  <a:pt x="0" y="511169"/>
                </a:lnTo>
                <a:lnTo>
                  <a:pt x="0" y="492233"/>
                </a:lnTo>
                <a:lnTo>
                  <a:pt x="0" y="473307"/>
                </a:lnTo>
                <a:lnTo>
                  <a:pt x="0" y="454371"/>
                </a:lnTo>
                <a:lnTo>
                  <a:pt x="0" y="435435"/>
                </a:lnTo>
                <a:lnTo>
                  <a:pt x="0" y="416509"/>
                </a:lnTo>
                <a:lnTo>
                  <a:pt x="0" y="397574"/>
                </a:lnTo>
                <a:lnTo>
                  <a:pt x="0" y="378647"/>
                </a:lnTo>
                <a:lnTo>
                  <a:pt x="0" y="359712"/>
                </a:lnTo>
                <a:lnTo>
                  <a:pt x="0" y="340776"/>
                </a:lnTo>
                <a:lnTo>
                  <a:pt x="0" y="321850"/>
                </a:lnTo>
                <a:lnTo>
                  <a:pt x="0" y="302914"/>
                </a:lnTo>
                <a:lnTo>
                  <a:pt x="0" y="283978"/>
                </a:lnTo>
                <a:lnTo>
                  <a:pt x="0" y="265052"/>
                </a:lnTo>
                <a:lnTo>
                  <a:pt x="0" y="246116"/>
                </a:lnTo>
                <a:lnTo>
                  <a:pt x="0" y="227190"/>
                </a:lnTo>
                <a:lnTo>
                  <a:pt x="0" y="208255"/>
                </a:lnTo>
                <a:lnTo>
                  <a:pt x="0" y="189319"/>
                </a:lnTo>
                <a:lnTo>
                  <a:pt x="0" y="170393"/>
                </a:lnTo>
                <a:lnTo>
                  <a:pt x="0" y="151457"/>
                </a:lnTo>
                <a:lnTo>
                  <a:pt x="0" y="132521"/>
                </a:lnTo>
                <a:lnTo>
                  <a:pt x="0" y="113595"/>
                </a:lnTo>
                <a:lnTo>
                  <a:pt x="0" y="94659"/>
                </a:lnTo>
                <a:lnTo>
                  <a:pt x="0" y="75733"/>
                </a:lnTo>
                <a:lnTo>
                  <a:pt x="0" y="56798"/>
                </a:lnTo>
                <a:lnTo>
                  <a:pt x="0" y="37862"/>
                </a:lnTo>
                <a:lnTo>
                  <a:pt x="0" y="189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5A2D4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causal-spine">
            <a:extLst xmlns:a="http://schemas.openxmlformats.org/drawingml/2006/main">
              <a:ext uri="{FF2B5EF4-FFF2-40B4-BE49-F238E27FC236}">
                <a16:creationId xmlns:a16="http://schemas.microsoft.com/office/drawing/2014/main" id="{0671BFE6-F063-4837-A8E9-C4882D5C8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1075" y="3924300"/>
            <a:ext cx="97917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38100">
            <a:solidFill>
              <a:srgbClr val="4F73BD"/>
            </a:solidFill>
            <a:prstDash val="solid"/>
          </a:ln>
        </p:spPr>
      </p:sp>
      <p:sp>
        <p:nvSpPr>
          <p:cNvPr id="3" name="cause-branch-0">
            <a:extLst xmlns:a="http://schemas.openxmlformats.org/drawingml/2006/main">
              <a:ext uri="{FF2B5EF4-FFF2-40B4-BE49-F238E27FC236}">
                <a16:creationId xmlns:a16="http://schemas.microsoft.com/office/drawing/2014/main" id="{58DAFAB3-C2CF-4555-BD99-5437F665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6125" y="2314575"/>
            <a:ext cx="381000" cy="1609725"/>
          </a:xfrm>
          <a:custGeom xmlns:a="http://schemas.openxmlformats.org/drawingml/2006/main">
            <a:pathLst>
              <a:path w="381000" h="1609725">
                <a:moveTo>
                  <a:pt x="381000" y="1609725"/>
                </a:moveTo>
                <a:lnTo>
                  <a:pt x="376619" y="1591218"/>
                </a:lnTo>
                <a:lnTo>
                  <a:pt x="372237" y="1572720"/>
                </a:lnTo>
                <a:lnTo>
                  <a:pt x="367865" y="1554213"/>
                </a:lnTo>
                <a:lnTo>
                  <a:pt x="363484" y="1535716"/>
                </a:lnTo>
                <a:lnTo>
                  <a:pt x="359102" y="1517209"/>
                </a:lnTo>
                <a:lnTo>
                  <a:pt x="354721" y="1498711"/>
                </a:lnTo>
                <a:lnTo>
                  <a:pt x="350349" y="1480204"/>
                </a:lnTo>
                <a:lnTo>
                  <a:pt x="345967" y="1461707"/>
                </a:lnTo>
                <a:lnTo>
                  <a:pt x="341586" y="1443199"/>
                </a:lnTo>
                <a:lnTo>
                  <a:pt x="337204" y="1424702"/>
                </a:lnTo>
                <a:lnTo>
                  <a:pt x="332832" y="1406195"/>
                </a:lnTo>
                <a:lnTo>
                  <a:pt x="328451" y="1387697"/>
                </a:lnTo>
                <a:lnTo>
                  <a:pt x="324069" y="1369190"/>
                </a:lnTo>
                <a:lnTo>
                  <a:pt x="319688" y="1350693"/>
                </a:lnTo>
                <a:lnTo>
                  <a:pt x="315306" y="1332186"/>
                </a:lnTo>
                <a:lnTo>
                  <a:pt x="310934" y="1313688"/>
                </a:lnTo>
                <a:lnTo>
                  <a:pt x="306553" y="1295181"/>
                </a:lnTo>
                <a:lnTo>
                  <a:pt x="302171" y="1276674"/>
                </a:lnTo>
                <a:lnTo>
                  <a:pt x="297790" y="1258176"/>
                </a:lnTo>
                <a:lnTo>
                  <a:pt x="293418" y="1239669"/>
                </a:lnTo>
                <a:lnTo>
                  <a:pt x="289036" y="1221172"/>
                </a:lnTo>
                <a:lnTo>
                  <a:pt x="284655" y="1202665"/>
                </a:lnTo>
                <a:lnTo>
                  <a:pt x="280273" y="1184167"/>
                </a:lnTo>
                <a:lnTo>
                  <a:pt x="275901" y="1165660"/>
                </a:lnTo>
                <a:lnTo>
                  <a:pt x="271520" y="1147162"/>
                </a:lnTo>
                <a:lnTo>
                  <a:pt x="267138" y="1128655"/>
                </a:lnTo>
                <a:lnTo>
                  <a:pt x="262757" y="1110158"/>
                </a:lnTo>
                <a:lnTo>
                  <a:pt x="258375" y="1091651"/>
                </a:lnTo>
                <a:lnTo>
                  <a:pt x="254003" y="1073153"/>
                </a:lnTo>
                <a:lnTo>
                  <a:pt x="249622" y="1054646"/>
                </a:lnTo>
                <a:lnTo>
                  <a:pt x="245240" y="1036149"/>
                </a:lnTo>
                <a:lnTo>
                  <a:pt x="240859" y="1017641"/>
                </a:lnTo>
                <a:lnTo>
                  <a:pt x="236487" y="999144"/>
                </a:lnTo>
                <a:lnTo>
                  <a:pt x="232105" y="980637"/>
                </a:lnTo>
                <a:lnTo>
                  <a:pt x="227724" y="962130"/>
                </a:lnTo>
                <a:lnTo>
                  <a:pt x="223342" y="943632"/>
                </a:lnTo>
                <a:lnTo>
                  <a:pt x="218961" y="925125"/>
                </a:lnTo>
                <a:lnTo>
                  <a:pt x="214589" y="906628"/>
                </a:lnTo>
                <a:lnTo>
                  <a:pt x="210207" y="888121"/>
                </a:lnTo>
                <a:lnTo>
                  <a:pt x="205826" y="869623"/>
                </a:lnTo>
                <a:lnTo>
                  <a:pt x="201444" y="851116"/>
                </a:lnTo>
                <a:lnTo>
                  <a:pt x="197072" y="832618"/>
                </a:lnTo>
                <a:lnTo>
                  <a:pt x="192691" y="814111"/>
                </a:lnTo>
                <a:lnTo>
                  <a:pt x="188309" y="795614"/>
                </a:lnTo>
                <a:lnTo>
                  <a:pt x="183928" y="777107"/>
                </a:lnTo>
                <a:lnTo>
                  <a:pt x="179556" y="758609"/>
                </a:lnTo>
                <a:lnTo>
                  <a:pt x="175174" y="740102"/>
                </a:lnTo>
                <a:lnTo>
                  <a:pt x="170793" y="721604"/>
                </a:lnTo>
                <a:lnTo>
                  <a:pt x="166411" y="703097"/>
                </a:lnTo>
                <a:lnTo>
                  <a:pt x="162039" y="684600"/>
                </a:lnTo>
                <a:lnTo>
                  <a:pt x="157658" y="666093"/>
                </a:lnTo>
                <a:lnTo>
                  <a:pt x="153276" y="647586"/>
                </a:lnTo>
                <a:lnTo>
                  <a:pt x="148895" y="629088"/>
                </a:lnTo>
                <a:lnTo>
                  <a:pt x="144513" y="610581"/>
                </a:lnTo>
                <a:lnTo>
                  <a:pt x="140141" y="592084"/>
                </a:lnTo>
                <a:lnTo>
                  <a:pt x="135760" y="573576"/>
                </a:lnTo>
                <a:lnTo>
                  <a:pt x="131378" y="555079"/>
                </a:lnTo>
                <a:lnTo>
                  <a:pt x="126997" y="536572"/>
                </a:lnTo>
                <a:lnTo>
                  <a:pt x="122625" y="518074"/>
                </a:lnTo>
                <a:lnTo>
                  <a:pt x="118243" y="499567"/>
                </a:lnTo>
                <a:lnTo>
                  <a:pt x="113862" y="481070"/>
                </a:lnTo>
                <a:lnTo>
                  <a:pt x="109480" y="462563"/>
                </a:lnTo>
                <a:lnTo>
                  <a:pt x="105099" y="444065"/>
                </a:lnTo>
                <a:lnTo>
                  <a:pt x="100727" y="425558"/>
                </a:lnTo>
                <a:lnTo>
                  <a:pt x="96345" y="407060"/>
                </a:lnTo>
                <a:lnTo>
                  <a:pt x="91964" y="388553"/>
                </a:lnTo>
                <a:lnTo>
                  <a:pt x="87582" y="370056"/>
                </a:lnTo>
                <a:lnTo>
                  <a:pt x="83210" y="351549"/>
                </a:lnTo>
                <a:lnTo>
                  <a:pt x="78829" y="333051"/>
                </a:lnTo>
                <a:lnTo>
                  <a:pt x="74447" y="314544"/>
                </a:lnTo>
                <a:lnTo>
                  <a:pt x="70066" y="296037"/>
                </a:lnTo>
                <a:lnTo>
                  <a:pt x="65694" y="277539"/>
                </a:lnTo>
                <a:lnTo>
                  <a:pt x="61312" y="259032"/>
                </a:lnTo>
                <a:lnTo>
                  <a:pt x="56931" y="240535"/>
                </a:lnTo>
                <a:lnTo>
                  <a:pt x="52549" y="222028"/>
                </a:lnTo>
                <a:lnTo>
                  <a:pt x="48168" y="203530"/>
                </a:lnTo>
                <a:lnTo>
                  <a:pt x="43796" y="185023"/>
                </a:lnTo>
                <a:lnTo>
                  <a:pt x="39414" y="166526"/>
                </a:lnTo>
                <a:lnTo>
                  <a:pt x="35033" y="148019"/>
                </a:lnTo>
                <a:lnTo>
                  <a:pt x="30651" y="129521"/>
                </a:lnTo>
                <a:lnTo>
                  <a:pt x="26279" y="111014"/>
                </a:lnTo>
                <a:lnTo>
                  <a:pt x="21898" y="92516"/>
                </a:lnTo>
                <a:lnTo>
                  <a:pt x="17516" y="74009"/>
                </a:lnTo>
                <a:lnTo>
                  <a:pt x="13135" y="55512"/>
                </a:lnTo>
                <a:lnTo>
                  <a:pt x="8763" y="37005"/>
                </a:lnTo>
                <a:lnTo>
                  <a:pt x="4382" y="18507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4" name="cause-branch-1">
            <a:extLst xmlns:a="http://schemas.openxmlformats.org/drawingml/2006/main">
              <a:ext uri="{FF2B5EF4-FFF2-40B4-BE49-F238E27FC236}">
                <a16:creationId xmlns:a16="http://schemas.microsoft.com/office/drawing/2014/main" id="{C275CCDA-59C7-45F1-9C31-AB5DCD3D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43625" y="2095500"/>
            <a:ext cx="381000" cy="1828800"/>
          </a:xfrm>
          <a:custGeom xmlns:a="http://schemas.openxmlformats.org/drawingml/2006/main">
            <a:pathLst>
              <a:path w="381000" h="1828800">
                <a:moveTo>
                  <a:pt x="381000" y="1828800"/>
                </a:moveTo>
                <a:lnTo>
                  <a:pt x="377152" y="1810331"/>
                </a:lnTo>
                <a:lnTo>
                  <a:pt x="373304" y="1791853"/>
                </a:lnTo>
                <a:lnTo>
                  <a:pt x="369456" y="1773384"/>
                </a:lnTo>
                <a:lnTo>
                  <a:pt x="365608" y="1754905"/>
                </a:lnTo>
                <a:lnTo>
                  <a:pt x="361759" y="1736436"/>
                </a:lnTo>
                <a:lnTo>
                  <a:pt x="357911" y="1717967"/>
                </a:lnTo>
                <a:lnTo>
                  <a:pt x="354063" y="1699489"/>
                </a:lnTo>
                <a:lnTo>
                  <a:pt x="350215" y="1681020"/>
                </a:lnTo>
                <a:lnTo>
                  <a:pt x="346367" y="1662541"/>
                </a:lnTo>
                <a:lnTo>
                  <a:pt x="342519" y="1644072"/>
                </a:lnTo>
                <a:lnTo>
                  <a:pt x="338671" y="1625603"/>
                </a:lnTo>
                <a:lnTo>
                  <a:pt x="334813" y="1607125"/>
                </a:lnTo>
                <a:lnTo>
                  <a:pt x="330965" y="1588656"/>
                </a:lnTo>
                <a:lnTo>
                  <a:pt x="327117" y="1570177"/>
                </a:lnTo>
                <a:lnTo>
                  <a:pt x="323269" y="1551708"/>
                </a:lnTo>
                <a:lnTo>
                  <a:pt x="319421" y="1533239"/>
                </a:lnTo>
                <a:lnTo>
                  <a:pt x="315573" y="1514761"/>
                </a:lnTo>
                <a:lnTo>
                  <a:pt x="311725" y="1496292"/>
                </a:lnTo>
                <a:lnTo>
                  <a:pt x="307877" y="1477823"/>
                </a:lnTo>
                <a:lnTo>
                  <a:pt x="304028" y="1459344"/>
                </a:lnTo>
                <a:lnTo>
                  <a:pt x="300180" y="1440875"/>
                </a:lnTo>
                <a:lnTo>
                  <a:pt x="296332" y="1422397"/>
                </a:lnTo>
                <a:lnTo>
                  <a:pt x="292484" y="1403928"/>
                </a:lnTo>
                <a:lnTo>
                  <a:pt x="288636" y="1385459"/>
                </a:lnTo>
                <a:lnTo>
                  <a:pt x="284788" y="1366980"/>
                </a:lnTo>
                <a:lnTo>
                  <a:pt x="280940" y="1348511"/>
                </a:lnTo>
                <a:lnTo>
                  <a:pt x="277092" y="1330033"/>
                </a:lnTo>
                <a:lnTo>
                  <a:pt x="273244" y="1311564"/>
                </a:lnTo>
                <a:lnTo>
                  <a:pt x="269396" y="1293095"/>
                </a:lnTo>
                <a:lnTo>
                  <a:pt x="265547" y="1274616"/>
                </a:lnTo>
                <a:lnTo>
                  <a:pt x="261699" y="1256147"/>
                </a:lnTo>
                <a:lnTo>
                  <a:pt x="257851" y="1237669"/>
                </a:lnTo>
                <a:lnTo>
                  <a:pt x="254003" y="1219200"/>
                </a:lnTo>
                <a:lnTo>
                  <a:pt x="250155" y="1200731"/>
                </a:lnTo>
                <a:lnTo>
                  <a:pt x="246307" y="1182253"/>
                </a:lnTo>
                <a:lnTo>
                  <a:pt x="242459" y="1163784"/>
                </a:lnTo>
                <a:lnTo>
                  <a:pt x="238601" y="1145305"/>
                </a:lnTo>
                <a:lnTo>
                  <a:pt x="234753" y="1126836"/>
                </a:lnTo>
                <a:lnTo>
                  <a:pt x="230905" y="1108367"/>
                </a:lnTo>
                <a:lnTo>
                  <a:pt x="227057" y="1089889"/>
                </a:lnTo>
                <a:lnTo>
                  <a:pt x="223209" y="1071420"/>
                </a:lnTo>
                <a:lnTo>
                  <a:pt x="219361" y="1052941"/>
                </a:lnTo>
                <a:lnTo>
                  <a:pt x="215513" y="1034472"/>
                </a:lnTo>
                <a:lnTo>
                  <a:pt x="211665" y="1016003"/>
                </a:lnTo>
                <a:lnTo>
                  <a:pt x="207816" y="997525"/>
                </a:lnTo>
                <a:lnTo>
                  <a:pt x="203968" y="979056"/>
                </a:lnTo>
                <a:lnTo>
                  <a:pt x="200120" y="960577"/>
                </a:lnTo>
                <a:lnTo>
                  <a:pt x="196272" y="942108"/>
                </a:lnTo>
                <a:lnTo>
                  <a:pt x="192424" y="923639"/>
                </a:lnTo>
                <a:lnTo>
                  <a:pt x="188576" y="905161"/>
                </a:lnTo>
                <a:lnTo>
                  <a:pt x="184728" y="886692"/>
                </a:lnTo>
                <a:lnTo>
                  <a:pt x="180880" y="868223"/>
                </a:lnTo>
                <a:lnTo>
                  <a:pt x="177032" y="849744"/>
                </a:lnTo>
                <a:lnTo>
                  <a:pt x="173184" y="831275"/>
                </a:lnTo>
                <a:lnTo>
                  <a:pt x="169335" y="812797"/>
                </a:lnTo>
                <a:lnTo>
                  <a:pt x="165487" y="794328"/>
                </a:lnTo>
                <a:lnTo>
                  <a:pt x="161639" y="775859"/>
                </a:lnTo>
                <a:lnTo>
                  <a:pt x="157791" y="757380"/>
                </a:lnTo>
                <a:lnTo>
                  <a:pt x="153943" y="738911"/>
                </a:lnTo>
                <a:lnTo>
                  <a:pt x="150095" y="720433"/>
                </a:lnTo>
                <a:lnTo>
                  <a:pt x="146247" y="701964"/>
                </a:lnTo>
                <a:lnTo>
                  <a:pt x="142399" y="683495"/>
                </a:lnTo>
                <a:lnTo>
                  <a:pt x="138541" y="665016"/>
                </a:lnTo>
                <a:lnTo>
                  <a:pt x="134693" y="646547"/>
                </a:lnTo>
                <a:lnTo>
                  <a:pt x="130845" y="628069"/>
                </a:lnTo>
                <a:lnTo>
                  <a:pt x="126997" y="609600"/>
                </a:lnTo>
                <a:lnTo>
                  <a:pt x="123149" y="591131"/>
                </a:lnTo>
                <a:lnTo>
                  <a:pt x="119301" y="572653"/>
                </a:lnTo>
                <a:lnTo>
                  <a:pt x="115453" y="554184"/>
                </a:lnTo>
                <a:lnTo>
                  <a:pt x="111604" y="535705"/>
                </a:lnTo>
                <a:lnTo>
                  <a:pt x="107756" y="517236"/>
                </a:lnTo>
                <a:lnTo>
                  <a:pt x="103908" y="498767"/>
                </a:lnTo>
                <a:lnTo>
                  <a:pt x="100060" y="480289"/>
                </a:lnTo>
                <a:lnTo>
                  <a:pt x="96212" y="461820"/>
                </a:lnTo>
                <a:lnTo>
                  <a:pt x="92364" y="443341"/>
                </a:lnTo>
                <a:lnTo>
                  <a:pt x="88516" y="424872"/>
                </a:lnTo>
                <a:lnTo>
                  <a:pt x="84668" y="406403"/>
                </a:lnTo>
                <a:lnTo>
                  <a:pt x="80820" y="387925"/>
                </a:lnTo>
                <a:lnTo>
                  <a:pt x="76972" y="369456"/>
                </a:lnTo>
                <a:lnTo>
                  <a:pt x="73123" y="350977"/>
                </a:lnTo>
                <a:lnTo>
                  <a:pt x="69275" y="332508"/>
                </a:lnTo>
                <a:lnTo>
                  <a:pt x="65427" y="314039"/>
                </a:lnTo>
                <a:lnTo>
                  <a:pt x="61579" y="295561"/>
                </a:lnTo>
                <a:lnTo>
                  <a:pt x="57731" y="277092"/>
                </a:lnTo>
                <a:lnTo>
                  <a:pt x="53883" y="258623"/>
                </a:lnTo>
                <a:lnTo>
                  <a:pt x="50035" y="240144"/>
                </a:lnTo>
                <a:lnTo>
                  <a:pt x="46187" y="221675"/>
                </a:lnTo>
                <a:lnTo>
                  <a:pt x="42329" y="203197"/>
                </a:lnTo>
                <a:lnTo>
                  <a:pt x="38481" y="184728"/>
                </a:lnTo>
                <a:lnTo>
                  <a:pt x="34633" y="166259"/>
                </a:lnTo>
                <a:lnTo>
                  <a:pt x="30785" y="147780"/>
                </a:lnTo>
                <a:lnTo>
                  <a:pt x="26937" y="129311"/>
                </a:lnTo>
                <a:lnTo>
                  <a:pt x="23089" y="110833"/>
                </a:lnTo>
                <a:lnTo>
                  <a:pt x="19241" y="92364"/>
                </a:lnTo>
                <a:lnTo>
                  <a:pt x="15392" y="73895"/>
                </a:lnTo>
                <a:lnTo>
                  <a:pt x="11544" y="55416"/>
                </a:lnTo>
                <a:lnTo>
                  <a:pt x="7696" y="36947"/>
                </a:lnTo>
                <a:lnTo>
                  <a:pt x="3848" y="1846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5" name="cause-branch-2">
            <a:extLst xmlns:a="http://schemas.openxmlformats.org/drawingml/2006/main">
              <a:ext uri="{FF2B5EF4-FFF2-40B4-BE49-F238E27FC236}">
                <a16:creationId xmlns:a16="http://schemas.microsoft.com/office/drawing/2014/main" id="{3E1B0C01-2420-4FD6-B83D-7AB93ECB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01125" y="2314575"/>
            <a:ext cx="381000" cy="1609725"/>
          </a:xfrm>
          <a:custGeom xmlns:a="http://schemas.openxmlformats.org/drawingml/2006/main">
            <a:pathLst>
              <a:path w="381000" h="1609725">
                <a:moveTo>
                  <a:pt x="381000" y="1609725"/>
                </a:moveTo>
                <a:lnTo>
                  <a:pt x="376619" y="1591218"/>
                </a:lnTo>
                <a:lnTo>
                  <a:pt x="372237" y="1572720"/>
                </a:lnTo>
                <a:lnTo>
                  <a:pt x="367865" y="1554213"/>
                </a:lnTo>
                <a:lnTo>
                  <a:pt x="363484" y="1535716"/>
                </a:lnTo>
                <a:lnTo>
                  <a:pt x="359102" y="1517209"/>
                </a:lnTo>
                <a:lnTo>
                  <a:pt x="354721" y="1498711"/>
                </a:lnTo>
                <a:lnTo>
                  <a:pt x="350349" y="1480204"/>
                </a:lnTo>
                <a:lnTo>
                  <a:pt x="345967" y="1461707"/>
                </a:lnTo>
                <a:lnTo>
                  <a:pt x="341586" y="1443199"/>
                </a:lnTo>
                <a:lnTo>
                  <a:pt x="337204" y="1424702"/>
                </a:lnTo>
                <a:lnTo>
                  <a:pt x="332832" y="1406195"/>
                </a:lnTo>
                <a:lnTo>
                  <a:pt x="328451" y="1387697"/>
                </a:lnTo>
                <a:lnTo>
                  <a:pt x="324069" y="1369190"/>
                </a:lnTo>
                <a:lnTo>
                  <a:pt x="319688" y="1350693"/>
                </a:lnTo>
                <a:lnTo>
                  <a:pt x="315306" y="1332186"/>
                </a:lnTo>
                <a:lnTo>
                  <a:pt x="310934" y="1313688"/>
                </a:lnTo>
                <a:lnTo>
                  <a:pt x="306553" y="1295181"/>
                </a:lnTo>
                <a:lnTo>
                  <a:pt x="302171" y="1276674"/>
                </a:lnTo>
                <a:lnTo>
                  <a:pt x="297790" y="1258176"/>
                </a:lnTo>
                <a:lnTo>
                  <a:pt x="293418" y="1239669"/>
                </a:lnTo>
                <a:lnTo>
                  <a:pt x="289036" y="1221172"/>
                </a:lnTo>
                <a:lnTo>
                  <a:pt x="284655" y="1202665"/>
                </a:lnTo>
                <a:lnTo>
                  <a:pt x="280273" y="1184167"/>
                </a:lnTo>
                <a:lnTo>
                  <a:pt x="275901" y="1165660"/>
                </a:lnTo>
                <a:lnTo>
                  <a:pt x="271520" y="1147162"/>
                </a:lnTo>
                <a:lnTo>
                  <a:pt x="267138" y="1128655"/>
                </a:lnTo>
                <a:lnTo>
                  <a:pt x="262757" y="1110158"/>
                </a:lnTo>
                <a:lnTo>
                  <a:pt x="258375" y="1091651"/>
                </a:lnTo>
                <a:lnTo>
                  <a:pt x="254003" y="1073153"/>
                </a:lnTo>
                <a:lnTo>
                  <a:pt x="249622" y="1054646"/>
                </a:lnTo>
                <a:lnTo>
                  <a:pt x="245240" y="1036149"/>
                </a:lnTo>
                <a:lnTo>
                  <a:pt x="240859" y="1017641"/>
                </a:lnTo>
                <a:lnTo>
                  <a:pt x="236487" y="999144"/>
                </a:lnTo>
                <a:lnTo>
                  <a:pt x="232105" y="980637"/>
                </a:lnTo>
                <a:lnTo>
                  <a:pt x="227724" y="962130"/>
                </a:lnTo>
                <a:lnTo>
                  <a:pt x="223342" y="943632"/>
                </a:lnTo>
                <a:lnTo>
                  <a:pt x="218970" y="925125"/>
                </a:lnTo>
                <a:lnTo>
                  <a:pt x="214589" y="906628"/>
                </a:lnTo>
                <a:lnTo>
                  <a:pt x="210207" y="888121"/>
                </a:lnTo>
                <a:lnTo>
                  <a:pt x="205826" y="869623"/>
                </a:lnTo>
                <a:lnTo>
                  <a:pt x="201444" y="851116"/>
                </a:lnTo>
                <a:lnTo>
                  <a:pt x="197072" y="832618"/>
                </a:lnTo>
                <a:lnTo>
                  <a:pt x="192691" y="814111"/>
                </a:lnTo>
                <a:lnTo>
                  <a:pt x="188309" y="795614"/>
                </a:lnTo>
                <a:lnTo>
                  <a:pt x="183928" y="777107"/>
                </a:lnTo>
                <a:lnTo>
                  <a:pt x="179556" y="758609"/>
                </a:lnTo>
                <a:lnTo>
                  <a:pt x="175174" y="740102"/>
                </a:lnTo>
                <a:lnTo>
                  <a:pt x="170793" y="721604"/>
                </a:lnTo>
                <a:lnTo>
                  <a:pt x="166411" y="703097"/>
                </a:lnTo>
                <a:lnTo>
                  <a:pt x="162030" y="684600"/>
                </a:lnTo>
                <a:lnTo>
                  <a:pt x="157658" y="666093"/>
                </a:lnTo>
                <a:lnTo>
                  <a:pt x="153276" y="647586"/>
                </a:lnTo>
                <a:lnTo>
                  <a:pt x="148895" y="629088"/>
                </a:lnTo>
                <a:lnTo>
                  <a:pt x="144513" y="610581"/>
                </a:lnTo>
                <a:lnTo>
                  <a:pt x="140141" y="592084"/>
                </a:lnTo>
                <a:lnTo>
                  <a:pt x="135760" y="573576"/>
                </a:lnTo>
                <a:lnTo>
                  <a:pt x="131378" y="555079"/>
                </a:lnTo>
                <a:lnTo>
                  <a:pt x="126997" y="536572"/>
                </a:lnTo>
                <a:lnTo>
                  <a:pt x="122625" y="518074"/>
                </a:lnTo>
                <a:lnTo>
                  <a:pt x="118243" y="499567"/>
                </a:lnTo>
                <a:lnTo>
                  <a:pt x="113862" y="481070"/>
                </a:lnTo>
                <a:lnTo>
                  <a:pt x="109480" y="462563"/>
                </a:lnTo>
                <a:lnTo>
                  <a:pt x="105099" y="444065"/>
                </a:lnTo>
                <a:lnTo>
                  <a:pt x="100727" y="425558"/>
                </a:lnTo>
                <a:lnTo>
                  <a:pt x="96345" y="407060"/>
                </a:lnTo>
                <a:lnTo>
                  <a:pt x="91964" y="388553"/>
                </a:lnTo>
                <a:lnTo>
                  <a:pt x="87582" y="370056"/>
                </a:lnTo>
                <a:lnTo>
                  <a:pt x="83210" y="351549"/>
                </a:lnTo>
                <a:lnTo>
                  <a:pt x="78829" y="333051"/>
                </a:lnTo>
                <a:lnTo>
                  <a:pt x="74447" y="314544"/>
                </a:lnTo>
                <a:lnTo>
                  <a:pt x="70066" y="296037"/>
                </a:lnTo>
                <a:lnTo>
                  <a:pt x="65694" y="277539"/>
                </a:lnTo>
                <a:lnTo>
                  <a:pt x="61312" y="259032"/>
                </a:lnTo>
                <a:lnTo>
                  <a:pt x="56931" y="240535"/>
                </a:lnTo>
                <a:lnTo>
                  <a:pt x="52549" y="222028"/>
                </a:lnTo>
                <a:lnTo>
                  <a:pt x="48168" y="203530"/>
                </a:lnTo>
                <a:lnTo>
                  <a:pt x="43796" y="185023"/>
                </a:lnTo>
                <a:lnTo>
                  <a:pt x="39414" y="166526"/>
                </a:lnTo>
                <a:lnTo>
                  <a:pt x="35033" y="148019"/>
                </a:lnTo>
                <a:lnTo>
                  <a:pt x="30651" y="129521"/>
                </a:lnTo>
                <a:lnTo>
                  <a:pt x="26279" y="111014"/>
                </a:lnTo>
                <a:lnTo>
                  <a:pt x="21898" y="92516"/>
                </a:lnTo>
                <a:lnTo>
                  <a:pt x="17516" y="74009"/>
                </a:lnTo>
                <a:lnTo>
                  <a:pt x="13135" y="55512"/>
                </a:lnTo>
                <a:lnTo>
                  <a:pt x="8763" y="37005"/>
                </a:lnTo>
                <a:lnTo>
                  <a:pt x="4382" y="18507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6" name="cause-branch-3">
            <a:extLst xmlns:a="http://schemas.openxmlformats.org/drawingml/2006/main">
              <a:ext uri="{FF2B5EF4-FFF2-40B4-BE49-F238E27FC236}">
                <a16:creationId xmlns:a16="http://schemas.microsoft.com/office/drawing/2014/main" id="{219C22E8-5E12-4C64-B938-B87E7CD2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48175" y="3924300"/>
            <a:ext cx="552450" cy="1706880"/>
          </a:xfrm>
          <a:custGeom xmlns:a="http://schemas.openxmlformats.org/drawingml/2006/main">
            <a:pathLst>
              <a:path w="552450" h="1706880">
                <a:moveTo>
                  <a:pt x="552450" y="0"/>
                </a:moveTo>
                <a:lnTo>
                  <a:pt x="546630" y="17964"/>
                </a:lnTo>
                <a:lnTo>
                  <a:pt x="540820" y="35938"/>
                </a:lnTo>
                <a:lnTo>
                  <a:pt x="535000" y="53902"/>
                </a:lnTo>
                <a:lnTo>
                  <a:pt x="529190" y="71866"/>
                </a:lnTo>
                <a:lnTo>
                  <a:pt x="523370" y="89840"/>
                </a:lnTo>
                <a:lnTo>
                  <a:pt x="517560" y="107804"/>
                </a:lnTo>
                <a:lnTo>
                  <a:pt x="511740" y="125768"/>
                </a:lnTo>
                <a:lnTo>
                  <a:pt x="505930" y="143742"/>
                </a:lnTo>
                <a:lnTo>
                  <a:pt x="500110" y="161706"/>
                </a:lnTo>
                <a:lnTo>
                  <a:pt x="494300" y="179670"/>
                </a:lnTo>
                <a:lnTo>
                  <a:pt x="488480" y="197634"/>
                </a:lnTo>
                <a:lnTo>
                  <a:pt x="482670" y="215608"/>
                </a:lnTo>
                <a:lnTo>
                  <a:pt x="476850" y="233572"/>
                </a:lnTo>
                <a:lnTo>
                  <a:pt x="471040" y="251536"/>
                </a:lnTo>
                <a:lnTo>
                  <a:pt x="465220" y="269510"/>
                </a:lnTo>
                <a:lnTo>
                  <a:pt x="459410" y="287474"/>
                </a:lnTo>
                <a:lnTo>
                  <a:pt x="453590" y="305438"/>
                </a:lnTo>
                <a:lnTo>
                  <a:pt x="447780" y="323412"/>
                </a:lnTo>
                <a:lnTo>
                  <a:pt x="441960" y="341376"/>
                </a:lnTo>
                <a:lnTo>
                  <a:pt x="436140" y="359340"/>
                </a:lnTo>
                <a:lnTo>
                  <a:pt x="430330" y="377314"/>
                </a:lnTo>
                <a:lnTo>
                  <a:pt x="424510" y="395278"/>
                </a:lnTo>
                <a:lnTo>
                  <a:pt x="418700" y="413242"/>
                </a:lnTo>
                <a:lnTo>
                  <a:pt x="412880" y="431216"/>
                </a:lnTo>
                <a:lnTo>
                  <a:pt x="407070" y="449180"/>
                </a:lnTo>
                <a:lnTo>
                  <a:pt x="401250" y="467144"/>
                </a:lnTo>
                <a:lnTo>
                  <a:pt x="395440" y="485118"/>
                </a:lnTo>
                <a:lnTo>
                  <a:pt x="389620" y="503082"/>
                </a:lnTo>
                <a:lnTo>
                  <a:pt x="383810" y="521046"/>
                </a:lnTo>
                <a:lnTo>
                  <a:pt x="377990" y="539010"/>
                </a:lnTo>
                <a:lnTo>
                  <a:pt x="372180" y="556984"/>
                </a:lnTo>
                <a:lnTo>
                  <a:pt x="366360" y="574948"/>
                </a:lnTo>
                <a:lnTo>
                  <a:pt x="360550" y="592912"/>
                </a:lnTo>
                <a:lnTo>
                  <a:pt x="354730" y="610886"/>
                </a:lnTo>
                <a:lnTo>
                  <a:pt x="348920" y="628850"/>
                </a:lnTo>
                <a:lnTo>
                  <a:pt x="343100" y="646814"/>
                </a:lnTo>
                <a:lnTo>
                  <a:pt x="337290" y="664788"/>
                </a:lnTo>
                <a:lnTo>
                  <a:pt x="331470" y="682752"/>
                </a:lnTo>
                <a:lnTo>
                  <a:pt x="325650" y="700716"/>
                </a:lnTo>
                <a:lnTo>
                  <a:pt x="319840" y="718690"/>
                </a:lnTo>
                <a:lnTo>
                  <a:pt x="314020" y="736654"/>
                </a:lnTo>
                <a:lnTo>
                  <a:pt x="308210" y="754618"/>
                </a:lnTo>
                <a:lnTo>
                  <a:pt x="302390" y="772592"/>
                </a:lnTo>
                <a:lnTo>
                  <a:pt x="296580" y="790556"/>
                </a:lnTo>
                <a:lnTo>
                  <a:pt x="290760" y="808520"/>
                </a:lnTo>
                <a:lnTo>
                  <a:pt x="284950" y="826494"/>
                </a:lnTo>
                <a:lnTo>
                  <a:pt x="279130" y="844458"/>
                </a:lnTo>
                <a:lnTo>
                  <a:pt x="273320" y="862422"/>
                </a:lnTo>
                <a:lnTo>
                  <a:pt x="267500" y="880386"/>
                </a:lnTo>
                <a:lnTo>
                  <a:pt x="261690" y="898360"/>
                </a:lnTo>
                <a:lnTo>
                  <a:pt x="255870" y="916324"/>
                </a:lnTo>
                <a:lnTo>
                  <a:pt x="250060" y="934288"/>
                </a:lnTo>
                <a:lnTo>
                  <a:pt x="244240" y="952262"/>
                </a:lnTo>
                <a:lnTo>
                  <a:pt x="238430" y="970226"/>
                </a:lnTo>
                <a:lnTo>
                  <a:pt x="232610" y="988190"/>
                </a:lnTo>
                <a:lnTo>
                  <a:pt x="226800" y="1006164"/>
                </a:lnTo>
                <a:lnTo>
                  <a:pt x="220980" y="1024128"/>
                </a:lnTo>
                <a:lnTo>
                  <a:pt x="215160" y="1042092"/>
                </a:lnTo>
                <a:lnTo>
                  <a:pt x="209350" y="1060066"/>
                </a:lnTo>
                <a:lnTo>
                  <a:pt x="203530" y="1078030"/>
                </a:lnTo>
                <a:lnTo>
                  <a:pt x="197720" y="1095994"/>
                </a:lnTo>
                <a:lnTo>
                  <a:pt x="191900" y="1113968"/>
                </a:lnTo>
                <a:lnTo>
                  <a:pt x="186090" y="1131932"/>
                </a:lnTo>
                <a:lnTo>
                  <a:pt x="180270" y="1149896"/>
                </a:lnTo>
                <a:lnTo>
                  <a:pt x="174460" y="1167870"/>
                </a:lnTo>
                <a:lnTo>
                  <a:pt x="168640" y="1185834"/>
                </a:lnTo>
                <a:lnTo>
                  <a:pt x="162830" y="1203798"/>
                </a:lnTo>
                <a:lnTo>
                  <a:pt x="157010" y="1221762"/>
                </a:lnTo>
                <a:lnTo>
                  <a:pt x="151200" y="1239736"/>
                </a:lnTo>
                <a:lnTo>
                  <a:pt x="145380" y="1257700"/>
                </a:lnTo>
                <a:lnTo>
                  <a:pt x="139570" y="1275664"/>
                </a:lnTo>
                <a:lnTo>
                  <a:pt x="133750" y="1293638"/>
                </a:lnTo>
                <a:lnTo>
                  <a:pt x="127940" y="1311602"/>
                </a:lnTo>
                <a:lnTo>
                  <a:pt x="122120" y="1329566"/>
                </a:lnTo>
                <a:lnTo>
                  <a:pt x="116310" y="1347540"/>
                </a:lnTo>
                <a:lnTo>
                  <a:pt x="110490" y="1365504"/>
                </a:lnTo>
                <a:lnTo>
                  <a:pt x="104670" y="1383468"/>
                </a:lnTo>
                <a:lnTo>
                  <a:pt x="98860" y="1401442"/>
                </a:lnTo>
                <a:lnTo>
                  <a:pt x="93040" y="1419406"/>
                </a:lnTo>
                <a:lnTo>
                  <a:pt x="87230" y="1437370"/>
                </a:lnTo>
                <a:lnTo>
                  <a:pt x="81410" y="1455344"/>
                </a:lnTo>
                <a:lnTo>
                  <a:pt x="75600" y="1473308"/>
                </a:lnTo>
                <a:lnTo>
                  <a:pt x="69780" y="1491272"/>
                </a:lnTo>
                <a:lnTo>
                  <a:pt x="63970" y="1509246"/>
                </a:lnTo>
                <a:lnTo>
                  <a:pt x="58150" y="1527210"/>
                </a:lnTo>
                <a:lnTo>
                  <a:pt x="52340" y="1545174"/>
                </a:lnTo>
                <a:lnTo>
                  <a:pt x="46520" y="1563138"/>
                </a:lnTo>
                <a:lnTo>
                  <a:pt x="40710" y="1581112"/>
                </a:lnTo>
                <a:lnTo>
                  <a:pt x="34890" y="1599076"/>
                </a:lnTo>
                <a:lnTo>
                  <a:pt x="29080" y="1617040"/>
                </a:lnTo>
                <a:lnTo>
                  <a:pt x="23260" y="1635014"/>
                </a:lnTo>
                <a:lnTo>
                  <a:pt x="17450" y="1652978"/>
                </a:lnTo>
                <a:lnTo>
                  <a:pt x="11630" y="1670942"/>
                </a:lnTo>
                <a:lnTo>
                  <a:pt x="5820" y="1688916"/>
                </a:lnTo>
                <a:lnTo>
                  <a:pt x="0" y="170688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7" name="cause-branch-4">
            <a:extLst xmlns:a="http://schemas.openxmlformats.org/drawingml/2006/main">
              <a:ext uri="{FF2B5EF4-FFF2-40B4-BE49-F238E27FC236}">
                <a16:creationId xmlns:a16="http://schemas.microsoft.com/office/drawing/2014/main" id="{5CD7F416-81FD-4982-B70C-B60122C2D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86675" y="3924300"/>
            <a:ext cx="552450" cy="1691640"/>
          </a:xfrm>
          <a:custGeom xmlns:a="http://schemas.openxmlformats.org/drawingml/2006/main">
            <a:pathLst>
              <a:path w="552450" h="1691640">
                <a:moveTo>
                  <a:pt x="552450" y="0"/>
                </a:moveTo>
                <a:lnTo>
                  <a:pt x="546573" y="17993"/>
                </a:lnTo>
                <a:lnTo>
                  <a:pt x="540696" y="35995"/>
                </a:lnTo>
                <a:lnTo>
                  <a:pt x="534819" y="53988"/>
                </a:lnTo>
                <a:lnTo>
                  <a:pt x="528942" y="71980"/>
                </a:lnTo>
                <a:lnTo>
                  <a:pt x="523065" y="89983"/>
                </a:lnTo>
                <a:lnTo>
                  <a:pt x="517188" y="107975"/>
                </a:lnTo>
                <a:lnTo>
                  <a:pt x="511312" y="125978"/>
                </a:lnTo>
                <a:lnTo>
                  <a:pt x="505435" y="143970"/>
                </a:lnTo>
                <a:lnTo>
                  <a:pt x="499558" y="161963"/>
                </a:lnTo>
                <a:lnTo>
                  <a:pt x="493681" y="179965"/>
                </a:lnTo>
                <a:lnTo>
                  <a:pt x="487804" y="197958"/>
                </a:lnTo>
                <a:lnTo>
                  <a:pt x="481927" y="215951"/>
                </a:lnTo>
                <a:lnTo>
                  <a:pt x="476050" y="233953"/>
                </a:lnTo>
                <a:lnTo>
                  <a:pt x="470173" y="251946"/>
                </a:lnTo>
                <a:lnTo>
                  <a:pt x="464296" y="269939"/>
                </a:lnTo>
                <a:lnTo>
                  <a:pt x="458419" y="287941"/>
                </a:lnTo>
                <a:lnTo>
                  <a:pt x="452542" y="305933"/>
                </a:lnTo>
                <a:lnTo>
                  <a:pt x="446665" y="323936"/>
                </a:lnTo>
                <a:lnTo>
                  <a:pt x="440788" y="341928"/>
                </a:lnTo>
                <a:lnTo>
                  <a:pt x="434911" y="359921"/>
                </a:lnTo>
                <a:lnTo>
                  <a:pt x="429035" y="377923"/>
                </a:lnTo>
                <a:lnTo>
                  <a:pt x="423158" y="395916"/>
                </a:lnTo>
                <a:lnTo>
                  <a:pt x="417281" y="413909"/>
                </a:lnTo>
                <a:lnTo>
                  <a:pt x="411394" y="431911"/>
                </a:lnTo>
                <a:lnTo>
                  <a:pt x="405517" y="449904"/>
                </a:lnTo>
                <a:lnTo>
                  <a:pt x="399640" y="467897"/>
                </a:lnTo>
                <a:lnTo>
                  <a:pt x="393764" y="485899"/>
                </a:lnTo>
                <a:lnTo>
                  <a:pt x="387887" y="503892"/>
                </a:lnTo>
                <a:lnTo>
                  <a:pt x="382010" y="521884"/>
                </a:lnTo>
                <a:lnTo>
                  <a:pt x="376133" y="539887"/>
                </a:lnTo>
                <a:lnTo>
                  <a:pt x="370256" y="557879"/>
                </a:lnTo>
                <a:lnTo>
                  <a:pt x="364379" y="575882"/>
                </a:lnTo>
                <a:lnTo>
                  <a:pt x="358502" y="593874"/>
                </a:lnTo>
                <a:lnTo>
                  <a:pt x="352625" y="611867"/>
                </a:lnTo>
                <a:lnTo>
                  <a:pt x="346748" y="629869"/>
                </a:lnTo>
                <a:lnTo>
                  <a:pt x="340871" y="647862"/>
                </a:lnTo>
                <a:lnTo>
                  <a:pt x="334994" y="665855"/>
                </a:lnTo>
                <a:lnTo>
                  <a:pt x="329117" y="683857"/>
                </a:lnTo>
                <a:lnTo>
                  <a:pt x="323240" y="701850"/>
                </a:lnTo>
                <a:lnTo>
                  <a:pt x="317363" y="719842"/>
                </a:lnTo>
                <a:lnTo>
                  <a:pt x="311487" y="737845"/>
                </a:lnTo>
                <a:lnTo>
                  <a:pt x="305610" y="755837"/>
                </a:lnTo>
                <a:lnTo>
                  <a:pt x="299733" y="773840"/>
                </a:lnTo>
                <a:lnTo>
                  <a:pt x="293856" y="791832"/>
                </a:lnTo>
                <a:lnTo>
                  <a:pt x="287979" y="809825"/>
                </a:lnTo>
                <a:lnTo>
                  <a:pt x="282102" y="827827"/>
                </a:lnTo>
                <a:lnTo>
                  <a:pt x="276225" y="845820"/>
                </a:lnTo>
                <a:lnTo>
                  <a:pt x="270348" y="863813"/>
                </a:lnTo>
                <a:lnTo>
                  <a:pt x="264471" y="881815"/>
                </a:lnTo>
                <a:lnTo>
                  <a:pt x="258594" y="899808"/>
                </a:lnTo>
                <a:lnTo>
                  <a:pt x="252717" y="917800"/>
                </a:lnTo>
                <a:lnTo>
                  <a:pt x="246840" y="935803"/>
                </a:lnTo>
                <a:lnTo>
                  <a:pt x="240963" y="953795"/>
                </a:lnTo>
                <a:lnTo>
                  <a:pt x="235087" y="971798"/>
                </a:lnTo>
                <a:lnTo>
                  <a:pt x="229210" y="989790"/>
                </a:lnTo>
                <a:lnTo>
                  <a:pt x="223333" y="1007783"/>
                </a:lnTo>
                <a:lnTo>
                  <a:pt x="217456" y="1025785"/>
                </a:lnTo>
                <a:lnTo>
                  <a:pt x="211579" y="1043778"/>
                </a:lnTo>
                <a:lnTo>
                  <a:pt x="205702" y="1061771"/>
                </a:lnTo>
                <a:lnTo>
                  <a:pt x="199825" y="1079773"/>
                </a:lnTo>
                <a:lnTo>
                  <a:pt x="193948" y="1097766"/>
                </a:lnTo>
                <a:lnTo>
                  <a:pt x="188071" y="1115759"/>
                </a:lnTo>
                <a:lnTo>
                  <a:pt x="182194" y="1133761"/>
                </a:lnTo>
                <a:lnTo>
                  <a:pt x="176317" y="1151753"/>
                </a:lnTo>
                <a:lnTo>
                  <a:pt x="170440" y="1169756"/>
                </a:lnTo>
                <a:lnTo>
                  <a:pt x="164563" y="1187748"/>
                </a:lnTo>
                <a:lnTo>
                  <a:pt x="158687" y="1205741"/>
                </a:lnTo>
                <a:lnTo>
                  <a:pt x="152810" y="1223743"/>
                </a:lnTo>
                <a:lnTo>
                  <a:pt x="146933" y="1241736"/>
                </a:lnTo>
                <a:lnTo>
                  <a:pt x="141056" y="1259729"/>
                </a:lnTo>
                <a:lnTo>
                  <a:pt x="135169" y="1277731"/>
                </a:lnTo>
                <a:lnTo>
                  <a:pt x="129292" y="1295724"/>
                </a:lnTo>
                <a:lnTo>
                  <a:pt x="123415" y="1313717"/>
                </a:lnTo>
                <a:lnTo>
                  <a:pt x="117539" y="1331719"/>
                </a:lnTo>
                <a:lnTo>
                  <a:pt x="111662" y="1349712"/>
                </a:lnTo>
                <a:lnTo>
                  <a:pt x="105785" y="1367704"/>
                </a:lnTo>
                <a:lnTo>
                  <a:pt x="99908" y="1385707"/>
                </a:lnTo>
                <a:lnTo>
                  <a:pt x="94031" y="1403699"/>
                </a:lnTo>
                <a:lnTo>
                  <a:pt x="88154" y="1421702"/>
                </a:lnTo>
                <a:lnTo>
                  <a:pt x="82277" y="1439694"/>
                </a:lnTo>
                <a:lnTo>
                  <a:pt x="76400" y="1457687"/>
                </a:lnTo>
                <a:lnTo>
                  <a:pt x="70523" y="1475689"/>
                </a:lnTo>
                <a:lnTo>
                  <a:pt x="64646" y="1493682"/>
                </a:lnTo>
                <a:lnTo>
                  <a:pt x="58769" y="1511675"/>
                </a:lnTo>
                <a:lnTo>
                  <a:pt x="52892" y="1529677"/>
                </a:lnTo>
                <a:lnTo>
                  <a:pt x="47015" y="1547670"/>
                </a:lnTo>
                <a:lnTo>
                  <a:pt x="41138" y="1565662"/>
                </a:lnTo>
                <a:lnTo>
                  <a:pt x="35262" y="1583665"/>
                </a:lnTo>
                <a:lnTo>
                  <a:pt x="29385" y="1601657"/>
                </a:lnTo>
                <a:lnTo>
                  <a:pt x="23508" y="1619660"/>
                </a:lnTo>
                <a:lnTo>
                  <a:pt x="17631" y="1637652"/>
                </a:lnTo>
                <a:lnTo>
                  <a:pt x="11754" y="1655645"/>
                </a:lnTo>
                <a:lnTo>
                  <a:pt x="5877" y="1673647"/>
                </a:lnTo>
                <a:lnTo>
                  <a:pt x="0" y="169164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8" name="causal-anchor-0">
            <a:extLst xmlns:a="http://schemas.openxmlformats.org/drawingml/2006/main">
              <a:ext uri="{FF2B5EF4-FFF2-40B4-BE49-F238E27FC236}">
                <a16:creationId xmlns:a16="http://schemas.microsoft.com/office/drawing/2014/main" id="{ECD7E407-697D-4228-A73C-783522653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9" name="causal-anchor-1">
            <a:extLst xmlns:a="http://schemas.openxmlformats.org/drawingml/2006/main">
              <a:ext uri="{FF2B5EF4-FFF2-40B4-BE49-F238E27FC236}">
                <a16:creationId xmlns:a16="http://schemas.microsoft.com/office/drawing/2014/main" id="{CFA25DD6-F98C-4775-A731-381A7E96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722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10" name="causal-anchor-2">
            <a:extLst xmlns:a="http://schemas.openxmlformats.org/drawingml/2006/main">
              <a:ext uri="{FF2B5EF4-FFF2-40B4-BE49-F238E27FC236}">
                <a16:creationId xmlns:a16="http://schemas.microsoft.com/office/drawing/2014/main" id="{0B18ADC8-4440-4BEF-A4E1-EBED6CA2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297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11" name="causal-anchor-3">
            <a:extLst xmlns:a="http://schemas.openxmlformats.org/drawingml/2006/main">
              <a:ext uri="{FF2B5EF4-FFF2-40B4-BE49-F238E27FC236}">
                <a16:creationId xmlns:a16="http://schemas.microsoft.com/office/drawing/2014/main" id="{D1B35BF1-36FE-4E01-A4B7-C14A5B5E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82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12" name="causal-anchor-4">
            <a:extLst xmlns:a="http://schemas.openxmlformats.org/drawingml/2006/main">
              <a:ext uri="{FF2B5EF4-FFF2-40B4-BE49-F238E27FC236}">
                <a16:creationId xmlns:a16="http://schemas.microsoft.com/office/drawing/2014/main" id="{6C858962-FC0B-4514-9698-ECE3DDC4B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13" name="causal-effect-head">
            <a:extLst xmlns:a="http://schemas.openxmlformats.org/drawingml/2006/main">
              <a:ext uri="{FF2B5EF4-FFF2-40B4-BE49-F238E27FC236}">
                <a16:creationId xmlns:a16="http://schemas.microsoft.com/office/drawing/2014/main" id="{24DC6CAC-B7EC-467B-AF48-0C1C8C148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82225" y="2781300"/>
            <a:ext cx="1426426" cy="2283914"/>
          </a:xfrm>
          <a:custGeom xmlns:a="http://schemas.openxmlformats.org/drawingml/2006/main">
            <a:pathLst>
              <a:path w="1426426" h="2283914">
                <a:moveTo>
                  <a:pt x="0" y="0"/>
                </a:moveTo>
                <a:lnTo>
                  <a:pt x="25203" y="4181"/>
                </a:lnTo>
                <a:lnTo>
                  <a:pt x="50349" y="8649"/>
                </a:lnTo>
                <a:lnTo>
                  <a:pt x="75448" y="13402"/>
                </a:lnTo>
                <a:lnTo>
                  <a:pt x="100489" y="18450"/>
                </a:lnTo>
                <a:lnTo>
                  <a:pt x="125463" y="23803"/>
                </a:lnTo>
                <a:lnTo>
                  <a:pt x="150381" y="29442"/>
                </a:lnTo>
                <a:lnTo>
                  <a:pt x="175222" y="35385"/>
                </a:lnTo>
                <a:lnTo>
                  <a:pt x="199987" y="41643"/>
                </a:lnTo>
                <a:lnTo>
                  <a:pt x="224676" y="48196"/>
                </a:lnTo>
                <a:lnTo>
                  <a:pt x="249279" y="55064"/>
                </a:lnTo>
                <a:lnTo>
                  <a:pt x="273796" y="62236"/>
                </a:lnTo>
                <a:lnTo>
                  <a:pt x="298218" y="69733"/>
                </a:lnTo>
                <a:lnTo>
                  <a:pt x="322536" y="77534"/>
                </a:lnTo>
                <a:lnTo>
                  <a:pt x="346758" y="85658"/>
                </a:lnTo>
                <a:lnTo>
                  <a:pt x="370865" y="94107"/>
                </a:lnTo>
                <a:lnTo>
                  <a:pt x="394859" y="102870"/>
                </a:lnTo>
                <a:lnTo>
                  <a:pt x="418729" y="111957"/>
                </a:lnTo>
                <a:lnTo>
                  <a:pt x="442474" y="121368"/>
                </a:lnTo>
                <a:lnTo>
                  <a:pt x="466087" y="131102"/>
                </a:lnTo>
                <a:lnTo>
                  <a:pt x="489566" y="141161"/>
                </a:lnTo>
                <a:lnTo>
                  <a:pt x="512912" y="151543"/>
                </a:lnTo>
                <a:lnTo>
                  <a:pt x="536096" y="162258"/>
                </a:lnTo>
                <a:lnTo>
                  <a:pt x="559127" y="173307"/>
                </a:lnTo>
                <a:lnTo>
                  <a:pt x="582006" y="184671"/>
                </a:lnTo>
                <a:lnTo>
                  <a:pt x="604714" y="196367"/>
                </a:lnTo>
                <a:lnTo>
                  <a:pt x="627250" y="208388"/>
                </a:lnTo>
                <a:lnTo>
                  <a:pt x="649615" y="220742"/>
                </a:lnTo>
                <a:lnTo>
                  <a:pt x="671789" y="233420"/>
                </a:lnTo>
                <a:lnTo>
                  <a:pt x="693782" y="246412"/>
                </a:lnTo>
                <a:lnTo>
                  <a:pt x="715575" y="259737"/>
                </a:lnTo>
                <a:lnTo>
                  <a:pt x="737168" y="273377"/>
                </a:lnTo>
                <a:lnTo>
                  <a:pt x="758552" y="287350"/>
                </a:lnTo>
                <a:lnTo>
                  <a:pt x="779736" y="301628"/>
                </a:lnTo>
                <a:lnTo>
                  <a:pt x="800691" y="316230"/>
                </a:lnTo>
                <a:lnTo>
                  <a:pt x="821426" y="331146"/>
                </a:lnTo>
                <a:lnTo>
                  <a:pt x="841943" y="346367"/>
                </a:lnTo>
                <a:lnTo>
                  <a:pt x="862222" y="361902"/>
                </a:lnTo>
                <a:lnTo>
                  <a:pt x="882253" y="377742"/>
                </a:lnTo>
                <a:lnTo>
                  <a:pt x="902056" y="393878"/>
                </a:lnTo>
                <a:lnTo>
                  <a:pt x="921601" y="410327"/>
                </a:lnTo>
                <a:lnTo>
                  <a:pt x="940908" y="427053"/>
                </a:lnTo>
                <a:lnTo>
                  <a:pt x="959939" y="444084"/>
                </a:lnTo>
                <a:lnTo>
                  <a:pt x="978732" y="461401"/>
                </a:lnTo>
                <a:lnTo>
                  <a:pt x="997239" y="478993"/>
                </a:lnTo>
                <a:lnTo>
                  <a:pt x="1015489" y="496872"/>
                </a:lnTo>
                <a:lnTo>
                  <a:pt x="1033463" y="515017"/>
                </a:lnTo>
                <a:lnTo>
                  <a:pt x="1051160" y="533438"/>
                </a:lnTo>
                <a:lnTo>
                  <a:pt x="1068581" y="552117"/>
                </a:lnTo>
                <a:lnTo>
                  <a:pt x="1085717" y="571062"/>
                </a:lnTo>
                <a:lnTo>
                  <a:pt x="1102566" y="590264"/>
                </a:lnTo>
                <a:lnTo>
                  <a:pt x="1119130" y="609705"/>
                </a:lnTo>
                <a:lnTo>
                  <a:pt x="1135409" y="629393"/>
                </a:lnTo>
                <a:lnTo>
                  <a:pt x="1151382" y="649329"/>
                </a:lnTo>
                <a:lnTo>
                  <a:pt x="1167070" y="669484"/>
                </a:lnTo>
                <a:lnTo>
                  <a:pt x="1182453" y="689877"/>
                </a:lnTo>
                <a:lnTo>
                  <a:pt x="1197540" y="710489"/>
                </a:lnTo>
                <a:lnTo>
                  <a:pt x="1212323" y="731320"/>
                </a:lnTo>
                <a:lnTo>
                  <a:pt x="1226810" y="752361"/>
                </a:lnTo>
                <a:lnTo>
                  <a:pt x="1240993" y="773611"/>
                </a:lnTo>
                <a:lnTo>
                  <a:pt x="1254871" y="795052"/>
                </a:lnTo>
                <a:lnTo>
                  <a:pt x="1268444" y="816693"/>
                </a:lnTo>
                <a:lnTo>
                  <a:pt x="1281713" y="838524"/>
                </a:lnTo>
                <a:lnTo>
                  <a:pt x="1294667" y="860536"/>
                </a:lnTo>
                <a:lnTo>
                  <a:pt x="1307325" y="882720"/>
                </a:lnTo>
                <a:lnTo>
                  <a:pt x="1319670" y="905085"/>
                </a:lnTo>
                <a:lnTo>
                  <a:pt x="1331719" y="927611"/>
                </a:lnTo>
                <a:lnTo>
                  <a:pt x="1343454" y="950290"/>
                </a:lnTo>
                <a:lnTo>
                  <a:pt x="1354884" y="973141"/>
                </a:lnTo>
                <a:lnTo>
                  <a:pt x="1366018" y="996134"/>
                </a:lnTo>
                <a:lnTo>
                  <a:pt x="1376839" y="1019270"/>
                </a:lnTo>
                <a:lnTo>
                  <a:pt x="1387354" y="1042549"/>
                </a:lnTo>
                <a:lnTo>
                  <a:pt x="1397575" y="1065952"/>
                </a:lnTo>
                <a:lnTo>
                  <a:pt x="1407490" y="1089498"/>
                </a:lnTo>
                <a:lnTo>
                  <a:pt x="1417110" y="1113158"/>
                </a:lnTo>
                <a:lnTo>
                  <a:pt x="1426426" y="1136942"/>
                </a:lnTo>
                <a:lnTo>
                  <a:pt x="1421882" y="1160774"/>
                </a:lnTo>
                <a:lnTo>
                  <a:pt x="1412415" y="1184500"/>
                </a:lnTo>
                <a:lnTo>
                  <a:pt x="1402652" y="1208103"/>
                </a:lnTo>
                <a:lnTo>
                  <a:pt x="1392584" y="1231583"/>
                </a:lnTo>
                <a:lnTo>
                  <a:pt x="1382220" y="1254928"/>
                </a:lnTo>
                <a:lnTo>
                  <a:pt x="1371552" y="1278141"/>
                </a:lnTo>
                <a:lnTo>
                  <a:pt x="1360580" y="1301210"/>
                </a:lnTo>
                <a:lnTo>
                  <a:pt x="1349292" y="1324127"/>
                </a:lnTo>
                <a:lnTo>
                  <a:pt x="1337720" y="1346892"/>
                </a:lnTo>
                <a:lnTo>
                  <a:pt x="1325823" y="1369505"/>
                </a:lnTo>
                <a:lnTo>
                  <a:pt x="1313631" y="1391945"/>
                </a:lnTo>
                <a:lnTo>
                  <a:pt x="1301134" y="1414224"/>
                </a:lnTo>
                <a:lnTo>
                  <a:pt x="1288332" y="1436322"/>
                </a:lnTo>
                <a:lnTo>
                  <a:pt x="1275217" y="1458249"/>
                </a:lnTo>
                <a:lnTo>
                  <a:pt x="1261796" y="1479985"/>
                </a:lnTo>
                <a:lnTo>
                  <a:pt x="1248070" y="1501531"/>
                </a:lnTo>
                <a:lnTo>
                  <a:pt x="1234049" y="1522876"/>
                </a:lnTo>
                <a:lnTo>
                  <a:pt x="1219714" y="1544022"/>
                </a:lnTo>
                <a:lnTo>
                  <a:pt x="1205084" y="1564958"/>
                </a:lnTo>
                <a:lnTo>
                  <a:pt x="1190149" y="1585684"/>
                </a:lnTo>
                <a:lnTo>
                  <a:pt x="1174918" y="1606182"/>
                </a:lnTo>
                <a:lnTo>
                  <a:pt x="1159383" y="1626460"/>
                </a:lnTo>
                <a:lnTo>
                  <a:pt x="1143552" y="1646511"/>
                </a:lnTo>
                <a:lnTo>
                  <a:pt x="1127436" y="1666323"/>
                </a:lnTo>
                <a:lnTo>
                  <a:pt x="1111015" y="1685896"/>
                </a:lnTo>
                <a:lnTo>
                  <a:pt x="1094308" y="1705223"/>
                </a:lnTo>
                <a:lnTo>
                  <a:pt x="1077316" y="1724292"/>
                </a:lnTo>
                <a:lnTo>
                  <a:pt x="1060047" y="1743113"/>
                </a:lnTo>
                <a:lnTo>
                  <a:pt x="1042483" y="1761658"/>
                </a:lnTo>
                <a:lnTo>
                  <a:pt x="1024652" y="1779946"/>
                </a:lnTo>
                <a:lnTo>
                  <a:pt x="1006545" y="1797958"/>
                </a:lnTo>
                <a:lnTo>
                  <a:pt x="988162" y="1815703"/>
                </a:lnTo>
                <a:lnTo>
                  <a:pt x="969512" y="1833162"/>
                </a:lnTo>
                <a:lnTo>
                  <a:pt x="950605" y="1850327"/>
                </a:lnTo>
                <a:lnTo>
                  <a:pt x="931440" y="1867214"/>
                </a:lnTo>
                <a:lnTo>
                  <a:pt x="912019" y="1883807"/>
                </a:lnTo>
                <a:lnTo>
                  <a:pt x="892340" y="1900095"/>
                </a:lnTo>
                <a:lnTo>
                  <a:pt x="872423" y="1916087"/>
                </a:lnTo>
                <a:lnTo>
                  <a:pt x="852268" y="1931784"/>
                </a:lnTo>
                <a:lnTo>
                  <a:pt x="831875" y="1947167"/>
                </a:lnTo>
                <a:lnTo>
                  <a:pt x="811254" y="1962236"/>
                </a:lnTo>
                <a:lnTo>
                  <a:pt x="790404" y="1976999"/>
                </a:lnTo>
                <a:lnTo>
                  <a:pt x="769334" y="1991439"/>
                </a:lnTo>
                <a:lnTo>
                  <a:pt x="748055" y="2005565"/>
                </a:lnTo>
                <a:lnTo>
                  <a:pt x="726557" y="2019376"/>
                </a:lnTo>
                <a:lnTo>
                  <a:pt x="704869" y="2032864"/>
                </a:lnTo>
                <a:lnTo>
                  <a:pt x="682981" y="2046027"/>
                </a:lnTo>
                <a:lnTo>
                  <a:pt x="660892" y="2058867"/>
                </a:lnTo>
                <a:lnTo>
                  <a:pt x="638623" y="2071383"/>
                </a:lnTo>
                <a:lnTo>
                  <a:pt x="616182" y="2083565"/>
                </a:lnTo>
                <a:lnTo>
                  <a:pt x="593560" y="2095433"/>
                </a:lnTo>
                <a:lnTo>
                  <a:pt x="570767" y="2106959"/>
                </a:lnTo>
                <a:lnTo>
                  <a:pt x="547811" y="2118170"/>
                </a:lnTo>
                <a:lnTo>
                  <a:pt x="524704" y="2129047"/>
                </a:lnTo>
                <a:lnTo>
                  <a:pt x="501444" y="2139601"/>
                </a:lnTo>
                <a:lnTo>
                  <a:pt x="478031" y="2149831"/>
                </a:lnTo>
                <a:lnTo>
                  <a:pt x="454485" y="2159727"/>
                </a:lnTo>
                <a:lnTo>
                  <a:pt x="430806" y="2169309"/>
                </a:lnTo>
                <a:lnTo>
                  <a:pt x="406994" y="2178558"/>
                </a:lnTo>
                <a:lnTo>
                  <a:pt x="383057" y="2187483"/>
                </a:lnTo>
                <a:lnTo>
                  <a:pt x="359007" y="2196094"/>
                </a:lnTo>
                <a:lnTo>
                  <a:pt x="334851" y="2204380"/>
                </a:lnTo>
                <a:lnTo>
                  <a:pt x="310582" y="2212343"/>
                </a:lnTo>
                <a:lnTo>
                  <a:pt x="286207" y="2220001"/>
                </a:lnTo>
                <a:lnTo>
                  <a:pt x="261737" y="2227336"/>
                </a:lnTo>
                <a:lnTo>
                  <a:pt x="237182" y="2234355"/>
                </a:lnTo>
                <a:lnTo>
                  <a:pt x="212531" y="2241071"/>
                </a:lnTo>
                <a:lnTo>
                  <a:pt x="187804" y="2247481"/>
                </a:lnTo>
                <a:lnTo>
                  <a:pt x="163001" y="2253577"/>
                </a:lnTo>
                <a:lnTo>
                  <a:pt x="138122" y="2259378"/>
                </a:lnTo>
                <a:lnTo>
                  <a:pt x="113176" y="2264874"/>
                </a:lnTo>
                <a:lnTo>
                  <a:pt x="88173" y="2270065"/>
                </a:lnTo>
                <a:lnTo>
                  <a:pt x="63103" y="2274970"/>
                </a:lnTo>
                <a:lnTo>
                  <a:pt x="37976" y="2279590"/>
                </a:lnTo>
                <a:lnTo>
                  <a:pt x="12802" y="2283914"/>
                </a:lnTo>
                <a:lnTo>
                  <a:pt x="0" y="2273427"/>
                </a:lnTo>
                <a:lnTo>
                  <a:pt x="0" y="2247881"/>
                </a:lnTo>
                <a:lnTo>
                  <a:pt x="0" y="2222335"/>
                </a:lnTo>
                <a:lnTo>
                  <a:pt x="0" y="2196789"/>
                </a:lnTo>
                <a:lnTo>
                  <a:pt x="0" y="2171252"/>
                </a:lnTo>
                <a:lnTo>
                  <a:pt x="0" y="2145706"/>
                </a:lnTo>
                <a:lnTo>
                  <a:pt x="0" y="2120160"/>
                </a:lnTo>
                <a:lnTo>
                  <a:pt x="0" y="2094614"/>
                </a:lnTo>
                <a:lnTo>
                  <a:pt x="0" y="2069078"/>
                </a:lnTo>
                <a:lnTo>
                  <a:pt x="0" y="2043532"/>
                </a:lnTo>
                <a:lnTo>
                  <a:pt x="0" y="2017986"/>
                </a:lnTo>
                <a:lnTo>
                  <a:pt x="0" y="1992440"/>
                </a:lnTo>
                <a:lnTo>
                  <a:pt x="0" y="1966893"/>
                </a:lnTo>
                <a:lnTo>
                  <a:pt x="0" y="1941357"/>
                </a:lnTo>
                <a:lnTo>
                  <a:pt x="0" y="1915811"/>
                </a:lnTo>
                <a:lnTo>
                  <a:pt x="0" y="1890265"/>
                </a:lnTo>
                <a:lnTo>
                  <a:pt x="0" y="1864719"/>
                </a:lnTo>
                <a:lnTo>
                  <a:pt x="0" y="1839173"/>
                </a:lnTo>
                <a:lnTo>
                  <a:pt x="0" y="1813636"/>
                </a:lnTo>
                <a:lnTo>
                  <a:pt x="0" y="1788090"/>
                </a:lnTo>
                <a:lnTo>
                  <a:pt x="0" y="1762544"/>
                </a:lnTo>
                <a:lnTo>
                  <a:pt x="0" y="1736998"/>
                </a:lnTo>
                <a:lnTo>
                  <a:pt x="0" y="1711452"/>
                </a:lnTo>
                <a:lnTo>
                  <a:pt x="0" y="1685915"/>
                </a:lnTo>
                <a:lnTo>
                  <a:pt x="0" y="1660369"/>
                </a:lnTo>
                <a:lnTo>
                  <a:pt x="0" y="1634823"/>
                </a:lnTo>
                <a:lnTo>
                  <a:pt x="0" y="1609277"/>
                </a:lnTo>
                <a:lnTo>
                  <a:pt x="0" y="1583731"/>
                </a:lnTo>
                <a:lnTo>
                  <a:pt x="0" y="1558195"/>
                </a:lnTo>
                <a:lnTo>
                  <a:pt x="0" y="1532649"/>
                </a:lnTo>
                <a:lnTo>
                  <a:pt x="0" y="1507103"/>
                </a:lnTo>
                <a:lnTo>
                  <a:pt x="0" y="1481557"/>
                </a:lnTo>
                <a:lnTo>
                  <a:pt x="0" y="1456011"/>
                </a:lnTo>
                <a:lnTo>
                  <a:pt x="0" y="1430474"/>
                </a:lnTo>
                <a:lnTo>
                  <a:pt x="0" y="1404928"/>
                </a:lnTo>
                <a:lnTo>
                  <a:pt x="0" y="1379382"/>
                </a:lnTo>
                <a:lnTo>
                  <a:pt x="0" y="1353836"/>
                </a:lnTo>
                <a:lnTo>
                  <a:pt x="0" y="1328290"/>
                </a:lnTo>
                <a:lnTo>
                  <a:pt x="0" y="1302753"/>
                </a:lnTo>
                <a:lnTo>
                  <a:pt x="0" y="1277207"/>
                </a:lnTo>
                <a:lnTo>
                  <a:pt x="0" y="1251661"/>
                </a:lnTo>
                <a:lnTo>
                  <a:pt x="0" y="1226115"/>
                </a:lnTo>
                <a:lnTo>
                  <a:pt x="0" y="1200569"/>
                </a:lnTo>
                <a:lnTo>
                  <a:pt x="0" y="1175033"/>
                </a:lnTo>
                <a:lnTo>
                  <a:pt x="0" y="1149487"/>
                </a:lnTo>
                <a:lnTo>
                  <a:pt x="0" y="1123940"/>
                </a:lnTo>
                <a:lnTo>
                  <a:pt x="0" y="1098394"/>
                </a:lnTo>
                <a:lnTo>
                  <a:pt x="0" y="1072848"/>
                </a:lnTo>
                <a:lnTo>
                  <a:pt x="0" y="1047312"/>
                </a:lnTo>
                <a:lnTo>
                  <a:pt x="0" y="1021766"/>
                </a:lnTo>
                <a:lnTo>
                  <a:pt x="0" y="996220"/>
                </a:lnTo>
                <a:lnTo>
                  <a:pt x="0" y="970674"/>
                </a:lnTo>
                <a:lnTo>
                  <a:pt x="0" y="945137"/>
                </a:lnTo>
                <a:lnTo>
                  <a:pt x="0" y="919591"/>
                </a:lnTo>
                <a:lnTo>
                  <a:pt x="0" y="894045"/>
                </a:lnTo>
                <a:lnTo>
                  <a:pt x="0" y="868499"/>
                </a:lnTo>
                <a:lnTo>
                  <a:pt x="0" y="842953"/>
                </a:lnTo>
                <a:lnTo>
                  <a:pt x="0" y="817416"/>
                </a:lnTo>
                <a:lnTo>
                  <a:pt x="0" y="791870"/>
                </a:lnTo>
                <a:lnTo>
                  <a:pt x="0" y="766324"/>
                </a:lnTo>
                <a:lnTo>
                  <a:pt x="0" y="740778"/>
                </a:lnTo>
                <a:lnTo>
                  <a:pt x="0" y="715232"/>
                </a:lnTo>
                <a:lnTo>
                  <a:pt x="0" y="689696"/>
                </a:lnTo>
                <a:lnTo>
                  <a:pt x="0" y="664150"/>
                </a:lnTo>
                <a:lnTo>
                  <a:pt x="0" y="638604"/>
                </a:lnTo>
                <a:lnTo>
                  <a:pt x="0" y="613058"/>
                </a:lnTo>
                <a:lnTo>
                  <a:pt x="0" y="587512"/>
                </a:lnTo>
                <a:lnTo>
                  <a:pt x="0" y="561975"/>
                </a:lnTo>
                <a:lnTo>
                  <a:pt x="0" y="536429"/>
                </a:lnTo>
                <a:lnTo>
                  <a:pt x="0" y="510883"/>
                </a:lnTo>
                <a:lnTo>
                  <a:pt x="0" y="485337"/>
                </a:lnTo>
                <a:lnTo>
                  <a:pt x="0" y="459791"/>
                </a:lnTo>
                <a:lnTo>
                  <a:pt x="0" y="434254"/>
                </a:lnTo>
                <a:lnTo>
                  <a:pt x="0" y="408708"/>
                </a:lnTo>
                <a:lnTo>
                  <a:pt x="0" y="383162"/>
                </a:lnTo>
                <a:lnTo>
                  <a:pt x="0" y="357616"/>
                </a:lnTo>
                <a:lnTo>
                  <a:pt x="0" y="332070"/>
                </a:lnTo>
                <a:lnTo>
                  <a:pt x="0" y="306534"/>
                </a:lnTo>
                <a:lnTo>
                  <a:pt x="0" y="280988"/>
                </a:lnTo>
                <a:lnTo>
                  <a:pt x="0" y="255441"/>
                </a:lnTo>
                <a:lnTo>
                  <a:pt x="0" y="229895"/>
                </a:lnTo>
                <a:lnTo>
                  <a:pt x="0" y="204349"/>
                </a:lnTo>
                <a:lnTo>
                  <a:pt x="0" y="178813"/>
                </a:lnTo>
                <a:lnTo>
                  <a:pt x="0" y="153267"/>
                </a:lnTo>
                <a:lnTo>
                  <a:pt x="0" y="127721"/>
                </a:lnTo>
                <a:lnTo>
                  <a:pt x="0" y="102175"/>
                </a:lnTo>
                <a:lnTo>
                  <a:pt x="0" y="76629"/>
                </a:lnTo>
                <a:lnTo>
                  <a:pt x="0" y="5109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54783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4" name="cause-heading-0">
            <a:extLst xmlns:a="http://schemas.openxmlformats.org/drawingml/2006/main">
              <a:ext uri="{FF2B5EF4-FFF2-40B4-BE49-F238E27FC236}">
                <a16:creationId xmlns:a16="http://schemas.microsoft.com/office/drawing/2014/main" id="{3CE92D72-FADB-4D49-A9E9-6BFFD00F1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5375" y="1876425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5" name="factor-guide-0-0">
            <a:extLst xmlns:a="http://schemas.openxmlformats.org/drawingml/2006/main">
              <a:ext uri="{FF2B5EF4-FFF2-40B4-BE49-F238E27FC236}">
                <a16:creationId xmlns:a16="http://schemas.microsoft.com/office/drawing/2014/main" id="{DAE2DAAC-1BD3-4FBE-A2F8-99A3A788D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7775" y="281940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6" name="factor-arrow-0-0">
            <a:extLst xmlns:a="http://schemas.openxmlformats.org/drawingml/2006/main">
              <a:ext uri="{FF2B5EF4-FFF2-40B4-BE49-F238E27FC236}">
                <a16:creationId xmlns:a16="http://schemas.microsoft.com/office/drawing/2014/main" id="{C09CD8D5-3835-4A78-A734-8F7191930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278149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7" name="factor-guide-0-1">
            <a:extLst xmlns:a="http://schemas.openxmlformats.org/drawingml/2006/main">
              <a:ext uri="{FF2B5EF4-FFF2-40B4-BE49-F238E27FC236}">
                <a16:creationId xmlns:a16="http://schemas.microsoft.com/office/drawing/2014/main" id="{F0260B76-1FF3-45FF-BA96-4E48C0C34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7775" y="319087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8" name="factor-arrow-0-1">
            <a:extLst xmlns:a="http://schemas.openxmlformats.org/drawingml/2006/main">
              <a:ext uri="{FF2B5EF4-FFF2-40B4-BE49-F238E27FC236}">
                <a16:creationId xmlns:a16="http://schemas.microsoft.com/office/drawing/2014/main" id="{61006D4A-A751-46C3-A9F9-0234564FD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315296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9" name="cause-heading-1">
            <a:extLst xmlns:a="http://schemas.openxmlformats.org/drawingml/2006/main">
              <a:ext uri="{FF2B5EF4-FFF2-40B4-BE49-F238E27FC236}">
                <a16:creationId xmlns:a16="http://schemas.microsoft.com/office/drawing/2014/main" id="{71019F71-80BC-43C2-88D1-D7804D694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1657350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0" name="factor-guide-1-0">
            <a:extLst xmlns:a="http://schemas.openxmlformats.org/drawingml/2006/main">
              <a:ext uri="{FF2B5EF4-FFF2-40B4-BE49-F238E27FC236}">
                <a16:creationId xmlns:a16="http://schemas.microsoft.com/office/drawing/2014/main" id="{A29169DB-D36A-43E5-A6DD-A9BA0CB08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260032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1" name="factor-arrow-1-0">
            <a:extLst xmlns:a="http://schemas.openxmlformats.org/drawingml/2006/main">
              <a:ext uri="{FF2B5EF4-FFF2-40B4-BE49-F238E27FC236}">
                <a16:creationId xmlns:a16="http://schemas.microsoft.com/office/drawing/2014/main" id="{613DEE1A-9309-40A1-A3B1-58A53356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9075" y="256241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2" name="factor-guide-1-1">
            <a:extLst xmlns:a="http://schemas.openxmlformats.org/drawingml/2006/main">
              <a:ext uri="{FF2B5EF4-FFF2-40B4-BE49-F238E27FC236}">
                <a16:creationId xmlns:a16="http://schemas.microsoft.com/office/drawing/2014/main" id="{2F78E479-6A86-4D68-ADC3-35C3FABFD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297180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3" name="factor-arrow-1-1">
            <a:extLst xmlns:a="http://schemas.openxmlformats.org/drawingml/2006/main">
              <a:ext uri="{FF2B5EF4-FFF2-40B4-BE49-F238E27FC236}">
                <a16:creationId xmlns:a16="http://schemas.microsoft.com/office/drawing/2014/main" id="{A21854BB-2214-40EA-8984-405D72BD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9075" y="293389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cause-heading-2">
            <a:extLst xmlns:a="http://schemas.openxmlformats.org/drawingml/2006/main">
              <a:ext uri="{FF2B5EF4-FFF2-40B4-BE49-F238E27FC236}">
                <a16:creationId xmlns:a16="http://schemas.microsoft.com/office/drawing/2014/main" id="{4206E8AD-EA52-4D2F-9C6B-7B5651EFA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1876425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5" name="factor-guide-2-0">
            <a:extLst xmlns:a="http://schemas.openxmlformats.org/drawingml/2006/main">
              <a:ext uri="{FF2B5EF4-FFF2-40B4-BE49-F238E27FC236}">
                <a16:creationId xmlns:a16="http://schemas.microsoft.com/office/drawing/2014/main" id="{3FEB63D2-D283-4ACC-B187-DB85456DA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2775" y="281940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6" name="factor-arrow-2-0">
            <a:extLst xmlns:a="http://schemas.openxmlformats.org/drawingml/2006/main">
              <a:ext uri="{FF2B5EF4-FFF2-40B4-BE49-F238E27FC236}">
                <a16:creationId xmlns:a16="http://schemas.microsoft.com/office/drawing/2014/main" id="{C0117A43-6D3A-43A3-9778-E1F9DFD40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278149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7" name="factor-guide-2-1">
            <a:extLst xmlns:a="http://schemas.openxmlformats.org/drawingml/2006/main">
              <a:ext uri="{FF2B5EF4-FFF2-40B4-BE49-F238E27FC236}">
                <a16:creationId xmlns:a16="http://schemas.microsoft.com/office/drawing/2014/main" id="{0A74E400-5DD1-4D94-8011-9A916DB58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2775" y="319087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8" name="factor-arrow-2-1">
            <a:extLst xmlns:a="http://schemas.openxmlformats.org/drawingml/2006/main">
              <a:ext uri="{FF2B5EF4-FFF2-40B4-BE49-F238E27FC236}">
                <a16:creationId xmlns:a16="http://schemas.microsoft.com/office/drawing/2014/main" id="{99E5CE18-0B5D-4B93-8AE5-149412C38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315296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9" name="cause-heading-3">
            <a:extLst xmlns:a="http://schemas.openxmlformats.org/drawingml/2006/main">
              <a:ext uri="{FF2B5EF4-FFF2-40B4-BE49-F238E27FC236}">
                <a16:creationId xmlns:a16="http://schemas.microsoft.com/office/drawing/2014/main" id="{8C8ABBD6-DE96-49D2-BDDD-E48D5C61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57425" y="5631066"/>
            <a:ext cx="2189236" cy="438150"/>
          </a:xfrm>
          <a:custGeom xmlns:a="http://schemas.openxmlformats.org/drawingml/2006/main">
            <a:pathLst>
              <a:path w="2189236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81917" y="0"/>
                </a:lnTo>
                <a:lnTo>
                  <a:pt x="2103377" y="0"/>
                </a:lnTo>
                <a:lnTo>
                  <a:pt x="2124847" y="0"/>
                </a:lnTo>
                <a:lnTo>
                  <a:pt x="2146306" y="0"/>
                </a:lnTo>
                <a:lnTo>
                  <a:pt x="2167766" y="0"/>
                </a:lnTo>
                <a:lnTo>
                  <a:pt x="2189236" y="0"/>
                </a:lnTo>
                <a:lnTo>
                  <a:pt x="2185330" y="19193"/>
                </a:lnTo>
                <a:lnTo>
                  <a:pt x="2179491" y="39853"/>
                </a:lnTo>
                <a:lnTo>
                  <a:pt x="2173653" y="60503"/>
                </a:lnTo>
                <a:lnTo>
                  <a:pt x="2167814" y="81153"/>
                </a:lnTo>
                <a:lnTo>
                  <a:pt x="2161975" y="101813"/>
                </a:lnTo>
                <a:lnTo>
                  <a:pt x="2156136" y="122463"/>
                </a:lnTo>
                <a:lnTo>
                  <a:pt x="2150307" y="143123"/>
                </a:lnTo>
                <a:lnTo>
                  <a:pt x="2144468" y="163773"/>
                </a:lnTo>
                <a:lnTo>
                  <a:pt x="2138629" y="184423"/>
                </a:lnTo>
                <a:lnTo>
                  <a:pt x="2132790" y="205083"/>
                </a:lnTo>
                <a:lnTo>
                  <a:pt x="2126952" y="225733"/>
                </a:lnTo>
                <a:lnTo>
                  <a:pt x="2121122" y="246393"/>
                </a:lnTo>
                <a:lnTo>
                  <a:pt x="2115283" y="267043"/>
                </a:lnTo>
                <a:lnTo>
                  <a:pt x="2109445" y="287693"/>
                </a:lnTo>
                <a:lnTo>
                  <a:pt x="2103606" y="308353"/>
                </a:lnTo>
                <a:lnTo>
                  <a:pt x="2097767" y="329003"/>
                </a:lnTo>
                <a:lnTo>
                  <a:pt x="2091938" y="349663"/>
                </a:lnTo>
                <a:lnTo>
                  <a:pt x="2086099" y="370313"/>
                </a:lnTo>
                <a:lnTo>
                  <a:pt x="2080260" y="390963"/>
                </a:lnTo>
                <a:lnTo>
                  <a:pt x="2074421" y="411623"/>
                </a:lnTo>
                <a:lnTo>
                  <a:pt x="2068582" y="432273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0" name="factor-guide-3-0">
            <a:extLst xmlns:a="http://schemas.openxmlformats.org/drawingml/2006/main">
              <a:ext uri="{FF2B5EF4-FFF2-40B4-BE49-F238E27FC236}">
                <a16:creationId xmlns:a16="http://schemas.microsoft.com/office/drawing/2014/main" id="{54486FF8-0C61-49D6-A1E4-D44C0B536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09825" y="4545216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31" name="factor-arrow-3-0">
            <a:extLst xmlns:a="http://schemas.openxmlformats.org/drawingml/2006/main">
              <a:ext uri="{FF2B5EF4-FFF2-40B4-BE49-F238E27FC236}">
                <a16:creationId xmlns:a16="http://schemas.microsoft.com/office/drawing/2014/main" id="{A933A2AF-E04E-4125-8376-091495FAF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3625" y="450730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2" name="factor-guide-3-1">
            <a:extLst xmlns:a="http://schemas.openxmlformats.org/drawingml/2006/main">
              <a:ext uri="{FF2B5EF4-FFF2-40B4-BE49-F238E27FC236}">
                <a16:creationId xmlns:a16="http://schemas.microsoft.com/office/drawing/2014/main" id="{90D28F90-FD3D-4649-B743-AF7A7992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09825" y="4916691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33" name="factor-arrow-3-1">
            <a:extLst xmlns:a="http://schemas.openxmlformats.org/drawingml/2006/main">
              <a:ext uri="{FF2B5EF4-FFF2-40B4-BE49-F238E27FC236}">
                <a16:creationId xmlns:a16="http://schemas.microsoft.com/office/drawing/2014/main" id="{1F4F9DE2-8418-41DE-832B-FA0EAC4C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3625" y="487878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4" name="cause-heading-4">
            <a:extLst xmlns:a="http://schemas.openxmlformats.org/drawingml/2006/main">
              <a:ext uri="{FF2B5EF4-FFF2-40B4-BE49-F238E27FC236}">
                <a16:creationId xmlns:a16="http://schemas.microsoft.com/office/drawing/2014/main" id="{67840718-C76D-4120-BB8F-5FFDD4D50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95925" y="5615883"/>
            <a:ext cx="2189236" cy="438150"/>
          </a:xfrm>
          <a:custGeom xmlns:a="http://schemas.openxmlformats.org/drawingml/2006/main">
            <a:pathLst>
              <a:path w="2189236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81917" y="0"/>
                </a:lnTo>
                <a:lnTo>
                  <a:pt x="2103377" y="0"/>
                </a:lnTo>
                <a:lnTo>
                  <a:pt x="2124847" y="0"/>
                </a:lnTo>
                <a:lnTo>
                  <a:pt x="2146306" y="0"/>
                </a:lnTo>
                <a:lnTo>
                  <a:pt x="2167766" y="0"/>
                </a:lnTo>
                <a:lnTo>
                  <a:pt x="2189236" y="0"/>
                </a:lnTo>
                <a:lnTo>
                  <a:pt x="2185330" y="19193"/>
                </a:lnTo>
                <a:lnTo>
                  <a:pt x="2179491" y="39853"/>
                </a:lnTo>
                <a:lnTo>
                  <a:pt x="2173653" y="60503"/>
                </a:lnTo>
                <a:lnTo>
                  <a:pt x="2167814" y="81153"/>
                </a:lnTo>
                <a:lnTo>
                  <a:pt x="2161975" y="101813"/>
                </a:lnTo>
                <a:lnTo>
                  <a:pt x="2156136" y="122463"/>
                </a:lnTo>
                <a:lnTo>
                  <a:pt x="2150307" y="143123"/>
                </a:lnTo>
                <a:lnTo>
                  <a:pt x="2144468" y="163773"/>
                </a:lnTo>
                <a:lnTo>
                  <a:pt x="2138629" y="184423"/>
                </a:lnTo>
                <a:lnTo>
                  <a:pt x="2132790" y="205083"/>
                </a:lnTo>
                <a:lnTo>
                  <a:pt x="2126952" y="225733"/>
                </a:lnTo>
                <a:lnTo>
                  <a:pt x="2121122" y="246393"/>
                </a:lnTo>
                <a:lnTo>
                  <a:pt x="2115283" y="267043"/>
                </a:lnTo>
                <a:lnTo>
                  <a:pt x="2109445" y="287693"/>
                </a:lnTo>
                <a:lnTo>
                  <a:pt x="2103606" y="308353"/>
                </a:lnTo>
                <a:lnTo>
                  <a:pt x="2097767" y="329003"/>
                </a:lnTo>
                <a:lnTo>
                  <a:pt x="2091938" y="349663"/>
                </a:lnTo>
                <a:lnTo>
                  <a:pt x="2086099" y="370313"/>
                </a:lnTo>
                <a:lnTo>
                  <a:pt x="2080260" y="390963"/>
                </a:lnTo>
                <a:lnTo>
                  <a:pt x="2074421" y="411623"/>
                </a:lnTo>
                <a:lnTo>
                  <a:pt x="2068582" y="432273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factor-guide-4-0">
            <a:extLst xmlns:a="http://schemas.openxmlformats.org/drawingml/2006/main">
              <a:ext uri="{FF2B5EF4-FFF2-40B4-BE49-F238E27FC236}">
                <a16:creationId xmlns:a16="http://schemas.microsoft.com/office/drawing/2014/main" id="{52D945B3-B637-45B1-A93F-D356DD0E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48325" y="4530033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36" name="factor-arrow-4-0">
            <a:extLst xmlns:a="http://schemas.openxmlformats.org/drawingml/2006/main">
              <a:ext uri="{FF2B5EF4-FFF2-40B4-BE49-F238E27FC236}">
                <a16:creationId xmlns:a16="http://schemas.microsoft.com/office/drawing/2014/main" id="{38D4A75F-72B2-42D7-B2BF-822D8A120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72125" y="4492123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7" name="factor-guide-4-1">
            <a:extLst xmlns:a="http://schemas.openxmlformats.org/drawingml/2006/main">
              <a:ext uri="{FF2B5EF4-FFF2-40B4-BE49-F238E27FC236}">
                <a16:creationId xmlns:a16="http://schemas.microsoft.com/office/drawing/2014/main" id="{2DA9CFE2-362E-4365-B66E-E280B881F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48325" y="4901508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38" name="factor-arrow-4-1">
            <a:extLst xmlns:a="http://schemas.openxmlformats.org/drawingml/2006/main">
              <a:ext uri="{FF2B5EF4-FFF2-40B4-BE49-F238E27FC236}">
                <a16:creationId xmlns:a16="http://schemas.microsoft.com/office/drawing/2014/main" id="{9BA50044-E24F-4497-A343-4FA3F9CAA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72125" y="4863598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9" name="cause-index-0">
            <a:extLst xmlns:a="http://schemas.openxmlformats.org/drawingml/2006/main">
              <a:ext uri="{FF2B5EF4-FFF2-40B4-BE49-F238E27FC236}">
                <a16:creationId xmlns:a16="http://schemas.microsoft.com/office/drawing/2014/main" id="{73144A6B-B813-4527-A23E-0E8BC6F3D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52525" y="1943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0" name="cause-title-0">
            <a:extLst xmlns:a="http://schemas.openxmlformats.org/drawingml/2006/main">
              <a:ext uri="{FF2B5EF4-FFF2-40B4-BE49-F238E27FC236}">
                <a16:creationId xmlns:a16="http://schemas.microsoft.com/office/drawing/2014/main" id="{C70FC20F-798C-4276-BEBC-1CBBFEE9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52575" y="19621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需求定义</a:t>
            </a:r>
          </a:p>
        </p:txBody>
      </p:sp>
      <p:sp>
        <p:nvSpPr>
          <p:cNvPr id="41" name="cause-body-0">
            <a:extLst xmlns:a="http://schemas.openxmlformats.org/drawingml/2006/main">
              <a:ext uri="{FF2B5EF4-FFF2-40B4-BE49-F238E27FC236}">
                <a16:creationId xmlns:a16="http://schemas.microsoft.com/office/drawing/2014/main" id="{3E15E902-F2D1-47FD-9584-9F3FE363C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2457450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目标频繁调整验收口径不清</a:t>
            </a:r>
          </a:p>
        </p:txBody>
      </p:sp>
      <p:sp>
        <p:nvSpPr>
          <p:cNvPr id="42" name="cause-index-1">
            <a:extLst xmlns:a="http://schemas.openxmlformats.org/drawingml/2006/main">
              <a:ext uri="{FF2B5EF4-FFF2-40B4-BE49-F238E27FC236}">
                <a16:creationId xmlns:a16="http://schemas.microsoft.com/office/drawing/2014/main" id="{9453EDDC-BE89-41EF-85D5-EE17B833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025" y="17240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3" name="cause-title-1">
            <a:extLst xmlns:a="http://schemas.openxmlformats.org/drawingml/2006/main">
              <a:ext uri="{FF2B5EF4-FFF2-40B4-BE49-F238E27FC236}">
                <a16:creationId xmlns:a16="http://schemas.microsoft.com/office/drawing/2014/main" id="{0AAFCF68-A5A9-4F28-B164-CA18E9167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0075" y="1743075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计划协同</a:t>
            </a:r>
          </a:p>
        </p:txBody>
      </p:sp>
      <p:sp>
        <p:nvSpPr>
          <p:cNvPr id="44" name="cause-body-1">
            <a:extLst xmlns:a="http://schemas.openxmlformats.org/drawingml/2006/main">
              <a:ext uri="{FF2B5EF4-FFF2-40B4-BE49-F238E27FC236}">
                <a16:creationId xmlns:a16="http://schemas.microsoft.com/office/drawing/2014/main" id="{3C290D5A-3C7F-4CFD-96BB-0243A75AC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9075" y="2238375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排期依赖遗漏资源承诺不稳</a:t>
            </a:r>
          </a:p>
        </p:txBody>
      </p:sp>
      <p:sp>
        <p:nvSpPr>
          <p:cNvPr id="45" name="cause-index-2">
            <a:extLst xmlns:a="http://schemas.openxmlformats.org/drawingml/2006/main">
              <a:ext uri="{FF2B5EF4-FFF2-40B4-BE49-F238E27FC236}">
                <a16:creationId xmlns:a16="http://schemas.microsoft.com/office/drawing/2014/main" id="{215442AA-09A2-43B9-9B2C-2BDB74457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67525" y="1943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6" name="cause-title-2">
            <a:extLst xmlns:a="http://schemas.openxmlformats.org/drawingml/2006/main">
              <a:ext uri="{FF2B5EF4-FFF2-40B4-BE49-F238E27FC236}">
                <a16:creationId xmlns:a16="http://schemas.microsoft.com/office/drawing/2014/main" id="{9870F39A-3E68-42BD-8006-43BBC95E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9621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技术实现</a:t>
            </a:r>
          </a:p>
        </p:txBody>
      </p:sp>
      <p:sp>
        <p:nvSpPr>
          <p:cNvPr id="47" name="cause-body-2">
            <a:extLst xmlns:a="http://schemas.openxmlformats.org/drawingml/2006/main">
              <a:ext uri="{FF2B5EF4-FFF2-40B4-BE49-F238E27FC236}">
                <a16:creationId xmlns:a16="http://schemas.microsoft.com/office/drawing/2014/main" id="{2FA32A39-4134-4405-80F5-EBC19EDF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2457450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接口复杂耦合自动化覆盖不足</a:t>
            </a:r>
          </a:p>
        </p:txBody>
      </p:sp>
      <p:sp>
        <p:nvSpPr>
          <p:cNvPr id="48" name="cause-index-3">
            <a:extLst xmlns:a="http://schemas.openxmlformats.org/drawingml/2006/main">
              <a:ext uri="{FF2B5EF4-FFF2-40B4-BE49-F238E27FC236}">
                <a16:creationId xmlns:a16="http://schemas.microsoft.com/office/drawing/2014/main" id="{E02FF86B-DA34-42B4-8204-1CD0E99C1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14575" y="5697741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9" name="cause-title-3">
            <a:extLst xmlns:a="http://schemas.openxmlformats.org/drawingml/2006/main">
              <a:ext uri="{FF2B5EF4-FFF2-40B4-BE49-F238E27FC236}">
                <a16:creationId xmlns:a16="http://schemas.microsoft.com/office/drawing/2014/main" id="{80534E00-6305-430E-897F-B06CB31B7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5716791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测试验证</a:t>
            </a:r>
          </a:p>
        </p:txBody>
      </p:sp>
      <p:sp>
        <p:nvSpPr>
          <p:cNvPr id="50" name="cause-body-3">
            <a:extLst xmlns:a="http://schemas.openxmlformats.org/drawingml/2006/main">
              <a:ext uri="{FF2B5EF4-FFF2-40B4-BE49-F238E27FC236}">
                <a16:creationId xmlns:a16="http://schemas.microsoft.com/office/drawing/2014/main" id="{B9AF63AD-8F1C-472D-9363-6316E914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3625" y="4183266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用例覆盖不足测试环境不稳</a:t>
            </a:r>
          </a:p>
        </p:txBody>
      </p:sp>
      <p:sp>
        <p:nvSpPr>
          <p:cNvPr id="51" name="cause-index-4">
            <a:extLst xmlns:a="http://schemas.openxmlformats.org/drawingml/2006/main">
              <a:ext uri="{FF2B5EF4-FFF2-40B4-BE49-F238E27FC236}">
                <a16:creationId xmlns:a16="http://schemas.microsoft.com/office/drawing/2014/main" id="{D7100C6C-7F43-4CD4-BAA9-03A591C44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53075" y="5682558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2" name="cause-title-4">
            <a:extLst xmlns:a="http://schemas.openxmlformats.org/drawingml/2006/main">
              <a:ext uri="{FF2B5EF4-FFF2-40B4-BE49-F238E27FC236}">
                <a16:creationId xmlns:a16="http://schemas.microsoft.com/office/drawing/2014/main" id="{F122AFFE-0D03-445B-80EC-743768CF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3125" y="5701608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人员机制</a:t>
            </a:r>
          </a:p>
        </p:txBody>
      </p:sp>
      <p:sp>
        <p:nvSpPr>
          <p:cNvPr id="53" name="cause-body-4">
            <a:extLst xmlns:a="http://schemas.openxmlformats.org/drawingml/2006/main">
              <a:ext uri="{FF2B5EF4-FFF2-40B4-BE49-F238E27FC236}">
                <a16:creationId xmlns:a16="http://schemas.microsoft.com/office/drawing/2014/main" id="{5928A7C6-D60E-4D10-A112-14FDAF4F6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72125" y="4168083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关键岗位缺口职责边界模糊</a:t>
            </a:r>
          </a:p>
        </p:txBody>
      </p:sp>
      <p:sp>
        <p:nvSpPr>
          <p:cNvPr id="54" name="effect-label">
            <a:extLst xmlns:a="http://schemas.openxmlformats.org/drawingml/2006/main">
              <a:ext uri="{FF2B5EF4-FFF2-40B4-BE49-F238E27FC236}">
                <a16:creationId xmlns:a16="http://schemas.microsoft.com/office/drawing/2014/main" id="{68B0A584-0A06-41F5-B211-FBBC89726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0" y="311467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00" b="1" i="0">
                <a:solidFill>
                  <a:srgbClr val="C8D7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C8D7FA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55" name="effect-title">
            <a:extLst xmlns:a="http://schemas.openxmlformats.org/drawingml/2006/main">
              <a:ext uri="{FF2B5EF4-FFF2-40B4-BE49-F238E27FC236}">
                <a16:creationId xmlns:a16="http://schemas.microsoft.com/office/drawing/2014/main" id="{02038B8F-D62A-41C3-96D8-FF5F72802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0" y="3779196"/>
            <a:ext cx="857250" cy="5759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延期</a:t>
            </a:r>
          </a:p>
        </p:txBody>
      </p:sp>
    </p:spTree>
    <p:extLst>
      <p:ext uri="{BB962C8B-B14F-4D97-AF65-F5344CB8AC3E}">
        <p14:creationId xmlns:p14="http://schemas.microsoft.com/office/powerpoint/2010/main" val="4186030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causal-tail">
            <a:extLst xmlns:a="http://schemas.openxmlformats.org/drawingml/2006/main">
              <a:ext uri="{FF2B5EF4-FFF2-40B4-BE49-F238E27FC236}">
                <a16:creationId xmlns:a16="http://schemas.microsoft.com/office/drawing/2014/main" id="{1F91AE80-5DD0-48A7-8ED2-C6211CC1C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9125" y="3390900"/>
            <a:ext cx="533390" cy="1065305"/>
          </a:xfrm>
          <a:custGeom xmlns:a="http://schemas.openxmlformats.org/drawingml/2006/main">
            <a:pathLst>
              <a:path w="533390" h="1065305">
                <a:moveTo>
                  <a:pt x="0" y="0"/>
                </a:moveTo>
                <a:lnTo>
                  <a:pt x="18783" y="2372"/>
                </a:lnTo>
                <a:lnTo>
                  <a:pt x="37509" y="5172"/>
                </a:lnTo>
                <a:lnTo>
                  <a:pt x="56159" y="8430"/>
                </a:lnTo>
                <a:lnTo>
                  <a:pt x="74714" y="12144"/>
                </a:lnTo>
                <a:lnTo>
                  <a:pt x="93183" y="16326"/>
                </a:lnTo>
                <a:lnTo>
                  <a:pt x="111538" y="20984"/>
                </a:lnTo>
                <a:lnTo>
                  <a:pt x="129750" y="26118"/>
                </a:lnTo>
                <a:lnTo>
                  <a:pt x="147828" y="31747"/>
                </a:lnTo>
                <a:lnTo>
                  <a:pt x="165745" y="37871"/>
                </a:lnTo>
                <a:lnTo>
                  <a:pt x="183480" y="44501"/>
                </a:lnTo>
                <a:lnTo>
                  <a:pt x="201016" y="51635"/>
                </a:lnTo>
                <a:lnTo>
                  <a:pt x="218332" y="59284"/>
                </a:lnTo>
                <a:lnTo>
                  <a:pt x="235410" y="67447"/>
                </a:lnTo>
                <a:lnTo>
                  <a:pt x="252232" y="76133"/>
                </a:lnTo>
                <a:lnTo>
                  <a:pt x="268776" y="85334"/>
                </a:lnTo>
                <a:lnTo>
                  <a:pt x="285017" y="95060"/>
                </a:lnTo>
                <a:lnTo>
                  <a:pt x="300933" y="105308"/>
                </a:lnTo>
                <a:lnTo>
                  <a:pt x="316506" y="116072"/>
                </a:lnTo>
                <a:lnTo>
                  <a:pt x="331708" y="127359"/>
                </a:lnTo>
                <a:lnTo>
                  <a:pt x="346520" y="139151"/>
                </a:lnTo>
                <a:lnTo>
                  <a:pt x="360912" y="151448"/>
                </a:lnTo>
                <a:lnTo>
                  <a:pt x="374866" y="164240"/>
                </a:lnTo>
                <a:lnTo>
                  <a:pt x="388353" y="177517"/>
                </a:lnTo>
                <a:lnTo>
                  <a:pt x="401364" y="191272"/>
                </a:lnTo>
                <a:lnTo>
                  <a:pt x="413861" y="205492"/>
                </a:lnTo>
                <a:lnTo>
                  <a:pt x="425834" y="220161"/>
                </a:lnTo>
                <a:lnTo>
                  <a:pt x="437255" y="235258"/>
                </a:lnTo>
                <a:lnTo>
                  <a:pt x="448104" y="250774"/>
                </a:lnTo>
                <a:lnTo>
                  <a:pt x="458362" y="266681"/>
                </a:lnTo>
                <a:lnTo>
                  <a:pt x="468020" y="282959"/>
                </a:lnTo>
                <a:lnTo>
                  <a:pt x="477050" y="299599"/>
                </a:lnTo>
                <a:lnTo>
                  <a:pt x="485442" y="316573"/>
                </a:lnTo>
                <a:lnTo>
                  <a:pt x="493185" y="333842"/>
                </a:lnTo>
                <a:lnTo>
                  <a:pt x="500272" y="351406"/>
                </a:lnTo>
                <a:lnTo>
                  <a:pt x="506673" y="369218"/>
                </a:lnTo>
                <a:lnTo>
                  <a:pt x="512407" y="387258"/>
                </a:lnTo>
                <a:lnTo>
                  <a:pt x="517446" y="405508"/>
                </a:lnTo>
                <a:lnTo>
                  <a:pt x="521799" y="423929"/>
                </a:lnTo>
                <a:lnTo>
                  <a:pt x="525456" y="442503"/>
                </a:lnTo>
                <a:lnTo>
                  <a:pt x="528418" y="461201"/>
                </a:lnTo>
                <a:lnTo>
                  <a:pt x="530685" y="479993"/>
                </a:lnTo>
                <a:lnTo>
                  <a:pt x="532276" y="498862"/>
                </a:lnTo>
                <a:lnTo>
                  <a:pt x="533171" y="517769"/>
                </a:lnTo>
                <a:lnTo>
                  <a:pt x="533390" y="536696"/>
                </a:lnTo>
                <a:lnTo>
                  <a:pt x="532933" y="555622"/>
                </a:lnTo>
                <a:lnTo>
                  <a:pt x="531800" y="574519"/>
                </a:lnTo>
                <a:lnTo>
                  <a:pt x="529971" y="593369"/>
                </a:lnTo>
                <a:lnTo>
                  <a:pt x="527466" y="612134"/>
                </a:lnTo>
                <a:lnTo>
                  <a:pt x="524256" y="630784"/>
                </a:lnTo>
                <a:lnTo>
                  <a:pt x="520360" y="649310"/>
                </a:lnTo>
                <a:lnTo>
                  <a:pt x="515769" y="667674"/>
                </a:lnTo>
                <a:lnTo>
                  <a:pt x="510483" y="685857"/>
                </a:lnTo>
                <a:lnTo>
                  <a:pt x="504520" y="703821"/>
                </a:lnTo>
                <a:lnTo>
                  <a:pt x="497872" y="721547"/>
                </a:lnTo>
                <a:lnTo>
                  <a:pt x="490557" y="739007"/>
                </a:lnTo>
                <a:lnTo>
                  <a:pt x="482594" y="756180"/>
                </a:lnTo>
                <a:lnTo>
                  <a:pt x="473974" y="773039"/>
                </a:lnTo>
                <a:lnTo>
                  <a:pt x="464725" y="789556"/>
                </a:lnTo>
                <a:lnTo>
                  <a:pt x="454857" y="805710"/>
                </a:lnTo>
                <a:lnTo>
                  <a:pt x="444389" y="821484"/>
                </a:lnTo>
                <a:lnTo>
                  <a:pt x="433340" y="836857"/>
                </a:lnTo>
                <a:lnTo>
                  <a:pt x="421719" y="851802"/>
                </a:lnTo>
                <a:lnTo>
                  <a:pt x="409565" y="866318"/>
                </a:lnTo>
                <a:lnTo>
                  <a:pt x="396888" y="880377"/>
                </a:lnTo>
                <a:lnTo>
                  <a:pt x="383705" y="893969"/>
                </a:lnTo>
                <a:lnTo>
                  <a:pt x="370056" y="907075"/>
                </a:lnTo>
                <a:lnTo>
                  <a:pt x="355940" y="919696"/>
                </a:lnTo>
                <a:lnTo>
                  <a:pt x="341405" y="931821"/>
                </a:lnTo>
                <a:lnTo>
                  <a:pt x="326450" y="943432"/>
                </a:lnTo>
                <a:lnTo>
                  <a:pt x="311115" y="954538"/>
                </a:lnTo>
                <a:lnTo>
                  <a:pt x="295418" y="965121"/>
                </a:lnTo>
                <a:lnTo>
                  <a:pt x="279387" y="975189"/>
                </a:lnTo>
                <a:lnTo>
                  <a:pt x="263042" y="984733"/>
                </a:lnTo>
                <a:lnTo>
                  <a:pt x="246402" y="993753"/>
                </a:lnTo>
                <a:lnTo>
                  <a:pt x="229486" y="1002259"/>
                </a:lnTo>
                <a:lnTo>
                  <a:pt x="212322" y="1010241"/>
                </a:lnTo>
                <a:lnTo>
                  <a:pt x="194920" y="1017708"/>
                </a:lnTo>
                <a:lnTo>
                  <a:pt x="177317" y="1024671"/>
                </a:lnTo>
                <a:lnTo>
                  <a:pt x="159515" y="1031119"/>
                </a:lnTo>
                <a:lnTo>
                  <a:pt x="141542" y="1037072"/>
                </a:lnTo>
                <a:lnTo>
                  <a:pt x="123415" y="1042530"/>
                </a:lnTo>
                <a:lnTo>
                  <a:pt x="105146" y="1047493"/>
                </a:lnTo>
                <a:lnTo>
                  <a:pt x="86754" y="1051989"/>
                </a:lnTo>
                <a:lnTo>
                  <a:pt x="68256" y="1056008"/>
                </a:lnTo>
                <a:lnTo>
                  <a:pt x="49663" y="1059561"/>
                </a:lnTo>
                <a:lnTo>
                  <a:pt x="30985" y="1062657"/>
                </a:lnTo>
                <a:lnTo>
                  <a:pt x="12240" y="1065305"/>
                </a:lnTo>
                <a:lnTo>
                  <a:pt x="0" y="1060199"/>
                </a:lnTo>
                <a:lnTo>
                  <a:pt x="0" y="1041263"/>
                </a:lnTo>
                <a:lnTo>
                  <a:pt x="0" y="1022337"/>
                </a:lnTo>
                <a:lnTo>
                  <a:pt x="0" y="1003402"/>
                </a:lnTo>
                <a:lnTo>
                  <a:pt x="0" y="984475"/>
                </a:lnTo>
                <a:lnTo>
                  <a:pt x="0" y="965540"/>
                </a:lnTo>
                <a:lnTo>
                  <a:pt x="0" y="946604"/>
                </a:lnTo>
                <a:lnTo>
                  <a:pt x="0" y="927678"/>
                </a:lnTo>
                <a:lnTo>
                  <a:pt x="0" y="908742"/>
                </a:lnTo>
                <a:lnTo>
                  <a:pt x="0" y="889806"/>
                </a:lnTo>
                <a:lnTo>
                  <a:pt x="0" y="870880"/>
                </a:lnTo>
                <a:lnTo>
                  <a:pt x="0" y="851945"/>
                </a:lnTo>
                <a:lnTo>
                  <a:pt x="0" y="833018"/>
                </a:lnTo>
                <a:lnTo>
                  <a:pt x="0" y="814083"/>
                </a:lnTo>
                <a:lnTo>
                  <a:pt x="0" y="795147"/>
                </a:lnTo>
                <a:lnTo>
                  <a:pt x="0" y="776221"/>
                </a:lnTo>
                <a:lnTo>
                  <a:pt x="0" y="757285"/>
                </a:lnTo>
                <a:lnTo>
                  <a:pt x="0" y="738349"/>
                </a:lnTo>
                <a:lnTo>
                  <a:pt x="0" y="719423"/>
                </a:lnTo>
                <a:lnTo>
                  <a:pt x="0" y="700488"/>
                </a:lnTo>
                <a:lnTo>
                  <a:pt x="0" y="681561"/>
                </a:lnTo>
                <a:lnTo>
                  <a:pt x="0" y="662626"/>
                </a:lnTo>
                <a:lnTo>
                  <a:pt x="0" y="643690"/>
                </a:lnTo>
                <a:lnTo>
                  <a:pt x="0" y="624764"/>
                </a:lnTo>
                <a:lnTo>
                  <a:pt x="0" y="605828"/>
                </a:lnTo>
                <a:lnTo>
                  <a:pt x="0" y="586892"/>
                </a:lnTo>
                <a:lnTo>
                  <a:pt x="0" y="567966"/>
                </a:lnTo>
                <a:lnTo>
                  <a:pt x="0" y="549031"/>
                </a:lnTo>
                <a:lnTo>
                  <a:pt x="0" y="530104"/>
                </a:lnTo>
                <a:lnTo>
                  <a:pt x="0" y="511169"/>
                </a:lnTo>
                <a:lnTo>
                  <a:pt x="0" y="492233"/>
                </a:lnTo>
                <a:lnTo>
                  <a:pt x="0" y="473307"/>
                </a:lnTo>
                <a:lnTo>
                  <a:pt x="0" y="454371"/>
                </a:lnTo>
                <a:lnTo>
                  <a:pt x="0" y="435435"/>
                </a:lnTo>
                <a:lnTo>
                  <a:pt x="0" y="416509"/>
                </a:lnTo>
                <a:lnTo>
                  <a:pt x="0" y="397574"/>
                </a:lnTo>
                <a:lnTo>
                  <a:pt x="0" y="378647"/>
                </a:lnTo>
                <a:lnTo>
                  <a:pt x="0" y="359712"/>
                </a:lnTo>
                <a:lnTo>
                  <a:pt x="0" y="340776"/>
                </a:lnTo>
                <a:lnTo>
                  <a:pt x="0" y="321850"/>
                </a:lnTo>
                <a:lnTo>
                  <a:pt x="0" y="302914"/>
                </a:lnTo>
                <a:lnTo>
                  <a:pt x="0" y="283978"/>
                </a:lnTo>
                <a:lnTo>
                  <a:pt x="0" y="265052"/>
                </a:lnTo>
                <a:lnTo>
                  <a:pt x="0" y="246116"/>
                </a:lnTo>
                <a:lnTo>
                  <a:pt x="0" y="227190"/>
                </a:lnTo>
                <a:lnTo>
                  <a:pt x="0" y="208255"/>
                </a:lnTo>
                <a:lnTo>
                  <a:pt x="0" y="189319"/>
                </a:lnTo>
                <a:lnTo>
                  <a:pt x="0" y="170393"/>
                </a:lnTo>
                <a:lnTo>
                  <a:pt x="0" y="151457"/>
                </a:lnTo>
                <a:lnTo>
                  <a:pt x="0" y="132521"/>
                </a:lnTo>
                <a:lnTo>
                  <a:pt x="0" y="113595"/>
                </a:lnTo>
                <a:lnTo>
                  <a:pt x="0" y="94659"/>
                </a:lnTo>
                <a:lnTo>
                  <a:pt x="0" y="75733"/>
                </a:lnTo>
                <a:lnTo>
                  <a:pt x="0" y="56798"/>
                </a:lnTo>
                <a:lnTo>
                  <a:pt x="0" y="37862"/>
                </a:lnTo>
                <a:lnTo>
                  <a:pt x="0" y="189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5A2D4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causal-spine">
            <a:extLst xmlns:a="http://schemas.openxmlformats.org/drawingml/2006/main">
              <a:ext uri="{FF2B5EF4-FFF2-40B4-BE49-F238E27FC236}">
                <a16:creationId xmlns:a16="http://schemas.microsoft.com/office/drawing/2014/main" id="{62EFCD23-D001-4F1F-9ACC-BEB8A7EE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1075" y="3924300"/>
            <a:ext cx="97917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38100">
            <a:solidFill>
              <a:srgbClr val="4F73BD"/>
            </a:solidFill>
            <a:prstDash val="solid"/>
          </a:ln>
        </p:spPr>
      </p:sp>
      <p:sp>
        <p:nvSpPr>
          <p:cNvPr id="3" name="cause-branch-0">
            <a:extLst xmlns:a="http://schemas.openxmlformats.org/drawingml/2006/main">
              <a:ext uri="{FF2B5EF4-FFF2-40B4-BE49-F238E27FC236}">
                <a16:creationId xmlns:a16="http://schemas.microsoft.com/office/drawing/2014/main" id="{39E62869-40CC-4C2E-956F-747E3F62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6125" y="2314575"/>
            <a:ext cx="381000" cy="1609725"/>
          </a:xfrm>
          <a:custGeom xmlns:a="http://schemas.openxmlformats.org/drawingml/2006/main">
            <a:pathLst>
              <a:path w="381000" h="1609725">
                <a:moveTo>
                  <a:pt x="381000" y="1609725"/>
                </a:moveTo>
                <a:lnTo>
                  <a:pt x="376619" y="1591218"/>
                </a:lnTo>
                <a:lnTo>
                  <a:pt x="372237" y="1572720"/>
                </a:lnTo>
                <a:lnTo>
                  <a:pt x="367865" y="1554213"/>
                </a:lnTo>
                <a:lnTo>
                  <a:pt x="363484" y="1535716"/>
                </a:lnTo>
                <a:lnTo>
                  <a:pt x="359102" y="1517209"/>
                </a:lnTo>
                <a:lnTo>
                  <a:pt x="354721" y="1498711"/>
                </a:lnTo>
                <a:lnTo>
                  <a:pt x="350349" y="1480204"/>
                </a:lnTo>
                <a:lnTo>
                  <a:pt x="345967" y="1461707"/>
                </a:lnTo>
                <a:lnTo>
                  <a:pt x="341586" y="1443199"/>
                </a:lnTo>
                <a:lnTo>
                  <a:pt x="337204" y="1424702"/>
                </a:lnTo>
                <a:lnTo>
                  <a:pt x="332832" y="1406195"/>
                </a:lnTo>
                <a:lnTo>
                  <a:pt x="328451" y="1387697"/>
                </a:lnTo>
                <a:lnTo>
                  <a:pt x="324069" y="1369190"/>
                </a:lnTo>
                <a:lnTo>
                  <a:pt x="319688" y="1350693"/>
                </a:lnTo>
                <a:lnTo>
                  <a:pt x="315306" y="1332186"/>
                </a:lnTo>
                <a:lnTo>
                  <a:pt x="310934" y="1313688"/>
                </a:lnTo>
                <a:lnTo>
                  <a:pt x="306553" y="1295181"/>
                </a:lnTo>
                <a:lnTo>
                  <a:pt x="302171" y="1276674"/>
                </a:lnTo>
                <a:lnTo>
                  <a:pt x="297790" y="1258176"/>
                </a:lnTo>
                <a:lnTo>
                  <a:pt x="293418" y="1239669"/>
                </a:lnTo>
                <a:lnTo>
                  <a:pt x="289036" y="1221172"/>
                </a:lnTo>
                <a:lnTo>
                  <a:pt x="284655" y="1202665"/>
                </a:lnTo>
                <a:lnTo>
                  <a:pt x="280273" y="1184167"/>
                </a:lnTo>
                <a:lnTo>
                  <a:pt x="275901" y="1165660"/>
                </a:lnTo>
                <a:lnTo>
                  <a:pt x="271520" y="1147162"/>
                </a:lnTo>
                <a:lnTo>
                  <a:pt x="267138" y="1128655"/>
                </a:lnTo>
                <a:lnTo>
                  <a:pt x="262757" y="1110158"/>
                </a:lnTo>
                <a:lnTo>
                  <a:pt x="258375" y="1091651"/>
                </a:lnTo>
                <a:lnTo>
                  <a:pt x="254003" y="1073153"/>
                </a:lnTo>
                <a:lnTo>
                  <a:pt x="249622" y="1054646"/>
                </a:lnTo>
                <a:lnTo>
                  <a:pt x="245240" y="1036149"/>
                </a:lnTo>
                <a:lnTo>
                  <a:pt x="240859" y="1017641"/>
                </a:lnTo>
                <a:lnTo>
                  <a:pt x="236487" y="999144"/>
                </a:lnTo>
                <a:lnTo>
                  <a:pt x="232105" y="980637"/>
                </a:lnTo>
                <a:lnTo>
                  <a:pt x="227724" y="962130"/>
                </a:lnTo>
                <a:lnTo>
                  <a:pt x="223342" y="943632"/>
                </a:lnTo>
                <a:lnTo>
                  <a:pt x="218961" y="925125"/>
                </a:lnTo>
                <a:lnTo>
                  <a:pt x="214589" y="906628"/>
                </a:lnTo>
                <a:lnTo>
                  <a:pt x="210207" y="888121"/>
                </a:lnTo>
                <a:lnTo>
                  <a:pt x="205826" y="869623"/>
                </a:lnTo>
                <a:lnTo>
                  <a:pt x="201444" y="851116"/>
                </a:lnTo>
                <a:lnTo>
                  <a:pt x="197072" y="832618"/>
                </a:lnTo>
                <a:lnTo>
                  <a:pt x="192691" y="814111"/>
                </a:lnTo>
                <a:lnTo>
                  <a:pt x="188309" y="795614"/>
                </a:lnTo>
                <a:lnTo>
                  <a:pt x="183928" y="777107"/>
                </a:lnTo>
                <a:lnTo>
                  <a:pt x="179556" y="758609"/>
                </a:lnTo>
                <a:lnTo>
                  <a:pt x="175174" y="740102"/>
                </a:lnTo>
                <a:lnTo>
                  <a:pt x="170793" y="721604"/>
                </a:lnTo>
                <a:lnTo>
                  <a:pt x="166411" y="703097"/>
                </a:lnTo>
                <a:lnTo>
                  <a:pt x="162039" y="684600"/>
                </a:lnTo>
                <a:lnTo>
                  <a:pt x="157658" y="666093"/>
                </a:lnTo>
                <a:lnTo>
                  <a:pt x="153276" y="647586"/>
                </a:lnTo>
                <a:lnTo>
                  <a:pt x="148895" y="629088"/>
                </a:lnTo>
                <a:lnTo>
                  <a:pt x="144513" y="610581"/>
                </a:lnTo>
                <a:lnTo>
                  <a:pt x="140141" y="592084"/>
                </a:lnTo>
                <a:lnTo>
                  <a:pt x="135760" y="573576"/>
                </a:lnTo>
                <a:lnTo>
                  <a:pt x="131378" y="555079"/>
                </a:lnTo>
                <a:lnTo>
                  <a:pt x="126997" y="536572"/>
                </a:lnTo>
                <a:lnTo>
                  <a:pt x="122625" y="518074"/>
                </a:lnTo>
                <a:lnTo>
                  <a:pt x="118243" y="499567"/>
                </a:lnTo>
                <a:lnTo>
                  <a:pt x="113862" y="481070"/>
                </a:lnTo>
                <a:lnTo>
                  <a:pt x="109480" y="462563"/>
                </a:lnTo>
                <a:lnTo>
                  <a:pt x="105099" y="444065"/>
                </a:lnTo>
                <a:lnTo>
                  <a:pt x="100727" y="425558"/>
                </a:lnTo>
                <a:lnTo>
                  <a:pt x="96345" y="407060"/>
                </a:lnTo>
                <a:lnTo>
                  <a:pt x="91964" y="388553"/>
                </a:lnTo>
                <a:lnTo>
                  <a:pt x="87582" y="370056"/>
                </a:lnTo>
                <a:lnTo>
                  <a:pt x="83210" y="351549"/>
                </a:lnTo>
                <a:lnTo>
                  <a:pt x="78829" y="333051"/>
                </a:lnTo>
                <a:lnTo>
                  <a:pt x="74447" y="314544"/>
                </a:lnTo>
                <a:lnTo>
                  <a:pt x="70066" y="296037"/>
                </a:lnTo>
                <a:lnTo>
                  <a:pt x="65694" y="277539"/>
                </a:lnTo>
                <a:lnTo>
                  <a:pt x="61312" y="259032"/>
                </a:lnTo>
                <a:lnTo>
                  <a:pt x="56931" y="240535"/>
                </a:lnTo>
                <a:lnTo>
                  <a:pt x="52549" y="222028"/>
                </a:lnTo>
                <a:lnTo>
                  <a:pt x="48168" y="203530"/>
                </a:lnTo>
                <a:lnTo>
                  <a:pt x="43796" y="185023"/>
                </a:lnTo>
                <a:lnTo>
                  <a:pt x="39414" y="166526"/>
                </a:lnTo>
                <a:lnTo>
                  <a:pt x="35033" y="148019"/>
                </a:lnTo>
                <a:lnTo>
                  <a:pt x="30651" y="129521"/>
                </a:lnTo>
                <a:lnTo>
                  <a:pt x="26279" y="111014"/>
                </a:lnTo>
                <a:lnTo>
                  <a:pt x="21898" y="92516"/>
                </a:lnTo>
                <a:lnTo>
                  <a:pt x="17516" y="74009"/>
                </a:lnTo>
                <a:lnTo>
                  <a:pt x="13135" y="55512"/>
                </a:lnTo>
                <a:lnTo>
                  <a:pt x="8763" y="37005"/>
                </a:lnTo>
                <a:lnTo>
                  <a:pt x="4382" y="18507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4" name="cause-branch-1">
            <a:extLst xmlns:a="http://schemas.openxmlformats.org/drawingml/2006/main">
              <a:ext uri="{FF2B5EF4-FFF2-40B4-BE49-F238E27FC236}">
                <a16:creationId xmlns:a16="http://schemas.microsoft.com/office/drawing/2014/main" id="{7F839F9D-6430-4C74-BE5A-02247567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43625" y="2095500"/>
            <a:ext cx="381000" cy="1828800"/>
          </a:xfrm>
          <a:custGeom xmlns:a="http://schemas.openxmlformats.org/drawingml/2006/main">
            <a:pathLst>
              <a:path w="381000" h="1828800">
                <a:moveTo>
                  <a:pt x="381000" y="1828800"/>
                </a:moveTo>
                <a:lnTo>
                  <a:pt x="377152" y="1810331"/>
                </a:lnTo>
                <a:lnTo>
                  <a:pt x="373304" y="1791853"/>
                </a:lnTo>
                <a:lnTo>
                  <a:pt x="369456" y="1773384"/>
                </a:lnTo>
                <a:lnTo>
                  <a:pt x="365608" y="1754905"/>
                </a:lnTo>
                <a:lnTo>
                  <a:pt x="361759" y="1736436"/>
                </a:lnTo>
                <a:lnTo>
                  <a:pt x="357911" y="1717967"/>
                </a:lnTo>
                <a:lnTo>
                  <a:pt x="354063" y="1699489"/>
                </a:lnTo>
                <a:lnTo>
                  <a:pt x="350215" y="1681020"/>
                </a:lnTo>
                <a:lnTo>
                  <a:pt x="346367" y="1662541"/>
                </a:lnTo>
                <a:lnTo>
                  <a:pt x="342519" y="1644072"/>
                </a:lnTo>
                <a:lnTo>
                  <a:pt x="338671" y="1625603"/>
                </a:lnTo>
                <a:lnTo>
                  <a:pt x="334813" y="1607125"/>
                </a:lnTo>
                <a:lnTo>
                  <a:pt x="330965" y="1588656"/>
                </a:lnTo>
                <a:lnTo>
                  <a:pt x="327117" y="1570177"/>
                </a:lnTo>
                <a:lnTo>
                  <a:pt x="323269" y="1551708"/>
                </a:lnTo>
                <a:lnTo>
                  <a:pt x="319421" y="1533239"/>
                </a:lnTo>
                <a:lnTo>
                  <a:pt x="315573" y="1514761"/>
                </a:lnTo>
                <a:lnTo>
                  <a:pt x="311725" y="1496292"/>
                </a:lnTo>
                <a:lnTo>
                  <a:pt x="307877" y="1477823"/>
                </a:lnTo>
                <a:lnTo>
                  <a:pt x="304028" y="1459344"/>
                </a:lnTo>
                <a:lnTo>
                  <a:pt x="300180" y="1440875"/>
                </a:lnTo>
                <a:lnTo>
                  <a:pt x="296332" y="1422397"/>
                </a:lnTo>
                <a:lnTo>
                  <a:pt x="292484" y="1403928"/>
                </a:lnTo>
                <a:lnTo>
                  <a:pt x="288636" y="1385459"/>
                </a:lnTo>
                <a:lnTo>
                  <a:pt x="284788" y="1366980"/>
                </a:lnTo>
                <a:lnTo>
                  <a:pt x="280940" y="1348511"/>
                </a:lnTo>
                <a:lnTo>
                  <a:pt x="277092" y="1330033"/>
                </a:lnTo>
                <a:lnTo>
                  <a:pt x="273244" y="1311564"/>
                </a:lnTo>
                <a:lnTo>
                  <a:pt x="269396" y="1293095"/>
                </a:lnTo>
                <a:lnTo>
                  <a:pt x="265547" y="1274616"/>
                </a:lnTo>
                <a:lnTo>
                  <a:pt x="261699" y="1256147"/>
                </a:lnTo>
                <a:lnTo>
                  <a:pt x="257851" y="1237669"/>
                </a:lnTo>
                <a:lnTo>
                  <a:pt x="254003" y="1219200"/>
                </a:lnTo>
                <a:lnTo>
                  <a:pt x="250155" y="1200731"/>
                </a:lnTo>
                <a:lnTo>
                  <a:pt x="246307" y="1182253"/>
                </a:lnTo>
                <a:lnTo>
                  <a:pt x="242459" y="1163784"/>
                </a:lnTo>
                <a:lnTo>
                  <a:pt x="238601" y="1145305"/>
                </a:lnTo>
                <a:lnTo>
                  <a:pt x="234753" y="1126836"/>
                </a:lnTo>
                <a:lnTo>
                  <a:pt x="230905" y="1108367"/>
                </a:lnTo>
                <a:lnTo>
                  <a:pt x="227057" y="1089889"/>
                </a:lnTo>
                <a:lnTo>
                  <a:pt x="223209" y="1071420"/>
                </a:lnTo>
                <a:lnTo>
                  <a:pt x="219361" y="1052941"/>
                </a:lnTo>
                <a:lnTo>
                  <a:pt x="215513" y="1034472"/>
                </a:lnTo>
                <a:lnTo>
                  <a:pt x="211665" y="1016003"/>
                </a:lnTo>
                <a:lnTo>
                  <a:pt x="207816" y="997525"/>
                </a:lnTo>
                <a:lnTo>
                  <a:pt x="203968" y="979056"/>
                </a:lnTo>
                <a:lnTo>
                  <a:pt x="200120" y="960577"/>
                </a:lnTo>
                <a:lnTo>
                  <a:pt x="196272" y="942108"/>
                </a:lnTo>
                <a:lnTo>
                  <a:pt x="192424" y="923639"/>
                </a:lnTo>
                <a:lnTo>
                  <a:pt x="188576" y="905161"/>
                </a:lnTo>
                <a:lnTo>
                  <a:pt x="184728" y="886692"/>
                </a:lnTo>
                <a:lnTo>
                  <a:pt x="180880" y="868223"/>
                </a:lnTo>
                <a:lnTo>
                  <a:pt x="177032" y="849744"/>
                </a:lnTo>
                <a:lnTo>
                  <a:pt x="173184" y="831275"/>
                </a:lnTo>
                <a:lnTo>
                  <a:pt x="169335" y="812797"/>
                </a:lnTo>
                <a:lnTo>
                  <a:pt x="165487" y="794328"/>
                </a:lnTo>
                <a:lnTo>
                  <a:pt x="161639" y="775859"/>
                </a:lnTo>
                <a:lnTo>
                  <a:pt x="157791" y="757380"/>
                </a:lnTo>
                <a:lnTo>
                  <a:pt x="153943" y="738911"/>
                </a:lnTo>
                <a:lnTo>
                  <a:pt x="150095" y="720433"/>
                </a:lnTo>
                <a:lnTo>
                  <a:pt x="146247" y="701964"/>
                </a:lnTo>
                <a:lnTo>
                  <a:pt x="142399" y="683495"/>
                </a:lnTo>
                <a:lnTo>
                  <a:pt x="138541" y="665016"/>
                </a:lnTo>
                <a:lnTo>
                  <a:pt x="134693" y="646547"/>
                </a:lnTo>
                <a:lnTo>
                  <a:pt x="130845" y="628069"/>
                </a:lnTo>
                <a:lnTo>
                  <a:pt x="126997" y="609600"/>
                </a:lnTo>
                <a:lnTo>
                  <a:pt x="123149" y="591131"/>
                </a:lnTo>
                <a:lnTo>
                  <a:pt x="119301" y="572653"/>
                </a:lnTo>
                <a:lnTo>
                  <a:pt x="115453" y="554184"/>
                </a:lnTo>
                <a:lnTo>
                  <a:pt x="111604" y="535705"/>
                </a:lnTo>
                <a:lnTo>
                  <a:pt x="107756" y="517236"/>
                </a:lnTo>
                <a:lnTo>
                  <a:pt x="103908" y="498767"/>
                </a:lnTo>
                <a:lnTo>
                  <a:pt x="100060" y="480289"/>
                </a:lnTo>
                <a:lnTo>
                  <a:pt x="96212" y="461820"/>
                </a:lnTo>
                <a:lnTo>
                  <a:pt x="92364" y="443341"/>
                </a:lnTo>
                <a:lnTo>
                  <a:pt x="88516" y="424872"/>
                </a:lnTo>
                <a:lnTo>
                  <a:pt x="84668" y="406403"/>
                </a:lnTo>
                <a:lnTo>
                  <a:pt x="80820" y="387925"/>
                </a:lnTo>
                <a:lnTo>
                  <a:pt x="76972" y="369456"/>
                </a:lnTo>
                <a:lnTo>
                  <a:pt x="73123" y="350977"/>
                </a:lnTo>
                <a:lnTo>
                  <a:pt x="69275" y="332508"/>
                </a:lnTo>
                <a:lnTo>
                  <a:pt x="65427" y="314039"/>
                </a:lnTo>
                <a:lnTo>
                  <a:pt x="61579" y="295561"/>
                </a:lnTo>
                <a:lnTo>
                  <a:pt x="57731" y="277092"/>
                </a:lnTo>
                <a:lnTo>
                  <a:pt x="53883" y="258623"/>
                </a:lnTo>
                <a:lnTo>
                  <a:pt x="50035" y="240144"/>
                </a:lnTo>
                <a:lnTo>
                  <a:pt x="46187" y="221675"/>
                </a:lnTo>
                <a:lnTo>
                  <a:pt x="42329" y="203197"/>
                </a:lnTo>
                <a:lnTo>
                  <a:pt x="38481" y="184728"/>
                </a:lnTo>
                <a:lnTo>
                  <a:pt x="34633" y="166259"/>
                </a:lnTo>
                <a:lnTo>
                  <a:pt x="30785" y="147780"/>
                </a:lnTo>
                <a:lnTo>
                  <a:pt x="26937" y="129311"/>
                </a:lnTo>
                <a:lnTo>
                  <a:pt x="23089" y="110833"/>
                </a:lnTo>
                <a:lnTo>
                  <a:pt x="19241" y="92364"/>
                </a:lnTo>
                <a:lnTo>
                  <a:pt x="15392" y="73895"/>
                </a:lnTo>
                <a:lnTo>
                  <a:pt x="11544" y="55416"/>
                </a:lnTo>
                <a:lnTo>
                  <a:pt x="7696" y="36947"/>
                </a:lnTo>
                <a:lnTo>
                  <a:pt x="3848" y="1846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5" name="cause-branch-2">
            <a:extLst xmlns:a="http://schemas.openxmlformats.org/drawingml/2006/main">
              <a:ext uri="{FF2B5EF4-FFF2-40B4-BE49-F238E27FC236}">
                <a16:creationId xmlns:a16="http://schemas.microsoft.com/office/drawing/2014/main" id="{37E9B5F4-98CB-40DA-865C-D44BC59F8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01125" y="2314575"/>
            <a:ext cx="381000" cy="1609725"/>
          </a:xfrm>
          <a:custGeom xmlns:a="http://schemas.openxmlformats.org/drawingml/2006/main">
            <a:pathLst>
              <a:path w="381000" h="1609725">
                <a:moveTo>
                  <a:pt x="381000" y="1609725"/>
                </a:moveTo>
                <a:lnTo>
                  <a:pt x="376619" y="1591218"/>
                </a:lnTo>
                <a:lnTo>
                  <a:pt x="372237" y="1572720"/>
                </a:lnTo>
                <a:lnTo>
                  <a:pt x="367865" y="1554213"/>
                </a:lnTo>
                <a:lnTo>
                  <a:pt x="363484" y="1535716"/>
                </a:lnTo>
                <a:lnTo>
                  <a:pt x="359102" y="1517209"/>
                </a:lnTo>
                <a:lnTo>
                  <a:pt x="354721" y="1498711"/>
                </a:lnTo>
                <a:lnTo>
                  <a:pt x="350349" y="1480204"/>
                </a:lnTo>
                <a:lnTo>
                  <a:pt x="345967" y="1461707"/>
                </a:lnTo>
                <a:lnTo>
                  <a:pt x="341586" y="1443199"/>
                </a:lnTo>
                <a:lnTo>
                  <a:pt x="337204" y="1424702"/>
                </a:lnTo>
                <a:lnTo>
                  <a:pt x="332832" y="1406195"/>
                </a:lnTo>
                <a:lnTo>
                  <a:pt x="328451" y="1387697"/>
                </a:lnTo>
                <a:lnTo>
                  <a:pt x="324069" y="1369190"/>
                </a:lnTo>
                <a:lnTo>
                  <a:pt x="319688" y="1350693"/>
                </a:lnTo>
                <a:lnTo>
                  <a:pt x="315306" y="1332186"/>
                </a:lnTo>
                <a:lnTo>
                  <a:pt x="310934" y="1313688"/>
                </a:lnTo>
                <a:lnTo>
                  <a:pt x="306553" y="1295181"/>
                </a:lnTo>
                <a:lnTo>
                  <a:pt x="302171" y="1276674"/>
                </a:lnTo>
                <a:lnTo>
                  <a:pt x="297790" y="1258176"/>
                </a:lnTo>
                <a:lnTo>
                  <a:pt x="293418" y="1239669"/>
                </a:lnTo>
                <a:lnTo>
                  <a:pt x="289036" y="1221172"/>
                </a:lnTo>
                <a:lnTo>
                  <a:pt x="284655" y="1202665"/>
                </a:lnTo>
                <a:lnTo>
                  <a:pt x="280273" y="1184167"/>
                </a:lnTo>
                <a:lnTo>
                  <a:pt x="275901" y="1165660"/>
                </a:lnTo>
                <a:lnTo>
                  <a:pt x="271520" y="1147162"/>
                </a:lnTo>
                <a:lnTo>
                  <a:pt x="267138" y="1128655"/>
                </a:lnTo>
                <a:lnTo>
                  <a:pt x="262757" y="1110158"/>
                </a:lnTo>
                <a:lnTo>
                  <a:pt x="258375" y="1091651"/>
                </a:lnTo>
                <a:lnTo>
                  <a:pt x="254003" y="1073153"/>
                </a:lnTo>
                <a:lnTo>
                  <a:pt x="249622" y="1054646"/>
                </a:lnTo>
                <a:lnTo>
                  <a:pt x="245240" y="1036149"/>
                </a:lnTo>
                <a:lnTo>
                  <a:pt x="240859" y="1017641"/>
                </a:lnTo>
                <a:lnTo>
                  <a:pt x="236487" y="999144"/>
                </a:lnTo>
                <a:lnTo>
                  <a:pt x="232105" y="980637"/>
                </a:lnTo>
                <a:lnTo>
                  <a:pt x="227724" y="962130"/>
                </a:lnTo>
                <a:lnTo>
                  <a:pt x="223342" y="943632"/>
                </a:lnTo>
                <a:lnTo>
                  <a:pt x="218970" y="925125"/>
                </a:lnTo>
                <a:lnTo>
                  <a:pt x="214589" y="906628"/>
                </a:lnTo>
                <a:lnTo>
                  <a:pt x="210207" y="888121"/>
                </a:lnTo>
                <a:lnTo>
                  <a:pt x="205826" y="869623"/>
                </a:lnTo>
                <a:lnTo>
                  <a:pt x="201444" y="851116"/>
                </a:lnTo>
                <a:lnTo>
                  <a:pt x="197072" y="832618"/>
                </a:lnTo>
                <a:lnTo>
                  <a:pt x="192691" y="814111"/>
                </a:lnTo>
                <a:lnTo>
                  <a:pt x="188309" y="795614"/>
                </a:lnTo>
                <a:lnTo>
                  <a:pt x="183928" y="777107"/>
                </a:lnTo>
                <a:lnTo>
                  <a:pt x="179556" y="758609"/>
                </a:lnTo>
                <a:lnTo>
                  <a:pt x="175174" y="740102"/>
                </a:lnTo>
                <a:lnTo>
                  <a:pt x="170793" y="721604"/>
                </a:lnTo>
                <a:lnTo>
                  <a:pt x="166411" y="703097"/>
                </a:lnTo>
                <a:lnTo>
                  <a:pt x="162030" y="684600"/>
                </a:lnTo>
                <a:lnTo>
                  <a:pt x="157658" y="666093"/>
                </a:lnTo>
                <a:lnTo>
                  <a:pt x="153276" y="647586"/>
                </a:lnTo>
                <a:lnTo>
                  <a:pt x="148895" y="629088"/>
                </a:lnTo>
                <a:lnTo>
                  <a:pt x="144513" y="610581"/>
                </a:lnTo>
                <a:lnTo>
                  <a:pt x="140141" y="592084"/>
                </a:lnTo>
                <a:lnTo>
                  <a:pt x="135760" y="573576"/>
                </a:lnTo>
                <a:lnTo>
                  <a:pt x="131378" y="555079"/>
                </a:lnTo>
                <a:lnTo>
                  <a:pt x="126997" y="536572"/>
                </a:lnTo>
                <a:lnTo>
                  <a:pt x="122625" y="518074"/>
                </a:lnTo>
                <a:lnTo>
                  <a:pt x="118243" y="499567"/>
                </a:lnTo>
                <a:lnTo>
                  <a:pt x="113862" y="481070"/>
                </a:lnTo>
                <a:lnTo>
                  <a:pt x="109480" y="462563"/>
                </a:lnTo>
                <a:lnTo>
                  <a:pt x="105099" y="444065"/>
                </a:lnTo>
                <a:lnTo>
                  <a:pt x="100727" y="425558"/>
                </a:lnTo>
                <a:lnTo>
                  <a:pt x="96345" y="407060"/>
                </a:lnTo>
                <a:lnTo>
                  <a:pt x="91964" y="388553"/>
                </a:lnTo>
                <a:lnTo>
                  <a:pt x="87582" y="370056"/>
                </a:lnTo>
                <a:lnTo>
                  <a:pt x="83210" y="351549"/>
                </a:lnTo>
                <a:lnTo>
                  <a:pt x="78829" y="333051"/>
                </a:lnTo>
                <a:lnTo>
                  <a:pt x="74447" y="314544"/>
                </a:lnTo>
                <a:lnTo>
                  <a:pt x="70066" y="296037"/>
                </a:lnTo>
                <a:lnTo>
                  <a:pt x="65694" y="277539"/>
                </a:lnTo>
                <a:lnTo>
                  <a:pt x="61312" y="259032"/>
                </a:lnTo>
                <a:lnTo>
                  <a:pt x="56931" y="240535"/>
                </a:lnTo>
                <a:lnTo>
                  <a:pt x="52549" y="222028"/>
                </a:lnTo>
                <a:lnTo>
                  <a:pt x="48168" y="203530"/>
                </a:lnTo>
                <a:lnTo>
                  <a:pt x="43796" y="185023"/>
                </a:lnTo>
                <a:lnTo>
                  <a:pt x="39414" y="166526"/>
                </a:lnTo>
                <a:lnTo>
                  <a:pt x="35033" y="148019"/>
                </a:lnTo>
                <a:lnTo>
                  <a:pt x="30651" y="129521"/>
                </a:lnTo>
                <a:lnTo>
                  <a:pt x="26279" y="111014"/>
                </a:lnTo>
                <a:lnTo>
                  <a:pt x="21898" y="92516"/>
                </a:lnTo>
                <a:lnTo>
                  <a:pt x="17516" y="74009"/>
                </a:lnTo>
                <a:lnTo>
                  <a:pt x="13135" y="55512"/>
                </a:lnTo>
                <a:lnTo>
                  <a:pt x="8763" y="37005"/>
                </a:lnTo>
                <a:lnTo>
                  <a:pt x="4382" y="18507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6" name="cause-branch-3">
            <a:extLst xmlns:a="http://schemas.openxmlformats.org/drawingml/2006/main">
              <a:ext uri="{FF2B5EF4-FFF2-40B4-BE49-F238E27FC236}">
                <a16:creationId xmlns:a16="http://schemas.microsoft.com/office/drawing/2014/main" id="{27533BF7-912B-4F07-87CD-D18BE9D94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48175" y="3924300"/>
            <a:ext cx="552450" cy="1706880"/>
          </a:xfrm>
          <a:custGeom xmlns:a="http://schemas.openxmlformats.org/drawingml/2006/main">
            <a:pathLst>
              <a:path w="552450" h="1706880">
                <a:moveTo>
                  <a:pt x="552450" y="0"/>
                </a:moveTo>
                <a:lnTo>
                  <a:pt x="546630" y="17964"/>
                </a:lnTo>
                <a:lnTo>
                  <a:pt x="540820" y="35938"/>
                </a:lnTo>
                <a:lnTo>
                  <a:pt x="535000" y="53902"/>
                </a:lnTo>
                <a:lnTo>
                  <a:pt x="529190" y="71866"/>
                </a:lnTo>
                <a:lnTo>
                  <a:pt x="523370" y="89840"/>
                </a:lnTo>
                <a:lnTo>
                  <a:pt x="517560" y="107804"/>
                </a:lnTo>
                <a:lnTo>
                  <a:pt x="511740" y="125768"/>
                </a:lnTo>
                <a:lnTo>
                  <a:pt x="505930" y="143742"/>
                </a:lnTo>
                <a:lnTo>
                  <a:pt x="500110" y="161706"/>
                </a:lnTo>
                <a:lnTo>
                  <a:pt x="494300" y="179670"/>
                </a:lnTo>
                <a:lnTo>
                  <a:pt x="488480" y="197634"/>
                </a:lnTo>
                <a:lnTo>
                  <a:pt x="482670" y="215608"/>
                </a:lnTo>
                <a:lnTo>
                  <a:pt x="476850" y="233572"/>
                </a:lnTo>
                <a:lnTo>
                  <a:pt x="471040" y="251536"/>
                </a:lnTo>
                <a:lnTo>
                  <a:pt x="465220" y="269510"/>
                </a:lnTo>
                <a:lnTo>
                  <a:pt x="459410" y="287474"/>
                </a:lnTo>
                <a:lnTo>
                  <a:pt x="453590" y="305438"/>
                </a:lnTo>
                <a:lnTo>
                  <a:pt x="447780" y="323412"/>
                </a:lnTo>
                <a:lnTo>
                  <a:pt x="441960" y="341376"/>
                </a:lnTo>
                <a:lnTo>
                  <a:pt x="436140" y="359340"/>
                </a:lnTo>
                <a:lnTo>
                  <a:pt x="430330" y="377314"/>
                </a:lnTo>
                <a:lnTo>
                  <a:pt x="424510" y="395278"/>
                </a:lnTo>
                <a:lnTo>
                  <a:pt x="418700" y="413242"/>
                </a:lnTo>
                <a:lnTo>
                  <a:pt x="412880" y="431216"/>
                </a:lnTo>
                <a:lnTo>
                  <a:pt x="407070" y="449180"/>
                </a:lnTo>
                <a:lnTo>
                  <a:pt x="401250" y="467144"/>
                </a:lnTo>
                <a:lnTo>
                  <a:pt x="395440" y="485118"/>
                </a:lnTo>
                <a:lnTo>
                  <a:pt x="389620" y="503082"/>
                </a:lnTo>
                <a:lnTo>
                  <a:pt x="383810" y="521046"/>
                </a:lnTo>
                <a:lnTo>
                  <a:pt x="377990" y="539010"/>
                </a:lnTo>
                <a:lnTo>
                  <a:pt x="372180" y="556984"/>
                </a:lnTo>
                <a:lnTo>
                  <a:pt x="366360" y="574948"/>
                </a:lnTo>
                <a:lnTo>
                  <a:pt x="360550" y="592912"/>
                </a:lnTo>
                <a:lnTo>
                  <a:pt x="354730" y="610886"/>
                </a:lnTo>
                <a:lnTo>
                  <a:pt x="348920" y="628850"/>
                </a:lnTo>
                <a:lnTo>
                  <a:pt x="343100" y="646814"/>
                </a:lnTo>
                <a:lnTo>
                  <a:pt x="337290" y="664788"/>
                </a:lnTo>
                <a:lnTo>
                  <a:pt x="331470" y="682752"/>
                </a:lnTo>
                <a:lnTo>
                  <a:pt x="325650" y="700716"/>
                </a:lnTo>
                <a:lnTo>
                  <a:pt x="319840" y="718690"/>
                </a:lnTo>
                <a:lnTo>
                  <a:pt x="314020" y="736654"/>
                </a:lnTo>
                <a:lnTo>
                  <a:pt x="308210" y="754618"/>
                </a:lnTo>
                <a:lnTo>
                  <a:pt x="302390" y="772592"/>
                </a:lnTo>
                <a:lnTo>
                  <a:pt x="296580" y="790556"/>
                </a:lnTo>
                <a:lnTo>
                  <a:pt x="290760" y="808520"/>
                </a:lnTo>
                <a:lnTo>
                  <a:pt x="284950" y="826494"/>
                </a:lnTo>
                <a:lnTo>
                  <a:pt x="279130" y="844458"/>
                </a:lnTo>
                <a:lnTo>
                  <a:pt x="273320" y="862422"/>
                </a:lnTo>
                <a:lnTo>
                  <a:pt x="267500" y="880386"/>
                </a:lnTo>
                <a:lnTo>
                  <a:pt x="261690" y="898360"/>
                </a:lnTo>
                <a:lnTo>
                  <a:pt x="255870" y="916324"/>
                </a:lnTo>
                <a:lnTo>
                  <a:pt x="250060" y="934288"/>
                </a:lnTo>
                <a:lnTo>
                  <a:pt x="244240" y="952262"/>
                </a:lnTo>
                <a:lnTo>
                  <a:pt x="238430" y="970226"/>
                </a:lnTo>
                <a:lnTo>
                  <a:pt x="232610" y="988190"/>
                </a:lnTo>
                <a:lnTo>
                  <a:pt x="226800" y="1006164"/>
                </a:lnTo>
                <a:lnTo>
                  <a:pt x="220980" y="1024128"/>
                </a:lnTo>
                <a:lnTo>
                  <a:pt x="215160" y="1042092"/>
                </a:lnTo>
                <a:lnTo>
                  <a:pt x="209350" y="1060066"/>
                </a:lnTo>
                <a:lnTo>
                  <a:pt x="203530" y="1078030"/>
                </a:lnTo>
                <a:lnTo>
                  <a:pt x="197720" y="1095994"/>
                </a:lnTo>
                <a:lnTo>
                  <a:pt x="191900" y="1113968"/>
                </a:lnTo>
                <a:lnTo>
                  <a:pt x="186090" y="1131932"/>
                </a:lnTo>
                <a:lnTo>
                  <a:pt x="180270" y="1149896"/>
                </a:lnTo>
                <a:lnTo>
                  <a:pt x="174460" y="1167870"/>
                </a:lnTo>
                <a:lnTo>
                  <a:pt x="168640" y="1185834"/>
                </a:lnTo>
                <a:lnTo>
                  <a:pt x="162830" y="1203798"/>
                </a:lnTo>
                <a:lnTo>
                  <a:pt x="157010" y="1221762"/>
                </a:lnTo>
                <a:lnTo>
                  <a:pt x="151200" y="1239736"/>
                </a:lnTo>
                <a:lnTo>
                  <a:pt x="145380" y="1257700"/>
                </a:lnTo>
                <a:lnTo>
                  <a:pt x="139570" y="1275664"/>
                </a:lnTo>
                <a:lnTo>
                  <a:pt x="133750" y="1293638"/>
                </a:lnTo>
                <a:lnTo>
                  <a:pt x="127940" y="1311602"/>
                </a:lnTo>
                <a:lnTo>
                  <a:pt x="122120" y="1329566"/>
                </a:lnTo>
                <a:lnTo>
                  <a:pt x="116310" y="1347540"/>
                </a:lnTo>
                <a:lnTo>
                  <a:pt x="110490" y="1365504"/>
                </a:lnTo>
                <a:lnTo>
                  <a:pt x="104670" y="1383468"/>
                </a:lnTo>
                <a:lnTo>
                  <a:pt x="98860" y="1401442"/>
                </a:lnTo>
                <a:lnTo>
                  <a:pt x="93040" y="1419406"/>
                </a:lnTo>
                <a:lnTo>
                  <a:pt x="87230" y="1437370"/>
                </a:lnTo>
                <a:lnTo>
                  <a:pt x="81410" y="1455344"/>
                </a:lnTo>
                <a:lnTo>
                  <a:pt x="75600" y="1473308"/>
                </a:lnTo>
                <a:lnTo>
                  <a:pt x="69780" y="1491272"/>
                </a:lnTo>
                <a:lnTo>
                  <a:pt x="63970" y="1509246"/>
                </a:lnTo>
                <a:lnTo>
                  <a:pt x="58150" y="1527210"/>
                </a:lnTo>
                <a:lnTo>
                  <a:pt x="52340" y="1545174"/>
                </a:lnTo>
                <a:lnTo>
                  <a:pt x="46520" y="1563138"/>
                </a:lnTo>
                <a:lnTo>
                  <a:pt x="40710" y="1581112"/>
                </a:lnTo>
                <a:lnTo>
                  <a:pt x="34890" y="1599076"/>
                </a:lnTo>
                <a:lnTo>
                  <a:pt x="29080" y="1617040"/>
                </a:lnTo>
                <a:lnTo>
                  <a:pt x="23260" y="1635014"/>
                </a:lnTo>
                <a:lnTo>
                  <a:pt x="17450" y="1652978"/>
                </a:lnTo>
                <a:lnTo>
                  <a:pt x="11630" y="1670942"/>
                </a:lnTo>
                <a:lnTo>
                  <a:pt x="5820" y="1688916"/>
                </a:lnTo>
                <a:lnTo>
                  <a:pt x="0" y="170688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7" name="cause-branch-4">
            <a:extLst xmlns:a="http://schemas.openxmlformats.org/drawingml/2006/main">
              <a:ext uri="{FF2B5EF4-FFF2-40B4-BE49-F238E27FC236}">
                <a16:creationId xmlns:a16="http://schemas.microsoft.com/office/drawing/2014/main" id="{7AEC6062-FAF4-413B-8ED5-4C184CB3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86675" y="3924300"/>
            <a:ext cx="552450" cy="1691640"/>
          </a:xfrm>
          <a:custGeom xmlns:a="http://schemas.openxmlformats.org/drawingml/2006/main">
            <a:pathLst>
              <a:path w="552450" h="1691640">
                <a:moveTo>
                  <a:pt x="552450" y="0"/>
                </a:moveTo>
                <a:lnTo>
                  <a:pt x="546573" y="17993"/>
                </a:lnTo>
                <a:lnTo>
                  <a:pt x="540696" y="35995"/>
                </a:lnTo>
                <a:lnTo>
                  <a:pt x="534819" y="53988"/>
                </a:lnTo>
                <a:lnTo>
                  <a:pt x="528942" y="71980"/>
                </a:lnTo>
                <a:lnTo>
                  <a:pt x="523065" y="89983"/>
                </a:lnTo>
                <a:lnTo>
                  <a:pt x="517188" y="107975"/>
                </a:lnTo>
                <a:lnTo>
                  <a:pt x="511312" y="125978"/>
                </a:lnTo>
                <a:lnTo>
                  <a:pt x="505435" y="143970"/>
                </a:lnTo>
                <a:lnTo>
                  <a:pt x="499558" y="161963"/>
                </a:lnTo>
                <a:lnTo>
                  <a:pt x="493681" y="179965"/>
                </a:lnTo>
                <a:lnTo>
                  <a:pt x="487804" y="197958"/>
                </a:lnTo>
                <a:lnTo>
                  <a:pt x="481927" y="215951"/>
                </a:lnTo>
                <a:lnTo>
                  <a:pt x="476050" y="233953"/>
                </a:lnTo>
                <a:lnTo>
                  <a:pt x="470173" y="251946"/>
                </a:lnTo>
                <a:lnTo>
                  <a:pt x="464296" y="269939"/>
                </a:lnTo>
                <a:lnTo>
                  <a:pt x="458419" y="287941"/>
                </a:lnTo>
                <a:lnTo>
                  <a:pt x="452542" y="305933"/>
                </a:lnTo>
                <a:lnTo>
                  <a:pt x="446665" y="323936"/>
                </a:lnTo>
                <a:lnTo>
                  <a:pt x="440788" y="341928"/>
                </a:lnTo>
                <a:lnTo>
                  <a:pt x="434911" y="359921"/>
                </a:lnTo>
                <a:lnTo>
                  <a:pt x="429035" y="377923"/>
                </a:lnTo>
                <a:lnTo>
                  <a:pt x="423158" y="395916"/>
                </a:lnTo>
                <a:lnTo>
                  <a:pt x="417281" y="413909"/>
                </a:lnTo>
                <a:lnTo>
                  <a:pt x="411394" y="431911"/>
                </a:lnTo>
                <a:lnTo>
                  <a:pt x="405517" y="449904"/>
                </a:lnTo>
                <a:lnTo>
                  <a:pt x="399640" y="467897"/>
                </a:lnTo>
                <a:lnTo>
                  <a:pt x="393764" y="485899"/>
                </a:lnTo>
                <a:lnTo>
                  <a:pt x="387887" y="503892"/>
                </a:lnTo>
                <a:lnTo>
                  <a:pt x="382010" y="521884"/>
                </a:lnTo>
                <a:lnTo>
                  <a:pt x="376133" y="539887"/>
                </a:lnTo>
                <a:lnTo>
                  <a:pt x="370256" y="557879"/>
                </a:lnTo>
                <a:lnTo>
                  <a:pt x="364379" y="575882"/>
                </a:lnTo>
                <a:lnTo>
                  <a:pt x="358502" y="593874"/>
                </a:lnTo>
                <a:lnTo>
                  <a:pt x="352625" y="611867"/>
                </a:lnTo>
                <a:lnTo>
                  <a:pt x="346748" y="629869"/>
                </a:lnTo>
                <a:lnTo>
                  <a:pt x="340871" y="647862"/>
                </a:lnTo>
                <a:lnTo>
                  <a:pt x="334994" y="665855"/>
                </a:lnTo>
                <a:lnTo>
                  <a:pt x="329117" y="683857"/>
                </a:lnTo>
                <a:lnTo>
                  <a:pt x="323240" y="701850"/>
                </a:lnTo>
                <a:lnTo>
                  <a:pt x="317363" y="719842"/>
                </a:lnTo>
                <a:lnTo>
                  <a:pt x="311487" y="737845"/>
                </a:lnTo>
                <a:lnTo>
                  <a:pt x="305610" y="755837"/>
                </a:lnTo>
                <a:lnTo>
                  <a:pt x="299733" y="773840"/>
                </a:lnTo>
                <a:lnTo>
                  <a:pt x="293856" y="791832"/>
                </a:lnTo>
                <a:lnTo>
                  <a:pt x="287979" y="809825"/>
                </a:lnTo>
                <a:lnTo>
                  <a:pt x="282102" y="827827"/>
                </a:lnTo>
                <a:lnTo>
                  <a:pt x="276225" y="845820"/>
                </a:lnTo>
                <a:lnTo>
                  <a:pt x="270348" y="863813"/>
                </a:lnTo>
                <a:lnTo>
                  <a:pt x="264471" y="881815"/>
                </a:lnTo>
                <a:lnTo>
                  <a:pt x="258594" y="899808"/>
                </a:lnTo>
                <a:lnTo>
                  <a:pt x="252717" y="917800"/>
                </a:lnTo>
                <a:lnTo>
                  <a:pt x="246840" y="935803"/>
                </a:lnTo>
                <a:lnTo>
                  <a:pt x="240963" y="953795"/>
                </a:lnTo>
                <a:lnTo>
                  <a:pt x="235087" y="971798"/>
                </a:lnTo>
                <a:lnTo>
                  <a:pt x="229210" y="989790"/>
                </a:lnTo>
                <a:lnTo>
                  <a:pt x="223333" y="1007783"/>
                </a:lnTo>
                <a:lnTo>
                  <a:pt x="217456" y="1025785"/>
                </a:lnTo>
                <a:lnTo>
                  <a:pt x="211579" y="1043778"/>
                </a:lnTo>
                <a:lnTo>
                  <a:pt x="205702" y="1061771"/>
                </a:lnTo>
                <a:lnTo>
                  <a:pt x="199825" y="1079773"/>
                </a:lnTo>
                <a:lnTo>
                  <a:pt x="193948" y="1097766"/>
                </a:lnTo>
                <a:lnTo>
                  <a:pt x="188071" y="1115759"/>
                </a:lnTo>
                <a:lnTo>
                  <a:pt x="182194" y="1133761"/>
                </a:lnTo>
                <a:lnTo>
                  <a:pt x="176317" y="1151753"/>
                </a:lnTo>
                <a:lnTo>
                  <a:pt x="170440" y="1169756"/>
                </a:lnTo>
                <a:lnTo>
                  <a:pt x="164563" y="1187748"/>
                </a:lnTo>
                <a:lnTo>
                  <a:pt x="158687" y="1205741"/>
                </a:lnTo>
                <a:lnTo>
                  <a:pt x="152810" y="1223743"/>
                </a:lnTo>
                <a:lnTo>
                  <a:pt x="146933" y="1241736"/>
                </a:lnTo>
                <a:lnTo>
                  <a:pt x="141056" y="1259729"/>
                </a:lnTo>
                <a:lnTo>
                  <a:pt x="135169" y="1277731"/>
                </a:lnTo>
                <a:lnTo>
                  <a:pt x="129292" y="1295724"/>
                </a:lnTo>
                <a:lnTo>
                  <a:pt x="123415" y="1313717"/>
                </a:lnTo>
                <a:lnTo>
                  <a:pt x="117539" y="1331719"/>
                </a:lnTo>
                <a:lnTo>
                  <a:pt x="111662" y="1349712"/>
                </a:lnTo>
                <a:lnTo>
                  <a:pt x="105785" y="1367704"/>
                </a:lnTo>
                <a:lnTo>
                  <a:pt x="99908" y="1385707"/>
                </a:lnTo>
                <a:lnTo>
                  <a:pt x="94031" y="1403699"/>
                </a:lnTo>
                <a:lnTo>
                  <a:pt x="88154" y="1421702"/>
                </a:lnTo>
                <a:lnTo>
                  <a:pt x="82277" y="1439694"/>
                </a:lnTo>
                <a:lnTo>
                  <a:pt x="76400" y="1457687"/>
                </a:lnTo>
                <a:lnTo>
                  <a:pt x="70523" y="1475689"/>
                </a:lnTo>
                <a:lnTo>
                  <a:pt x="64646" y="1493682"/>
                </a:lnTo>
                <a:lnTo>
                  <a:pt x="58769" y="1511675"/>
                </a:lnTo>
                <a:lnTo>
                  <a:pt x="52892" y="1529677"/>
                </a:lnTo>
                <a:lnTo>
                  <a:pt x="47015" y="1547670"/>
                </a:lnTo>
                <a:lnTo>
                  <a:pt x="41138" y="1565662"/>
                </a:lnTo>
                <a:lnTo>
                  <a:pt x="35262" y="1583665"/>
                </a:lnTo>
                <a:lnTo>
                  <a:pt x="29385" y="1601657"/>
                </a:lnTo>
                <a:lnTo>
                  <a:pt x="23508" y="1619660"/>
                </a:lnTo>
                <a:lnTo>
                  <a:pt x="17631" y="1637652"/>
                </a:lnTo>
                <a:lnTo>
                  <a:pt x="11754" y="1655645"/>
                </a:lnTo>
                <a:lnTo>
                  <a:pt x="5877" y="1673647"/>
                </a:lnTo>
                <a:lnTo>
                  <a:pt x="0" y="169164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8" name="causal-anchor-0">
            <a:extLst xmlns:a="http://schemas.openxmlformats.org/drawingml/2006/main">
              <a:ext uri="{FF2B5EF4-FFF2-40B4-BE49-F238E27FC236}">
                <a16:creationId xmlns:a16="http://schemas.microsoft.com/office/drawing/2014/main" id="{B4D58653-2D1E-4FB1-93B7-6E521C47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9" name="causal-anchor-1">
            <a:extLst xmlns:a="http://schemas.openxmlformats.org/drawingml/2006/main">
              <a:ext uri="{FF2B5EF4-FFF2-40B4-BE49-F238E27FC236}">
                <a16:creationId xmlns:a16="http://schemas.microsoft.com/office/drawing/2014/main" id="{CFE22BE5-89F5-428E-85AD-D31A849D3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722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10" name="causal-anchor-2">
            <a:extLst xmlns:a="http://schemas.openxmlformats.org/drawingml/2006/main">
              <a:ext uri="{FF2B5EF4-FFF2-40B4-BE49-F238E27FC236}">
                <a16:creationId xmlns:a16="http://schemas.microsoft.com/office/drawing/2014/main" id="{FD198A07-8B77-4388-835C-EC6B01BD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297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11" name="causal-anchor-3">
            <a:extLst xmlns:a="http://schemas.openxmlformats.org/drawingml/2006/main">
              <a:ext uri="{FF2B5EF4-FFF2-40B4-BE49-F238E27FC236}">
                <a16:creationId xmlns:a16="http://schemas.microsoft.com/office/drawing/2014/main" id="{F05B5ADD-B374-4E1E-9211-1CAB21BE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82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12" name="causal-anchor-4">
            <a:extLst xmlns:a="http://schemas.openxmlformats.org/drawingml/2006/main">
              <a:ext uri="{FF2B5EF4-FFF2-40B4-BE49-F238E27FC236}">
                <a16:creationId xmlns:a16="http://schemas.microsoft.com/office/drawing/2014/main" id="{0121F3F4-2C73-46C4-AC2E-0FC7ED72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13" name="causal-effect-head">
            <a:extLst xmlns:a="http://schemas.openxmlformats.org/drawingml/2006/main">
              <a:ext uri="{FF2B5EF4-FFF2-40B4-BE49-F238E27FC236}">
                <a16:creationId xmlns:a16="http://schemas.microsoft.com/office/drawing/2014/main" id="{B5482CB9-4987-4985-98C4-24C65B693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82225" y="2781300"/>
            <a:ext cx="1426426" cy="2283914"/>
          </a:xfrm>
          <a:custGeom xmlns:a="http://schemas.openxmlformats.org/drawingml/2006/main">
            <a:pathLst>
              <a:path w="1426426" h="2283914">
                <a:moveTo>
                  <a:pt x="0" y="0"/>
                </a:moveTo>
                <a:lnTo>
                  <a:pt x="25203" y="4181"/>
                </a:lnTo>
                <a:lnTo>
                  <a:pt x="50349" y="8649"/>
                </a:lnTo>
                <a:lnTo>
                  <a:pt x="75448" y="13402"/>
                </a:lnTo>
                <a:lnTo>
                  <a:pt x="100489" y="18450"/>
                </a:lnTo>
                <a:lnTo>
                  <a:pt x="125463" y="23803"/>
                </a:lnTo>
                <a:lnTo>
                  <a:pt x="150381" y="29442"/>
                </a:lnTo>
                <a:lnTo>
                  <a:pt x="175222" y="35385"/>
                </a:lnTo>
                <a:lnTo>
                  <a:pt x="199987" y="41643"/>
                </a:lnTo>
                <a:lnTo>
                  <a:pt x="224676" y="48196"/>
                </a:lnTo>
                <a:lnTo>
                  <a:pt x="249279" y="55064"/>
                </a:lnTo>
                <a:lnTo>
                  <a:pt x="273796" y="62236"/>
                </a:lnTo>
                <a:lnTo>
                  <a:pt x="298218" y="69733"/>
                </a:lnTo>
                <a:lnTo>
                  <a:pt x="322536" y="77534"/>
                </a:lnTo>
                <a:lnTo>
                  <a:pt x="346758" y="85658"/>
                </a:lnTo>
                <a:lnTo>
                  <a:pt x="370865" y="94107"/>
                </a:lnTo>
                <a:lnTo>
                  <a:pt x="394859" y="102870"/>
                </a:lnTo>
                <a:lnTo>
                  <a:pt x="418729" y="111957"/>
                </a:lnTo>
                <a:lnTo>
                  <a:pt x="442474" y="121368"/>
                </a:lnTo>
                <a:lnTo>
                  <a:pt x="466087" y="131102"/>
                </a:lnTo>
                <a:lnTo>
                  <a:pt x="489566" y="141161"/>
                </a:lnTo>
                <a:lnTo>
                  <a:pt x="512912" y="151543"/>
                </a:lnTo>
                <a:lnTo>
                  <a:pt x="536096" y="162258"/>
                </a:lnTo>
                <a:lnTo>
                  <a:pt x="559127" y="173307"/>
                </a:lnTo>
                <a:lnTo>
                  <a:pt x="582006" y="184671"/>
                </a:lnTo>
                <a:lnTo>
                  <a:pt x="604714" y="196367"/>
                </a:lnTo>
                <a:lnTo>
                  <a:pt x="627250" y="208388"/>
                </a:lnTo>
                <a:lnTo>
                  <a:pt x="649615" y="220742"/>
                </a:lnTo>
                <a:lnTo>
                  <a:pt x="671789" y="233420"/>
                </a:lnTo>
                <a:lnTo>
                  <a:pt x="693782" y="246412"/>
                </a:lnTo>
                <a:lnTo>
                  <a:pt x="715575" y="259737"/>
                </a:lnTo>
                <a:lnTo>
                  <a:pt x="737168" y="273377"/>
                </a:lnTo>
                <a:lnTo>
                  <a:pt x="758552" y="287350"/>
                </a:lnTo>
                <a:lnTo>
                  <a:pt x="779736" y="301628"/>
                </a:lnTo>
                <a:lnTo>
                  <a:pt x="800691" y="316230"/>
                </a:lnTo>
                <a:lnTo>
                  <a:pt x="821426" y="331146"/>
                </a:lnTo>
                <a:lnTo>
                  <a:pt x="841943" y="346367"/>
                </a:lnTo>
                <a:lnTo>
                  <a:pt x="862222" y="361902"/>
                </a:lnTo>
                <a:lnTo>
                  <a:pt x="882253" y="377742"/>
                </a:lnTo>
                <a:lnTo>
                  <a:pt x="902056" y="393878"/>
                </a:lnTo>
                <a:lnTo>
                  <a:pt x="921601" y="410327"/>
                </a:lnTo>
                <a:lnTo>
                  <a:pt x="940908" y="427053"/>
                </a:lnTo>
                <a:lnTo>
                  <a:pt x="959939" y="444084"/>
                </a:lnTo>
                <a:lnTo>
                  <a:pt x="978732" y="461401"/>
                </a:lnTo>
                <a:lnTo>
                  <a:pt x="997239" y="478993"/>
                </a:lnTo>
                <a:lnTo>
                  <a:pt x="1015489" y="496872"/>
                </a:lnTo>
                <a:lnTo>
                  <a:pt x="1033463" y="515017"/>
                </a:lnTo>
                <a:lnTo>
                  <a:pt x="1051160" y="533438"/>
                </a:lnTo>
                <a:lnTo>
                  <a:pt x="1068581" y="552117"/>
                </a:lnTo>
                <a:lnTo>
                  <a:pt x="1085717" y="571062"/>
                </a:lnTo>
                <a:lnTo>
                  <a:pt x="1102566" y="590264"/>
                </a:lnTo>
                <a:lnTo>
                  <a:pt x="1119130" y="609705"/>
                </a:lnTo>
                <a:lnTo>
                  <a:pt x="1135409" y="629393"/>
                </a:lnTo>
                <a:lnTo>
                  <a:pt x="1151382" y="649329"/>
                </a:lnTo>
                <a:lnTo>
                  <a:pt x="1167070" y="669484"/>
                </a:lnTo>
                <a:lnTo>
                  <a:pt x="1182453" y="689877"/>
                </a:lnTo>
                <a:lnTo>
                  <a:pt x="1197540" y="710489"/>
                </a:lnTo>
                <a:lnTo>
                  <a:pt x="1212323" y="731320"/>
                </a:lnTo>
                <a:lnTo>
                  <a:pt x="1226810" y="752361"/>
                </a:lnTo>
                <a:lnTo>
                  <a:pt x="1240993" y="773611"/>
                </a:lnTo>
                <a:lnTo>
                  <a:pt x="1254871" y="795052"/>
                </a:lnTo>
                <a:lnTo>
                  <a:pt x="1268444" y="816693"/>
                </a:lnTo>
                <a:lnTo>
                  <a:pt x="1281713" y="838524"/>
                </a:lnTo>
                <a:lnTo>
                  <a:pt x="1294667" y="860536"/>
                </a:lnTo>
                <a:lnTo>
                  <a:pt x="1307325" y="882720"/>
                </a:lnTo>
                <a:lnTo>
                  <a:pt x="1319670" y="905085"/>
                </a:lnTo>
                <a:lnTo>
                  <a:pt x="1331719" y="927611"/>
                </a:lnTo>
                <a:lnTo>
                  <a:pt x="1343454" y="950290"/>
                </a:lnTo>
                <a:lnTo>
                  <a:pt x="1354884" y="973141"/>
                </a:lnTo>
                <a:lnTo>
                  <a:pt x="1366018" y="996134"/>
                </a:lnTo>
                <a:lnTo>
                  <a:pt x="1376839" y="1019270"/>
                </a:lnTo>
                <a:lnTo>
                  <a:pt x="1387354" y="1042549"/>
                </a:lnTo>
                <a:lnTo>
                  <a:pt x="1397575" y="1065952"/>
                </a:lnTo>
                <a:lnTo>
                  <a:pt x="1407490" y="1089498"/>
                </a:lnTo>
                <a:lnTo>
                  <a:pt x="1417110" y="1113158"/>
                </a:lnTo>
                <a:lnTo>
                  <a:pt x="1426426" y="1136942"/>
                </a:lnTo>
                <a:lnTo>
                  <a:pt x="1421882" y="1160774"/>
                </a:lnTo>
                <a:lnTo>
                  <a:pt x="1412415" y="1184500"/>
                </a:lnTo>
                <a:lnTo>
                  <a:pt x="1402652" y="1208103"/>
                </a:lnTo>
                <a:lnTo>
                  <a:pt x="1392584" y="1231583"/>
                </a:lnTo>
                <a:lnTo>
                  <a:pt x="1382220" y="1254928"/>
                </a:lnTo>
                <a:lnTo>
                  <a:pt x="1371552" y="1278141"/>
                </a:lnTo>
                <a:lnTo>
                  <a:pt x="1360580" y="1301210"/>
                </a:lnTo>
                <a:lnTo>
                  <a:pt x="1349292" y="1324127"/>
                </a:lnTo>
                <a:lnTo>
                  <a:pt x="1337720" y="1346892"/>
                </a:lnTo>
                <a:lnTo>
                  <a:pt x="1325823" y="1369505"/>
                </a:lnTo>
                <a:lnTo>
                  <a:pt x="1313631" y="1391945"/>
                </a:lnTo>
                <a:lnTo>
                  <a:pt x="1301134" y="1414224"/>
                </a:lnTo>
                <a:lnTo>
                  <a:pt x="1288332" y="1436322"/>
                </a:lnTo>
                <a:lnTo>
                  <a:pt x="1275217" y="1458249"/>
                </a:lnTo>
                <a:lnTo>
                  <a:pt x="1261796" y="1479985"/>
                </a:lnTo>
                <a:lnTo>
                  <a:pt x="1248070" y="1501531"/>
                </a:lnTo>
                <a:lnTo>
                  <a:pt x="1234049" y="1522876"/>
                </a:lnTo>
                <a:lnTo>
                  <a:pt x="1219714" y="1544022"/>
                </a:lnTo>
                <a:lnTo>
                  <a:pt x="1205084" y="1564958"/>
                </a:lnTo>
                <a:lnTo>
                  <a:pt x="1190149" y="1585684"/>
                </a:lnTo>
                <a:lnTo>
                  <a:pt x="1174918" y="1606182"/>
                </a:lnTo>
                <a:lnTo>
                  <a:pt x="1159383" y="1626460"/>
                </a:lnTo>
                <a:lnTo>
                  <a:pt x="1143552" y="1646511"/>
                </a:lnTo>
                <a:lnTo>
                  <a:pt x="1127436" y="1666323"/>
                </a:lnTo>
                <a:lnTo>
                  <a:pt x="1111015" y="1685896"/>
                </a:lnTo>
                <a:lnTo>
                  <a:pt x="1094308" y="1705223"/>
                </a:lnTo>
                <a:lnTo>
                  <a:pt x="1077316" y="1724292"/>
                </a:lnTo>
                <a:lnTo>
                  <a:pt x="1060047" y="1743113"/>
                </a:lnTo>
                <a:lnTo>
                  <a:pt x="1042483" y="1761658"/>
                </a:lnTo>
                <a:lnTo>
                  <a:pt x="1024652" y="1779946"/>
                </a:lnTo>
                <a:lnTo>
                  <a:pt x="1006545" y="1797958"/>
                </a:lnTo>
                <a:lnTo>
                  <a:pt x="988162" y="1815703"/>
                </a:lnTo>
                <a:lnTo>
                  <a:pt x="969512" y="1833162"/>
                </a:lnTo>
                <a:lnTo>
                  <a:pt x="950605" y="1850327"/>
                </a:lnTo>
                <a:lnTo>
                  <a:pt x="931440" y="1867214"/>
                </a:lnTo>
                <a:lnTo>
                  <a:pt x="912019" y="1883807"/>
                </a:lnTo>
                <a:lnTo>
                  <a:pt x="892340" y="1900095"/>
                </a:lnTo>
                <a:lnTo>
                  <a:pt x="872423" y="1916087"/>
                </a:lnTo>
                <a:lnTo>
                  <a:pt x="852268" y="1931784"/>
                </a:lnTo>
                <a:lnTo>
                  <a:pt x="831875" y="1947167"/>
                </a:lnTo>
                <a:lnTo>
                  <a:pt x="811254" y="1962236"/>
                </a:lnTo>
                <a:lnTo>
                  <a:pt x="790404" y="1976999"/>
                </a:lnTo>
                <a:lnTo>
                  <a:pt x="769334" y="1991439"/>
                </a:lnTo>
                <a:lnTo>
                  <a:pt x="748055" y="2005565"/>
                </a:lnTo>
                <a:lnTo>
                  <a:pt x="726557" y="2019376"/>
                </a:lnTo>
                <a:lnTo>
                  <a:pt x="704869" y="2032864"/>
                </a:lnTo>
                <a:lnTo>
                  <a:pt x="682981" y="2046027"/>
                </a:lnTo>
                <a:lnTo>
                  <a:pt x="660892" y="2058867"/>
                </a:lnTo>
                <a:lnTo>
                  <a:pt x="638623" y="2071383"/>
                </a:lnTo>
                <a:lnTo>
                  <a:pt x="616182" y="2083565"/>
                </a:lnTo>
                <a:lnTo>
                  <a:pt x="593560" y="2095433"/>
                </a:lnTo>
                <a:lnTo>
                  <a:pt x="570767" y="2106959"/>
                </a:lnTo>
                <a:lnTo>
                  <a:pt x="547811" y="2118170"/>
                </a:lnTo>
                <a:lnTo>
                  <a:pt x="524704" y="2129047"/>
                </a:lnTo>
                <a:lnTo>
                  <a:pt x="501444" y="2139601"/>
                </a:lnTo>
                <a:lnTo>
                  <a:pt x="478031" y="2149831"/>
                </a:lnTo>
                <a:lnTo>
                  <a:pt x="454485" y="2159727"/>
                </a:lnTo>
                <a:lnTo>
                  <a:pt x="430806" y="2169309"/>
                </a:lnTo>
                <a:lnTo>
                  <a:pt x="406994" y="2178558"/>
                </a:lnTo>
                <a:lnTo>
                  <a:pt x="383057" y="2187483"/>
                </a:lnTo>
                <a:lnTo>
                  <a:pt x="359007" y="2196094"/>
                </a:lnTo>
                <a:lnTo>
                  <a:pt x="334851" y="2204380"/>
                </a:lnTo>
                <a:lnTo>
                  <a:pt x="310582" y="2212343"/>
                </a:lnTo>
                <a:lnTo>
                  <a:pt x="286207" y="2220001"/>
                </a:lnTo>
                <a:lnTo>
                  <a:pt x="261737" y="2227336"/>
                </a:lnTo>
                <a:lnTo>
                  <a:pt x="237182" y="2234355"/>
                </a:lnTo>
                <a:lnTo>
                  <a:pt x="212531" y="2241071"/>
                </a:lnTo>
                <a:lnTo>
                  <a:pt x="187804" y="2247481"/>
                </a:lnTo>
                <a:lnTo>
                  <a:pt x="163001" y="2253577"/>
                </a:lnTo>
                <a:lnTo>
                  <a:pt x="138122" y="2259378"/>
                </a:lnTo>
                <a:lnTo>
                  <a:pt x="113176" y="2264874"/>
                </a:lnTo>
                <a:lnTo>
                  <a:pt x="88173" y="2270065"/>
                </a:lnTo>
                <a:lnTo>
                  <a:pt x="63103" y="2274970"/>
                </a:lnTo>
                <a:lnTo>
                  <a:pt x="37976" y="2279590"/>
                </a:lnTo>
                <a:lnTo>
                  <a:pt x="12802" y="2283914"/>
                </a:lnTo>
                <a:lnTo>
                  <a:pt x="0" y="2273427"/>
                </a:lnTo>
                <a:lnTo>
                  <a:pt x="0" y="2247881"/>
                </a:lnTo>
                <a:lnTo>
                  <a:pt x="0" y="2222335"/>
                </a:lnTo>
                <a:lnTo>
                  <a:pt x="0" y="2196789"/>
                </a:lnTo>
                <a:lnTo>
                  <a:pt x="0" y="2171252"/>
                </a:lnTo>
                <a:lnTo>
                  <a:pt x="0" y="2145706"/>
                </a:lnTo>
                <a:lnTo>
                  <a:pt x="0" y="2120160"/>
                </a:lnTo>
                <a:lnTo>
                  <a:pt x="0" y="2094614"/>
                </a:lnTo>
                <a:lnTo>
                  <a:pt x="0" y="2069078"/>
                </a:lnTo>
                <a:lnTo>
                  <a:pt x="0" y="2043532"/>
                </a:lnTo>
                <a:lnTo>
                  <a:pt x="0" y="2017986"/>
                </a:lnTo>
                <a:lnTo>
                  <a:pt x="0" y="1992440"/>
                </a:lnTo>
                <a:lnTo>
                  <a:pt x="0" y="1966893"/>
                </a:lnTo>
                <a:lnTo>
                  <a:pt x="0" y="1941357"/>
                </a:lnTo>
                <a:lnTo>
                  <a:pt x="0" y="1915811"/>
                </a:lnTo>
                <a:lnTo>
                  <a:pt x="0" y="1890265"/>
                </a:lnTo>
                <a:lnTo>
                  <a:pt x="0" y="1864719"/>
                </a:lnTo>
                <a:lnTo>
                  <a:pt x="0" y="1839173"/>
                </a:lnTo>
                <a:lnTo>
                  <a:pt x="0" y="1813636"/>
                </a:lnTo>
                <a:lnTo>
                  <a:pt x="0" y="1788090"/>
                </a:lnTo>
                <a:lnTo>
                  <a:pt x="0" y="1762544"/>
                </a:lnTo>
                <a:lnTo>
                  <a:pt x="0" y="1736998"/>
                </a:lnTo>
                <a:lnTo>
                  <a:pt x="0" y="1711452"/>
                </a:lnTo>
                <a:lnTo>
                  <a:pt x="0" y="1685915"/>
                </a:lnTo>
                <a:lnTo>
                  <a:pt x="0" y="1660369"/>
                </a:lnTo>
                <a:lnTo>
                  <a:pt x="0" y="1634823"/>
                </a:lnTo>
                <a:lnTo>
                  <a:pt x="0" y="1609277"/>
                </a:lnTo>
                <a:lnTo>
                  <a:pt x="0" y="1583731"/>
                </a:lnTo>
                <a:lnTo>
                  <a:pt x="0" y="1558195"/>
                </a:lnTo>
                <a:lnTo>
                  <a:pt x="0" y="1532649"/>
                </a:lnTo>
                <a:lnTo>
                  <a:pt x="0" y="1507103"/>
                </a:lnTo>
                <a:lnTo>
                  <a:pt x="0" y="1481557"/>
                </a:lnTo>
                <a:lnTo>
                  <a:pt x="0" y="1456011"/>
                </a:lnTo>
                <a:lnTo>
                  <a:pt x="0" y="1430474"/>
                </a:lnTo>
                <a:lnTo>
                  <a:pt x="0" y="1404928"/>
                </a:lnTo>
                <a:lnTo>
                  <a:pt x="0" y="1379382"/>
                </a:lnTo>
                <a:lnTo>
                  <a:pt x="0" y="1353836"/>
                </a:lnTo>
                <a:lnTo>
                  <a:pt x="0" y="1328290"/>
                </a:lnTo>
                <a:lnTo>
                  <a:pt x="0" y="1302753"/>
                </a:lnTo>
                <a:lnTo>
                  <a:pt x="0" y="1277207"/>
                </a:lnTo>
                <a:lnTo>
                  <a:pt x="0" y="1251661"/>
                </a:lnTo>
                <a:lnTo>
                  <a:pt x="0" y="1226115"/>
                </a:lnTo>
                <a:lnTo>
                  <a:pt x="0" y="1200569"/>
                </a:lnTo>
                <a:lnTo>
                  <a:pt x="0" y="1175033"/>
                </a:lnTo>
                <a:lnTo>
                  <a:pt x="0" y="1149487"/>
                </a:lnTo>
                <a:lnTo>
                  <a:pt x="0" y="1123940"/>
                </a:lnTo>
                <a:lnTo>
                  <a:pt x="0" y="1098394"/>
                </a:lnTo>
                <a:lnTo>
                  <a:pt x="0" y="1072848"/>
                </a:lnTo>
                <a:lnTo>
                  <a:pt x="0" y="1047312"/>
                </a:lnTo>
                <a:lnTo>
                  <a:pt x="0" y="1021766"/>
                </a:lnTo>
                <a:lnTo>
                  <a:pt x="0" y="996220"/>
                </a:lnTo>
                <a:lnTo>
                  <a:pt x="0" y="970674"/>
                </a:lnTo>
                <a:lnTo>
                  <a:pt x="0" y="945137"/>
                </a:lnTo>
                <a:lnTo>
                  <a:pt x="0" y="919591"/>
                </a:lnTo>
                <a:lnTo>
                  <a:pt x="0" y="894045"/>
                </a:lnTo>
                <a:lnTo>
                  <a:pt x="0" y="868499"/>
                </a:lnTo>
                <a:lnTo>
                  <a:pt x="0" y="842953"/>
                </a:lnTo>
                <a:lnTo>
                  <a:pt x="0" y="817416"/>
                </a:lnTo>
                <a:lnTo>
                  <a:pt x="0" y="791870"/>
                </a:lnTo>
                <a:lnTo>
                  <a:pt x="0" y="766324"/>
                </a:lnTo>
                <a:lnTo>
                  <a:pt x="0" y="740778"/>
                </a:lnTo>
                <a:lnTo>
                  <a:pt x="0" y="715232"/>
                </a:lnTo>
                <a:lnTo>
                  <a:pt x="0" y="689696"/>
                </a:lnTo>
                <a:lnTo>
                  <a:pt x="0" y="664150"/>
                </a:lnTo>
                <a:lnTo>
                  <a:pt x="0" y="638604"/>
                </a:lnTo>
                <a:lnTo>
                  <a:pt x="0" y="613058"/>
                </a:lnTo>
                <a:lnTo>
                  <a:pt x="0" y="587512"/>
                </a:lnTo>
                <a:lnTo>
                  <a:pt x="0" y="561975"/>
                </a:lnTo>
                <a:lnTo>
                  <a:pt x="0" y="536429"/>
                </a:lnTo>
                <a:lnTo>
                  <a:pt x="0" y="510883"/>
                </a:lnTo>
                <a:lnTo>
                  <a:pt x="0" y="485337"/>
                </a:lnTo>
                <a:lnTo>
                  <a:pt x="0" y="459791"/>
                </a:lnTo>
                <a:lnTo>
                  <a:pt x="0" y="434254"/>
                </a:lnTo>
                <a:lnTo>
                  <a:pt x="0" y="408708"/>
                </a:lnTo>
                <a:lnTo>
                  <a:pt x="0" y="383162"/>
                </a:lnTo>
                <a:lnTo>
                  <a:pt x="0" y="357616"/>
                </a:lnTo>
                <a:lnTo>
                  <a:pt x="0" y="332070"/>
                </a:lnTo>
                <a:lnTo>
                  <a:pt x="0" y="306534"/>
                </a:lnTo>
                <a:lnTo>
                  <a:pt x="0" y="280988"/>
                </a:lnTo>
                <a:lnTo>
                  <a:pt x="0" y="255441"/>
                </a:lnTo>
                <a:lnTo>
                  <a:pt x="0" y="229895"/>
                </a:lnTo>
                <a:lnTo>
                  <a:pt x="0" y="204349"/>
                </a:lnTo>
                <a:lnTo>
                  <a:pt x="0" y="178813"/>
                </a:lnTo>
                <a:lnTo>
                  <a:pt x="0" y="153267"/>
                </a:lnTo>
                <a:lnTo>
                  <a:pt x="0" y="127721"/>
                </a:lnTo>
                <a:lnTo>
                  <a:pt x="0" y="102175"/>
                </a:lnTo>
                <a:lnTo>
                  <a:pt x="0" y="76629"/>
                </a:lnTo>
                <a:lnTo>
                  <a:pt x="0" y="5109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54783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4" name="cause-heading-0">
            <a:extLst xmlns:a="http://schemas.openxmlformats.org/drawingml/2006/main">
              <a:ext uri="{FF2B5EF4-FFF2-40B4-BE49-F238E27FC236}">
                <a16:creationId xmlns:a16="http://schemas.microsoft.com/office/drawing/2014/main" id="{391CCCEF-9A9E-4B0E-BF56-DBBDBA73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5375" y="1876425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5" name="factor-guide-0-0">
            <a:extLst xmlns:a="http://schemas.openxmlformats.org/drawingml/2006/main">
              <a:ext uri="{FF2B5EF4-FFF2-40B4-BE49-F238E27FC236}">
                <a16:creationId xmlns:a16="http://schemas.microsoft.com/office/drawing/2014/main" id="{B51E5363-AA31-4BE3-92C0-E72FB24CD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7775" y="281940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6" name="factor-arrow-0-0">
            <a:extLst xmlns:a="http://schemas.openxmlformats.org/drawingml/2006/main">
              <a:ext uri="{FF2B5EF4-FFF2-40B4-BE49-F238E27FC236}">
                <a16:creationId xmlns:a16="http://schemas.microsoft.com/office/drawing/2014/main" id="{407285B9-02F6-41AC-B3B6-DFC20A94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278149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7" name="factor-guide-0-1">
            <a:extLst xmlns:a="http://schemas.openxmlformats.org/drawingml/2006/main">
              <a:ext uri="{FF2B5EF4-FFF2-40B4-BE49-F238E27FC236}">
                <a16:creationId xmlns:a16="http://schemas.microsoft.com/office/drawing/2014/main" id="{593E9806-AB0B-44AD-AC41-37DAD7AEA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7775" y="319087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8" name="factor-arrow-0-1">
            <a:extLst xmlns:a="http://schemas.openxmlformats.org/drawingml/2006/main">
              <a:ext uri="{FF2B5EF4-FFF2-40B4-BE49-F238E27FC236}">
                <a16:creationId xmlns:a16="http://schemas.microsoft.com/office/drawing/2014/main" id="{345CC6ED-056D-4C07-8F4D-53836572C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315296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9" name="factor-guide-0-2">
            <a:extLst xmlns:a="http://schemas.openxmlformats.org/drawingml/2006/main">
              <a:ext uri="{FF2B5EF4-FFF2-40B4-BE49-F238E27FC236}">
                <a16:creationId xmlns:a16="http://schemas.microsoft.com/office/drawing/2014/main" id="{A9EEBA58-3BB4-4199-81D4-9931A521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7775" y="356235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0" name="factor-arrow-0-2">
            <a:extLst xmlns:a="http://schemas.openxmlformats.org/drawingml/2006/main">
              <a:ext uri="{FF2B5EF4-FFF2-40B4-BE49-F238E27FC236}">
                <a16:creationId xmlns:a16="http://schemas.microsoft.com/office/drawing/2014/main" id="{0CF74B9B-8662-46AC-AFAF-FCAE91F7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352444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1" name="cause-heading-1">
            <a:extLst xmlns:a="http://schemas.openxmlformats.org/drawingml/2006/main">
              <a:ext uri="{FF2B5EF4-FFF2-40B4-BE49-F238E27FC236}">
                <a16:creationId xmlns:a16="http://schemas.microsoft.com/office/drawing/2014/main" id="{3EB48018-80C5-4A9E-B6BA-338315CC0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1657350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2" name="factor-guide-1-0">
            <a:extLst xmlns:a="http://schemas.openxmlformats.org/drawingml/2006/main">
              <a:ext uri="{FF2B5EF4-FFF2-40B4-BE49-F238E27FC236}">
                <a16:creationId xmlns:a16="http://schemas.microsoft.com/office/drawing/2014/main" id="{D8EBC0BB-67E5-4B00-83BF-B194A190F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260032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3" name="factor-arrow-1-0">
            <a:extLst xmlns:a="http://schemas.openxmlformats.org/drawingml/2006/main">
              <a:ext uri="{FF2B5EF4-FFF2-40B4-BE49-F238E27FC236}">
                <a16:creationId xmlns:a16="http://schemas.microsoft.com/office/drawing/2014/main" id="{5539200C-4769-419C-833A-400761B5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9075" y="256241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factor-guide-1-1">
            <a:extLst xmlns:a="http://schemas.openxmlformats.org/drawingml/2006/main">
              <a:ext uri="{FF2B5EF4-FFF2-40B4-BE49-F238E27FC236}">
                <a16:creationId xmlns:a16="http://schemas.microsoft.com/office/drawing/2014/main" id="{FD324CA1-C821-4392-99D9-87EC3D353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297180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5" name="factor-arrow-1-1">
            <a:extLst xmlns:a="http://schemas.openxmlformats.org/drawingml/2006/main">
              <a:ext uri="{FF2B5EF4-FFF2-40B4-BE49-F238E27FC236}">
                <a16:creationId xmlns:a16="http://schemas.microsoft.com/office/drawing/2014/main" id="{F63A18D1-AAC4-40BA-B49D-B4A3E153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9075" y="293389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6" name="factor-guide-1-2">
            <a:extLst xmlns:a="http://schemas.openxmlformats.org/drawingml/2006/main">
              <a:ext uri="{FF2B5EF4-FFF2-40B4-BE49-F238E27FC236}">
                <a16:creationId xmlns:a16="http://schemas.microsoft.com/office/drawing/2014/main" id="{9A8049A1-BF5B-430E-A35A-6236E09E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334327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7" name="factor-arrow-1-2">
            <a:extLst xmlns:a="http://schemas.openxmlformats.org/drawingml/2006/main">
              <a:ext uri="{FF2B5EF4-FFF2-40B4-BE49-F238E27FC236}">
                <a16:creationId xmlns:a16="http://schemas.microsoft.com/office/drawing/2014/main" id="{2946F859-7378-4DDB-B1BB-FE889B2A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9075" y="330536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8" name="cause-heading-2">
            <a:extLst xmlns:a="http://schemas.openxmlformats.org/drawingml/2006/main">
              <a:ext uri="{FF2B5EF4-FFF2-40B4-BE49-F238E27FC236}">
                <a16:creationId xmlns:a16="http://schemas.microsoft.com/office/drawing/2014/main" id="{C8CD7A3F-11A1-43AC-9F8E-C83B15C5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1876425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9" name="factor-guide-2-0">
            <a:extLst xmlns:a="http://schemas.openxmlformats.org/drawingml/2006/main">
              <a:ext uri="{FF2B5EF4-FFF2-40B4-BE49-F238E27FC236}">
                <a16:creationId xmlns:a16="http://schemas.microsoft.com/office/drawing/2014/main" id="{2792E0C2-3856-4782-B3B6-087969FF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2775" y="281940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30" name="factor-arrow-2-0">
            <a:extLst xmlns:a="http://schemas.openxmlformats.org/drawingml/2006/main">
              <a:ext uri="{FF2B5EF4-FFF2-40B4-BE49-F238E27FC236}">
                <a16:creationId xmlns:a16="http://schemas.microsoft.com/office/drawing/2014/main" id="{FB231BD6-AC7A-4A29-B930-B225FAA7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278149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1" name="factor-guide-2-1">
            <a:extLst xmlns:a="http://schemas.openxmlformats.org/drawingml/2006/main">
              <a:ext uri="{FF2B5EF4-FFF2-40B4-BE49-F238E27FC236}">
                <a16:creationId xmlns:a16="http://schemas.microsoft.com/office/drawing/2014/main" id="{D7218EEA-772A-4147-9E42-E61F45D0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2775" y="319087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32" name="factor-arrow-2-1">
            <a:extLst xmlns:a="http://schemas.openxmlformats.org/drawingml/2006/main">
              <a:ext uri="{FF2B5EF4-FFF2-40B4-BE49-F238E27FC236}">
                <a16:creationId xmlns:a16="http://schemas.microsoft.com/office/drawing/2014/main" id="{FDE1867F-66FE-43F6-AEB3-687859FE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315296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3" name="factor-guide-2-2">
            <a:extLst xmlns:a="http://schemas.openxmlformats.org/drawingml/2006/main">
              <a:ext uri="{FF2B5EF4-FFF2-40B4-BE49-F238E27FC236}">
                <a16:creationId xmlns:a16="http://schemas.microsoft.com/office/drawing/2014/main" id="{C74739D1-5090-4F5C-8F7D-23218C2C2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2775" y="356235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34" name="factor-arrow-2-2">
            <a:extLst xmlns:a="http://schemas.openxmlformats.org/drawingml/2006/main">
              <a:ext uri="{FF2B5EF4-FFF2-40B4-BE49-F238E27FC236}">
                <a16:creationId xmlns:a16="http://schemas.microsoft.com/office/drawing/2014/main" id="{B4CF3B59-1A71-47B1-A5A0-02DB11573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352444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cause-heading-3">
            <a:extLst xmlns:a="http://schemas.openxmlformats.org/drawingml/2006/main">
              <a:ext uri="{FF2B5EF4-FFF2-40B4-BE49-F238E27FC236}">
                <a16:creationId xmlns:a16="http://schemas.microsoft.com/office/drawing/2014/main" id="{470ECD2A-3E0B-44ED-B817-C0477C5E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57425" y="5631066"/>
            <a:ext cx="2189236" cy="438150"/>
          </a:xfrm>
          <a:custGeom xmlns:a="http://schemas.openxmlformats.org/drawingml/2006/main">
            <a:pathLst>
              <a:path w="2189236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81917" y="0"/>
                </a:lnTo>
                <a:lnTo>
                  <a:pt x="2103377" y="0"/>
                </a:lnTo>
                <a:lnTo>
                  <a:pt x="2124847" y="0"/>
                </a:lnTo>
                <a:lnTo>
                  <a:pt x="2146306" y="0"/>
                </a:lnTo>
                <a:lnTo>
                  <a:pt x="2167766" y="0"/>
                </a:lnTo>
                <a:lnTo>
                  <a:pt x="2189236" y="0"/>
                </a:lnTo>
                <a:lnTo>
                  <a:pt x="2185330" y="19193"/>
                </a:lnTo>
                <a:lnTo>
                  <a:pt x="2179491" y="39853"/>
                </a:lnTo>
                <a:lnTo>
                  <a:pt x="2173653" y="60503"/>
                </a:lnTo>
                <a:lnTo>
                  <a:pt x="2167814" y="81153"/>
                </a:lnTo>
                <a:lnTo>
                  <a:pt x="2161975" y="101813"/>
                </a:lnTo>
                <a:lnTo>
                  <a:pt x="2156136" y="122463"/>
                </a:lnTo>
                <a:lnTo>
                  <a:pt x="2150307" y="143123"/>
                </a:lnTo>
                <a:lnTo>
                  <a:pt x="2144468" y="163773"/>
                </a:lnTo>
                <a:lnTo>
                  <a:pt x="2138629" y="184423"/>
                </a:lnTo>
                <a:lnTo>
                  <a:pt x="2132790" y="205083"/>
                </a:lnTo>
                <a:lnTo>
                  <a:pt x="2126952" y="225733"/>
                </a:lnTo>
                <a:lnTo>
                  <a:pt x="2121122" y="246393"/>
                </a:lnTo>
                <a:lnTo>
                  <a:pt x="2115283" y="267043"/>
                </a:lnTo>
                <a:lnTo>
                  <a:pt x="2109445" y="287693"/>
                </a:lnTo>
                <a:lnTo>
                  <a:pt x="2103606" y="308353"/>
                </a:lnTo>
                <a:lnTo>
                  <a:pt x="2097767" y="329003"/>
                </a:lnTo>
                <a:lnTo>
                  <a:pt x="2091938" y="349663"/>
                </a:lnTo>
                <a:lnTo>
                  <a:pt x="2086099" y="370313"/>
                </a:lnTo>
                <a:lnTo>
                  <a:pt x="2080260" y="390963"/>
                </a:lnTo>
                <a:lnTo>
                  <a:pt x="2074421" y="411623"/>
                </a:lnTo>
                <a:lnTo>
                  <a:pt x="2068582" y="432273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6" name="factor-guide-3-0">
            <a:extLst xmlns:a="http://schemas.openxmlformats.org/drawingml/2006/main">
              <a:ext uri="{FF2B5EF4-FFF2-40B4-BE49-F238E27FC236}">
                <a16:creationId xmlns:a16="http://schemas.microsoft.com/office/drawing/2014/main" id="{447AD41A-CE25-4A0B-B8C5-AAC54D2E0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09825" y="4545216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37" name="factor-arrow-3-0">
            <a:extLst xmlns:a="http://schemas.openxmlformats.org/drawingml/2006/main">
              <a:ext uri="{FF2B5EF4-FFF2-40B4-BE49-F238E27FC236}">
                <a16:creationId xmlns:a16="http://schemas.microsoft.com/office/drawing/2014/main" id="{9A64EE2B-6C41-417C-86B0-CA7273D0E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3625" y="450730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8" name="factor-guide-3-1">
            <a:extLst xmlns:a="http://schemas.openxmlformats.org/drawingml/2006/main">
              <a:ext uri="{FF2B5EF4-FFF2-40B4-BE49-F238E27FC236}">
                <a16:creationId xmlns:a16="http://schemas.microsoft.com/office/drawing/2014/main" id="{78B59B21-9E5E-4CDE-B612-2117E02C9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09825" y="4916691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39" name="factor-arrow-3-1">
            <a:extLst xmlns:a="http://schemas.openxmlformats.org/drawingml/2006/main">
              <a:ext uri="{FF2B5EF4-FFF2-40B4-BE49-F238E27FC236}">
                <a16:creationId xmlns:a16="http://schemas.microsoft.com/office/drawing/2014/main" id="{DA2F5949-B104-416C-9CC7-555216F3E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3625" y="487878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0" name="factor-guide-3-2">
            <a:extLst xmlns:a="http://schemas.openxmlformats.org/drawingml/2006/main">
              <a:ext uri="{FF2B5EF4-FFF2-40B4-BE49-F238E27FC236}">
                <a16:creationId xmlns:a16="http://schemas.microsoft.com/office/drawing/2014/main" id="{D6BBE23B-6F43-4AD5-B95A-1BD938614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09825" y="5288166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41" name="factor-arrow-3-2">
            <a:extLst xmlns:a="http://schemas.openxmlformats.org/drawingml/2006/main">
              <a:ext uri="{FF2B5EF4-FFF2-40B4-BE49-F238E27FC236}">
                <a16:creationId xmlns:a16="http://schemas.microsoft.com/office/drawing/2014/main" id="{371E754E-0C27-4720-9671-F3AB98B2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3625" y="525025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2" name="cause-heading-4">
            <a:extLst xmlns:a="http://schemas.openxmlformats.org/drawingml/2006/main">
              <a:ext uri="{FF2B5EF4-FFF2-40B4-BE49-F238E27FC236}">
                <a16:creationId xmlns:a16="http://schemas.microsoft.com/office/drawing/2014/main" id="{968F6807-3AA7-432D-B9DA-6EE88405B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95925" y="5615883"/>
            <a:ext cx="2189236" cy="438150"/>
          </a:xfrm>
          <a:custGeom xmlns:a="http://schemas.openxmlformats.org/drawingml/2006/main">
            <a:pathLst>
              <a:path w="2189236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81917" y="0"/>
                </a:lnTo>
                <a:lnTo>
                  <a:pt x="2103377" y="0"/>
                </a:lnTo>
                <a:lnTo>
                  <a:pt x="2124847" y="0"/>
                </a:lnTo>
                <a:lnTo>
                  <a:pt x="2146306" y="0"/>
                </a:lnTo>
                <a:lnTo>
                  <a:pt x="2167766" y="0"/>
                </a:lnTo>
                <a:lnTo>
                  <a:pt x="2189236" y="0"/>
                </a:lnTo>
                <a:lnTo>
                  <a:pt x="2185330" y="19193"/>
                </a:lnTo>
                <a:lnTo>
                  <a:pt x="2179491" y="39853"/>
                </a:lnTo>
                <a:lnTo>
                  <a:pt x="2173653" y="60503"/>
                </a:lnTo>
                <a:lnTo>
                  <a:pt x="2167814" y="81153"/>
                </a:lnTo>
                <a:lnTo>
                  <a:pt x="2161975" y="101813"/>
                </a:lnTo>
                <a:lnTo>
                  <a:pt x="2156136" y="122463"/>
                </a:lnTo>
                <a:lnTo>
                  <a:pt x="2150307" y="143123"/>
                </a:lnTo>
                <a:lnTo>
                  <a:pt x="2144468" y="163773"/>
                </a:lnTo>
                <a:lnTo>
                  <a:pt x="2138629" y="184423"/>
                </a:lnTo>
                <a:lnTo>
                  <a:pt x="2132790" y="205083"/>
                </a:lnTo>
                <a:lnTo>
                  <a:pt x="2126952" y="225733"/>
                </a:lnTo>
                <a:lnTo>
                  <a:pt x="2121122" y="246393"/>
                </a:lnTo>
                <a:lnTo>
                  <a:pt x="2115283" y="267043"/>
                </a:lnTo>
                <a:lnTo>
                  <a:pt x="2109445" y="287693"/>
                </a:lnTo>
                <a:lnTo>
                  <a:pt x="2103606" y="308353"/>
                </a:lnTo>
                <a:lnTo>
                  <a:pt x="2097767" y="329003"/>
                </a:lnTo>
                <a:lnTo>
                  <a:pt x="2091938" y="349663"/>
                </a:lnTo>
                <a:lnTo>
                  <a:pt x="2086099" y="370313"/>
                </a:lnTo>
                <a:lnTo>
                  <a:pt x="2080260" y="390963"/>
                </a:lnTo>
                <a:lnTo>
                  <a:pt x="2074421" y="411623"/>
                </a:lnTo>
                <a:lnTo>
                  <a:pt x="2068582" y="432273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3" name="factor-guide-4-0">
            <a:extLst xmlns:a="http://schemas.openxmlformats.org/drawingml/2006/main">
              <a:ext uri="{FF2B5EF4-FFF2-40B4-BE49-F238E27FC236}">
                <a16:creationId xmlns:a16="http://schemas.microsoft.com/office/drawing/2014/main" id="{FDCFEF1C-E0F5-4474-AA06-B1671205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48325" y="4530033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44" name="factor-arrow-4-0">
            <a:extLst xmlns:a="http://schemas.openxmlformats.org/drawingml/2006/main">
              <a:ext uri="{FF2B5EF4-FFF2-40B4-BE49-F238E27FC236}">
                <a16:creationId xmlns:a16="http://schemas.microsoft.com/office/drawing/2014/main" id="{E215B7F9-190F-4C50-A452-3531D0AD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72125" y="4492123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5" name="factor-guide-4-1">
            <a:extLst xmlns:a="http://schemas.openxmlformats.org/drawingml/2006/main">
              <a:ext uri="{FF2B5EF4-FFF2-40B4-BE49-F238E27FC236}">
                <a16:creationId xmlns:a16="http://schemas.microsoft.com/office/drawing/2014/main" id="{238E0614-FC6E-4C4D-B589-8B93ED07D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48325" y="4901508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46" name="factor-arrow-4-1">
            <a:extLst xmlns:a="http://schemas.openxmlformats.org/drawingml/2006/main">
              <a:ext uri="{FF2B5EF4-FFF2-40B4-BE49-F238E27FC236}">
                <a16:creationId xmlns:a16="http://schemas.microsoft.com/office/drawing/2014/main" id="{C8D53E4A-0B31-4F26-A54F-FCF07702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72125" y="4863598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7" name="factor-guide-4-2">
            <a:extLst xmlns:a="http://schemas.openxmlformats.org/drawingml/2006/main">
              <a:ext uri="{FF2B5EF4-FFF2-40B4-BE49-F238E27FC236}">
                <a16:creationId xmlns:a16="http://schemas.microsoft.com/office/drawing/2014/main" id="{782487DE-34FE-49A9-B6ED-15DA2DCC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48325" y="5272983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48" name="factor-arrow-4-2">
            <a:extLst xmlns:a="http://schemas.openxmlformats.org/drawingml/2006/main">
              <a:ext uri="{FF2B5EF4-FFF2-40B4-BE49-F238E27FC236}">
                <a16:creationId xmlns:a16="http://schemas.microsoft.com/office/drawing/2014/main" id="{4C468B2C-FDE0-471E-9184-FD674BAE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72125" y="5235073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9" name="cause-index-0">
            <a:extLst xmlns:a="http://schemas.openxmlformats.org/drawingml/2006/main">
              <a:ext uri="{FF2B5EF4-FFF2-40B4-BE49-F238E27FC236}">
                <a16:creationId xmlns:a16="http://schemas.microsoft.com/office/drawing/2014/main" id="{75B9F6EF-CF17-4E2F-B35E-51291234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52525" y="1943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0" name="cause-title-0">
            <a:extLst xmlns:a="http://schemas.openxmlformats.org/drawingml/2006/main">
              <a:ext uri="{FF2B5EF4-FFF2-40B4-BE49-F238E27FC236}">
                <a16:creationId xmlns:a16="http://schemas.microsoft.com/office/drawing/2014/main" id="{9043DFE8-81D3-41CD-8BB7-38BBFE350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52575" y="19621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需求定义</a:t>
            </a:r>
          </a:p>
        </p:txBody>
      </p:sp>
      <p:sp>
        <p:nvSpPr>
          <p:cNvPr id="51" name="cause-body-0">
            <a:extLst xmlns:a="http://schemas.openxmlformats.org/drawingml/2006/main">
              <a:ext uri="{FF2B5EF4-FFF2-40B4-BE49-F238E27FC236}">
                <a16:creationId xmlns:a16="http://schemas.microsoft.com/office/drawing/2014/main" id="{2614CEAF-1C56-4B1F-93B2-0E0702002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2457450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目标频繁调整验收口径不清范围持续扩张</a:t>
            </a:r>
          </a:p>
        </p:txBody>
      </p:sp>
      <p:sp>
        <p:nvSpPr>
          <p:cNvPr id="52" name="cause-index-1">
            <a:extLst xmlns:a="http://schemas.openxmlformats.org/drawingml/2006/main">
              <a:ext uri="{FF2B5EF4-FFF2-40B4-BE49-F238E27FC236}">
                <a16:creationId xmlns:a16="http://schemas.microsoft.com/office/drawing/2014/main" id="{E81F8092-5E24-4E2B-B7F5-26974C10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025" y="17240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3" name="cause-title-1">
            <a:extLst xmlns:a="http://schemas.openxmlformats.org/drawingml/2006/main">
              <a:ext uri="{FF2B5EF4-FFF2-40B4-BE49-F238E27FC236}">
                <a16:creationId xmlns:a16="http://schemas.microsoft.com/office/drawing/2014/main" id="{FC7B129D-0DA4-4929-8B6B-4CD288E1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0075" y="1743075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计划协同</a:t>
            </a:r>
          </a:p>
        </p:txBody>
      </p:sp>
      <p:sp>
        <p:nvSpPr>
          <p:cNvPr id="54" name="cause-body-1">
            <a:extLst xmlns:a="http://schemas.openxmlformats.org/drawingml/2006/main">
              <a:ext uri="{FF2B5EF4-FFF2-40B4-BE49-F238E27FC236}">
                <a16:creationId xmlns:a16="http://schemas.microsoft.com/office/drawing/2014/main" id="{048994BF-6A23-4CAD-A260-8BB190816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9075" y="2238375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排期依赖遗漏资源承诺不稳里程碑失真</a:t>
            </a:r>
          </a:p>
        </p:txBody>
      </p:sp>
      <p:sp>
        <p:nvSpPr>
          <p:cNvPr id="55" name="cause-index-2">
            <a:extLst xmlns:a="http://schemas.openxmlformats.org/drawingml/2006/main">
              <a:ext uri="{FF2B5EF4-FFF2-40B4-BE49-F238E27FC236}">
                <a16:creationId xmlns:a16="http://schemas.microsoft.com/office/drawing/2014/main" id="{592C8FE2-A226-4EA4-B4F5-B98F60975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67525" y="1943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6" name="cause-title-2">
            <a:extLst xmlns:a="http://schemas.openxmlformats.org/drawingml/2006/main">
              <a:ext uri="{FF2B5EF4-FFF2-40B4-BE49-F238E27FC236}">
                <a16:creationId xmlns:a16="http://schemas.microsoft.com/office/drawing/2014/main" id="{BD311DD9-0B99-4860-A3DD-AA419E3A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9621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技术实现</a:t>
            </a:r>
          </a:p>
        </p:txBody>
      </p:sp>
      <p:sp>
        <p:nvSpPr>
          <p:cNvPr id="57" name="cause-body-2">
            <a:extLst xmlns:a="http://schemas.openxmlformats.org/drawingml/2006/main">
              <a:ext uri="{FF2B5EF4-FFF2-40B4-BE49-F238E27FC236}">
                <a16:creationId xmlns:a16="http://schemas.microsoft.com/office/drawing/2014/main" id="{E921BE1D-6221-43FA-B9C0-D40FDF2A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2457450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接口复杂耦合自动化覆盖不足技术债务累积</a:t>
            </a:r>
          </a:p>
        </p:txBody>
      </p:sp>
      <p:sp>
        <p:nvSpPr>
          <p:cNvPr id="58" name="cause-index-3">
            <a:extLst xmlns:a="http://schemas.openxmlformats.org/drawingml/2006/main">
              <a:ext uri="{FF2B5EF4-FFF2-40B4-BE49-F238E27FC236}">
                <a16:creationId xmlns:a16="http://schemas.microsoft.com/office/drawing/2014/main" id="{21A763CC-97FE-4A0C-8D65-E723299C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14575" y="5697741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9" name="cause-title-3">
            <a:extLst xmlns:a="http://schemas.openxmlformats.org/drawingml/2006/main">
              <a:ext uri="{FF2B5EF4-FFF2-40B4-BE49-F238E27FC236}">
                <a16:creationId xmlns:a16="http://schemas.microsoft.com/office/drawing/2014/main" id="{1C7A78A7-B767-4403-8ED9-B98E6C256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5716791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测试验证</a:t>
            </a:r>
          </a:p>
        </p:txBody>
      </p:sp>
      <p:sp>
        <p:nvSpPr>
          <p:cNvPr id="60" name="cause-body-3">
            <a:extLst xmlns:a="http://schemas.openxmlformats.org/drawingml/2006/main">
              <a:ext uri="{FF2B5EF4-FFF2-40B4-BE49-F238E27FC236}">
                <a16:creationId xmlns:a16="http://schemas.microsoft.com/office/drawing/2014/main" id="{77E3BA3C-3404-4F8A-AEFE-1499255A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3625" y="4183266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用例覆盖不足测试环境不稳缺陷回归滞后</a:t>
            </a:r>
          </a:p>
        </p:txBody>
      </p:sp>
      <p:sp>
        <p:nvSpPr>
          <p:cNvPr id="61" name="cause-index-4">
            <a:extLst xmlns:a="http://schemas.openxmlformats.org/drawingml/2006/main">
              <a:ext uri="{FF2B5EF4-FFF2-40B4-BE49-F238E27FC236}">
                <a16:creationId xmlns:a16="http://schemas.microsoft.com/office/drawing/2014/main" id="{410A93DB-47D1-4FD8-97AB-DCB1CACC3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53075" y="5682558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62" name="cause-title-4">
            <a:extLst xmlns:a="http://schemas.openxmlformats.org/drawingml/2006/main">
              <a:ext uri="{FF2B5EF4-FFF2-40B4-BE49-F238E27FC236}">
                <a16:creationId xmlns:a16="http://schemas.microsoft.com/office/drawing/2014/main" id="{97484928-5D25-4647-A13B-16A72C73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3125" y="5701608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人员机制</a:t>
            </a:r>
          </a:p>
        </p:txBody>
      </p:sp>
      <p:sp>
        <p:nvSpPr>
          <p:cNvPr id="63" name="cause-body-4">
            <a:extLst xmlns:a="http://schemas.openxmlformats.org/drawingml/2006/main">
              <a:ext uri="{FF2B5EF4-FFF2-40B4-BE49-F238E27FC236}">
                <a16:creationId xmlns:a16="http://schemas.microsoft.com/office/drawing/2014/main" id="{1DEB3309-099A-488F-8BD0-EA2EC5E56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72125" y="4168083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关键岗位缺口职责边界模糊反馈链路过长</a:t>
            </a:r>
          </a:p>
        </p:txBody>
      </p:sp>
      <p:sp>
        <p:nvSpPr>
          <p:cNvPr id="64" name="effect-label">
            <a:extLst xmlns:a="http://schemas.openxmlformats.org/drawingml/2006/main">
              <a:ext uri="{FF2B5EF4-FFF2-40B4-BE49-F238E27FC236}">
                <a16:creationId xmlns:a16="http://schemas.microsoft.com/office/drawing/2014/main" id="{35F3C08D-485D-4E3E-BE52-7C4E0A564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0" y="311467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00" b="1" i="0">
                <a:solidFill>
                  <a:srgbClr val="C8D7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C8D7FA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65" name="effect-title">
            <a:extLst xmlns:a="http://schemas.openxmlformats.org/drawingml/2006/main">
              <a:ext uri="{FF2B5EF4-FFF2-40B4-BE49-F238E27FC236}">
                <a16:creationId xmlns:a16="http://schemas.microsoft.com/office/drawing/2014/main" id="{4DB07074-D8AE-441C-97E2-B5CE98A9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0" y="3779196"/>
            <a:ext cx="857250" cy="5759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延期</a:t>
            </a:r>
          </a:p>
        </p:txBody>
      </p:sp>
    </p:spTree>
    <p:extLst>
      <p:ext uri="{BB962C8B-B14F-4D97-AF65-F5344CB8AC3E}">
        <p14:creationId xmlns:p14="http://schemas.microsoft.com/office/powerpoint/2010/main" val="185084224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causal-tail">
            <a:extLst xmlns:a="http://schemas.openxmlformats.org/drawingml/2006/main">
              <a:ext uri="{FF2B5EF4-FFF2-40B4-BE49-F238E27FC236}">
                <a16:creationId xmlns:a16="http://schemas.microsoft.com/office/drawing/2014/main" id="{CCF4F51F-076F-483D-ADCF-E352AAE1E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9125" y="3390900"/>
            <a:ext cx="533390" cy="1065305"/>
          </a:xfrm>
          <a:custGeom xmlns:a="http://schemas.openxmlformats.org/drawingml/2006/main">
            <a:pathLst>
              <a:path w="533390" h="1065305">
                <a:moveTo>
                  <a:pt x="0" y="0"/>
                </a:moveTo>
                <a:lnTo>
                  <a:pt x="18783" y="2372"/>
                </a:lnTo>
                <a:lnTo>
                  <a:pt x="37509" y="5172"/>
                </a:lnTo>
                <a:lnTo>
                  <a:pt x="56159" y="8430"/>
                </a:lnTo>
                <a:lnTo>
                  <a:pt x="74714" y="12144"/>
                </a:lnTo>
                <a:lnTo>
                  <a:pt x="93183" y="16326"/>
                </a:lnTo>
                <a:lnTo>
                  <a:pt x="111538" y="20984"/>
                </a:lnTo>
                <a:lnTo>
                  <a:pt x="129750" y="26118"/>
                </a:lnTo>
                <a:lnTo>
                  <a:pt x="147828" y="31747"/>
                </a:lnTo>
                <a:lnTo>
                  <a:pt x="165745" y="37871"/>
                </a:lnTo>
                <a:lnTo>
                  <a:pt x="183480" y="44501"/>
                </a:lnTo>
                <a:lnTo>
                  <a:pt x="201016" y="51635"/>
                </a:lnTo>
                <a:lnTo>
                  <a:pt x="218332" y="59284"/>
                </a:lnTo>
                <a:lnTo>
                  <a:pt x="235410" y="67447"/>
                </a:lnTo>
                <a:lnTo>
                  <a:pt x="252232" y="76133"/>
                </a:lnTo>
                <a:lnTo>
                  <a:pt x="268776" y="85334"/>
                </a:lnTo>
                <a:lnTo>
                  <a:pt x="285017" y="95060"/>
                </a:lnTo>
                <a:lnTo>
                  <a:pt x="300933" y="105308"/>
                </a:lnTo>
                <a:lnTo>
                  <a:pt x="316506" y="116072"/>
                </a:lnTo>
                <a:lnTo>
                  <a:pt x="331708" y="127359"/>
                </a:lnTo>
                <a:lnTo>
                  <a:pt x="346520" y="139151"/>
                </a:lnTo>
                <a:lnTo>
                  <a:pt x="360912" y="151448"/>
                </a:lnTo>
                <a:lnTo>
                  <a:pt x="374866" y="164240"/>
                </a:lnTo>
                <a:lnTo>
                  <a:pt x="388353" y="177517"/>
                </a:lnTo>
                <a:lnTo>
                  <a:pt x="401364" y="191272"/>
                </a:lnTo>
                <a:lnTo>
                  <a:pt x="413861" y="205492"/>
                </a:lnTo>
                <a:lnTo>
                  <a:pt x="425834" y="220161"/>
                </a:lnTo>
                <a:lnTo>
                  <a:pt x="437255" y="235258"/>
                </a:lnTo>
                <a:lnTo>
                  <a:pt x="448104" y="250774"/>
                </a:lnTo>
                <a:lnTo>
                  <a:pt x="458362" y="266681"/>
                </a:lnTo>
                <a:lnTo>
                  <a:pt x="468020" y="282959"/>
                </a:lnTo>
                <a:lnTo>
                  <a:pt x="477050" y="299599"/>
                </a:lnTo>
                <a:lnTo>
                  <a:pt x="485442" y="316573"/>
                </a:lnTo>
                <a:lnTo>
                  <a:pt x="493185" y="333842"/>
                </a:lnTo>
                <a:lnTo>
                  <a:pt x="500272" y="351406"/>
                </a:lnTo>
                <a:lnTo>
                  <a:pt x="506673" y="369218"/>
                </a:lnTo>
                <a:lnTo>
                  <a:pt x="512407" y="387258"/>
                </a:lnTo>
                <a:lnTo>
                  <a:pt x="517446" y="405508"/>
                </a:lnTo>
                <a:lnTo>
                  <a:pt x="521799" y="423929"/>
                </a:lnTo>
                <a:lnTo>
                  <a:pt x="525456" y="442503"/>
                </a:lnTo>
                <a:lnTo>
                  <a:pt x="528418" y="461201"/>
                </a:lnTo>
                <a:lnTo>
                  <a:pt x="530685" y="479993"/>
                </a:lnTo>
                <a:lnTo>
                  <a:pt x="532276" y="498862"/>
                </a:lnTo>
                <a:lnTo>
                  <a:pt x="533171" y="517769"/>
                </a:lnTo>
                <a:lnTo>
                  <a:pt x="533390" y="536696"/>
                </a:lnTo>
                <a:lnTo>
                  <a:pt x="532933" y="555622"/>
                </a:lnTo>
                <a:lnTo>
                  <a:pt x="531800" y="574519"/>
                </a:lnTo>
                <a:lnTo>
                  <a:pt x="529971" y="593369"/>
                </a:lnTo>
                <a:lnTo>
                  <a:pt x="527466" y="612134"/>
                </a:lnTo>
                <a:lnTo>
                  <a:pt x="524256" y="630784"/>
                </a:lnTo>
                <a:lnTo>
                  <a:pt x="520360" y="649310"/>
                </a:lnTo>
                <a:lnTo>
                  <a:pt x="515769" y="667674"/>
                </a:lnTo>
                <a:lnTo>
                  <a:pt x="510483" y="685857"/>
                </a:lnTo>
                <a:lnTo>
                  <a:pt x="504520" y="703821"/>
                </a:lnTo>
                <a:lnTo>
                  <a:pt x="497872" y="721547"/>
                </a:lnTo>
                <a:lnTo>
                  <a:pt x="490557" y="739007"/>
                </a:lnTo>
                <a:lnTo>
                  <a:pt x="482594" y="756180"/>
                </a:lnTo>
                <a:lnTo>
                  <a:pt x="473974" y="773039"/>
                </a:lnTo>
                <a:lnTo>
                  <a:pt x="464725" y="789556"/>
                </a:lnTo>
                <a:lnTo>
                  <a:pt x="454857" y="805710"/>
                </a:lnTo>
                <a:lnTo>
                  <a:pt x="444389" y="821484"/>
                </a:lnTo>
                <a:lnTo>
                  <a:pt x="433340" y="836857"/>
                </a:lnTo>
                <a:lnTo>
                  <a:pt x="421719" y="851802"/>
                </a:lnTo>
                <a:lnTo>
                  <a:pt x="409565" y="866318"/>
                </a:lnTo>
                <a:lnTo>
                  <a:pt x="396888" y="880377"/>
                </a:lnTo>
                <a:lnTo>
                  <a:pt x="383705" y="893969"/>
                </a:lnTo>
                <a:lnTo>
                  <a:pt x="370056" y="907075"/>
                </a:lnTo>
                <a:lnTo>
                  <a:pt x="355940" y="919696"/>
                </a:lnTo>
                <a:lnTo>
                  <a:pt x="341405" y="931821"/>
                </a:lnTo>
                <a:lnTo>
                  <a:pt x="326450" y="943432"/>
                </a:lnTo>
                <a:lnTo>
                  <a:pt x="311115" y="954538"/>
                </a:lnTo>
                <a:lnTo>
                  <a:pt x="295418" y="965121"/>
                </a:lnTo>
                <a:lnTo>
                  <a:pt x="279387" y="975189"/>
                </a:lnTo>
                <a:lnTo>
                  <a:pt x="263042" y="984733"/>
                </a:lnTo>
                <a:lnTo>
                  <a:pt x="246402" y="993753"/>
                </a:lnTo>
                <a:lnTo>
                  <a:pt x="229486" y="1002259"/>
                </a:lnTo>
                <a:lnTo>
                  <a:pt x="212322" y="1010241"/>
                </a:lnTo>
                <a:lnTo>
                  <a:pt x="194920" y="1017708"/>
                </a:lnTo>
                <a:lnTo>
                  <a:pt x="177317" y="1024671"/>
                </a:lnTo>
                <a:lnTo>
                  <a:pt x="159515" y="1031119"/>
                </a:lnTo>
                <a:lnTo>
                  <a:pt x="141542" y="1037072"/>
                </a:lnTo>
                <a:lnTo>
                  <a:pt x="123415" y="1042530"/>
                </a:lnTo>
                <a:lnTo>
                  <a:pt x="105146" y="1047493"/>
                </a:lnTo>
                <a:lnTo>
                  <a:pt x="86754" y="1051989"/>
                </a:lnTo>
                <a:lnTo>
                  <a:pt x="68256" y="1056008"/>
                </a:lnTo>
                <a:lnTo>
                  <a:pt x="49663" y="1059561"/>
                </a:lnTo>
                <a:lnTo>
                  <a:pt x="30985" y="1062657"/>
                </a:lnTo>
                <a:lnTo>
                  <a:pt x="12240" y="1065305"/>
                </a:lnTo>
                <a:lnTo>
                  <a:pt x="0" y="1060199"/>
                </a:lnTo>
                <a:lnTo>
                  <a:pt x="0" y="1041263"/>
                </a:lnTo>
                <a:lnTo>
                  <a:pt x="0" y="1022337"/>
                </a:lnTo>
                <a:lnTo>
                  <a:pt x="0" y="1003402"/>
                </a:lnTo>
                <a:lnTo>
                  <a:pt x="0" y="984475"/>
                </a:lnTo>
                <a:lnTo>
                  <a:pt x="0" y="965540"/>
                </a:lnTo>
                <a:lnTo>
                  <a:pt x="0" y="946604"/>
                </a:lnTo>
                <a:lnTo>
                  <a:pt x="0" y="927678"/>
                </a:lnTo>
                <a:lnTo>
                  <a:pt x="0" y="908742"/>
                </a:lnTo>
                <a:lnTo>
                  <a:pt x="0" y="889806"/>
                </a:lnTo>
                <a:lnTo>
                  <a:pt x="0" y="870880"/>
                </a:lnTo>
                <a:lnTo>
                  <a:pt x="0" y="851945"/>
                </a:lnTo>
                <a:lnTo>
                  <a:pt x="0" y="833018"/>
                </a:lnTo>
                <a:lnTo>
                  <a:pt x="0" y="814083"/>
                </a:lnTo>
                <a:lnTo>
                  <a:pt x="0" y="795147"/>
                </a:lnTo>
                <a:lnTo>
                  <a:pt x="0" y="776221"/>
                </a:lnTo>
                <a:lnTo>
                  <a:pt x="0" y="757285"/>
                </a:lnTo>
                <a:lnTo>
                  <a:pt x="0" y="738349"/>
                </a:lnTo>
                <a:lnTo>
                  <a:pt x="0" y="719423"/>
                </a:lnTo>
                <a:lnTo>
                  <a:pt x="0" y="700488"/>
                </a:lnTo>
                <a:lnTo>
                  <a:pt x="0" y="681561"/>
                </a:lnTo>
                <a:lnTo>
                  <a:pt x="0" y="662626"/>
                </a:lnTo>
                <a:lnTo>
                  <a:pt x="0" y="643690"/>
                </a:lnTo>
                <a:lnTo>
                  <a:pt x="0" y="624764"/>
                </a:lnTo>
                <a:lnTo>
                  <a:pt x="0" y="605828"/>
                </a:lnTo>
                <a:lnTo>
                  <a:pt x="0" y="586892"/>
                </a:lnTo>
                <a:lnTo>
                  <a:pt x="0" y="567966"/>
                </a:lnTo>
                <a:lnTo>
                  <a:pt x="0" y="549031"/>
                </a:lnTo>
                <a:lnTo>
                  <a:pt x="0" y="530104"/>
                </a:lnTo>
                <a:lnTo>
                  <a:pt x="0" y="511169"/>
                </a:lnTo>
                <a:lnTo>
                  <a:pt x="0" y="492233"/>
                </a:lnTo>
                <a:lnTo>
                  <a:pt x="0" y="473307"/>
                </a:lnTo>
                <a:lnTo>
                  <a:pt x="0" y="454371"/>
                </a:lnTo>
                <a:lnTo>
                  <a:pt x="0" y="435435"/>
                </a:lnTo>
                <a:lnTo>
                  <a:pt x="0" y="416509"/>
                </a:lnTo>
                <a:lnTo>
                  <a:pt x="0" y="397574"/>
                </a:lnTo>
                <a:lnTo>
                  <a:pt x="0" y="378647"/>
                </a:lnTo>
                <a:lnTo>
                  <a:pt x="0" y="359712"/>
                </a:lnTo>
                <a:lnTo>
                  <a:pt x="0" y="340776"/>
                </a:lnTo>
                <a:lnTo>
                  <a:pt x="0" y="321850"/>
                </a:lnTo>
                <a:lnTo>
                  <a:pt x="0" y="302914"/>
                </a:lnTo>
                <a:lnTo>
                  <a:pt x="0" y="283978"/>
                </a:lnTo>
                <a:lnTo>
                  <a:pt x="0" y="265052"/>
                </a:lnTo>
                <a:lnTo>
                  <a:pt x="0" y="246116"/>
                </a:lnTo>
                <a:lnTo>
                  <a:pt x="0" y="227190"/>
                </a:lnTo>
                <a:lnTo>
                  <a:pt x="0" y="208255"/>
                </a:lnTo>
                <a:lnTo>
                  <a:pt x="0" y="189319"/>
                </a:lnTo>
                <a:lnTo>
                  <a:pt x="0" y="170393"/>
                </a:lnTo>
                <a:lnTo>
                  <a:pt x="0" y="151457"/>
                </a:lnTo>
                <a:lnTo>
                  <a:pt x="0" y="132521"/>
                </a:lnTo>
                <a:lnTo>
                  <a:pt x="0" y="113595"/>
                </a:lnTo>
                <a:lnTo>
                  <a:pt x="0" y="94659"/>
                </a:lnTo>
                <a:lnTo>
                  <a:pt x="0" y="75733"/>
                </a:lnTo>
                <a:lnTo>
                  <a:pt x="0" y="56798"/>
                </a:lnTo>
                <a:lnTo>
                  <a:pt x="0" y="37862"/>
                </a:lnTo>
                <a:lnTo>
                  <a:pt x="0" y="189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5A2D4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causal-spine">
            <a:extLst xmlns:a="http://schemas.openxmlformats.org/drawingml/2006/main">
              <a:ext uri="{FF2B5EF4-FFF2-40B4-BE49-F238E27FC236}">
                <a16:creationId xmlns:a16="http://schemas.microsoft.com/office/drawing/2014/main" id="{3752717E-5B89-459D-A9B5-2B744EE3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1075" y="3924300"/>
            <a:ext cx="97917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38100">
            <a:solidFill>
              <a:srgbClr val="4F73BD"/>
            </a:solidFill>
            <a:prstDash val="solid"/>
          </a:ln>
        </p:spPr>
      </p:sp>
      <p:sp>
        <p:nvSpPr>
          <p:cNvPr id="3" name="cause-branch-0">
            <a:extLst xmlns:a="http://schemas.openxmlformats.org/drawingml/2006/main">
              <a:ext uri="{FF2B5EF4-FFF2-40B4-BE49-F238E27FC236}">
                <a16:creationId xmlns:a16="http://schemas.microsoft.com/office/drawing/2014/main" id="{BD00237A-5610-46C3-8B7C-D53DF8AAA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6125" y="2314575"/>
            <a:ext cx="381000" cy="1609725"/>
          </a:xfrm>
          <a:custGeom xmlns:a="http://schemas.openxmlformats.org/drawingml/2006/main">
            <a:pathLst>
              <a:path w="381000" h="1609725">
                <a:moveTo>
                  <a:pt x="381000" y="1609725"/>
                </a:moveTo>
                <a:lnTo>
                  <a:pt x="376619" y="1591218"/>
                </a:lnTo>
                <a:lnTo>
                  <a:pt x="372237" y="1572720"/>
                </a:lnTo>
                <a:lnTo>
                  <a:pt x="367865" y="1554213"/>
                </a:lnTo>
                <a:lnTo>
                  <a:pt x="363484" y="1535716"/>
                </a:lnTo>
                <a:lnTo>
                  <a:pt x="359102" y="1517209"/>
                </a:lnTo>
                <a:lnTo>
                  <a:pt x="354721" y="1498711"/>
                </a:lnTo>
                <a:lnTo>
                  <a:pt x="350349" y="1480204"/>
                </a:lnTo>
                <a:lnTo>
                  <a:pt x="345967" y="1461707"/>
                </a:lnTo>
                <a:lnTo>
                  <a:pt x="341586" y="1443199"/>
                </a:lnTo>
                <a:lnTo>
                  <a:pt x="337204" y="1424702"/>
                </a:lnTo>
                <a:lnTo>
                  <a:pt x="332832" y="1406195"/>
                </a:lnTo>
                <a:lnTo>
                  <a:pt x="328451" y="1387697"/>
                </a:lnTo>
                <a:lnTo>
                  <a:pt x="324069" y="1369190"/>
                </a:lnTo>
                <a:lnTo>
                  <a:pt x="319688" y="1350693"/>
                </a:lnTo>
                <a:lnTo>
                  <a:pt x="315306" y="1332186"/>
                </a:lnTo>
                <a:lnTo>
                  <a:pt x="310934" y="1313688"/>
                </a:lnTo>
                <a:lnTo>
                  <a:pt x="306553" y="1295181"/>
                </a:lnTo>
                <a:lnTo>
                  <a:pt x="302171" y="1276674"/>
                </a:lnTo>
                <a:lnTo>
                  <a:pt x="297790" y="1258176"/>
                </a:lnTo>
                <a:lnTo>
                  <a:pt x="293418" y="1239669"/>
                </a:lnTo>
                <a:lnTo>
                  <a:pt x="289036" y="1221172"/>
                </a:lnTo>
                <a:lnTo>
                  <a:pt x="284655" y="1202665"/>
                </a:lnTo>
                <a:lnTo>
                  <a:pt x="280273" y="1184167"/>
                </a:lnTo>
                <a:lnTo>
                  <a:pt x="275901" y="1165660"/>
                </a:lnTo>
                <a:lnTo>
                  <a:pt x="271520" y="1147162"/>
                </a:lnTo>
                <a:lnTo>
                  <a:pt x="267138" y="1128655"/>
                </a:lnTo>
                <a:lnTo>
                  <a:pt x="262757" y="1110158"/>
                </a:lnTo>
                <a:lnTo>
                  <a:pt x="258375" y="1091651"/>
                </a:lnTo>
                <a:lnTo>
                  <a:pt x="254003" y="1073153"/>
                </a:lnTo>
                <a:lnTo>
                  <a:pt x="249622" y="1054646"/>
                </a:lnTo>
                <a:lnTo>
                  <a:pt x="245240" y="1036149"/>
                </a:lnTo>
                <a:lnTo>
                  <a:pt x="240859" y="1017641"/>
                </a:lnTo>
                <a:lnTo>
                  <a:pt x="236487" y="999144"/>
                </a:lnTo>
                <a:lnTo>
                  <a:pt x="232105" y="980637"/>
                </a:lnTo>
                <a:lnTo>
                  <a:pt x="227724" y="962130"/>
                </a:lnTo>
                <a:lnTo>
                  <a:pt x="223342" y="943632"/>
                </a:lnTo>
                <a:lnTo>
                  <a:pt x="218961" y="925125"/>
                </a:lnTo>
                <a:lnTo>
                  <a:pt x="214589" y="906628"/>
                </a:lnTo>
                <a:lnTo>
                  <a:pt x="210207" y="888121"/>
                </a:lnTo>
                <a:lnTo>
                  <a:pt x="205826" y="869623"/>
                </a:lnTo>
                <a:lnTo>
                  <a:pt x="201444" y="851116"/>
                </a:lnTo>
                <a:lnTo>
                  <a:pt x="197072" y="832618"/>
                </a:lnTo>
                <a:lnTo>
                  <a:pt x="192691" y="814111"/>
                </a:lnTo>
                <a:lnTo>
                  <a:pt x="188309" y="795614"/>
                </a:lnTo>
                <a:lnTo>
                  <a:pt x="183928" y="777107"/>
                </a:lnTo>
                <a:lnTo>
                  <a:pt x="179556" y="758609"/>
                </a:lnTo>
                <a:lnTo>
                  <a:pt x="175174" y="740102"/>
                </a:lnTo>
                <a:lnTo>
                  <a:pt x="170793" y="721604"/>
                </a:lnTo>
                <a:lnTo>
                  <a:pt x="166411" y="703097"/>
                </a:lnTo>
                <a:lnTo>
                  <a:pt x="162039" y="684600"/>
                </a:lnTo>
                <a:lnTo>
                  <a:pt x="157658" y="666093"/>
                </a:lnTo>
                <a:lnTo>
                  <a:pt x="153276" y="647586"/>
                </a:lnTo>
                <a:lnTo>
                  <a:pt x="148895" y="629088"/>
                </a:lnTo>
                <a:lnTo>
                  <a:pt x="144513" y="610581"/>
                </a:lnTo>
                <a:lnTo>
                  <a:pt x="140141" y="592084"/>
                </a:lnTo>
                <a:lnTo>
                  <a:pt x="135760" y="573576"/>
                </a:lnTo>
                <a:lnTo>
                  <a:pt x="131378" y="555079"/>
                </a:lnTo>
                <a:lnTo>
                  <a:pt x="126997" y="536572"/>
                </a:lnTo>
                <a:lnTo>
                  <a:pt x="122625" y="518074"/>
                </a:lnTo>
                <a:lnTo>
                  <a:pt x="118243" y="499567"/>
                </a:lnTo>
                <a:lnTo>
                  <a:pt x="113862" y="481070"/>
                </a:lnTo>
                <a:lnTo>
                  <a:pt x="109480" y="462563"/>
                </a:lnTo>
                <a:lnTo>
                  <a:pt x="105099" y="444065"/>
                </a:lnTo>
                <a:lnTo>
                  <a:pt x="100727" y="425558"/>
                </a:lnTo>
                <a:lnTo>
                  <a:pt x="96345" y="407060"/>
                </a:lnTo>
                <a:lnTo>
                  <a:pt x="91964" y="388553"/>
                </a:lnTo>
                <a:lnTo>
                  <a:pt x="87582" y="370056"/>
                </a:lnTo>
                <a:lnTo>
                  <a:pt x="83210" y="351549"/>
                </a:lnTo>
                <a:lnTo>
                  <a:pt x="78829" y="333051"/>
                </a:lnTo>
                <a:lnTo>
                  <a:pt x="74447" y="314544"/>
                </a:lnTo>
                <a:lnTo>
                  <a:pt x="70066" y="296037"/>
                </a:lnTo>
                <a:lnTo>
                  <a:pt x="65694" y="277539"/>
                </a:lnTo>
                <a:lnTo>
                  <a:pt x="61312" y="259032"/>
                </a:lnTo>
                <a:lnTo>
                  <a:pt x="56931" y="240535"/>
                </a:lnTo>
                <a:lnTo>
                  <a:pt x="52549" y="222028"/>
                </a:lnTo>
                <a:lnTo>
                  <a:pt x="48168" y="203530"/>
                </a:lnTo>
                <a:lnTo>
                  <a:pt x="43796" y="185023"/>
                </a:lnTo>
                <a:lnTo>
                  <a:pt x="39414" y="166526"/>
                </a:lnTo>
                <a:lnTo>
                  <a:pt x="35033" y="148019"/>
                </a:lnTo>
                <a:lnTo>
                  <a:pt x="30651" y="129521"/>
                </a:lnTo>
                <a:lnTo>
                  <a:pt x="26279" y="111014"/>
                </a:lnTo>
                <a:lnTo>
                  <a:pt x="21898" y="92516"/>
                </a:lnTo>
                <a:lnTo>
                  <a:pt x="17516" y="74009"/>
                </a:lnTo>
                <a:lnTo>
                  <a:pt x="13135" y="55512"/>
                </a:lnTo>
                <a:lnTo>
                  <a:pt x="8763" y="37005"/>
                </a:lnTo>
                <a:lnTo>
                  <a:pt x="4382" y="18507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4" name="cause-branch-1">
            <a:extLst xmlns:a="http://schemas.openxmlformats.org/drawingml/2006/main">
              <a:ext uri="{FF2B5EF4-FFF2-40B4-BE49-F238E27FC236}">
                <a16:creationId xmlns:a16="http://schemas.microsoft.com/office/drawing/2014/main" id="{A7FC8D50-7DCF-4808-9716-10B85708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43625" y="2095500"/>
            <a:ext cx="381000" cy="1828800"/>
          </a:xfrm>
          <a:custGeom xmlns:a="http://schemas.openxmlformats.org/drawingml/2006/main">
            <a:pathLst>
              <a:path w="381000" h="1828800">
                <a:moveTo>
                  <a:pt x="381000" y="1828800"/>
                </a:moveTo>
                <a:lnTo>
                  <a:pt x="377152" y="1810331"/>
                </a:lnTo>
                <a:lnTo>
                  <a:pt x="373304" y="1791853"/>
                </a:lnTo>
                <a:lnTo>
                  <a:pt x="369456" y="1773384"/>
                </a:lnTo>
                <a:lnTo>
                  <a:pt x="365608" y="1754905"/>
                </a:lnTo>
                <a:lnTo>
                  <a:pt x="361759" y="1736436"/>
                </a:lnTo>
                <a:lnTo>
                  <a:pt x="357911" y="1717967"/>
                </a:lnTo>
                <a:lnTo>
                  <a:pt x="354063" y="1699489"/>
                </a:lnTo>
                <a:lnTo>
                  <a:pt x="350215" y="1681020"/>
                </a:lnTo>
                <a:lnTo>
                  <a:pt x="346367" y="1662541"/>
                </a:lnTo>
                <a:lnTo>
                  <a:pt x="342519" y="1644072"/>
                </a:lnTo>
                <a:lnTo>
                  <a:pt x="338671" y="1625603"/>
                </a:lnTo>
                <a:lnTo>
                  <a:pt x="334813" y="1607125"/>
                </a:lnTo>
                <a:lnTo>
                  <a:pt x="330965" y="1588656"/>
                </a:lnTo>
                <a:lnTo>
                  <a:pt x="327117" y="1570177"/>
                </a:lnTo>
                <a:lnTo>
                  <a:pt x="323269" y="1551708"/>
                </a:lnTo>
                <a:lnTo>
                  <a:pt x="319421" y="1533239"/>
                </a:lnTo>
                <a:lnTo>
                  <a:pt x="315573" y="1514761"/>
                </a:lnTo>
                <a:lnTo>
                  <a:pt x="311725" y="1496292"/>
                </a:lnTo>
                <a:lnTo>
                  <a:pt x="307877" y="1477823"/>
                </a:lnTo>
                <a:lnTo>
                  <a:pt x="304028" y="1459344"/>
                </a:lnTo>
                <a:lnTo>
                  <a:pt x="300180" y="1440875"/>
                </a:lnTo>
                <a:lnTo>
                  <a:pt x="296332" y="1422397"/>
                </a:lnTo>
                <a:lnTo>
                  <a:pt x="292484" y="1403928"/>
                </a:lnTo>
                <a:lnTo>
                  <a:pt x="288636" y="1385459"/>
                </a:lnTo>
                <a:lnTo>
                  <a:pt x="284788" y="1366980"/>
                </a:lnTo>
                <a:lnTo>
                  <a:pt x="280940" y="1348511"/>
                </a:lnTo>
                <a:lnTo>
                  <a:pt x="277092" y="1330033"/>
                </a:lnTo>
                <a:lnTo>
                  <a:pt x="273244" y="1311564"/>
                </a:lnTo>
                <a:lnTo>
                  <a:pt x="269396" y="1293095"/>
                </a:lnTo>
                <a:lnTo>
                  <a:pt x="265547" y="1274616"/>
                </a:lnTo>
                <a:lnTo>
                  <a:pt x="261699" y="1256147"/>
                </a:lnTo>
                <a:lnTo>
                  <a:pt x="257851" y="1237669"/>
                </a:lnTo>
                <a:lnTo>
                  <a:pt x="254003" y="1219200"/>
                </a:lnTo>
                <a:lnTo>
                  <a:pt x="250155" y="1200731"/>
                </a:lnTo>
                <a:lnTo>
                  <a:pt x="246307" y="1182253"/>
                </a:lnTo>
                <a:lnTo>
                  <a:pt x="242459" y="1163784"/>
                </a:lnTo>
                <a:lnTo>
                  <a:pt x="238601" y="1145305"/>
                </a:lnTo>
                <a:lnTo>
                  <a:pt x="234753" y="1126836"/>
                </a:lnTo>
                <a:lnTo>
                  <a:pt x="230905" y="1108367"/>
                </a:lnTo>
                <a:lnTo>
                  <a:pt x="227057" y="1089889"/>
                </a:lnTo>
                <a:lnTo>
                  <a:pt x="223209" y="1071420"/>
                </a:lnTo>
                <a:lnTo>
                  <a:pt x="219361" y="1052941"/>
                </a:lnTo>
                <a:lnTo>
                  <a:pt x="215513" y="1034472"/>
                </a:lnTo>
                <a:lnTo>
                  <a:pt x="211665" y="1016003"/>
                </a:lnTo>
                <a:lnTo>
                  <a:pt x="207816" y="997525"/>
                </a:lnTo>
                <a:lnTo>
                  <a:pt x="203968" y="979056"/>
                </a:lnTo>
                <a:lnTo>
                  <a:pt x="200120" y="960577"/>
                </a:lnTo>
                <a:lnTo>
                  <a:pt x="196272" y="942108"/>
                </a:lnTo>
                <a:lnTo>
                  <a:pt x="192424" y="923639"/>
                </a:lnTo>
                <a:lnTo>
                  <a:pt x="188576" y="905161"/>
                </a:lnTo>
                <a:lnTo>
                  <a:pt x="184728" y="886692"/>
                </a:lnTo>
                <a:lnTo>
                  <a:pt x="180880" y="868223"/>
                </a:lnTo>
                <a:lnTo>
                  <a:pt x="177032" y="849744"/>
                </a:lnTo>
                <a:lnTo>
                  <a:pt x="173184" y="831275"/>
                </a:lnTo>
                <a:lnTo>
                  <a:pt x="169335" y="812797"/>
                </a:lnTo>
                <a:lnTo>
                  <a:pt x="165487" y="794328"/>
                </a:lnTo>
                <a:lnTo>
                  <a:pt x="161639" y="775859"/>
                </a:lnTo>
                <a:lnTo>
                  <a:pt x="157791" y="757380"/>
                </a:lnTo>
                <a:lnTo>
                  <a:pt x="153943" y="738911"/>
                </a:lnTo>
                <a:lnTo>
                  <a:pt x="150095" y="720433"/>
                </a:lnTo>
                <a:lnTo>
                  <a:pt x="146247" y="701964"/>
                </a:lnTo>
                <a:lnTo>
                  <a:pt x="142399" y="683495"/>
                </a:lnTo>
                <a:lnTo>
                  <a:pt x="138541" y="665016"/>
                </a:lnTo>
                <a:lnTo>
                  <a:pt x="134693" y="646547"/>
                </a:lnTo>
                <a:lnTo>
                  <a:pt x="130845" y="628069"/>
                </a:lnTo>
                <a:lnTo>
                  <a:pt x="126997" y="609600"/>
                </a:lnTo>
                <a:lnTo>
                  <a:pt x="123149" y="591131"/>
                </a:lnTo>
                <a:lnTo>
                  <a:pt x="119301" y="572653"/>
                </a:lnTo>
                <a:lnTo>
                  <a:pt x="115453" y="554184"/>
                </a:lnTo>
                <a:lnTo>
                  <a:pt x="111604" y="535705"/>
                </a:lnTo>
                <a:lnTo>
                  <a:pt x="107756" y="517236"/>
                </a:lnTo>
                <a:lnTo>
                  <a:pt x="103908" y="498767"/>
                </a:lnTo>
                <a:lnTo>
                  <a:pt x="100060" y="480289"/>
                </a:lnTo>
                <a:lnTo>
                  <a:pt x="96212" y="461820"/>
                </a:lnTo>
                <a:lnTo>
                  <a:pt x="92364" y="443341"/>
                </a:lnTo>
                <a:lnTo>
                  <a:pt x="88516" y="424872"/>
                </a:lnTo>
                <a:lnTo>
                  <a:pt x="84668" y="406403"/>
                </a:lnTo>
                <a:lnTo>
                  <a:pt x="80820" y="387925"/>
                </a:lnTo>
                <a:lnTo>
                  <a:pt x="76972" y="369456"/>
                </a:lnTo>
                <a:lnTo>
                  <a:pt x="73123" y="350977"/>
                </a:lnTo>
                <a:lnTo>
                  <a:pt x="69275" y="332508"/>
                </a:lnTo>
                <a:lnTo>
                  <a:pt x="65427" y="314039"/>
                </a:lnTo>
                <a:lnTo>
                  <a:pt x="61579" y="295561"/>
                </a:lnTo>
                <a:lnTo>
                  <a:pt x="57731" y="277092"/>
                </a:lnTo>
                <a:lnTo>
                  <a:pt x="53883" y="258623"/>
                </a:lnTo>
                <a:lnTo>
                  <a:pt x="50035" y="240144"/>
                </a:lnTo>
                <a:lnTo>
                  <a:pt x="46187" y="221675"/>
                </a:lnTo>
                <a:lnTo>
                  <a:pt x="42329" y="203197"/>
                </a:lnTo>
                <a:lnTo>
                  <a:pt x="38481" y="184728"/>
                </a:lnTo>
                <a:lnTo>
                  <a:pt x="34633" y="166259"/>
                </a:lnTo>
                <a:lnTo>
                  <a:pt x="30785" y="147780"/>
                </a:lnTo>
                <a:lnTo>
                  <a:pt x="26937" y="129311"/>
                </a:lnTo>
                <a:lnTo>
                  <a:pt x="23089" y="110833"/>
                </a:lnTo>
                <a:lnTo>
                  <a:pt x="19241" y="92364"/>
                </a:lnTo>
                <a:lnTo>
                  <a:pt x="15392" y="73895"/>
                </a:lnTo>
                <a:lnTo>
                  <a:pt x="11544" y="55416"/>
                </a:lnTo>
                <a:lnTo>
                  <a:pt x="7696" y="36947"/>
                </a:lnTo>
                <a:lnTo>
                  <a:pt x="3848" y="1846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5" name="cause-branch-2">
            <a:extLst xmlns:a="http://schemas.openxmlformats.org/drawingml/2006/main">
              <a:ext uri="{FF2B5EF4-FFF2-40B4-BE49-F238E27FC236}">
                <a16:creationId xmlns:a16="http://schemas.microsoft.com/office/drawing/2014/main" id="{D6048ACF-462C-4D18-A93F-7B08F31BF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01125" y="2314575"/>
            <a:ext cx="381000" cy="1609725"/>
          </a:xfrm>
          <a:custGeom xmlns:a="http://schemas.openxmlformats.org/drawingml/2006/main">
            <a:pathLst>
              <a:path w="381000" h="1609725">
                <a:moveTo>
                  <a:pt x="381000" y="1609725"/>
                </a:moveTo>
                <a:lnTo>
                  <a:pt x="376619" y="1591218"/>
                </a:lnTo>
                <a:lnTo>
                  <a:pt x="372237" y="1572720"/>
                </a:lnTo>
                <a:lnTo>
                  <a:pt x="367865" y="1554213"/>
                </a:lnTo>
                <a:lnTo>
                  <a:pt x="363484" y="1535716"/>
                </a:lnTo>
                <a:lnTo>
                  <a:pt x="359102" y="1517209"/>
                </a:lnTo>
                <a:lnTo>
                  <a:pt x="354721" y="1498711"/>
                </a:lnTo>
                <a:lnTo>
                  <a:pt x="350349" y="1480204"/>
                </a:lnTo>
                <a:lnTo>
                  <a:pt x="345967" y="1461707"/>
                </a:lnTo>
                <a:lnTo>
                  <a:pt x="341586" y="1443199"/>
                </a:lnTo>
                <a:lnTo>
                  <a:pt x="337204" y="1424702"/>
                </a:lnTo>
                <a:lnTo>
                  <a:pt x="332832" y="1406195"/>
                </a:lnTo>
                <a:lnTo>
                  <a:pt x="328451" y="1387697"/>
                </a:lnTo>
                <a:lnTo>
                  <a:pt x="324069" y="1369190"/>
                </a:lnTo>
                <a:lnTo>
                  <a:pt x="319688" y="1350693"/>
                </a:lnTo>
                <a:lnTo>
                  <a:pt x="315306" y="1332186"/>
                </a:lnTo>
                <a:lnTo>
                  <a:pt x="310934" y="1313688"/>
                </a:lnTo>
                <a:lnTo>
                  <a:pt x="306553" y="1295181"/>
                </a:lnTo>
                <a:lnTo>
                  <a:pt x="302171" y="1276674"/>
                </a:lnTo>
                <a:lnTo>
                  <a:pt x="297790" y="1258176"/>
                </a:lnTo>
                <a:lnTo>
                  <a:pt x="293418" y="1239669"/>
                </a:lnTo>
                <a:lnTo>
                  <a:pt x="289036" y="1221172"/>
                </a:lnTo>
                <a:lnTo>
                  <a:pt x="284655" y="1202665"/>
                </a:lnTo>
                <a:lnTo>
                  <a:pt x="280273" y="1184167"/>
                </a:lnTo>
                <a:lnTo>
                  <a:pt x="275901" y="1165660"/>
                </a:lnTo>
                <a:lnTo>
                  <a:pt x="271520" y="1147162"/>
                </a:lnTo>
                <a:lnTo>
                  <a:pt x="267138" y="1128655"/>
                </a:lnTo>
                <a:lnTo>
                  <a:pt x="262757" y="1110158"/>
                </a:lnTo>
                <a:lnTo>
                  <a:pt x="258375" y="1091651"/>
                </a:lnTo>
                <a:lnTo>
                  <a:pt x="254003" y="1073153"/>
                </a:lnTo>
                <a:lnTo>
                  <a:pt x="249622" y="1054646"/>
                </a:lnTo>
                <a:lnTo>
                  <a:pt x="245240" y="1036149"/>
                </a:lnTo>
                <a:lnTo>
                  <a:pt x="240859" y="1017641"/>
                </a:lnTo>
                <a:lnTo>
                  <a:pt x="236487" y="999144"/>
                </a:lnTo>
                <a:lnTo>
                  <a:pt x="232105" y="980637"/>
                </a:lnTo>
                <a:lnTo>
                  <a:pt x="227724" y="962130"/>
                </a:lnTo>
                <a:lnTo>
                  <a:pt x="223342" y="943632"/>
                </a:lnTo>
                <a:lnTo>
                  <a:pt x="218970" y="925125"/>
                </a:lnTo>
                <a:lnTo>
                  <a:pt x="214589" y="906628"/>
                </a:lnTo>
                <a:lnTo>
                  <a:pt x="210207" y="888121"/>
                </a:lnTo>
                <a:lnTo>
                  <a:pt x="205826" y="869623"/>
                </a:lnTo>
                <a:lnTo>
                  <a:pt x="201444" y="851116"/>
                </a:lnTo>
                <a:lnTo>
                  <a:pt x="197072" y="832618"/>
                </a:lnTo>
                <a:lnTo>
                  <a:pt x="192691" y="814111"/>
                </a:lnTo>
                <a:lnTo>
                  <a:pt x="188309" y="795614"/>
                </a:lnTo>
                <a:lnTo>
                  <a:pt x="183928" y="777107"/>
                </a:lnTo>
                <a:lnTo>
                  <a:pt x="179556" y="758609"/>
                </a:lnTo>
                <a:lnTo>
                  <a:pt x="175174" y="740102"/>
                </a:lnTo>
                <a:lnTo>
                  <a:pt x="170793" y="721604"/>
                </a:lnTo>
                <a:lnTo>
                  <a:pt x="166411" y="703097"/>
                </a:lnTo>
                <a:lnTo>
                  <a:pt x="162030" y="684600"/>
                </a:lnTo>
                <a:lnTo>
                  <a:pt x="157658" y="666093"/>
                </a:lnTo>
                <a:lnTo>
                  <a:pt x="153276" y="647586"/>
                </a:lnTo>
                <a:lnTo>
                  <a:pt x="148895" y="629088"/>
                </a:lnTo>
                <a:lnTo>
                  <a:pt x="144513" y="610581"/>
                </a:lnTo>
                <a:lnTo>
                  <a:pt x="140141" y="592084"/>
                </a:lnTo>
                <a:lnTo>
                  <a:pt x="135760" y="573576"/>
                </a:lnTo>
                <a:lnTo>
                  <a:pt x="131378" y="555079"/>
                </a:lnTo>
                <a:lnTo>
                  <a:pt x="126997" y="536572"/>
                </a:lnTo>
                <a:lnTo>
                  <a:pt x="122625" y="518074"/>
                </a:lnTo>
                <a:lnTo>
                  <a:pt x="118243" y="499567"/>
                </a:lnTo>
                <a:lnTo>
                  <a:pt x="113862" y="481070"/>
                </a:lnTo>
                <a:lnTo>
                  <a:pt x="109480" y="462563"/>
                </a:lnTo>
                <a:lnTo>
                  <a:pt x="105099" y="444065"/>
                </a:lnTo>
                <a:lnTo>
                  <a:pt x="100727" y="425558"/>
                </a:lnTo>
                <a:lnTo>
                  <a:pt x="96345" y="407060"/>
                </a:lnTo>
                <a:lnTo>
                  <a:pt x="91964" y="388553"/>
                </a:lnTo>
                <a:lnTo>
                  <a:pt x="87582" y="370056"/>
                </a:lnTo>
                <a:lnTo>
                  <a:pt x="83210" y="351549"/>
                </a:lnTo>
                <a:lnTo>
                  <a:pt x="78829" y="333051"/>
                </a:lnTo>
                <a:lnTo>
                  <a:pt x="74447" y="314544"/>
                </a:lnTo>
                <a:lnTo>
                  <a:pt x="70066" y="296037"/>
                </a:lnTo>
                <a:lnTo>
                  <a:pt x="65694" y="277539"/>
                </a:lnTo>
                <a:lnTo>
                  <a:pt x="61312" y="259032"/>
                </a:lnTo>
                <a:lnTo>
                  <a:pt x="56931" y="240535"/>
                </a:lnTo>
                <a:lnTo>
                  <a:pt x="52549" y="222028"/>
                </a:lnTo>
                <a:lnTo>
                  <a:pt x="48168" y="203530"/>
                </a:lnTo>
                <a:lnTo>
                  <a:pt x="43796" y="185023"/>
                </a:lnTo>
                <a:lnTo>
                  <a:pt x="39414" y="166526"/>
                </a:lnTo>
                <a:lnTo>
                  <a:pt x="35033" y="148019"/>
                </a:lnTo>
                <a:lnTo>
                  <a:pt x="30651" y="129521"/>
                </a:lnTo>
                <a:lnTo>
                  <a:pt x="26279" y="111014"/>
                </a:lnTo>
                <a:lnTo>
                  <a:pt x="21898" y="92516"/>
                </a:lnTo>
                <a:lnTo>
                  <a:pt x="17516" y="74009"/>
                </a:lnTo>
                <a:lnTo>
                  <a:pt x="13135" y="55512"/>
                </a:lnTo>
                <a:lnTo>
                  <a:pt x="8763" y="37005"/>
                </a:lnTo>
                <a:lnTo>
                  <a:pt x="4382" y="18507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6" name="cause-branch-3">
            <a:extLst xmlns:a="http://schemas.openxmlformats.org/drawingml/2006/main">
              <a:ext uri="{FF2B5EF4-FFF2-40B4-BE49-F238E27FC236}">
                <a16:creationId xmlns:a16="http://schemas.microsoft.com/office/drawing/2014/main" id="{A8B4DA75-5F59-4E22-A591-E3F6ECCBC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14675" y="3924300"/>
            <a:ext cx="552450" cy="1609725"/>
          </a:xfrm>
          <a:custGeom xmlns:a="http://schemas.openxmlformats.org/drawingml/2006/main">
            <a:pathLst>
              <a:path w="552450" h="1609725">
                <a:moveTo>
                  <a:pt x="552450" y="0"/>
                </a:moveTo>
                <a:lnTo>
                  <a:pt x="546316" y="17888"/>
                </a:lnTo>
                <a:lnTo>
                  <a:pt x="540172" y="35776"/>
                </a:lnTo>
                <a:lnTo>
                  <a:pt x="534038" y="53654"/>
                </a:lnTo>
                <a:lnTo>
                  <a:pt x="527895" y="71542"/>
                </a:lnTo>
                <a:lnTo>
                  <a:pt x="521760" y="89430"/>
                </a:lnTo>
                <a:lnTo>
                  <a:pt x="515617" y="107318"/>
                </a:lnTo>
                <a:lnTo>
                  <a:pt x="509483" y="125197"/>
                </a:lnTo>
                <a:lnTo>
                  <a:pt x="503339" y="143085"/>
                </a:lnTo>
                <a:lnTo>
                  <a:pt x="497205" y="160973"/>
                </a:lnTo>
                <a:lnTo>
                  <a:pt x="491071" y="178860"/>
                </a:lnTo>
                <a:lnTo>
                  <a:pt x="484927" y="196748"/>
                </a:lnTo>
                <a:lnTo>
                  <a:pt x="478793" y="214627"/>
                </a:lnTo>
                <a:lnTo>
                  <a:pt x="472650" y="232515"/>
                </a:lnTo>
                <a:lnTo>
                  <a:pt x="466515" y="250403"/>
                </a:lnTo>
                <a:lnTo>
                  <a:pt x="460372" y="268291"/>
                </a:lnTo>
                <a:lnTo>
                  <a:pt x="454238" y="286169"/>
                </a:lnTo>
                <a:lnTo>
                  <a:pt x="448094" y="304057"/>
                </a:lnTo>
                <a:lnTo>
                  <a:pt x="441960" y="321945"/>
                </a:lnTo>
                <a:lnTo>
                  <a:pt x="435826" y="339833"/>
                </a:lnTo>
                <a:lnTo>
                  <a:pt x="429682" y="357721"/>
                </a:lnTo>
                <a:lnTo>
                  <a:pt x="423548" y="375599"/>
                </a:lnTo>
                <a:lnTo>
                  <a:pt x="417405" y="393487"/>
                </a:lnTo>
                <a:lnTo>
                  <a:pt x="411270" y="411375"/>
                </a:lnTo>
                <a:lnTo>
                  <a:pt x="405127" y="429263"/>
                </a:lnTo>
                <a:lnTo>
                  <a:pt x="398993" y="447142"/>
                </a:lnTo>
                <a:lnTo>
                  <a:pt x="392849" y="465030"/>
                </a:lnTo>
                <a:lnTo>
                  <a:pt x="386715" y="482918"/>
                </a:lnTo>
                <a:lnTo>
                  <a:pt x="380581" y="500805"/>
                </a:lnTo>
                <a:lnTo>
                  <a:pt x="374437" y="518693"/>
                </a:lnTo>
                <a:lnTo>
                  <a:pt x="368303" y="536572"/>
                </a:lnTo>
                <a:lnTo>
                  <a:pt x="362160" y="554460"/>
                </a:lnTo>
                <a:lnTo>
                  <a:pt x="356025" y="572348"/>
                </a:lnTo>
                <a:lnTo>
                  <a:pt x="349882" y="590236"/>
                </a:lnTo>
                <a:lnTo>
                  <a:pt x="343748" y="608114"/>
                </a:lnTo>
                <a:lnTo>
                  <a:pt x="337604" y="626002"/>
                </a:lnTo>
                <a:lnTo>
                  <a:pt x="331470" y="643890"/>
                </a:lnTo>
                <a:lnTo>
                  <a:pt x="325336" y="661778"/>
                </a:lnTo>
                <a:lnTo>
                  <a:pt x="319192" y="679666"/>
                </a:lnTo>
                <a:lnTo>
                  <a:pt x="313058" y="697544"/>
                </a:lnTo>
                <a:lnTo>
                  <a:pt x="306915" y="715432"/>
                </a:lnTo>
                <a:lnTo>
                  <a:pt x="300780" y="733320"/>
                </a:lnTo>
                <a:lnTo>
                  <a:pt x="294637" y="751208"/>
                </a:lnTo>
                <a:lnTo>
                  <a:pt x="288503" y="769087"/>
                </a:lnTo>
                <a:lnTo>
                  <a:pt x="282359" y="786975"/>
                </a:lnTo>
                <a:lnTo>
                  <a:pt x="276225" y="804863"/>
                </a:lnTo>
                <a:lnTo>
                  <a:pt x="270091" y="822750"/>
                </a:lnTo>
                <a:lnTo>
                  <a:pt x="263947" y="840638"/>
                </a:lnTo>
                <a:lnTo>
                  <a:pt x="257813" y="858517"/>
                </a:lnTo>
                <a:lnTo>
                  <a:pt x="251670" y="876405"/>
                </a:lnTo>
                <a:lnTo>
                  <a:pt x="245535" y="894293"/>
                </a:lnTo>
                <a:lnTo>
                  <a:pt x="239392" y="912181"/>
                </a:lnTo>
                <a:lnTo>
                  <a:pt x="233258" y="930059"/>
                </a:lnTo>
                <a:lnTo>
                  <a:pt x="227114" y="947947"/>
                </a:lnTo>
                <a:lnTo>
                  <a:pt x="220980" y="965835"/>
                </a:lnTo>
                <a:lnTo>
                  <a:pt x="214846" y="983723"/>
                </a:lnTo>
                <a:lnTo>
                  <a:pt x="208702" y="1001611"/>
                </a:lnTo>
                <a:lnTo>
                  <a:pt x="202568" y="1019489"/>
                </a:lnTo>
                <a:lnTo>
                  <a:pt x="196425" y="1037377"/>
                </a:lnTo>
                <a:lnTo>
                  <a:pt x="190290" y="1055265"/>
                </a:lnTo>
                <a:lnTo>
                  <a:pt x="184147" y="1073153"/>
                </a:lnTo>
                <a:lnTo>
                  <a:pt x="178013" y="1091032"/>
                </a:lnTo>
                <a:lnTo>
                  <a:pt x="171869" y="1108920"/>
                </a:lnTo>
                <a:lnTo>
                  <a:pt x="165735" y="1126808"/>
                </a:lnTo>
                <a:lnTo>
                  <a:pt x="159601" y="1144695"/>
                </a:lnTo>
                <a:lnTo>
                  <a:pt x="153457" y="1162583"/>
                </a:lnTo>
                <a:lnTo>
                  <a:pt x="147323" y="1180462"/>
                </a:lnTo>
                <a:lnTo>
                  <a:pt x="141180" y="1198350"/>
                </a:lnTo>
                <a:lnTo>
                  <a:pt x="135045" y="1216238"/>
                </a:lnTo>
                <a:lnTo>
                  <a:pt x="128902" y="1234126"/>
                </a:lnTo>
                <a:lnTo>
                  <a:pt x="122768" y="1252004"/>
                </a:lnTo>
                <a:lnTo>
                  <a:pt x="116624" y="1269892"/>
                </a:lnTo>
                <a:lnTo>
                  <a:pt x="110490" y="1287780"/>
                </a:lnTo>
                <a:lnTo>
                  <a:pt x="104356" y="1305668"/>
                </a:lnTo>
                <a:lnTo>
                  <a:pt x="98212" y="1323556"/>
                </a:lnTo>
                <a:lnTo>
                  <a:pt x="92078" y="1341434"/>
                </a:lnTo>
                <a:lnTo>
                  <a:pt x="85935" y="1359322"/>
                </a:lnTo>
                <a:lnTo>
                  <a:pt x="79800" y="1377210"/>
                </a:lnTo>
                <a:lnTo>
                  <a:pt x="73657" y="1395098"/>
                </a:lnTo>
                <a:lnTo>
                  <a:pt x="67523" y="1412977"/>
                </a:lnTo>
                <a:lnTo>
                  <a:pt x="61379" y="1430865"/>
                </a:lnTo>
                <a:lnTo>
                  <a:pt x="55245" y="1448753"/>
                </a:lnTo>
                <a:lnTo>
                  <a:pt x="49111" y="1466640"/>
                </a:lnTo>
                <a:lnTo>
                  <a:pt x="42967" y="1484528"/>
                </a:lnTo>
                <a:lnTo>
                  <a:pt x="36833" y="1502407"/>
                </a:lnTo>
                <a:lnTo>
                  <a:pt x="30690" y="1520295"/>
                </a:lnTo>
                <a:lnTo>
                  <a:pt x="24555" y="1538183"/>
                </a:lnTo>
                <a:lnTo>
                  <a:pt x="18412" y="1556071"/>
                </a:lnTo>
                <a:lnTo>
                  <a:pt x="12278" y="1573949"/>
                </a:lnTo>
                <a:lnTo>
                  <a:pt x="6134" y="1591837"/>
                </a:lnTo>
                <a:lnTo>
                  <a:pt x="0" y="1609725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7" name="cause-branch-4">
            <a:extLst xmlns:a="http://schemas.openxmlformats.org/drawingml/2006/main">
              <a:ext uri="{FF2B5EF4-FFF2-40B4-BE49-F238E27FC236}">
                <a16:creationId xmlns:a16="http://schemas.microsoft.com/office/drawing/2014/main" id="{B6283D2F-62BD-4B3F-95CE-8D3297B45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72175" y="3924300"/>
            <a:ext cx="552450" cy="1828800"/>
          </a:xfrm>
          <a:custGeom xmlns:a="http://schemas.openxmlformats.org/drawingml/2006/main">
            <a:pathLst>
              <a:path w="552450" h="1828800">
                <a:moveTo>
                  <a:pt x="552450" y="0"/>
                </a:moveTo>
                <a:lnTo>
                  <a:pt x="546983" y="18107"/>
                </a:lnTo>
                <a:lnTo>
                  <a:pt x="541515" y="36214"/>
                </a:lnTo>
                <a:lnTo>
                  <a:pt x="536038" y="54321"/>
                </a:lnTo>
                <a:lnTo>
                  <a:pt x="530571" y="72428"/>
                </a:lnTo>
                <a:lnTo>
                  <a:pt x="525104" y="90535"/>
                </a:lnTo>
                <a:lnTo>
                  <a:pt x="519627" y="108642"/>
                </a:lnTo>
                <a:lnTo>
                  <a:pt x="514159" y="126749"/>
                </a:lnTo>
                <a:lnTo>
                  <a:pt x="508692" y="144856"/>
                </a:lnTo>
                <a:lnTo>
                  <a:pt x="503225" y="162963"/>
                </a:lnTo>
                <a:lnTo>
                  <a:pt x="497748" y="181070"/>
                </a:lnTo>
                <a:lnTo>
                  <a:pt x="492281" y="199177"/>
                </a:lnTo>
                <a:lnTo>
                  <a:pt x="486813" y="217284"/>
                </a:lnTo>
                <a:lnTo>
                  <a:pt x="481346" y="235391"/>
                </a:lnTo>
                <a:lnTo>
                  <a:pt x="475869" y="253498"/>
                </a:lnTo>
                <a:lnTo>
                  <a:pt x="470402" y="271605"/>
                </a:lnTo>
                <a:lnTo>
                  <a:pt x="464934" y="289712"/>
                </a:lnTo>
                <a:lnTo>
                  <a:pt x="459467" y="307819"/>
                </a:lnTo>
                <a:lnTo>
                  <a:pt x="453990" y="325926"/>
                </a:lnTo>
                <a:lnTo>
                  <a:pt x="448523" y="344033"/>
                </a:lnTo>
                <a:lnTo>
                  <a:pt x="443055" y="362141"/>
                </a:lnTo>
                <a:lnTo>
                  <a:pt x="437588" y="380248"/>
                </a:lnTo>
                <a:lnTo>
                  <a:pt x="432111" y="398355"/>
                </a:lnTo>
                <a:lnTo>
                  <a:pt x="426644" y="416462"/>
                </a:lnTo>
                <a:lnTo>
                  <a:pt x="421176" y="434569"/>
                </a:lnTo>
                <a:lnTo>
                  <a:pt x="415709" y="452676"/>
                </a:lnTo>
                <a:lnTo>
                  <a:pt x="410232" y="470783"/>
                </a:lnTo>
                <a:lnTo>
                  <a:pt x="404765" y="488890"/>
                </a:lnTo>
                <a:lnTo>
                  <a:pt x="399298" y="506997"/>
                </a:lnTo>
                <a:lnTo>
                  <a:pt x="393830" y="525104"/>
                </a:lnTo>
                <a:lnTo>
                  <a:pt x="388353" y="543211"/>
                </a:lnTo>
                <a:lnTo>
                  <a:pt x="382886" y="561318"/>
                </a:lnTo>
                <a:lnTo>
                  <a:pt x="377419" y="579425"/>
                </a:lnTo>
                <a:lnTo>
                  <a:pt x="371942" y="597532"/>
                </a:lnTo>
                <a:lnTo>
                  <a:pt x="366474" y="615639"/>
                </a:lnTo>
                <a:lnTo>
                  <a:pt x="361007" y="633746"/>
                </a:lnTo>
                <a:lnTo>
                  <a:pt x="355540" y="651853"/>
                </a:lnTo>
                <a:lnTo>
                  <a:pt x="350063" y="669960"/>
                </a:lnTo>
                <a:lnTo>
                  <a:pt x="344595" y="688067"/>
                </a:lnTo>
                <a:lnTo>
                  <a:pt x="339128" y="706174"/>
                </a:lnTo>
                <a:lnTo>
                  <a:pt x="333661" y="724281"/>
                </a:lnTo>
                <a:lnTo>
                  <a:pt x="328184" y="742388"/>
                </a:lnTo>
                <a:lnTo>
                  <a:pt x="322717" y="760495"/>
                </a:lnTo>
                <a:lnTo>
                  <a:pt x="317249" y="778602"/>
                </a:lnTo>
                <a:lnTo>
                  <a:pt x="311782" y="796709"/>
                </a:lnTo>
                <a:lnTo>
                  <a:pt x="306305" y="814816"/>
                </a:lnTo>
                <a:lnTo>
                  <a:pt x="300838" y="832923"/>
                </a:lnTo>
                <a:lnTo>
                  <a:pt x="295370" y="851030"/>
                </a:lnTo>
                <a:lnTo>
                  <a:pt x="289903" y="869137"/>
                </a:lnTo>
                <a:lnTo>
                  <a:pt x="284426" y="887235"/>
                </a:lnTo>
                <a:lnTo>
                  <a:pt x="278959" y="905342"/>
                </a:lnTo>
                <a:lnTo>
                  <a:pt x="273491" y="923458"/>
                </a:lnTo>
                <a:lnTo>
                  <a:pt x="268024" y="941565"/>
                </a:lnTo>
                <a:lnTo>
                  <a:pt x="262547" y="959663"/>
                </a:lnTo>
                <a:lnTo>
                  <a:pt x="257080" y="977770"/>
                </a:lnTo>
                <a:lnTo>
                  <a:pt x="251612" y="995877"/>
                </a:lnTo>
                <a:lnTo>
                  <a:pt x="246145" y="1013984"/>
                </a:lnTo>
                <a:lnTo>
                  <a:pt x="240668" y="1032091"/>
                </a:lnTo>
                <a:lnTo>
                  <a:pt x="235201" y="1050198"/>
                </a:lnTo>
                <a:lnTo>
                  <a:pt x="229733" y="1068305"/>
                </a:lnTo>
                <a:lnTo>
                  <a:pt x="224266" y="1086412"/>
                </a:lnTo>
                <a:lnTo>
                  <a:pt x="218789" y="1104519"/>
                </a:lnTo>
                <a:lnTo>
                  <a:pt x="213322" y="1122626"/>
                </a:lnTo>
                <a:lnTo>
                  <a:pt x="207855" y="1140733"/>
                </a:lnTo>
                <a:lnTo>
                  <a:pt x="202378" y="1158840"/>
                </a:lnTo>
                <a:lnTo>
                  <a:pt x="196910" y="1176947"/>
                </a:lnTo>
                <a:lnTo>
                  <a:pt x="191443" y="1195054"/>
                </a:lnTo>
                <a:lnTo>
                  <a:pt x="185976" y="1213161"/>
                </a:lnTo>
                <a:lnTo>
                  <a:pt x="180508" y="1231268"/>
                </a:lnTo>
                <a:lnTo>
                  <a:pt x="175031" y="1249375"/>
                </a:lnTo>
                <a:lnTo>
                  <a:pt x="169564" y="1267482"/>
                </a:lnTo>
                <a:lnTo>
                  <a:pt x="164097" y="1285589"/>
                </a:lnTo>
                <a:lnTo>
                  <a:pt x="158620" y="1303696"/>
                </a:lnTo>
                <a:lnTo>
                  <a:pt x="153152" y="1321803"/>
                </a:lnTo>
                <a:lnTo>
                  <a:pt x="147685" y="1339910"/>
                </a:lnTo>
                <a:lnTo>
                  <a:pt x="142218" y="1358017"/>
                </a:lnTo>
                <a:lnTo>
                  <a:pt x="136741" y="1376124"/>
                </a:lnTo>
                <a:lnTo>
                  <a:pt x="131274" y="1394231"/>
                </a:lnTo>
                <a:lnTo>
                  <a:pt x="125806" y="1412338"/>
                </a:lnTo>
                <a:lnTo>
                  <a:pt x="120339" y="1430445"/>
                </a:lnTo>
                <a:lnTo>
                  <a:pt x="114862" y="1448552"/>
                </a:lnTo>
                <a:lnTo>
                  <a:pt x="109395" y="1466660"/>
                </a:lnTo>
                <a:lnTo>
                  <a:pt x="103927" y="1484767"/>
                </a:lnTo>
                <a:lnTo>
                  <a:pt x="98460" y="1502874"/>
                </a:lnTo>
                <a:lnTo>
                  <a:pt x="92983" y="1520981"/>
                </a:lnTo>
                <a:lnTo>
                  <a:pt x="87516" y="1539088"/>
                </a:lnTo>
                <a:lnTo>
                  <a:pt x="82048" y="1557195"/>
                </a:lnTo>
                <a:lnTo>
                  <a:pt x="76581" y="1575302"/>
                </a:lnTo>
                <a:lnTo>
                  <a:pt x="71104" y="1593409"/>
                </a:lnTo>
                <a:lnTo>
                  <a:pt x="65637" y="1611516"/>
                </a:lnTo>
                <a:lnTo>
                  <a:pt x="60169" y="1629623"/>
                </a:lnTo>
                <a:lnTo>
                  <a:pt x="54702" y="1647730"/>
                </a:lnTo>
                <a:lnTo>
                  <a:pt x="49225" y="1665837"/>
                </a:lnTo>
                <a:lnTo>
                  <a:pt x="43758" y="1683944"/>
                </a:lnTo>
                <a:lnTo>
                  <a:pt x="38290" y="1702051"/>
                </a:lnTo>
                <a:lnTo>
                  <a:pt x="32823" y="1720158"/>
                </a:lnTo>
                <a:lnTo>
                  <a:pt x="27346" y="1738265"/>
                </a:lnTo>
                <a:lnTo>
                  <a:pt x="21879" y="1756372"/>
                </a:lnTo>
                <a:lnTo>
                  <a:pt x="16412" y="1774479"/>
                </a:lnTo>
                <a:lnTo>
                  <a:pt x="10935" y="1792586"/>
                </a:lnTo>
                <a:lnTo>
                  <a:pt x="5467" y="1810693"/>
                </a:lnTo>
                <a:lnTo>
                  <a:pt x="0" y="182880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8" name="cause-branch-5">
            <a:extLst xmlns:a="http://schemas.openxmlformats.org/drawingml/2006/main">
              <a:ext uri="{FF2B5EF4-FFF2-40B4-BE49-F238E27FC236}">
                <a16:creationId xmlns:a16="http://schemas.microsoft.com/office/drawing/2014/main" id="{EB199032-DB4D-4920-AE6C-15039B59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29675" y="3924300"/>
            <a:ext cx="552450" cy="1609725"/>
          </a:xfrm>
          <a:custGeom xmlns:a="http://schemas.openxmlformats.org/drawingml/2006/main">
            <a:pathLst>
              <a:path w="552450" h="1609725">
                <a:moveTo>
                  <a:pt x="552450" y="0"/>
                </a:moveTo>
                <a:lnTo>
                  <a:pt x="546316" y="17888"/>
                </a:lnTo>
                <a:lnTo>
                  <a:pt x="540172" y="35776"/>
                </a:lnTo>
                <a:lnTo>
                  <a:pt x="534038" y="53654"/>
                </a:lnTo>
                <a:lnTo>
                  <a:pt x="527895" y="71542"/>
                </a:lnTo>
                <a:lnTo>
                  <a:pt x="521760" y="89430"/>
                </a:lnTo>
                <a:lnTo>
                  <a:pt x="515617" y="107318"/>
                </a:lnTo>
                <a:lnTo>
                  <a:pt x="509483" y="125197"/>
                </a:lnTo>
                <a:lnTo>
                  <a:pt x="503339" y="143085"/>
                </a:lnTo>
                <a:lnTo>
                  <a:pt x="497205" y="160973"/>
                </a:lnTo>
                <a:lnTo>
                  <a:pt x="491071" y="178860"/>
                </a:lnTo>
                <a:lnTo>
                  <a:pt x="484927" y="196748"/>
                </a:lnTo>
                <a:lnTo>
                  <a:pt x="478793" y="214627"/>
                </a:lnTo>
                <a:lnTo>
                  <a:pt x="472650" y="232515"/>
                </a:lnTo>
                <a:lnTo>
                  <a:pt x="466515" y="250403"/>
                </a:lnTo>
                <a:lnTo>
                  <a:pt x="460372" y="268291"/>
                </a:lnTo>
                <a:lnTo>
                  <a:pt x="454238" y="286169"/>
                </a:lnTo>
                <a:lnTo>
                  <a:pt x="448094" y="304057"/>
                </a:lnTo>
                <a:lnTo>
                  <a:pt x="441960" y="321945"/>
                </a:lnTo>
                <a:lnTo>
                  <a:pt x="435826" y="339833"/>
                </a:lnTo>
                <a:lnTo>
                  <a:pt x="429682" y="357721"/>
                </a:lnTo>
                <a:lnTo>
                  <a:pt x="423548" y="375599"/>
                </a:lnTo>
                <a:lnTo>
                  <a:pt x="417405" y="393487"/>
                </a:lnTo>
                <a:lnTo>
                  <a:pt x="411270" y="411375"/>
                </a:lnTo>
                <a:lnTo>
                  <a:pt x="405127" y="429263"/>
                </a:lnTo>
                <a:lnTo>
                  <a:pt x="398993" y="447142"/>
                </a:lnTo>
                <a:lnTo>
                  <a:pt x="392849" y="465030"/>
                </a:lnTo>
                <a:lnTo>
                  <a:pt x="386715" y="482918"/>
                </a:lnTo>
                <a:lnTo>
                  <a:pt x="380581" y="500805"/>
                </a:lnTo>
                <a:lnTo>
                  <a:pt x="374437" y="518693"/>
                </a:lnTo>
                <a:lnTo>
                  <a:pt x="368303" y="536572"/>
                </a:lnTo>
                <a:lnTo>
                  <a:pt x="362160" y="554460"/>
                </a:lnTo>
                <a:lnTo>
                  <a:pt x="356025" y="572348"/>
                </a:lnTo>
                <a:lnTo>
                  <a:pt x="349882" y="590236"/>
                </a:lnTo>
                <a:lnTo>
                  <a:pt x="343748" y="608114"/>
                </a:lnTo>
                <a:lnTo>
                  <a:pt x="337604" y="626002"/>
                </a:lnTo>
                <a:lnTo>
                  <a:pt x="331470" y="643890"/>
                </a:lnTo>
                <a:lnTo>
                  <a:pt x="325336" y="661778"/>
                </a:lnTo>
                <a:lnTo>
                  <a:pt x="319192" y="679666"/>
                </a:lnTo>
                <a:lnTo>
                  <a:pt x="313058" y="697544"/>
                </a:lnTo>
                <a:lnTo>
                  <a:pt x="306915" y="715432"/>
                </a:lnTo>
                <a:lnTo>
                  <a:pt x="300780" y="733320"/>
                </a:lnTo>
                <a:lnTo>
                  <a:pt x="294637" y="751208"/>
                </a:lnTo>
                <a:lnTo>
                  <a:pt x="288503" y="769087"/>
                </a:lnTo>
                <a:lnTo>
                  <a:pt x="282359" y="786975"/>
                </a:lnTo>
                <a:lnTo>
                  <a:pt x="276225" y="804863"/>
                </a:lnTo>
                <a:lnTo>
                  <a:pt x="270091" y="822750"/>
                </a:lnTo>
                <a:lnTo>
                  <a:pt x="263947" y="840638"/>
                </a:lnTo>
                <a:lnTo>
                  <a:pt x="257813" y="858517"/>
                </a:lnTo>
                <a:lnTo>
                  <a:pt x="251670" y="876405"/>
                </a:lnTo>
                <a:lnTo>
                  <a:pt x="245535" y="894293"/>
                </a:lnTo>
                <a:lnTo>
                  <a:pt x="239392" y="912181"/>
                </a:lnTo>
                <a:lnTo>
                  <a:pt x="233258" y="930059"/>
                </a:lnTo>
                <a:lnTo>
                  <a:pt x="227114" y="947947"/>
                </a:lnTo>
                <a:lnTo>
                  <a:pt x="220980" y="965835"/>
                </a:lnTo>
                <a:lnTo>
                  <a:pt x="214846" y="983723"/>
                </a:lnTo>
                <a:lnTo>
                  <a:pt x="208702" y="1001611"/>
                </a:lnTo>
                <a:lnTo>
                  <a:pt x="202568" y="1019489"/>
                </a:lnTo>
                <a:lnTo>
                  <a:pt x="196425" y="1037377"/>
                </a:lnTo>
                <a:lnTo>
                  <a:pt x="190290" y="1055265"/>
                </a:lnTo>
                <a:lnTo>
                  <a:pt x="184147" y="1073153"/>
                </a:lnTo>
                <a:lnTo>
                  <a:pt x="178013" y="1091032"/>
                </a:lnTo>
                <a:lnTo>
                  <a:pt x="171869" y="1108920"/>
                </a:lnTo>
                <a:lnTo>
                  <a:pt x="165735" y="1126808"/>
                </a:lnTo>
                <a:lnTo>
                  <a:pt x="159601" y="1144695"/>
                </a:lnTo>
                <a:lnTo>
                  <a:pt x="153457" y="1162583"/>
                </a:lnTo>
                <a:lnTo>
                  <a:pt x="147323" y="1180462"/>
                </a:lnTo>
                <a:lnTo>
                  <a:pt x="141180" y="1198350"/>
                </a:lnTo>
                <a:lnTo>
                  <a:pt x="135045" y="1216238"/>
                </a:lnTo>
                <a:lnTo>
                  <a:pt x="128902" y="1234126"/>
                </a:lnTo>
                <a:lnTo>
                  <a:pt x="122768" y="1252004"/>
                </a:lnTo>
                <a:lnTo>
                  <a:pt x="116624" y="1269892"/>
                </a:lnTo>
                <a:lnTo>
                  <a:pt x="110490" y="1287780"/>
                </a:lnTo>
                <a:lnTo>
                  <a:pt x="104356" y="1305668"/>
                </a:lnTo>
                <a:lnTo>
                  <a:pt x="98212" y="1323556"/>
                </a:lnTo>
                <a:lnTo>
                  <a:pt x="92078" y="1341434"/>
                </a:lnTo>
                <a:lnTo>
                  <a:pt x="85935" y="1359322"/>
                </a:lnTo>
                <a:lnTo>
                  <a:pt x="79800" y="1377210"/>
                </a:lnTo>
                <a:lnTo>
                  <a:pt x="73657" y="1395098"/>
                </a:lnTo>
                <a:lnTo>
                  <a:pt x="67523" y="1412977"/>
                </a:lnTo>
                <a:lnTo>
                  <a:pt x="61379" y="1430865"/>
                </a:lnTo>
                <a:lnTo>
                  <a:pt x="55245" y="1448753"/>
                </a:lnTo>
                <a:lnTo>
                  <a:pt x="49111" y="1466640"/>
                </a:lnTo>
                <a:lnTo>
                  <a:pt x="42967" y="1484528"/>
                </a:lnTo>
                <a:lnTo>
                  <a:pt x="36833" y="1502407"/>
                </a:lnTo>
                <a:lnTo>
                  <a:pt x="30690" y="1520295"/>
                </a:lnTo>
                <a:lnTo>
                  <a:pt x="24555" y="1538183"/>
                </a:lnTo>
                <a:lnTo>
                  <a:pt x="18412" y="1556071"/>
                </a:lnTo>
                <a:lnTo>
                  <a:pt x="12278" y="1573949"/>
                </a:lnTo>
                <a:lnTo>
                  <a:pt x="6134" y="1591837"/>
                </a:lnTo>
                <a:lnTo>
                  <a:pt x="0" y="1609725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9" name="causal-anchor-0">
            <a:extLst xmlns:a="http://schemas.openxmlformats.org/drawingml/2006/main">
              <a:ext uri="{FF2B5EF4-FFF2-40B4-BE49-F238E27FC236}">
                <a16:creationId xmlns:a16="http://schemas.microsoft.com/office/drawing/2014/main" id="{ECD5763A-6849-49C7-819B-4CC57E1F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10" name="causal-anchor-1">
            <a:extLst xmlns:a="http://schemas.openxmlformats.org/drawingml/2006/main">
              <a:ext uri="{FF2B5EF4-FFF2-40B4-BE49-F238E27FC236}">
                <a16:creationId xmlns:a16="http://schemas.microsoft.com/office/drawing/2014/main" id="{AF20916F-C5E0-4BF7-A93E-DD25B485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722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11" name="causal-anchor-2">
            <a:extLst xmlns:a="http://schemas.openxmlformats.org/drawingml/2006/main">
              <a:ext uri="{FF2B5EF4-FFF2-40B4-BE49-F238E27FC236}">
                <a16:creationId xmlns:a16="http://schemas.microsoft.com/office/drawing/2014/main" id="{11C212E6-1710-4F76-A6B2-4FC44757A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297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12" name="causal-effect-head">
            <a:extLst xmlns:a="http://schemas.openxmlformats.org/drawingml/2006/main">
              <a:ext uri="{FF2B5EF4-FFF2-40B4-BE49-F238E27FC236}">
                <a16:creationId xmlns:a16="http://schemas.microsoft.com/office/drawing/2014/main" id="{8753BD94-0717-4EA1-BFDE-76608670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82225" y="2781300"/>
            <a:ext cx="1426426" cy="2283914"/>
          </a:xfrm>
          <a:custGeom xmlns:a="http://schemas.openxmlformats.org/drawingml/2006/main">
            <a:pathLst>
              <a:path w="1426426" h="2283914">
                <a:moveTo>
                  <a:pt x="0" y="0"/>
                </a:moveTo>
                <a:lnTo>
                  <a:pt x="25203" y="4181"/>
                </a:lnTo>
                <a:lnTo>
                  <a:pt x="50349" y="8649"/>
                </a:lnTo>
                <a:lnTo>
                  <a:pt x="75448" y="13402"/>
                </a:lnTo>
                <a:lnTo>
                  <a:pt x="100489" y="18450"/>
                </a:lnTo>
                <a:lnTo>
                  <a:pt x="125463" y="23803"/>
                </a:lnTo>
                <a:lnTo>
                  <a:pt x="150381" y="29442"/>
                </a:lnTo>
                <a:lnTo>
                  <a:pt x="175222" y="35385"/>
                </a:lnTo>
                <a:lnTo>
                  <a:pt x="199987" y="41643"/>
                </a:lnTo>
                <a:lnTo>
                  <a:pt x="224676" y="48196"/>
                </a:lnTo>
                <a:lnTo>
                  <a:pt x="249279" y="55064"/>
                </a:lnTo>
                <a:lnTo>
                  <a:pt x="273796" y="62236"/>
                </a:lnTo>
                <a:lnTo>
                  <a:pt x="298218" y="69733"/>
                </a:lnTo>
                <a:lnTo>
                  <a:pt x="322536" y="77534"/>
                </a:lnTo>
                <a:lnTo>
                  <a:pt x="346758" y="85658"/>
                </a:lnTo>
                <a:lnTo>
                  <a:pt x="370865" y="94107"/>
                </a:lnTo>
                <a:lnTo>
                  <a:pt x="394859" y="102870"/>
                </a:lnTo>
                <a:lnTo>
                  <a:pt x="418729" y="111957"/>
                </a:lnTo>
                <a:lnTo>
                  <a:pt x="442474" y="121368"/>
                </a:lnTo>
                <a:lnTo>
                  <a:pt x="466087" y="131102"/>
                </a:lnTo>
                <a:lnTo>
                  <a:pt x="489566" y="141161"/>
                </a:lnTo>
                <a:lnTo>
                  <a:pt x="512912" y="151543"/>
                </a:lnTo>
                <a:lnTo>
                  <a:pt x="536096" y="162258"/>
                </a:lnTo>
                <a:lnTo>
                  <a:pt x="559127" y="173307"/>
                </a:lnTo>
                <a:lnTo>
                  <a:pt x="582006" y="184671"/>
                </a:lnTo>
                <a:lnTo>
                  <a:pt x="604714" y="196367"/>
                </a:lnTo>
                <a:lnTo>
                  <a:pt x="627250" y="208388"/>
                </a:lnTo>
                <a:lnTo>
                  <a:pt x="649615" y="220742"/>
                </a:lnTo>
                <a:lnTo>
                  <a:pt x="671789" y="233420"/>
                </a:lnTo>
                <a:lnTo>
                  <a:pt x="693782" y="246412"/>
                </a:lnTo>
                <a:lnTo>
                  <a:pt x="715575" y="259737"/>
                </a:lnTo>
                <a:lnTo>
                  <a:pt x="737168" y="273377"/>
                </a:lnTo>
                <a:lnTo>
                  <a:pt x="758552" y="287350"/>
                </a:lnTo>
                <a:lnTo>
                  <a:pt x="779736" y="301628"/>
                </a:lnTo>
                <a:lnTo>
                  <a:pt x="800691" y="316230"/>
                </a:lnTo>
                <a:lnTo>
                  <a:pt x="821426" y="331146"/>
                </a:lnTo>
                <a:lnTo>
                  <a:pt x="841943" y="346367"/>
                </a:lnTo>
                <a:lnTo>
                  <a:pt x="862222" y="361902"/>
                </a:lnTo>
                <a:lnTo>
                  <a:pt x="882253" y="377742"/>
                </a:lnTo>
                <a:lnTo>
                  <a:pt x="902056" y="393878"/>
                </a:lnTo>
                <a:lnTo>
                  <a:pt x="921601" y="410327"/>
                </a:lnTo>
                <a:lnTo>
                  <a:pt x="940908" y="427053"/>
                </a:lnTo>
                <a:lnTo>
                  <a:pt x="959939" y="444084"/>
                </a:lnTo>
                <a:lnTo>
                  <a:pt x="978732" y="461401"/>
                </a:lnTo>
                <a:lnTo>
                  <a:pt x="997239" y="478993"/>
                </a:lnTo>
                <a:lnTo>
                  <a:pt x="1015489" y="496872"/>
                </a:lnTo>
                <a:lnTo>
                  <a:pt x="1033463" y="515017"/>
                </a:lnTo>
                <a:lnTo>
                  <a:pt x="1051160" y="533438"/>
                </a:lnTo>
                <a:lnTo>
                  <a:pt x="1068581" y="552117"/>
                </a:lnTo>
                <a:lnTo>
                  <a:pt x="1085717" y="571062"/>
                </a:lnTo>
                <a:lnTo>
                  <a:pt x="1102566" y="590264"/>
                </a:lnTo>
                <a:lnTo>
                  <a:pt x="1119130" y="609705"/>
                </a:lnTo>
                <a:lnTo>
                  <a:pt x="1135409" y="629393"/>
                </a:lnTo>
                <a:lnTo>
                  <a:pt x="1151382" y="649329"/>
                </a:lnTo>
                <a:lnTo>
                  <a:pt x="1167070" y="669484"/>
                </a:lnTo>
                <a:lnTo>
                  <a:pt x="1182453" y="689877"/>
                </a:lnTo>
                <a:lnTo>
                  <a:pt x="1197540" y="710489"/>
                </a:lnTo>
                <a:lnTo>
                  <a:pt x="1212323" y="731320"/>
                </a:lnTo>
                <a:lnTo>
                  <a:pt x="1226810" y="752361"/>
                </a:lnTo>
                <a:lnTo>
                  <a:pt x="1240993" y="773611"/>
                </a:lnTo>
                <a:lnTo>
                  <a:pt x="1254871" y="795052"/>
                </a:lnTo>
                <a:lnTo>
                  <a:pt x="1268444" y="816693"/>
                </a:lnTo>
                <a:lnTo>
                  <a:pt x="1281713" y="838524"/>
                </a:lnTo>
                <a:lnTo>
                  <a:pt x="1294667" y="860536"/>
                </a:lnTo>
                <a:lnTo>
                  <a:pt x="1307325" y="882720"/>
                </a:lnTo>
                <a:lnTo>
                  <a:pt x="1319670" y="905085"/>
                </a:lnTo>
                <a:lnTo>
                  <a:pt x="1331719" y="927611"/>
                </a:lnTo>
                <a:lnTo>
                  <a:pt x="1343454" y="950290"/>
                </a:lnTo>
                <a:lnTo>
                  <a:pt x="1354884" y="973141"/>
                </a:lnTo>
                <a:lnTo>
                  <a:pt x="1366018" y="996134"/>
                </a:lnTo>
                <a:lnTo>
                  <a:pt x="1376839" y="1019270"/>
                </a:lnTo>
                <a:lnTo>
                  <a:pt x="1387354" y="1042549"/>
                </a:lnTo>
                <a:lnTo>
                  <a:pt x="1397575" y="1065952"/>
                </a:lnTo>
                <a:lnTo>
                  <a:pt x="1407490" y="1089498"/>
                </a:lnTo>
                <a:lnTo>
                  <a:pt x="1417110" y="1113158"/>
                </a:lnTo>
                <a:lnTo>
                  <a:pt x="1426426" y="1136942"/>
                </a:lnTo>
                <a:lnTo>
                  <a:pt x="1421882" y="1160774"/>
                </a:lnTo>
                <a:lnTo>
                  <a:pt x="1412415" y="1184500"/>
                </a:lnTo>
                <a:lnTo>
                  <a:pt x="1402652" y="1208103"/>
                </a:lnTo>
                <a:lnTo>
                  <a:pt x="1392584" y="1231583"/>
                </a:lnTo>
                <a:lnTo>
                  <a:pt x="1382220" y="1254928"/>
                </a:lnTo>
                <a:lnTo>
                  <a:pt x="1371552" y="1278141"/>
                </a:lnTo>
                <a:lnTo>
                  <a:pt x="1360580" y="1301210"/>
                </a:lnTo>
                <a:lnTo>
                  <a:pt x="1349292" y="1324127"/>
                </a:lnTo>
                <a:lnTo>
                  <a:pt x="1337720" y="1346892"/>
                </a:lnTo>
                <a:lnTo>
                  <a:pt x="1325823" y="1369505"/>
                </a:lnTo>
                <a:lnTo>
                  <a:pt x="1313631" y="1391945"/>
                </a:lnTo>
                <a:lnTo>
                  <a:pt x="1301134" y="1414224"/>
                </a:lnTo>
                <a:lnTo>
                  <a:pt x="1288332" y="1436322"/>
                </a:lnTo>
                <a:lnTo>
                  <a:pt x="1275217" y="1458249"/>
                </a:lnTo>
                <a:lnTo>
                  <a:pt x="1261796" y="1479985"/>
                </a:lnTo>
                <a:lnTo>
                  <a:pt x="1248070" y="1501531"/>
                </a:lnTo>
                <a:lnTo>
                  <a:pt x="1234049" y="1522876"/>
                </a:lnTo>
                <a:lnTo>
                  <a:pt x="1219714" y="1544022"/>
                </a:lnTo>
                <a:lnTo>
                  <a:pt x="1205084" y="1564958"/>
                </a:lnTo>
                <a:lnTo>
                  <a:pt x="1190149" y="1585684"/>
                </a:lnTo>
                <a:lnTo>
                  <a:pt x="1174918" y="1606182"/>
                </a:lnTo>
                <a:lnTo>
                  <a:pt x="1159383" y="1626460"/>
                </a:lnTo>
                <a:lnTo>
                  <a:pt x="1143552" y="1646511"/>
                </a:lnTo>
                <a:lnTo>
                  <a:pt x="1127436" y="1666323"/>
                </a:lnTo>
                <a:lnTo>
                  <a:pt x="1111015" y="1685896"/>
                </a:lnTo>
                <a:lnTo>
                  <a:pt x="1094308" y="1705223"/>
                </a:lnTo>
                <a:lnTo>
                  <a:pt x="1077316" y="1724292"/>
                </a:lnTo>
                <a:lnTo>
                  <a:pt x="1060047" y="1743113"/>
                </a:lnTo>
                <a:lnTo>
                  <a:pt x="1042483" y="1761658"/>
                </a:lnTo>
                <a:lnTo>
                  <a:pt x="1024652" y="1779946"/>
                </a:lnTo>
                <a:lnTo>
                  <a:pt x="1006545" y="1797958"/>
                </a:lnTo>
                <a:lnTo>
                  <a:pt x="988162" y="1815703"/>
                </a:lnTo>
                <a:lnTo>
                  <a:pt x="969512" y="1833162"/>
                </a:lnTo>
                <a:lnTo>
                  <a:pt x="950605" y="1850327"/>
                </a:lnTo>
                <a:lnTo>
                  <a:pt x="931440" y="1867214"/>
                </a:lnTo>
                <a:lnTo>
                  <a:pt x="912019" y="1883807"/>
                </a:lnTo>
                <a:lnTo>
                  <a:pt x="892340" y="1900095"/>
                </a:lnTo>
                <a:lnTo>
                  <a:pt x="872423" y="1916087"/>
                </a:lnTo>
                <a:lnTo>
                  <a:pt x="852268" y="1931784"/>
                </a:lnTo>
                <a:lnTo>
                  <a:pt x="831875" y="1947167"/>
                </a:lnTo>
                <a:lnTo>
                  <a:pt x="811254" y="1962236"/>
                </a:lnTo>
                <a:lnTo>
                  <a:pt x="790404" y="1976999"/>
                </a:lnTo>
                <a:lnTo>
                  <a:pt x="769334" y="1991439"/>
                </a:lnTo>
                <a:lnTo>
                  <a:pt x="748055" y="2005565"/>
                </a:lnTo>
                <a:lnTo>
                  <a:pt x="726557" y="2019376"/>
                </a:lnTo>
                <a:lnTo>
                  <a:pt x="704869" y="2032864"/>
                </a:lnTo>
                <a:lnTo>
                  <a:pt x="682981" y="2046027"/>
                </a:lnTo>
                <a:lnTo>
                  <a:pt x="660892" y="2058867"/>
                </a:lnTo>
                <a:lnTo>
                  <a:pt x="638623" y="2071383"/>
                </a:lnTo>
                <a:lnTo>
                  <a:pt x="616182" y="2083565"/>
                </a:lnTo>
                <a:lnTo>
                  <a:pt x="593560" y="2095433"/>
                </a:lnTo>
                <a:lnTo>
                  <a:pt x="570767" y="2106959"/>
                </a:lnTo>
                <a:lnTo>
                  <a:pt x="547811" y="2118170"/>
                </a:lnTo>
                <a:lnTo>
                  <a:pt x="524704" y="2129047"/>
                </a:lnTo>
                <a:lnTo>
                  <a:pt x="501444" y="2139601"/>
                </a:lnTo>
                <a:lnTo>
                  <a:pt x="478031" y="2149831"/>
                </a:lnTo>
                <a:lnTo>
                  <a:pt x="454485" y="2159727"/>
                </a:lnTo>
                <a:lnTo>
                  <a:pt x="430806" y="2169309"/>
                </a:lnTo>
                <a:lnTo>
                  <a:pt x="406994" y="2178558"/>
                </a:lnTo>
                <a:lnTo>
                  <a:pt x="383057" y="2187483"/>
                </a:lnTo>
                <a:lnTo>
                  <a:pt x="359007" y="2196094"/>
                </a:lnTo>
                <a:lnTo>
                  <a:pt x="334851" y="2204380"/>
                </a:lnTo>
                <a:lnTo>
                  <a:pt x="310582" y="2212343"/>
                </a:lnTo>
                <a:lnTo>
                  <a:pt x="286207" y="2220001"/>
                </a:lnTo>
                <a:lnTo>
                  <a:pt x="261737" y="2227336"/>
                </a:lnTo>
                <a:lnTo>
                  <a:pt x="237182" y="2234355"/>
                </a:lnTo>
                <a:lnTo>
                  <a:pt x="212531" y="2241071"/>
                </a:lnTo>
                <a:lnTo>
                  <a:pt x="187804" y="2247481"/>
                </a:lnTo>
                <a:lnTo>
                  <a:pt x="163001" y="2253577"/>
                </a:lnTo>
                <a:lnTo>
                  <a:pt x="138122" y="2259378"/>
                </a:lnTo>
                <a:lnTo>
                  <a:pt x="113176" y="2264874"/>
                </a:lnTo>
                <a:lnTo>
                  <a:pt x="88173" y="2270065"/>
                </a:lnTo>
                <a:lnTo>
                  <a:pt x="63103" y="2274970"/>
                </a:lnTo>
                <a:lnTo>
                  <a:pt x="37976" y="2279590"/>
                </a:lnTo>
                <a:lnTo>
                  <a:pt x="12802" y="2283914"/>
                </a:lnTo>
                <a:lnTo>
                  <a:pt x="0" y="2273427"/>
                </a:lnTo>
                <a:lnTo>
                  <a:pt x="0" y="2247881"/>
                </a:lnTo>
                <a:lnTo>
                  <a:pt x="0" y="2222335"/>
                </a:lnTo>
                <a:lnTo>
                  <a:pt x="0" y="2196789"/>
                </a:lnTo>
                <a:lnTo>
                  <a:pt x="0" y="2171252"/>
                </a:lnTo>
                <a:lnTo>
                  <a:pt x="0" y="2145706"/>
                </a:lnTo>
                <a:lnTo>
                  <a:pt x="0" y="2120160"/>
                </a:lnTo>
                <a:lnTo>
                  <a:pt x="0" y="2094614"/>
                </a:lnTo>
                <a:lnTo>
                  <a:pt x="0" y="2069078"/>
                </a:lnTo>
                <a:lnTo>
                  <a:pt x="0" y="2043532"/>
                </a:lnTo>
                <a:lnTo>
                  <a:pt x="0" y="2017986"/>
                </a:lnTo>
                <a:lnTo>
                  <a:pt x="0" y="1992440"/>
                </a:lnTo>
                <a:lnTo>
                  <a:pt x="0" y="1966893"/>
                </a:lnTo>
                <a:lnTo>
                  <a:pt x="0" y="1941357"/>
                </a:lnTo>
                <a:lnTo>
                  <a:pt x="0" y="1915811"/>
                </a:lnTo>
                <a:lnTo>
                  <a:pt x="0" y="1890265"/>
                </a:lnTo>
                <a:lnTo>
                  <a:pt x="0" y="1864719"/>
                </a:lnTo>
                <a:lnTo>
                  <a:pt x="0" y="1839173"/>
                </a:lnTo>
                <a:lnTo>
                  <a:pt x="0" y="1813636"/>
                </a:lnTo>
                <a:lnTo>
                  <a:pt x="0" y="1788090"/>
                </a:lnTo>
                <a:lnTo>
                  <a:pt x="0" y="1762544"/>
                </a:lnTo>
                <a:lnTo>
                  <a:pt x="0" y="1736998"/>
                </a:lnTo>
                <a:lnTo>
                  <a:pt x="0" y="1711452"/>
                </a:lnTo>
                <a:lnTo>
                  <a:pt x="0" y="1685915"/>
                </a:lnTo>
                <a:lnTo>
                  <a:pt x="0" y="1660369"/>
                </a:lnTo>
                <a:lnTo>
                  <a:pt x="0" y="1634823"/>
                </a:lnTo>
                <a:lnTo>
                  <a:pt x="0" y="1609277"/>
                </a:lnTo>
                <a:lnTo>
                  <a:pt x="0" y="1583731"/>
                </a:lnTo>
                <a:lnTo>
                  <a:pt x="0" y="1558195"/>
                </a:lnTo>
                <a:lnTo>
                  <a:pt x="0" y="1532649"/>
                </a:lnTo>
                <a:lnTo>
                  <a:pt x="0" y="1507103"/>
                </a:lnTo>
                <a:lnTo>
                  <a:pt x="0" y="1481557"/>
                </a:lnTo>
                <a:lnTo>
                  <a:pt x="0" y="1456011"/>
                </a:lnTo>
                <a:lnTo>
                  <a:pt x="0" y="1430474"/>
                </a:lnTo>
                <a:lnTo>
                  <a:pt x="0" y="1404928"/>
                </a:lnTo>
                <a:lnTo>
                  <a:pt x="0" y="1379382"/>
                </a:lnTo>
                <a:lnTo>
                  <a:pt x="0" y="1353836"/>
                </a:lnTo>
                <a:lnTo>
                  <a:pt x="0" y="1328290"/>
                </a:lnTo>
                <a:lnTo>
                  <a:pt x="0" y="1302753"/>
                </a:lnTo>
                <a:lnTo>
                  <a:pt x="0" y="1277207"/>
                </a:lnTo>
                <a:lnTo>
                  <a:pt x="0" y="1251661"/>
                </a:lnTo>
                <a:lnTo>
                  <a:pt x="0" y="1226115"/>
                </a:lnTo>
                <a:lnTo>
                  <a:pt x="0" y="1200569"/>
                </a:lnTo>
                <a:lnTo>
                  <a:pt x="0" y="1175033"/>
                </a:lnTo>
                <a:lnTo>
                  <a:pt x="0" y="1149487"/>
                </a:lnTo>
                <a:lnTo>
                  <a:pt x="0" y="1123940"/>
                </a:lnTo>
                <a:lnTo>
                  <a:pt x="0" y="1098394"/>
                </a:lnTo>
                <a:lnTo>
                  <a:pt x="0" y="1072848"/>
                </a:lnTo>
                <a:lnTo>
                  <a:pt x="0" y="1047312"/>
                </a:lnTo>
                <a:lnTo>
                  <a:pt x="0" y="1021766"/>
                </a:lnTo>
                <a:lnTo>
                  <a:pt x="0" y="996220"/>
                </a:lnTo>
                <a:lnTo>
                  <a:pt x="0" y="970674"/>
                </a:lnTo>
                <a:lnTo>
                  <a:pt x="0" y="945137"/>
                </a:lnTo>
                <a:lnTo>
                  <a:pt x="0" y="919591"/>
                </a:lnTo>
                <a:lnTo>
                  <a:pt x="0" y="894045"/>
                </a:lnTo>
                <a:lnTo>
                  <a:pt x="0" y="868499"/>
                </a:lnTo>
                <a:lnTo>
                  <a:pt x="0" y="842953"/>
                </a:lnTo>
                <a:lnTo>
                  <a:pt x="0" y="817416"/>
                </a:lnTo>
                <a:lnTo>
                  <a:pt x="0" y="791870"/>
                </a:lnTo>
                <a:lnTo>
                  <a:pt x="0" y="766324"/>
                </a:lnTo>
                <a:lnTo>
                  <a:pt x="0" y="740778"/>
                </a:lnTo>
                <a:lnTo>
                  <a:pt x="0" y="715232"/>
                </a:lnTo>
                <a:lnTo>
                  <a:pt x="0" y="689696"/>
                </a:lnTo>
                <a:lnTo>
                  <a:pt x="0" y="664150"/>
                </a:lnTo>
                <a:lnTo>
                  <a:pt x="0" y="638604"/>
                </a:lnTo>
                <a:lnTo>
                  <a:pt x="0" y="613058"/>
                </a:lnTo>
                <a:lnTo>
                  <a:pt x="0" y="587512"/>
                </a:lnTo>
                <a:lnTo>
                  <a:pt x="0" y="561975"/>
                </a:lnTo>
                <a:lnTo>
                  <a:pt x="0" y="536429"/>
                </a:lnTo>
                <a:lnTo>
                  <a:pt x="0" y="510883"/>
                </a:lnTo>
                <a:lnTo>
                  <a:pt x="0" y="485337"/>
                </a:lnTo>
                <a:lnTo>
                  <a:pt x="0" y="459791"/>
                </a:lnTo>
                <a:lnTo>
                  <a:pt x="0" y="434254"/>
                </a:lnTo>
                <a:lnTo>
                  <a:pt x="0" y="408708"/>
                </a:lnTo>
                <a:lnTo>
                  <a:pt x="0" y="383162"/>
                </a:lnTo>
                <a:lnTo>
                  <a:pt x="0" y="357616"/>
                </a:lnTo>
                <a:lnTo>
                  <a:pt x="0" y="332070"/>
                </a:lnTo>
                <a:lnTo>
                  <a:pt x="0" y="306534"/>
                </a:lnTo>
                <a:lnTo>
                  <a:pt x="0" y="280988"/>
                </a:lnTo>
                <a:lnTo>
                  <a:pt x="0" y="255441"/>
                </a:lnTo>
                <a:lnTo>
                  <a:pt x="0" y="229895"/>
                </a:lnTo>
                <a:lnTo>
                  <a:pt x="0" y="204349"/>
                </a:lnTo>
                <a:lnTo>
                  <a:pt x="0" y="178813"/>
                </a:lnTo>
                <a:lnTo>
                  <a:pt x="0" y="153267"/>
                </a:lnTo>
                <a:lnTo>
                  <a:pt x="0" y="127721"/>
                </a:lnTo>
                <a:lnTo>
                  <a:pt x="0" y="102175"/>
                </a:lnTo>
                <a:lnTo>
                  <a:pt x="0" y="76629"/>
                </a:lnTo>
                <a:lnTo>
                  <a:pt x="0" y="5109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54783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cause-heading-0">
            <a:extLst xmlns:a="http://schemas.openxmlformats.org/drawingml/2006/main">
              <a:ext uri="{FF2B5EF4-FFF2-40B4-BE49-F238E27FC236}">
                <a16:creationId xmlns:a16="http://schemas.microsoft.com/office/drawing/2014/main" id="{3C9F5178-11AE-4177-AFC0-2EB2724D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5375" y="1876425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4" name="factor-guide-0-0">
            <a:extLst xmlns:a="http://schemas.openxmlformats.org/drawingml/2006/main">
              <a:ext uri="{FF2B5EF4-FFF2-40B4-BE49-F238E27FC236}">
                <a16:creationId xmlns:a16="http://schemas.microsoft.com/office/drawing/2014/main" id="{B1705DDA-963F-4B5B-B837-4B4EB3A7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7775" y="281940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5" name="factor-arrow-0-0">
            <a:extLst xmlns:a="http://schemas.openxmlformats.org/drawingml/2006/main">
              <a:ext uri="{FF2B5EF4-FFF2-40B4-BE49-F238E27FC236}">
                <a16:creationId xmlns:a16="http://schemas.microsoft.com/office/drawing/2014/main" id="{7EC06B76-D4C6-4515-8E51-512B7ADDF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278149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cause-heading-1">
            <a:extLst xmlns:a="http://schemas.openxmlformats.org/drawingml/2006/main">
              <a:ext uri="{FF2B5EF4-FFF2-40B4-BE49-F238E27FC236}">
                <a16:creationId xmlns:a16="http://schemas.microsoft.com/office/drawing/2014/main" id="{B49921A1-3722-43E1-A01F-62E0ED8E7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1657350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7" name="factor-guide-1-0">
            <a:extLst xmlns:a="http://schemas.openxmlformats.org/drawingml/2006/main">
              <a:ext uri="{FF2B5EF4-FFF2-40B4-BE49-F238E27FC236}">
                <a16:creationId xmlns:a16="http://schemas.microsoft.com/office/drawing/2014/main" id="{F7D1CF82-3C8B-4143-BB45-5F460B21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260032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8" name="factor-arrow-1-0">
            <a:extLst xmlns:a="http://schemas.openxmlformats.org/drawingml/2006/main">
              <a:ext uri="{FF2B5EF4-FFF2-40B4-BE49-F238E27FC236}">
                <a16:creationId xmlns:a16="http://schemas.microsoft.com/office/drawing/2014/main" id="{7279A735-3211-4328-B91A-856C2EDB4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9075" y="256241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9" name="cause-heading-2">
            <a:extLst xmlns:a="http://schemas.openxmlformats.org/drawingml/2006/main">
              <a:ext uri="{FF2B5EF4-FFF2-40B4-BE49-F238E27FC236}">
                <a16:creationId xmlns:a16="http://schemas.microsoft.com/office/drawing/2014/main" id="{1EB57B08-15C7-4740-B90B-F4D6FFDD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1876425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0" name="factor-guide-2-0">
            <a:extLst xmlns:a="http://schemas.openxmlformats.org/drawingml/2006/main">
              <a:ext uri="{FF2B5EF4-FFF2-40B4-BE49-F238E27FC236}">
                <a16:creationId xmlns:a16="http://schemas.microsoft.com/office/drawing/2014/main" id="{FC0C5D3F-9175-4729-A134-03AE3A87C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2775" y="281940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1" name="factor-arrow-2-0">
            <a:extLst xmlns:a="http://schemas.openxmlformats.org/drawingml/2006/main">
              <a:ext uri="{FF2B5EF4-FFF2-40B4-BE49-F238E27FC236}">
                <a16:creationId xmlns:a16="http://schemas.microsoft.com/office/drawing/2014/main" id="{233ADFAC-DB70-4E12-9C5F-F1BB9289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278149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2" name="cause-heading-3">
            <a:extLst xmlns:a="http://schemas.openxmlformats.org/drawingml/2006/main">
              <a:ext uri="{FF2B5EF4-FFF2-40B4-BE49-F238E27FC236}">
                <a16:creationId xmlns:a16="http://schemas.microsoft.com/office/drawing/2014/main" id="{21516CF1-1794-4BD1-8A4D-868E79E5D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3925" y="5534025"/>
            <a:ext cx="2189236" cy="438150"/>
          </a:xfrm>
          <a:custGeom xmlns:a="http://schemas.openxmlformats.org/drawingml/2006/main">
            <a:pathLst>
              <a:path w="2189236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81917" y="0"/>
                </a:lnTo>
                <a:lnTo>
                  <a:pt x="2103377" y="0"/>
                </a:lnTo>
                <a:lnTo>
                  <a:pt x="2124847" y="0"/>
                </a:lnTo>
                <a:lnTo>
                  <a:pt x="2146306" y="0"/>
                </a:lnTo>
                <a:lnTo>
                  <a:pt x="2167766" y="0"/>
                </a:lnTo>
                <a:lnTo>
                  <a:pt x="2189236" y="0"/>
                </a:lnTo>
                <a:lnTo>
                  <a:pt x="2185330" y="19193"/>
                </a:lnTo>
                <a:lnTo>
                  <a:pt x="2179491" y="39853"/>
                </a:lnTo>
                <a:lnTo>
                  <a:pt x="2173653" y="60503"/>
                </a:lnTo>
                <a:lnTo>
                  <a:pt x="2167814" y="81153"/>
                </a:lnTo>
                <a:lnTo>
                  <a:pt x="2161975" y="101813"/>
                </a:lnTo>
                <a:lnTo>
                  <a:pt x="2156136" y="122463"/>
                </a:lnTo>
                <a:lnTo>
                  <a:pt x="2150307" y="143123"/>
                </a:lnTo>
                <a:lnTo>
                  <a:pt x="2144468" y="163773"/>
                </a:lnTo>
                <a:lnTo>
                  <a:pt x="2138629" y="184423"/>
                </a:lnTo>
                <a:lnTo>
                  <a:pt x="2132790" y="205083"/>
                </a:lnTo>
                <a:lnTo>
                  <a:pt x="2126952" y="225733"/>
                </a:lnTo>
                <a:lnTo>
                  <a:pt x="2121122" y="246393"/>
                </a:lnTo>
                <a:lnTo>
                  <a:pt x="2115283" y="267043"/>
                </a:lnTo>
                <a:lnTo>
                  <a:pt x="2109445" y="287693"/>
                </a:lnTo>
                <a:lnTo>
                  <a:pt x="2103606" y="308353"/>
                </a:lnTo>
                <a:lnTo>
                  <a:pt x="2097767" y="329003"/>
                </a:lnTo>
                <a:lnTo>
                  <a:pt x="2091938" y="349663"/>
                </a:lnTo>
                <a:lnTo>
                  <a:pt x="2086099" y="370313"/>
                </a:lnTo>
                <a:lnTo>
                  <a:pt x="2080260" y="390963"/>
                </a:lnTo>
                <a:lnTo>
                  <a:pt x="2074421" y="411623"/>
                </a:lnTo>
                <a:lnTo>
                  <a:pt x="2068582" y="432273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factor-guide-3-0">
            <a:extLst xmlns:a="http://schemas.openxmlformats.org/drawingml/2006/main">
              <a:ext uri="{FF2B5EF4-FFF2-40B4-BE49-F238E27FC236}">
                <a16:creationId xmlns:a16="http://schemas.microsoft.com/office/drawing/2014/main" id="{91F7982E-A407-46CF-8A69-0BEA1F38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6325" y="444817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4" name="factor-arrow-3-0">
            <a:extLst xmlns:a="http://schemas.openxmlformats.org/drawingml/2006/main">
              <a:ext uri="{FF2B5EF4-FFF2-40B4-BE49-F238E27FC236}">
                <a16:creationId xmlns:a16="http://schemas.microsoft.com/office/drawing/2014/main" id="{90E9F9A8-DB59-48B1-AB24-0DFE2B37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441026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5" name="cause-heading-4">
            <a:extLst xmlns:a="http://schemas.openxmlformats.org/drawingml/2006/main">
              <a:ext uri="{FF2B5EF4-FFF2-40B4-BE49-F238E27FC236}">
                <a16:creationId xmlns:a16="http://schemas.microsoft.com/office/drawing/2014/main" id="{8C91B449-D4A0-41FA-84D4-85794F03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81425" y="5753100"/>
            <a:ext cx="2189236" cy="438150"/>
          </a:xfrm>
          <a:custGeom xmlns:a="http://schemas.openxmlformats.org/drawingml/2006/main">
            <a:pathLst>
              <a:path w="2189236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81917" y="0"/>
                </a:lnTo>
                <a:lnTo>
                  <a:pt x="2103377" y="0"/>
                </a:lnTo>
                <a:lnTo>
                  <a:pt x="2124847" y="0"/>
                </a:lnTo>
                <a:lnTo>
                  <a:pt x="2146306" y="0"/>
                </a:lnTo>
                <a:lnTo>
                  <a:pt x="2167766" y="0"/>
                </a:lnTo>
                <a:lnTo>
                  <a:pt x="2189236" y="0"/>
                </a:lnTo>
                <a:lnTo>
                  <a:pt x="2185330" y="19193"/>
                </a:lnTo>
                <a:lnTo>
                  <a:pt x="2179491" y="39853"/>
                </a:lnTo>
                <a:lnTo>
                  <a:pt x="2173653" y="60503"/>
                </a:lnTo>
                <a:lnTo>
                  <a:pt x="2167814" y="81153"/>
                </a:lnTo>
                <a:lnTo>
                  <a:pt x="2161975" y="101813"/>
                </a:lnTo>
                <a:lnTo>
                  <a:pt x="2156136" y="122463"/>
                </a:lnTo>
                <a:lnTo>
                  <a:pt x="2150307" y="143123"/>
                </a:lnTo>
                <a:lnTo>
                  <a:pt x="2144468" y="163773"/>
                </a:lnTo>
                <a:lnTo>
                  <a:pt x="2138629" y="184423"/>
                </a:lnTo>
                <a:lnTo>
                  <a:pt x="2132790" y="205083"/>
                </a:lnTo>
                <a:lnTo>
                  <a:pt x="2126952" y="225733"/>
                </a:lnTo>
                <a:lnTo>
                  <a:pt x="2121122" y="246393"/>
                </a:lnTo>
                <a:lnTo>
                  <a:pt x="2115283" y="267043"/>
                </a:lnTo>
                <a:lnTo>
                  <a:pt x="2109445" y="287693"/>
                </a:lnTo>
                <a:lnTo>
                  <a:pt x="2103606" y="308353"/>
                </a:lnTo>
                <a:lnTo>
                  <a:pt x="2097767" y="329003"/>
                </a:lnTo>
                <a:lnTo>
                  <a:pt x="2091938" y="349663"/>
                </a:lnTo>
                <a:lnTo>
                  <a:pt x="2086099" y="370313"/>
                </a:lnTo>
                <a:lnTo>
                  <a:pt x="2080260" y="390963"/>
                </a:lnTo>
                <a:lnTo>
                  <a:pt x="2074421" y="411623"/>
                </a:lnTo>
                <a:lnTo>
                  <a:pt x="2068582" y="432273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6" name="factor-guide-4-0">
            <a:extLst xmlns:a="http://schemas.openxmlformats.org/drawingml/2006/main">
              <a:ext uri="{FF2B5EF4-FFF2-40B4-BE49-F238E27FC236}">
                <a16:creationId xmlns:a16="http://schemas.microsoft.com/office/drawing/2014/main" id="{B16BD3CD-F08F-4813-8B01-700C1503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33825" y="466725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7" name="factor-arrow-4-0">
            <a:extLst xmlns:a="http://schemas.openxmlformats.org/drawingml/2006/main">
              <a:ext uri="{FF2B5EF4-FFF2-40B4-BE49-F238E27FC236}">
                <a16:creationId xmlns:a16="http://schemas.microsoft.com/office/drawing/2014/main" id="{22AC5E70-979C-4B2A-8969-05D7C805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462934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8" name="cause-heading-5">
            <a:extLst xmlns:a="http://schemas.openxmlformats.org/drawingml/2006/main">
              <a:ext uri="{FF2B5EF4-FFF2-40B4-BE49-F238E27FC236}">
                <a16:creationId xmlns:a16="http://schemas.microsoft.com/office/drawing/2014/main" id="{81C28E46-3194-4938-8A08-24A5CFD28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38925" y="5534025"/>
            <a:ext cx="2189236" cy="438150"/>
          </a:xfrm>
          <a:custGeom xmlns:a="http://schemas.openxmlformats.org/drawingml/2006/main">
            <a:pathLst>
              <a:path w="2189236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81917" y="0"/>
                </a:lnTo>
                <a:lnTo>
                  <a:pt x="2103377" y="0"/>
                </a:lnTo>
                <a:lnTo>
                  <a:pt x="2124847" y="0"/>
                </a:lnTo>
                <a:lnTo>
                  <a:pt x="2146306" y="0"/>
                </a:lnTo>
                <a:lnTo>
                  <a:pt x="2167766" y="0"/>
                </a:lnTo>
                <a:lnTo>
                  <a:pt x="2189236" y="0"/>
                </a:lnTo>
                <a:lnTo>
                  <a:pt x="2185330" y="19193"/>
                </a:lnTo>
                <a:lnTo>
                  <a:pt x="2179491" y="39853"/>
                </a:lnTo>
                <a:lnTo>
                  <a:pt x="2173653" y="60503"/>
                </a:lnTo>
                <a:lnTo>
                  <a:pt x="2167814" y="81153"/>
                </a:lnTo>
                <a:lnTo>
                  <a:pt x="2161975" y="101813"/>
                </a:lnTo>
                <a:lnTo>
                  <a:pt x="2156136" y="122463"/>
                </a:lnTo>
                <a:lnTo>
                  <a:pt x="2150307" y="143123"/>
                </a:lnTo>
                <a:lnTo>
                  <a:pt x="2144468" y="163773"/>
                </a:lnTo>
                <a:lnTo>
                  <a:pt x="2138629" y="184423"/>
                </a:lnTo>
                <a:lnTo>
                  <a:pt x="2132790" y="205083"/>
                </a:lnTo>
                <a:lnTo>
                  <a:pt x="2126952" y="225733"/>
                </a:lnTo>
                <a:lnTo>
                  <a:pt x="2121122" y="246393"/>
                </a:lnTo>
                <a:lnTo>
                  <a:pt x="2115283" y="267043"/>
                </a:lnTo>
                <a:lnTo>
                  <a:pt x="2109445" y="287693"/>
                </a:lnTo>
                <a:lnTo>
                  <a:pt x="2103606" y="308353"/>
                </a:lnTo>
                <a:lnTo>
                  <a:pt x="2097767" y="329003"/>
                </a:lnTo>
                <a:lnTo>
                  <a:pt x="2091938" y="349663"/>
                </a:lnTo>
                <a:lnTo>
                  <a:pt x="2086099" y="370313"/>
                </a:lnTo>
                <a:lnTo>
                  <a:pt x="2080260" y="390963"/>
                </a:lnTo>
                <a:lnTo>
                  <a:pt x="2074421" y="411623"/>
                </a:lnTo>
                <a:lnTo>
                  <a:pt x="2068582" y="432273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9" name="factor-guide-5-0">
            <a:extLst xmlns:a="http://schemas.openxmlformats.org/drawingml/2006/main">
              <a:ext uri="{FF2B5EF4-FFF2-40B4-BE49-F238E27FC236}">
                <a16:creationId xmlns:a16="http://schemas.microsoft.com/office/drawing/2014/main" id="{0BF34E46-8F3E-4E9F-836D-ABF9BE91B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91325" y="444817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30" name="factor-arrow-5-0">
            <a:extLst xmlns:a="http://schemas.openxmlformats.org/drawingml/2006/main">
              <a:ext uri="{FF2B5EF4-FFF2-40B4-BE49-F238E27FC236}">
                <a16:creationId xmlns:a16="http://schemas.microsoft.com/office/drawing/2014/main" id="{75767D29-0E98-4F14-9B56-3BB0D385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15125" y="441026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1" name="cause-index-0">
            <a:extLst xmlns:a="http://schemas.openxmlformats.org/drawingml/2006/main">
              <a:ext uri="{FF2B5EF4-FFF2-40B4-BE49-F238E27FC236}">
                <a16:creationId xmlns:a16="http://schemas.microsoft.com/office/drawing/2014/main" id="{E0A1F680-AA51-40AF-8CDB-4D1D0F9D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52525" y="1943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2" name="cause-title-0">
            <a:extLst xmlns:a="http://schemas.openxmlformats.org/drawingml/2006/main">
              <a:ext uri="{FF2B5EF4-FFF2-40B4-BE49-F238E27FC236}">
                <a16:creationId xmlns:a16="http://schemas.microsoft.com/office/drawing/2014/main" id="{EB21B075-069B-47CF-A290-2FEEE67D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52575" y="19621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需求定义</a:t>
            </a:r>
          </a:p>
        </p:txBody>
      </p:sp>
      <p:sp>
        <p:nvSpPr>
          <p:cNvPr id="33" name="cause-body-0">
            <a:extLst xmlns:a="http://schemas.openxmlformats.org/drawingml/2006/main">
              <a:ext uri="{FF2B5EF4-FFF2-40B4-BE49-F238E27FC236}">
                <a16:creationId xmlns:a16="http://schemas.microsoft.com/office/drawing/2014/main" id="{267684EE-EA27-462C-B08A-7BAF69C64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2457450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目标频繁调整</a:t>
            </a:r>
          </a:p>
        </p:txBody>
      </p:sp>
      <p:sp>
        <p:nvSpPr>
          <p:cNvPr id="34" name="cause-index-1">
            <a:extLst xmlns:a="http://schemas.openxmlformats.org/drawingml/2006/main">
              <a:ext uri="{FF2B5EF4-FFF2-40B4-BE49-F238E27FC236}">
                <a16:creationId xmlns:a16="http://schemas.microsoft.com/office/drawing/2014/main" id="{75698397-FB46-4275-A9AB-A7769D545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025" y="17240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5" name="cause-title-1">
            <a:extLst xmlns:a="http://schemas.openxmlformats.org/drawingml/2006/main">
              <a:ext uri="{FF2B5EF4-FFF2-40B4-BE49-F238E27FC236}">
                <a16:creationId xmlns:a16="http://schemas.microsoft.com/office/drawing/2014/main" id="{1A25CBFC-6843-4A56-A4B0-0A032A41B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0075" y="1743075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计划协同</a:t>
            </a:r>
          </a:p>
        </p:txBody>
      </p:sp>
      <p:sp>
        <p:nvSpPr>
          <p:cNvPr id="36" name="cause-body-1">
            <a:extLst xmlns:a="http://schemas.openxmlformats.org/drawingml/2006/main">
              <a:ext uri="{FF2B5EF4-FFF2-40B4-BE49-F238E27FC236}">
                <a16:creationId xmlns:a16="http://schemas.microsoft.com/office/drawing/2014/main" id="{50DEE8E7-F0FC-4878-8079-8280EC774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9075" y="2238375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排期依赖遗漏</a:t>
            </a:r>
          </a:p>
        </p:txBody>
      </p:sp>
      <p:sp>
        <p:nvSpPr>
          <p:cNvPr id="37" name="cause-index-2">
            <a:extLst xmlns:a="http://schemas.openxmlformats.org/drawingml/2006/main">
              <a:ext uri="{FF2B5EF4-FFF2-40B4-BE49-F238E27FC236}">
                <a16:creationId xmlns:a16="http://schemas.microsoft.com/office/drawing/2014/main" id="{8AF0E1C9-D3E6-4FED-A3EC-032779805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67525" y="1943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8" name="cause-title-2">
            <a:extLst xmlns:a="http://schemas.openxmlformats.org/drawingml/2006/main">
              <a:ext uri="{FF2B5EF4-FFF2-40B4-BE49-F238E27FC236}">
                <a16:creationId xmlns:a16="http://schemas.microsoft.com/office/drawing/2014/main" id="{EBD9C332-FCFE-478E-92BC-71D14E5C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9621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技术实现</a:t>
            </a:r>
          </a:p>
        </p:txBody>
      </p:sp>
      <p:sp>
        <p:nvSpPr>
          <p:cNvPr id="39" name="cause-body-2">
            <a:extLst xmlns:a="http://schemas.openxmlformats.org/drawingml/2006/main">
              <a:ext uri="{FF2B5EF4-FFF2-40B4-BE49-F238E27FC236}">
                <a16:creationId xmlns:a16="http://schemas.microsoft.com/office/drawing/2014/main" id="{E49AC73A-DF26-4343-BE4A-DE2647E1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2457450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接口复杂耦合</a:t>
            </a:r>
          </a:p>
        </p:txBody>
      </p:sp>
      <p:sp>
        <p:nvSpPr>
          <p:cNvPr id="40" name="cause-index-3">
            <a:extLst xmlns:a="http://schemas.openxmlformats.org/drawingml/2006/main">
              <a:ext uri="{FF2B5EF4-FFF2-40B4-BE49-F238E27FC236}">
                <a16:creationId xmlns:a16="http://schemas.microsoft.com/office/drawing/2014/main" id="{3F365FB4-E041-4E40-A3F4-35031C0A2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1075" y="56007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1" name="cause-title-3">
            <a:extLst xmlns:a="http://schemas.openxmlformats.org/drawingml/2006/main">
              <a:ext uri="{FF2B5EF4-FFF2-40B4-BE49-F238E27FC236}">
                <a16:creationId xmlns:a16="http://schemas.microsoft.com/office/drawing/2014/main" id="{170A86AB-300F-4D72-AF08-D2F276B0B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81125" y="56197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测试验证</a:t>
            </a:r>
          </a:p>
        </p:txBody>
      </p:sp>
      <p:sp>
        <p:nvSpPr>
          <p:cNvPr id="42" name="cause-body-3">
            <a:extLst xmlns:a="http://schemas.openxmlformats.org/drawingml/2006/main">
              <a:ext uri="{FF2B5EF4-FFF2-40B4-BE49-F238E27FC236}">
                <a16:creationId xmlns:a16="http://schemas.microsoft.com/office/drawing/2014/main" id="{129F0BAD-ED25-4F8B-865A-8CB2C3FC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4086225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用例覆盖不足</a:t>
            </a:r>
          </a:p>
        </p:txBody>
      </p:sp>
      <p:sp>
        <p:nvSpPr>
          <p:cNvPr id="43" name="cause-index-4">
            <a:extLst xmlns:a="http://schemas.openxmlformats.org/drawingml/2006/main">
              <a:ext uri="{FF2B5EF4-FFF2-40B4-BE49-F238E27FC236}">
                <a16:creationId xmlns:a16="http://schemas.microsoft.com/office/drawing/2014/main" id="{30D1389F-DCCE-4075-9545-92910A1E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8575" y="58197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4" name="cause-title-4">
            <a:extLst xmlns:a="http://schemas.openxmlformats.org/drawingml/2006/main">
              <a:ext uri="{FF2B5EF4-FFF2-40B4-BE49-F238E27FC236}">
                <a16:creationId xmlns:a16="http://schemas.microsoft.com/office/drawing/2014/main" id="{01347758-1C3A-46EB-B113-9B4B9F25B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38625" y="5838825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人员机制</a:t>
            </a:r>
          </a:p>
        </p:txBody>
      </p:sp>
      <p:sp>
        <p:nvSpPr>
          <p:cNvPr id="45" name="cause-body-4">
            <a:extLst xmlns:a="http://schemas.openxmlformats.org/drawingml/2006/main">
              <a:ext uri="{FF2B5EF4-FFF2-40B4-BE49-F238E27FC236}">
                <a16:creationId xmlns:a16="http://schemas.microsoft.com/office/drawing/2014/main" id="{12917DD5-D9FC-4E98-9FE8-B8AFFE25C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4305300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关键岗位缺口</a:t>
            </a:r>
          </a:p>
        </p:txBody>
      </p:sp>
      <p:sp>
        <p:nvSpPr>
          <p:cNvPr id="46" name="cause-index-5">
            <a:extLst xmlns:a="http://schemas.openxmlformats.org/drawingml/2006/main">
              <a:ext uri="{FF2B5EF4-FFF2-40B4-BE49-F238E27FC236}">
                <a16:creationId xmlns:a16="http://schemas.microsoft.com/office/drawing/2014/main" id="{E8C7548A-13FD-46A6-90D5-25BA3BE7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96075" y="56007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7" name="cause-title-5">
            <a:extLst xmlns:a="http://schemas.openxmlformats.org/drawingml/2006/main">
              <a:ext uri="{FF2B5EF4-FFF2-40B4-BE49-F238E27FC236}">
                <a16:creationId xmlns:a16="http://schemas.microsoft.com/office/drawing/2014/main" id="{1A39F97C-970E-493E-962F-4FB5540C5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96125" y="56197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外部依赖</a:t>
            </a:r>
          </a:p>
        </p:txBody>
      </p:sp>
      <p:sp>
        <p:nvSpPr>
          <p:cNvPr id="48" name="cause-body-5">
            <a:extLst xmlns:a="http://schemas.openxmlformats.org/drawingml/2006/main">
              <a:ext uri="{FF2B5EF4-FFF2-40B4-BE49-F238E27FC236}">
                <a16:creationId xmlns:a16="http://schemas.microsoft.com/office/drawing/2014/main" id="{122F18A9-B0C5-4C6E-AB00-FF678DD7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15125" y="4086225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供应交付延迟</a:t>
            </a:r>
          </a:p>
        </p:txBody>
      </p:sp>
      <p:sp>
        <p:nvSpPr>
          <p:cNvPr id="49" name="effect-label">
            <a:extLst xmlns:a="http://schemas.openxmlformats.org/drawingml/2006/main">
              <a:ext uri="{FF2B5EF4-FFF2-40B4-BE49-F238E27FC236}">
                <a16:creationId xmlns:a16="http://schemas.microsoft.com/office/drawing/2014/main" id="{4AD20455-CAC9-42B8-A6EB-5DDDA144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0" y="311467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00" b="1" i="0">
                <a:solidFill>
                  <a:srgbClr val="C8D7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C8D7FA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50" name="effect-title">
            <a:extLst xmlns:a="http://schemas.openxmlformats.org/drawingml/2006/main">
              <a:ext uri="{FF2B5EF4-FFF2-40B4-BE49-F238E27FC236}">
                <a16:creationId xmlns:a16="http://schemas.microsoft.com/office/drawing/2014/main" id="{8779B95D-381B-4EAC-8D02-280CF2CD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0" y="3779196"/>
            <a:ext cx="857250" cy="5759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延期</a:t>
            </a:r>
          </a:p>
        </p:txBody>
      </p:sp>
    </p:spTree>
    <p:extLst>
      <p:ext uri="{BB962C8B-B14F-4D97-AF65-F5344CB8AC3E}">
        <p14:creationId xmlns:p14="http://schemas.microsoft.com/office/powerpoint/2010/main" val="201692751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causal-tail">
            <a:extLst xmlns:a="http://schemas.openxmlformats.org/drawingml/2006/main">
              <a:ext uri="{FF2B5EF4-FFF2-40B4-BE49-F238E27FC236}">
                <a16:creationId xmlns:a16="http://schemas.microsoft.com/office/drawing/2014/main" id="{61A55173-1BE7-4C3F-B5BA-9348F3CD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9125" y="3390900"/>
            <a:ext cx="533390" cy="1065305"/>
          </a:xfrm>
          <a:custGeom xmlns:a="http://schemas.openxmlformats.org/drawingml/2006/main">
            <a:pathLst>
              <a:path w="533390" h="1065305">
                <a:moveTo>
                  <a:pt x="0" y="0"/>
                </a:moveTo>
                <a:lnTo>
                  <a:pt x="18783" y="2372"/>
                </a:lnTo>
                <a:lnTo>
                  <a:pt x="37509" y="5172"/>
                </a:lnTo>
                <a:lnTo>
                  <a:pt x="56159" y="8430"/>
                </a:lnTo>
                <a:lnTo>
                  <a:pt x="74714" y="12144"/>
                </a:lnTo>
                <a:lnTo>
                  <a:pt x="93183" y="16326"/>
                </a:lnTo>
                <a:lnTo>
                  <a:pt x="111538" y="20984"/>
                </a:lnTo>
                <a:lnTo>
                  <a:pt x="129750" y="26118"/>
                </a:lnTo>
                <a:lnTo>
                  <a:pt x="147828" y="31747"/>
                </a:lnTo>
                <a:lnTo>
                  <a:pt x="165745" y="37871"/>
                </a:lnTo>
                <a:lnTo>
                  <a:pt x="183480" y="44501"/>
                </a:lnTo>
                <a:lnTo>
                  <a:pt x="201016" y="51635"/>
                </a:lnTo>
                <a:lnTo>
                  <a:pt x="218332" y="59284"/>
                </a:lnTo>
                <a:lnTo>
                  <a:pt x="235410" y="67447"/>
                </a:lnTo>
                <a:lnTo>
                  <a:pt x="252232" y="76133"/>
                </a:lnTo>
                <a:lnTo>
                  <a:pt x="268776" y="85334"/>
                </a:lnTo>
                <a:lnTo>
                  <a:pt x="285017" y="95060"/>
                </a:lnTo>
                <a:lnTo>
                  <a:pt x="300933" y="105308"/>
                </a:lnTo>
                <a:lnTo>
                  <a:pt x="316506" y="116072"/>
                </a:lnTo>
                <a:lnTo>
                  <a:pt x="331708" y="127359"/>
                </a:lnTo>
                <a:lnTo>
                  <a:pt x="346520" y="139151"/>
                </a:lnTo>
                <a:lnTo>
                  <a:pt x="360912" y="151448"/>
                </a:lnTo>
                <a:lnTo>
                  <a:pt x="374866" y="164240"/>
                </a:lnTo>
                <a:lnTo>
                  <a:pt x="388353" y="177517"/>
                </a:lnTo>
                <a:lnTo>
                  <a:pt x="401364" y="191272"/>
                </a:lnTo>
                <a:lnTo>
                  <a:pt x="413861" y="205492"/>
                </a:lnTo>
                <a:lnTo>
                  <a:pt x="425834" y="220161"/>
                </a:lnTo>
                <a:lnTo>
                  <a:pt x="437255" y="235258"/>
                </a:lnTo>
                <a:lnTo>
                  <a:pt x="448104" y="250774"/>
                </a:lnTo>
                <a:lnTo>
                  <a:pt x="458362" y="266681"/>
                </a:lnTo>
                <a:lnTo>
                  <a:pt x="468020" y="282959"/>
                </a:lnTo>
                <a:lnTo>
                  <a:pt x="477050" y="299599"/>
                </a:lnTo>
                <a:lnTo>
                  <a:pt x="485442" y="316573"/>
                </a:lnTo>
                <a:lnTo>
                  <a:pt x="493185" y="333842"/>
                </a:lnTo>
                <a:lnTo>
                  <a:pt x="500272" y="351406"/>
                </a:lnTo>
                <a:lnTo>
                  <a:pt x="506673" y="369218"/>
                </a:lnTo>
                <a:lnTo>
                  <a:pt x="512407" y="387258"/>
                </a:lnTo>
                <a:lnTo>
                  <a:pt x="517446" y="405508"/>
                </a:lnTo>
                <a:lnTo>
                  <a:pt x="521799" y="423929"/>
                </a:lnTo>
                <a:lnTo>
                  <a:pt x="525456" y="442503"/>
                </a:lnTo>
                <a:lnTo>
                  <a:pt x="528418" y="461201"/>
                </a:lnTo>
                <a:lnTo>
                  <a:pt x="530685" y="479993"/>
                </a:lnTo>
                <a:lnTo>
                  <a:pt x="532276" y="498862"/>
                </a:lnTo>
                <a:lnTo>
                  <a:pt x="533171" y="517769"/>
                </a:lnTo>
                <a:lnTo>
                  <a:pt x="533390" y="536696"/>
                </a:lnTo>
                <a:lnTo>
                  <a:pt x="532933" y="555622"/>
                </a:lnTo>
                <a:lnTo>
                  <a:pt x="531800" y="574519"/>
                </a:lnTo>
                <a:lnTo>
                  <a:pt x="529971" y="593369"/>
                </a:lnTo>
                <a:lnTo>
                  <a:pt x="527466" y="612134"/>
                </a:lnTo>
                <a:lnTo>
                  <a:pt x="524256" y="630784"/>
                </a:lnTo>
                <a:lnTo>
                  <a:pt x="520360" y="649310"/>
                </a:lnTo>
                <a:lnTo>
                  <a:pt x="515769" y="667674"/>
                </a:lnTo>
                <a:lnTo>
                  <a:pt x="510483" y="685857"/>
                </a:lnTo>
                <a:lnTo>
                  <a:pt x="504520" y="703821"/>
                </a:lnTo>
                <a:lnTo>
                  <a:pt x="497872" y="721547"/>
                </a:lnTo>
                <a:lnTo>
                  <a:pt x="490557" y="739007"/>
                </a:lnTo>
                <a:lnTo>
                  <a:pt x="482594" y="756180"/>
                </a:lnTo>
                <a:lnTo>
                  <a:pt x="473974" y="773039"/>
                </a:lnTo>
                <a:lnTo>
                  <a:pt x="464725" y="789556"/>
                </a:lnTo>
                <a:lnTo>
                  <a:pt x="454857" y="805710"/>
                </a:lnTo>
                <a:lnTo>
                  <a:pt x="444389" y="821484"/>
                </a:lnTo>
                <a:lnTo>
                  <a:pt x="433340" y="836857"/>
                </a:lnTo>
                <a:lnTo>
                  <a:pt x="421719" y="851802"/>
                </a:lnTo>
                <a:lnTo>
                  <a:pt x="409565" y="866318"/>
                </a:lnTo>
                <a:lnTo>
                  <a:pt x="396888" y="880377"/>
                </a:lnTo>
                <a:lnTo>
                  <a:pt x="383705" y="893969"/>
                </a:lnTo>
                <a:lnTo>
                  <a:pt x="370056" y="907075"/>
                </a:lnTo>
                <a:lnTo>
                  <a:pt x="355940" y="919696"/>
                </a:lnTo>
                <a:lnTo>
                  <a:pt x="341405" y="931821"/>
                </a:lnTo>
                <a:lnTo>
                  <a:pt x="326450" y="943432"/>
                </a:lnTo>
                <a:lnTo>
                  <a:pt x="311115" y="954538"/>
                </a:lnTo>
                <a:lnTo>
                  <a:pt x="295418" y="965121"/>
                </a:lnTo>
                <a:lnTo>
                  <a:pt x="279387" y="975189"/>
                </a:lnTo>
                <a:lnTo>
                  <a:pt x="263042" y="984733"/>
                </a:lnTo>
                <a:lnTo>
                  <a:pt x="246402" y="993753"/>
                </a:lnTo>
                <a:lnTo>
                  <a:pt x="229486" y="1002259"/>
                </a:lnTo>
                <a:lnTo>
                  <a:pt x="212322" y="1010241"/>
                </a:lnTo>
                <a:lnTo>
                  <a:pt x="194920" y="1017708"/>
                </a:lnTo>
                <a:lnTo>
                  <a:pt x="177317" y="1024671"/>
                </a:lnTo>
                <a:lnTo>
                  <a:pt x="159515" y="1031119"/>
                </a:lnTo>
                <a:lnTo>
                  <a:pt x="141542" y="1037072"/>
                </a:lnTo>
                <a:lnTo>
                  <a:pt x="123415" y="1042530"/>
                </a:lnTo>
                <a:lnTo>
                  <a:pt x="105146" y="1047493"/>
                </a:lnTo>
                <a:lnTo>
                  <a:pt x="86754" y="1051989"/>
                </a:lnTo>
                <a:lnTo>
                  <a:pt x="68256" y="1056008"/>
                </a:lnTo>
                <a:lnTo>
                  <a:pt x="49663" y="1059561"/>
                </a:lnTo>
                <a:lnTo>
                  <a:pt x="30985" y="1062657"/>
                </a:lnTo>
                <a:lnTo>
                  <a:pt x="12240" y="1065305"/>
                </a:lnTo>
                <a:lnTo>
                  <a:pt x="0" y="1060199"/>
                </a:lnTo>
                <a:lnTo>
                  <a:pt x="0" y="1041263"/>
                </a:lnTo>
                <a:lnTo>
                  <a:pt x="0" y="1022337"/>
                </a:lnTo>
                <a:lnTo>
                  <a:pt x="0" y="1003402"/>
                </a:lnTo>
                <a:lnTo>
                  <a:pt x="0" y="984475"/>
                </a:lnTo>
                <a:lnTo>
                  <a:pt x="0" y="965540"/>
                </a:lnTo>
                <a:lnTo>
                  <a:pt x="0" y="946604"/>
                </a:lnTo>
                <a:lnTo>
                  <a:pt x="0" y="927678"/>
                </a:lnTo>
                <a:lnTo>
                  <a:pt x="0" y="908742"/>
                </a:lnTo>
                <a:lnTo>
                  <a:pt x="0" y="889806"/>
                </a:lnTo>
                <a:lnTo>
                  <a:pt x="0" y="870880"/>
                </a:lnTo>
                <a:lnTo>
                  <a:pt x="0" y="851945"/>
                </a:lnTo>
                <a:lnTo>
                  <a:pt x="0" y="833018"/>
                </a:lnTo>
                <a:lnTo>
                  <a:pt x="0" y="814083"/>
                </a:lnTo>
                <a:lnTo>
                  <a:pt x="0" y="795147"/>
                </a:lnTo>
                <a:lnTo>
                  <a:pt x="0" y="776221"/>
                </a:lnTo>
                <a:lnTo>
                  <a:pt x="0" y="757285"/>
                </a:lnTo>
                <a:lnTo>
                  <a:pt x="0" y="738349"/>
                </a:lnTo>
                <a:lnTo>
                  <a:pt x="0" y="719423"/>
                </a:lnTo>
                <a:lnTo>
                  <a:pt x="0" y="700488"/>
                </a:lnTo>
                <a:lnTo>
                  <a:pt x="0" y="681561"/>
                </a:lnTo>
                <a:lnTo>
                  <a:pt x="0" y="662626"/>
                </a:lnTo>
                <a:lnTo>
                  <a:pt x="0" y="643690"/>
                </a:lnTo>
                <a:lnTo>
                  <a:pt x="0" y="624764"/>
                </a:lnTo>
                <a:lnTo>
                  <a:pt x="0" y="605828"/>
                </a:lnTo>
                <a:lnTo>
                  <a:pt x="0" y="586892"/>
                </a:lnTo>
                <a:lnTo>
                  <a:pt x="0" y="567966"/>
                </a:lnTo>
                <a:lnTo>
                  <a:pt x="0" y="549031"/>
                </a:lnTo>
                <a:lnTo>
                  <a:pt x="0" y="530104"/>
                </a:lnTo>
                <a:lnTo>
                  <a:pt x="0" y="511169"/>
                </a:lnTo>
                <a:lnTo>
                  <a:pt x="0" y="492233"/>
                </a:lnTo>
                <a:lnTo>
                  <a:pt x="0" y="473307"/>
                </a:lnTo>
                <a:lnTo>
                  <a:pt x="0" y="454371"/>
                </a:lnTo>
                <a:lnTo>
                  <a:pt x="0" y="435435"/>
                </a:lnTo>
                <a:lnTo>
                  <a:pt x="0" y="416509"/>
                </a:lnTo>
                <a:lnTo>
                  <a:pt x="0" y="397574"/>
                </a:lnTo>
                <a:lnTo>
                  <a:pt x="0" y="378647"/>
                </a:lnTo>
                <a:lnTo>
                  <a:pt x="0" y="359712"/>
                </a:lnTo>
                <a:lnTo>
                  <a:pt x="0" y="340776"/>
                </a:lnTo>
                <a:lnTo>
                  <a:pt x="0" y="321850"/>
                </a:lnTo>
                <a:lnTo>
                  <a:pt x="0" y="302914"/>
                </a:lnTo>
                <a:lnTo>
                  <a:pt x="0" y="283978"/>
                </a:lnTo>
                <a:lnTo>
                  <a:pt x="0" y="265052"/>
                </a:lnTo>
                <a:lnTo>
                  <a:pt x="0" y="246116"/>
                </a:lnTo>
                <a:lnTo>
                  <a:pt x="0" y="227190"/>
                </a:lnTo>
                <a:lnTo>
                  <a:pt x="0" y="208255"/>
                </a:lnTo>
                <a:lnTo>
                  <a:pt x="0" y="189319"/>
                </a:lnTo>
                <a:lnTo>
                  <a:pt x="0" y="170393"/>
                </a:lnTo>
                <a:lnTo>
                  <a:pt x="0" y="151457"/>
                </a:lnTo>
                <a:lnTo>
                  <a:pt x="0" y="132521"/>
                </a:lnTo>
                <a:lnTo>
                  <a:pt x="0" y="113595"/>
                </a:lnTo>
                <a:lnTo>
                  <a:pt x="0" y="94659"/>
                </a:lnTo>
                <a:lnTo>
                  <a:pt x="0" y="75733"/>
                </a:lnTo>
                <a:lnTo>
                  <a:pt x="0" y="56798"/>
                </a:lnTo>
                <a:lnTo>
                  <a:pt x="0" y="37862"/>
                </a:lnTo>
                <a:lnTo>
                  <a:pt x="0" y="189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5A2D4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causal-spine">
            <a:extLst xmlns:a="http://schemas.openxmlformats.org/drawingml/2006/main">
              <a:ext uri="{FF2B5EF4-FFF2-40B4-BE49-F238E27FC236}">
                <a16:creationId xmlns:a16="http://schemas.microsoft.com/office/drawing/2014/main" id="{28ED4478-2FC2-4ECE-BBCA-45032966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1075" y="3924300"/>
            <a:ext cx="97917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38100">
            <a:solidFill>
              <a:srgbClr val="4F73BD"/>
            </a:solidFill>
            <a:prstDash val="solid"/>
          </a:ln>
        </p:spPr>
      </p:sp>
      <p:sp>
        <p:nvSpPr>
          <p:cNvPr id="3" name="cause-branch-0">
            <a:extLst xmlns:a="http://schemas.openxmlformats.org/drawingml/2006/main">
              <a:ext uri="{FF2B5EF4-FFF2-40B4-BE49-F238E27FC236}">
                <a16:creationId xmlns:a16="http://schemas.microsoft.com/office/drawing/2014/main" id="{F9F4C3AD-75FB-40DB-B2F1-8FF62B6E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6125" y="2314575"/>
            <a:ext cx="381000" cy="1609725"/>
          </a:xfrm>
          <a:custGeom xmlns:a="http://schemas.openxmlformats.org/drawingml/2006/main">
            <a:pathLst>
              <a:path w="381000" h="1609725">
                <a:moveTo>
                  <a:pt x="381000" y="1609725"/>
                </a:moveTo>
                <a:lnTo>
                  <a:pt x="376619" y="1591218"/>
                </a:lnTo>
                <a:lnTo>
                  <a:pt x="372237" y="1572720"/>
                </a:lnTo>
                <a:lnTo>
                  <a:pt x="367865" y="1554213"/>
                </a:lnTo>
                <a:lnTo>
                  <a:pt x="363484" y="1535716"/>
                </a:lnTo>
                <a:lnTo>
                  <a:pt x="359102" y="1517209"/>
                </a:lnTo>
                <a:lnTo>
                  <a:pt x="354721" y="1498711"/>
                </a:lnTo>
                <a:lnTo>
                  <a:pt x="350349" y="1480204"/>
                </a:lnTo>
                <a:lnTo>
                  <a:pt x="345967" y="1461707"/>
                </a:lnTo>
                <a:lnTo>
                  <a:pt x="341586" y="1443199"/>
                </a:lnTo>
                <a:lnTo>
                  <a:pt x="337204" y="1424702"/>
                </a:lnTo>
                <a:lnTo>
                  <a:pt x="332832" y="1406195"/>
                </a:lnTo>
                <a:lnTo>
                  <a:pt x="328451" y="1387697"/>
                </a:lnTo>
                <a:lnTo>
                  <a:pt x="324069" y="1369190"/>
                </a:lnTo>
                <a:lnTo>
                  <a:pt x="319688" y="1350693"/>
                </a:lnTo>
                <a:lnTo>
                  <a:pt x="315306" y="1332186"/>
                </a:lnTo>
                <a:lnTo>
                  <a:pt x="310934" y="1313688"/>
                </a:lnTo>
                <a:lnTo>
                  <a:pt x="306553" y="1295181"/>
                </a:lnTo>
                <a:lnTo>
                  <a:pt x="302171" y="1276674"/>
                </a:lnTo>
                <a:lnTo>
                  <a:pt x="297790" y="1258176"/>
                </a:lnTo>
                <a:lnTo>
                  <a:pt x="293418" y="1239669"/>
                </a:lnTo>
                <a:lnTo>
                  <a:pt x="289036" y="1221172"/>
                </a:lnTo>
                <a:lnTo>
                  <a:pt x="284655" y="1202665"/>
                </a:lnTo>
                <a:lnTo>
                  <a:pt x="280273" y="1184167"/>
                </a:lnTo>
                <a:lnTo>
                  <a:pt x="275901" y="1165660"/>
                </a:lnTo>
                <a:lnTo>
                  <a:pt x="271520" y="1147162"/>
                </a:lnTo>
                <a:lnTo>
                  <a:pt x="267138" y="1128655"/>
                </a:lnTo>
                <a:lnTo>
                  <a:pt x="262757" y="1110158"/>
                </a:lnTo>
                <a:lnTo>
                  <a:pt x="258375" y="1091651"/>
                </a:lnTo>
                <a:lnTo>
                  <a:pt x="254003" y="1073153"/>
                </a:lnTo>
                <a:lnTo>
                  <a:pt x="249622" y="1054646"/>
                </a:lnTo>
                <a:lnTo>
                  <a:pt x="245240" y="1036149"/>
                </a:lnTo>
                <a:lnTo>
                  <a:pt x="240859" y="1017641"/>
                </a:lnTo>
                <a:lnTo>
                  <a:pt x="236487" y="999144"/>
                </a:lnTo>
                <a:lnTo>
                  <a:pt x="232105" y="980637"/>
                </a:lnTo>
                <a:lnTo>
                  <a:pt x="227724" y="962130"/>
                </a:lnTo>
                <a:lnTo>
                  <a:pt x="223342" y="943632"/>
                </a:lnTo>
                <a:lnTo>
                  <a:pt x="218961" y="925125"/>
                </a:lnTo>
                <a:lnTo>
                  <a:pt x="214589" y="906628"/>
                </a:lnTo>
                <a:lnTo>
                  <a:pt x="210207" y="888121"/>
                </a:lnTo>
                <a:lnTo>
                  <a:pt x="205826" y="869623"/>
                </a:lnTo>
                <a:lnTo>
                  <a:pt x="201444" y="851116"/>
                </a:lnTo>
                <a:lnTo>
                  <a:pt x="197072" y="832618"/>
                </a:lnTo>
                <a:lnTo>
                  <a:pt x="192691" y="814111"/>
                </a:lnTo>
                <a:lnTo>
                  <a:pt x="188309" y="795614"/>
                </a:lnTo>
                <a:lnTo>
                  <a:pt x="183928" y="777107"/>
                </a:lnTo>
                <a:lnTo>
                  <a:pt x="179556" y="758609"/>
                </a:lnTo>
                <a:lnTo>
                  <a:pt x="175174" y="740102"/>
                </a:lnTo>
                <a:lnTo>
                  <a:pt x="170793" y="721604"/>
                </a:lnTo>
                <a:lnTo>
                  <a:pt x="166411" y="703097"/>
                </a:lnTo>
                <a:lnTo>
                  <a:pt x="162039" y="684600"/>
                </a:lnTo>
                <a:lnTo>
                  <a:pt x="157658" y="666093"/>
                </a:lnTo>
                <a:lnTo>
                  <a:pt x="153276" y="647586"/>
                </a:lnTo>
                <a:lnTo>
                  <a:pt x="148895" y="629088"/>
                </a:lnTo>
                <a:lnTo>
                  <a:pt x="144513" y="610581"/>
                </a:lnTo>
                <a:lnTo>
                  <a:pt x="140141" y="592084"/>
                </a:lnTo>
                <a:lnTo>
                  <a:pt x="135760" y="573576"/>
                </a:lnTo>
                <a:lnTo>
                  <a:pt x="131378" y="555079"/>
                </a:lnTo>
                <a:lnTo>
                  <a:pt x="126997" y="536572"/>
                </a:lnTo>
                <a:lnTo>
                  <a:pt x="122625" y="518074"/>
                </a:lnTo>
                <a:lnTo>
                  <a:pt x="118243" y="499567"/>
                </a:lnTo>
                <a:lnTo>
                  <a:pt x="113862" y="481070"/>
                </a:lnTo>
                <a:lnTo>
                  <a:pt x="109480" y="462563"/>
                </a:lnTo>
                <a:lnTo>
                  <a:pt x="105099" y="444065"/>
                </a:lnTo>
                <a:lnTo>
                  <a:pt x="100727" y="425558"/>
                </a:lnTo>
                <a:lnTo>
                  <a:pt x="96345" y="407060"/>
                </a:lnTo>
                <a:lnTo>
                  <a:pt x="91964" y="388553"/>
                </a:lnTo>
                <a:lnTo>
                  <a:pt x="87582" y="370056"/>
                </a:lnTo>
                <a:lnTo>
                  <a:pt x="83210" y="351549"/>
                </a:lnTo>
                <a:lnTo>
                  <a:pt x="78829" y="333051"/>
                </a:lnTo>
                <a:lnTo>
                  <a:pt x="74447" y="314544"/>
                </a:lnTo>
                <a:lnTo>
                  <a:pt x="70066" y="296037"/>
                </a:lnTo>
                <a:lnTo>
                  <a:pt x="65694" y="277539"/>
                </a:lnTo>
                <a:lnTo>
                  <a:pt x="61312" y="259032"/>
                </a:lnTo>
                <a:lnTo>
                  <a:pt x="56931" y="240535"/>
                </a:lnTo>
                <a:lnTo>
                  <a:pt x="52549" y="222028"/>
                </a:lnTo>
                <a:lnTo>
                  <a:pt x="48168" y="203530"/>
                </a:lnTo>
                <a:lnTo>
                  <a:pt x="43796" y="185023"/>
                </a:lnTo>
                <a:lnTo>
                  <a:pt x="39414" y="166526"/>
                </a:lnTo>
                <a:lnTo>
                  <a:pt x="35033" y="148019"/>
                </a:lnTo>
                <a:lnTo>
                  <a:pt x="30651" y="129521"/>
                </a:lnTo>
                <a:lnTo>
                  <a:pt x="26279" y="111014"/>
                </a:lnTo>
                <a:lnTo>
                  <a:pt x="21898" y="92516"/>
                </a:lnTo>
                <a:lnTo>
                  <a:pt x="17516" y="74009"/>
                </a:lnTo>
                <a:lnTo>
                  <a:pt x="13135" y="55512"/>
                </a:lnTo>
                <a:lnTo>
                  <a:pt x="8763" y="37005"/>
                </a:lnTo>
                <a:lnTo>
                  <a:pt x="4382" y="18507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4" name="cause-branch-1">
            <a:extLst xmlns:a="http://schemas.openxmlformats.org/drawingml/2006/main">
              <a:ext uri="{FF2B5EF4-FFF2-40B4-BE49-F238E27FC236}">
                <a16:creationId xmlns:a16="http://schemas.microsoft.com/office/drawing/2014/main" id="{C25739FA-097F-44ED-9107-5CB73EA14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43625" y="2095500"/>
            <a:ext cx="381000" cy="1828800"/>
          </a:xfrm>
          <a:custGeom xmlns:a="http://schemas.openxmlformats.org/drawingml/2006/main">
            <a:pathLst>
              <a:path w="381000" h="1828800">
                <a:moveTo>
                  <a:pt x="381000" y="1828800"/>
                </a:moveTo>
                <a:lnTo>
                  <a:pt x="377152" y="1810331"/>
                </a:lnTo>
                <a:lnTo>
                  <a:pt x="373304" y="1791853"/>
                </a:lnTo>
                <a:lnTo>
                  <a:pt x="369456" y="1773384"/>
                </a:lnTo>
                <a:lnTo>
                  <a:pt x="365608" y="1754905"/>
                </a:lnTo>
                <a:lnTo>
                  <a:pt x="361759" y="1736436"/>
                </a:lnTo>
                <a:lnTo>
                  <a:pt x="357911" y="1717967"/>
                </a:lnTo>
                <a:lnTo>
                  <a:pt x="354063" y="1699489"/>
                </a:lnTo>
                <a:lnTo>
                  <a:pt x="350215" y="1681020"/>
                </a:lnTo>
                <a:lnTo>
                  <a:pt x="346367" y="1662541"/>
                </a:lnTo>
                <a:lnTo>
                  <a:pt x="342519" y="1644072"/>
                </a:lnTo>
                <a:lnTo>
                  <a:pt x="338671" y="1625603"/>
                </a:lnTo>
                <a:lnTo>
                  <a:pt x="334813" y="1607125"/>
                </a:lnTo>
                <a:lnTo>
                  <a:pt x="330965" y="1588656"/>
                </a:lnTo>
                <a:lnTo>
                  <a:pt x="327117" y="1570177"/>
                </a:lnTo>
                <a:lnTo>
                  <a:pt x="323269" y="1551708"/>
                </a:lnTo>
                <a:lnTo>
                  <a:pt x="319421" y="1533239"/>
                </a:lnTo>
                <a:lnTo>
                  <a:pt x="315573" y="1514761"/>
                </a:lnTo>
                <a:lnTo>
                  <a:pt x="311725" y="1496292"/>
                </a:lnTo>
                <a:lnTo>
                  <a:pt x="307877" y="1477823"/>
                </a:lnTo>
                <a:lnTo>
                  <a:pt x="304028" y="1459344"/>
                </a:lnTo>
                <a:lnTo>
                  <a:pt x="300180" y="1440875"/>
                </a:lnTo>
                <a:lnTo>
                  <a:pt x="296332" y="1422397"/>
                </a:lnTo>
                <a:lnTo>
                  <a:pt x="292484" y="1403928"/>
                </a:lnTo>
                <a:lnTo>
                  <a:pt x="288636" y="1385459"/>
                </a:lnTo>
                <a:lnTo>
                  <a:pt x="284788" y="1366980"/>
                </a:lnTo>
                <a:lnTo>
                  <a:pt x="280940" y="1348511"/>
                </a:lnTo>
                <a:lnTo>
                  <a:pt x="277092" y="1330033"/>
                </a:lnTo>
                <a:lnTo>
                  <a:pt x="273244" y="1311564"/>
                </a:lnTo>
                <a:lnTo>
                  <a:pt x="269396" y="1293095"/>
                </a:lnTo>
                <a:lnTo>
                  <a:pt x="265547" y="1274616"/>
                </a:lnTo>
                <a:lnTo>
                  <a:pt x="261699" y="1256147"/>
                </a:lnTo>
                <a:lnTo>
                  <a:pt x="257851" y="1237669"/>
                </a:lnTo>
                <a:lnTo>
                  <a:pt x="254003" y="1219200"/>
                </a:lnTo>
                <a:lnTo>
                  <a:pt x="250155" y="1200731"/>
                </a:lnTo>
                <a:lnTo>
                  <a:pt x="246307" y="1182253"/>
                </a:lnTo>
                <a:lnTo>
                  <a:pt x="242459" y="1163784"/>
                </a:lnTo>
                <a:lnTo>
                  <a:pt x="238601" y="1145305"/>
                </a:lnTo>
                <a:lnTo>
                  <a:pt x="234753" y="1126836"/>
                </a:lnTo>
                <a:lnTo>
                  <a:pt x="230905" y="1108367"/>
                </a:lnTo>
                <a:lnTo>
                  <a:pt x="227057" y="1089889"/>
                </a:lnTo>
                <a:lnTo>
                  <a:pt x="223209" y="1071420"/>
                </a:lnTo>
                <a:lnTo>
                  <a:pt x="219361" y="1052941"/>
                </a:lnTo>
                <a:lnTo>
                  <a:pt x="215513" y="1034472"/>
                </a:lnTo>
                <a:lnTo>
                  <a:pt x="211665" y="1016003"/>
                </a:lnTo>
                <a:lnTo>
                  <a:pt x="207816" y="997525"/>
                </a:lnTo>
                <a:lnTo>
                  <a:pt x="203968" y="979056"/>
                </a:lnTo>
                <a:lnTo>
                  <a:pt x="200120" y="960577"/>
                </a:lnTo>
                <a:lnTo>
                  <a:pt x="196272" y="942108"/>
                </a:lnTo>
                <a:lnTo>
                  <a:pt x="192424" y="923639"/>
                </a:lnTo>
                <a:lnTo>
                  <a:pt x="188576" y="905161"/>
                </a:lnTo>
                <a:lnTo>
                  <a:pt x="184728" y="886692"/>
                </a:lnTo>
                <a:lnTo>
                  <a:pt x="180880" y="868223"/>
                </a:lnTo>
                <a:lnTo>
                  <a:pt x="177032" y="849744"/>
                </a:lnTo>
                <a:lnTo>
                  <a:pt x="173184" y="831275"/>
                </a:lnTo>
                <a:lnTo>
                  <a:pt x="169335" y="812797"/>
                </a:lnTo>
                <a:lnTo>
                  <a:pt x="165487" y="794328"/>
                </a:lnTo>
                <a:lnTo>
                  <a:pt x="161639" y="775859"/>
                </a:lnTo>
                <a:lnTo>
                  <a:pt x="157791" y="757380"/>
                </a:lnTo>
                <a:lnTo>
                  <a:pt x="153943" y="738911"/>
                </a:lnTo>
                <a:lnTo>
                  <a:pt x="150095" y="720433"/>
                </a:lnTo>
                <a:lnTo>
                  <a:pt x="146247" y="701964"/>
                </a:lnTo>
                <a:lnTo>
                  <a:pt x="142399" y="683495"/>
                </a:lnTo>
                <a:lnTo>
                  <a:pt x="138541" y="665016"/>
                </a:lnTo>
                <a:lnTo>
                  <a:pt x="134693" y="646547"/>
                </a:lnTo>
                <a:lnTo>
                  <a:pt x="130845" y="628069"/>
                </a:lnTo>
                <a:lnTo>
                  <a:pt x="126997" y="609600"/>
                </a:lnTo>
                <a:lnTo>
                  <a:pt x="123149" y="591131"/>
                </a:lnTo>
                <a:lnTo>
                  <a:pt x="119301" y="572653"/>
                </a:lnTo>
                <a:lnTo>
                  <a:pt x="115453" y="554184"/>
                </a:lnTo>
                <a:lnTo>
                  <a:pt x="111604" y="535705"/>
                </a:lnTo>
                <a:lnTo>
                  <a:pt x="107756" y="517236"/>
                </a:lnTo>
                <a:lnTo>
                  <a:pt x="103908" y="498767"/>
                </a:lnTo>
                <a:lnTo>
                  <a:pt x="100060" y="480289"/>
                </a:lnTo>
                <a:lnTo>
                  <a:pt x="96212" y="461820"/>
                </a:lnTo>
                <a:lnTo>
                  <a:pt x="92364" y="443341"/>
                </a:lnTo>
                <a:lnTo>
                  <a:pt x="88516" y="424872"/>
                </a:lnTo>
                <a:lnTo>
                  <a:pt x="84668" y="406403"/>
                </a:lnTo>
                <a:lnTo>
                  <a:pt x="80820" y="387925"/>
                </a:lnTo>
                <a:lnTo>
                  <a:pt x="76972" y="369456"/>
                </a:lnTo>
                <a:lnTo>
                  <a:pt x="73123" y="350977"/>
                </a:lnTo>
                <a:lnTo>
                  <a:pt x="69275" y="332508"/>
                </a:lnTo>
                <a:lnTo>
                  <a:pt x="65427" y="314039"/>
                </a:lnTo>
                <a:lnTo>
                  <a:pt x="61579" y="295561"/>
                </a:lnTo>
                <a:lnTo>
                  <a:pt x="57731" y="277092"/>
                </a:lnTo>
                <a:lnTo>
                  <a:pt x="53883" y="258623"/>
                </a:lnTo>
                <a:lnTo>
                  <a:pt x="50035" y="240144"/>
                </a:lnTo>
                <a:lnTo>
                  <a:pt x="46187" y="221675"/>
                </a:lnTo>
                <a:lnTo>
                  <a:pt x="42329" y="203197"/>
                </a:lnTo>
                <a:lnTo>
                  <a:pt x="38481" y="184728"/>
                </a:lnTo>
                <a:lnTo>
                  <a:pt x="34633" y="166259"/>
                </a:lnTo>
                <a:lnTo>
                  <a:pt x="30785" y="147780"/>
                </a:lnTo>
                <a:lnTo>
                  <a:pt x="26937" y="129311"/>
                </a:lnTo>
                <a:lnTo>
                  <a:pt x="23089" y="110833"/>
                </a:lnTo>
                <a:lnTo>
                  <a:pt x="19241" y="92364"/>
                </a:lnTo>
                <a:lnTo>
                  <a:pt x="15392" y="73895"/>
                </a:lnTo>
                <a:lnTo>
                  <a:pt x="11544" y="55416"/>
                </a:lnTo>
                <a:lnTo>
                  <a:pt x="7696" y="36947"/>
                </a:lnTo>
                <a:lnTo>
                  <a:pt x="3848" y="1846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5" name="cause-branch-2">
            <a:extLst xmlns:a="http://schemas.openxmlformats.org/drawingml/2006/main">
              <a:ext uri="{FF2B5EF4-FFF2-40B4-BE49-F238E27FC236}">
                <a16:creationId xmlns:a16="http://schemas.microsoft.com/office/drawing/2014/main" id="{E25A4962-AD4E-431C-AECA-7B5E7F87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01125" y="2314575"/>
            <a:ext cx="381000" cy="1609725"/>
          </a:xfrm>
          <a:custGeom xmlns:a="http://schemas.openxmlformats.org/drawingml/2006/main">
            <a:pathLst>
              <a:path w="381000" h="1609725">
                <a:moveTo>
                  <a:pt x="381000" y="1609725"/>
                </a:moveTo>
                <a:lnTo>
                  <a:pt x="376619" y="1591218"/>
                </a:lnTo>
                <a:lnTo>
                  <a:pt x="372237" y="1572720"/>
                </a:lnTo>
                <a:lnTo>
                  <a:pt x="367865" y="1554213"/>
                </a:lnTo>
                <a:lnTo>
                  <a:pt x="363484" y="1535716"/>
                </a:lnTo>
                <a:lnTo>
                  <a:pt x="359102" y="1517209"/>
                </a:lnTo>
                <a:lnTo>
                  <a:pt x="354721" y="1498711"/>
                </a:lnTo>
                <a:lnTo>
                  <a:pt x="350349" y="1480204"/>
                </a:lnTo>
                <a:lnTo>
                  <a:pt x="345967" y="1461707"/>
                </a:lnTo>
                <a:lnTo>
                  <a:pt x="341586" y="1443199"/>
                </a:lnTo>
                <a:lnTo>
                  <a:pt x="337204" y="1424702"/>
                </a:lnTo>
                <a:lnTo>
                  <a:pt x="332832" y="1406195"/>
                </a:lnTo>
                <a:lnTo>
                  <a:pt x="328451" y="1387697"/>
                </a:lnTo>
                <a:lnTo>
                  <a:pt x="324069" y="1369190"/>
                </a:lnTo>
                <a:lnTo>
                  <a:pt x="319688" y="1350693"/>
                </a:lnTo>
                <a:lnTo>
                  <a:pt x="315306" y="1332186"/>
                </a:lnTo>
                <a:lnTo>
                  <a:pt x="310934" y="1313688"/>
                </a:lnTo>
                <a:lnTo>
                  <a:pt x="306553" y="1295181"/>
                </a:lnTo>
                <a:lnTo>
                  <a:pt x="302171" y="1276674"/>
                </a:lnTo>
                <a:lnTo>
                  <a:pt x="297790" y="1258176"/>
                </a:lnTo>
                <a:lnTo>
                  <a:pt x="293418" y="1239669"/>
                </a:lnTo>
                <a:lnTo>
                  <a:pt x="289036" y="1221172"/>
                </a:lnTo>
                <a:lnTo>
                  <a:pt x="284655" y="1202665"/>
                </a:lnTo>
                <a:lnTo>
                  <a:pt x="280273" y="1184167"/>
                </a:lnTo>
                <a:lnTo>
                  <a:pt x="275901" y="1165660"/>
                </a:lnTo>
                <a:lnTo>
                  <a:pt x="271520" y="1147162"/>
                </a:lnTo>
                <a:lnTo>
                  <a:pt x="267138" y="1128655"/>
                </a:lnTo>
                <a:lnTo>
                  <a:pt x="262757" y="1110158"/>
                </a:lnTo>
                <a:lnTo>
                  <a:pt x="258375" y="1091651"/>
                </a:lnTo>
                <a:lnTo>
                  <a:pt x="254003" y="1073153"/>
                </a:lnTo>
                <a:lnTo>
                  <a:pt x="249622" y="1054646"/>
                </a:lnTo>
                <a:lnTo>
                  <a:pt x="245240" y="1036149"/>
                </a:lnTo>
                <a:lnTo>
                  <a:pt x="240859" y="1017641"/>
                </a:lnTo>
                <a:lnTo>
                  <a:pt x="236487" y="999144"/>
                </a:lnTo>
                <a:lnTo>
                  <a:pt x="232105" y="980637"/>
                </a:lnTo>
                <a:lnTo>
                  <a:pt x="227724" y="962130"/>
                </a:lnTo>
                <a:lnTo>
                  <a:pt x="223342" y="943632"/>
                </a:lnTo>
                <a:lnTo>
                  <a:pt x="218970" y="925125"/>
                </a:lnTo>
                <a:lnTo>
                  <a:pt x="214589" y="906628"/>
                </a:lnTo>
                <a:lnTo>
                  <a:pt x="210207" y="888121"/>
                </a:lnTo>
                <a:lnTo>
                  <a:pt x="205826" y="869623"/>
                </a:lnTo>
                <a:lnTo>
                  <a:pt x="201444" y="851116"/>
                </a:lnTo>
                <a:lnTo>
                  <a:pt x="197072" y="832618"/>
                </a:lnTo>
                <a:lnTo>
                  <a:pt x="192691" y="814111"/>
                </a:lnTo>
                <a:lnTo>
                  <a:pt x="188309" y="795614"/>
                </a:lnTo>
                <a:lnTo>
                  <a:pt x="183928" y="777107"/>
                </a:lnTo>
                <a:lnTo>
                  <a:pt x="179556" y="758609"/>
                </a:lnTo>
                <a:lnTo>
                  <a:pt x="175174" y="740102"/>
                </a:lnTo>
                <a:lnTo>
                  <a:pt x="170793" y="721604"/>
                </a:lnTo>
                <a:lnTo>
                  <a:pt x="166411" y="703097"/>
                </a:lnTo>
                <a:lnTo>
                  <a:pt x="162030" y="684600"/>
                </a:lnTo>
                <a:lnTo>
                  <a:pt x="157658" y="666093"/>
                </a:lnTo>
                <a:lnTo>
                  <a:pt x="153276" y="647586"/>
                </a:lnTo>
                <a:lnTo>
                  <a:pt x="148895" y="629088"/>
                </a:lnTo>
                <a:lnTo>
                  <a:pt x="144513" y="610581"/>
                </a:lnTo>
                <a:lnTo>
                  <a:pt x="140141" y="592084"/>
                </a:lnTo>
                <a:lnTo>
                  <a:pt x="135760" y="573576"/>
                </a:lnTo>
                <a:lnTo>
                  <a:pt x="131378" y="555079"/>
                </a:lnTo>
                <a:lnTo>
                  <a:pt x="126997" y="536572"/>
                </a:lnTo>
                <a:lnTo>
                  <a:pt x="122625" y="518074"/>
                </a:lnTo>
                <a:lnTo>
                  <a:pt x="118243" y="499567"/>
                </a:lnTo>
                <a:lnTo>
                  <a:pt x="113862" y="481070"/>
                </a:lnTo>
                <a:lnTo>
                  <a:pt x="109480" y="462563"/>
                </a:lnTo>
                <a:lnTo>
                  <a:pt x="105099" y="444065"/>
                </a:lnTo>
                <a:lnTo>
                  <a:pt x="100727" y="425558"/>
                </a:lnTo>
                <a:lnTo>
                  <a:pt x="96345" y="407060"/>
                </a:lnTo>
                <a:lnTo>
                  <a:pt x="91964" y="388553"/>
                </a:lnTo>
                <a:lnTo>
                  <a:pt x="87582" y="370056"/>
                </a:lnTo>
                <a:lnTo>
                  <a:pt x="83210" y="351549"/>
                </a:lnTo>
                <a:lnTo>
                  <a:pt x="78829" y="333051"/>
                </a:lnTo>
                <a:lnTo>
                  <a:pt x="74447" y="314544"/>
                </a:lnTo>
                <a:lnTo>
                  <a:pt x="70066" y="296037"/>
                </a:lnTo>
                <a:lnTo>
                  <a:pt x="65694" y="277539"/>
                </a:lnTo>
                <a:lnTo>
                  <a:pt x="61312" y="259032"/>
                </a:lnTo>
                <a:lnTo>
                  <a:pt x="56931" y="240535"/>
                </a:lnTo>
                <a:lnTo>
                  <a:pt x="52549" y="222028"/>
                </a:lnTo>
                <a:lnTo>
                  <a:pt x="48168" y="203530"/>
                </a:lnTo>
                <a:lnTo>
                  <a:pt x="43796" y="185023"/>
                </a:lnTo>
                <a:lnTo>
                  <a:pt x="39414" y="166526"/>
                </a:lnTo>
                <a:lnTo>
                  <a:pt x="35033" y="148019"/>
                </a:lnTo>
                <a:lnTo>
                  <a:pt x="30651" y="129521"/>
                </a:lnTo>
                <a:lnTo>
                  <a:pt x="26279" y="111014"/>
                </a:lnTo>
                <a:lnTo>
                  <a:pt x="21898" y="92516"/>
                </a:lnTo>
                <a:lnTo>
                  <a:pt x="17516" y="74009"/>
                </a:lnTo>
                <a:lnTo>
                  <a:pt x="13135" y="55512"/>
                </a:lnTo>
                <a:lnTo>
                  <a:pt x="8763" y="37005"/>
                </a:lnTo>
                <a:lnTo>
                  <a:pt x="4382" y="18507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6" name="cause-branch-3">
            <a:extLst xmlns:a="http://schemas.openxmlformats.org/drawingml/2006/main">
              <a:ext uri="{FF2B5EF4-FFF2-40B4-BE49-F238E27FC236}">
                <a16:creationId xmlns:a16="http://schemas.microsoft.com/office/drawing/2014/main" id="{2D0BDF68-0F83-4DE6-B909-B01DB99D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14675" y="3924300"/>
            <a:ext cx="552450" cy="1609725"/>
          </a:xfrm>
          <a:custGeom xmlns:a="http://schemas.openxmlformats.org/drawingml/2006/main">
            <a:pathLst>
              <a:path w="552450" h="1609725">
                <a:moveTo>
                  <a:pt x="552450" y="0"/>
                </a:moveTo>
                <a:lnTo>
                  <a:pt x="546316" y="17888"/>
                </a:lnTo>
                <a:lnTo>
                  <a:pt x="540172" y="35776"/>
                </a:lnTo>
                <a:lnTo>
                  <a:pt x="534038" y="53654"/>
                </a:lnTo>
                <a:lnTo>
                  <a:pt x="527895" y="71542"/>
                </a:lnTo>
                <a:lnTo>
                  <a:pt x="521760" y="89430"/>
                </a:lnTo>
                <a:lnTo>
                  <a:pt x="515617" y="107318"/>
                </a:lnTo>
                <a:lnTo>
                  <a:pt x="509483" y="125197"/>
                </a:lnTo>
                <a:lnTo>
                  <a:pt x="503339" y="143085"/>
                </a:lnTo>
                <a:lnTo>
                  <a:pt x="497205" y="160973"/>
                </a:lnTo>
                <a:lnTo>
                  <a:pt x="491071" y="178860"/>
                </a:lnTo>
                <a:lnTo>
                  <a:pt x="484927" y="196748"/>
                </a:lnTo>
                <a:lnTo>
                  <a:pt x="478793" y="214627"/>
                </a:lnTo>
                <a:lnTo>
                  <a:pt x="472650" y="232515"/>
                </a:lnTo>
                <a:lnTo>
                  <a:pt x="466515" y="250403"/>
                </a:lnTo>
                <a:lnTo>
                  <a:pt x="460372" y="268291"/>
                </a:lnTo>
                <a:lnTo>
                  <a:pt x="454238" y="286169"/>
                </a:lnTo>
                <a:lnTo>
                  <a:pt x="448094" y="304057"/>
                </a:lnTo>
                <a:lnTo>
                  <a:pt x="441960" y="321945"/>
                </a:lnTo>
                <a:lnTo>
                  <a:pt x="435826" y="339833"/>
                </a:lnTo>
                <a:lnTo>
                  <a:pt x="429682" y="357721"/>
                </a:lnTo>
                <a:lnTo>
                  <a:pt x="423548" y="375599"/>
                </a:lnTo>
                <a:lnTo>
                  <a:pt x="417405" y="393487"/>
                </a:lnTo>
                <a:lnTo>
                  <a:pt x="411270" y="411375"/>
                </a:lnTo>
                <a:lnTo>
                  <a:pt x="405127" y="429263"/>
                </a:lnTo>
                <a:lnTo>
                  <a:pt x="398993" y="447142"/>
                </a:lnTo>
                <a:lnTo>
                  <a:pt x="392849" y="465030"/>
                </a:lnTo>
                <a:lnTo>
                  <a:pt x="386715" y="482918"/>
                </a:lnTo>
                <a:lnTo>
                  <a:pt x="380581" y="500805"/>
                </a:lnTo>
                <a:lnTo>
                  <a:pt x="374437" y="518693"/>
                </a:lnTo>
                <a:lnTo>
                  <a:pt x="368303" y="536572"/>
                </a:lnTo>
                <a:lnTo>
                  <a:pt x="362160" y="554460"/>
                </a:lnTo>
                <a:lnTo>
                  <a:pt x="356025" y="572348"/>
                </a:lnTo>
                <a:lnTo>
                  <a:pt x="349882" y="590236"/>
                </a:lnTo>
                <a:lnTo>
                  <a:pt x="343748" y="608114"/>
                </a:lnTo>
                <a:lnTo>
                  <a:pt x="337604" y="626002"/>
                </a:lnTo>
                <a:lnTo>
                  <a:pt x="331470" y="643890"/>
                </a:lnTo>
                <a:lnTo>
                  <a:pt x="325336" y="661778"/>
                </a:lnTo>
                <a:lnTo>
                  <a:pt x="319192" y="679666"/>
                </a:lnTo>
                <a:lnTo>
                  <a:pt x="313058" y="697544"/>
                </a:lnTo>
                <a:lnTo>
                  <a:pt x="306915" y="715432"/>
                </a:lnTo>
                <a:lnTo>
                  <a:pt x="300780" y="733320"/>
                </a:lnTo>
                <a:lnTo>
                  <a:pt x="294637" y="751208"/>
                </a:lnTo>
                <a:lnTo>
                  <a:pt x="288503" y="769087"/>
                </a:lnTo>
                <a:lnTo>
                  <a:pt x="282359" y="786975"/>
                </a:lnTo>
                <a:lnTo>
                  <a:pt x="276225" y="804863"/>
                </a:lnTo>
                <a:lnTo>
                  <a:pt x="270091" y="822750"/>
                </a:lnTo>
                <a:lnTo>
                  <a:pt x="263947" y="840638"/>
                </a:lnTo>
                <a:lnTo>
                  <a:pt x="257813" y="858517"/>
                </a:lnTo>
                <a:lnTo>
                  <a:pt x="251670" y="876405"/>
                </a:lnTo>
                <a:lnTo>
                  <a:pt x="245535" y="894293"/>
                </a:lnTo>
                <a:lnTo>
                  <a:pt x="239392" y="912181"/>
                </a:lnTo>
                <a:lnTo>
                  <a:pt x="233258" y="930059"/>
                </a:lnTo>
                <a:lnTo>
                  <a:pt x="227114" y="947947"/>
                </a:lnTo>
                <a:lnTo>
                  <a:pt x="220980" y="965835"/>
                </a:lnTo>
                <a:lnTo>
                  <a:pt x="214846" y="983723"/>
                </a:lnTo>
                <a:lnTo>
                  <a:pt x="208702" y="1001611"/>
                </a:lnTo>
                <a:lnTo>
                  <a:pt x="202568" y="1019489"/>
                </a:lnTo>
                <a:lnTo>
                  <a:pt x="196425" y="1037377"/>
                </a:lnTo>
                <a:lnTo>
                  <a:pt x="190290" y="1055265"/>
                </a:lnTo>
                <a:lnTo>
                  <a:pt x="184147" y="1073153"/>
                </a:lnTo>
                <a:lnTo>
                  <a:pt x="178013" y="1091032"/>
                </a:lnTo>
                <a:lnTo>
                  <a:pt x="171869" y="1108920"/>
                </a:lnTo>
                <a:lnTo>
                  <a:pt x="165735" y="1126808"/>
                </a:lnTo>
                <a:lnTo>
                  <a:pt x="159601" y="1144695"/>
                </a:lnTo>
                <a:lnTo>
                  <a:pt x="153457" y="1162583"/>
                </a:lnTo>
                <a:lnTo>
                  <a:pt x="147323" y="1180462"/>
                </a:lnTo>
                <a:lnTo>
                  <a:pt x="141180" y="1198350"/>
                </a:lnTo>
                <a:lnTo>
                  <a:pt x="135045" y="1216238"/>
                </a:lnTo>
                <a:lnTo>
                  <a:pt x="128902" y="1234126"/>
                </a:lnTo>
                <a:lnTo>
                  <a:pt x="122768" y="1252004"/>
                </a:lnTo>
                <a:lnTo>
                  <a:pt x="116624" y="1269892"/>
                </a:lnTo>
                <a:lnTo>
                  <a:pt x="110490" y="1287780"/>
                </a:lnTo>
                <a:lnTo>
                  <a:pt x="104356" y="1305668"/>
                </a:lnTo>
                <a:lnTo>
                  <a:pt x="98212" y="1323556"/>
                </a:lnTo>
                <a:lnTo>
                  <a:pt x="92078" y="1341434"/>
                </a:lnTo>
                <a:lnTo>
                  <a:pt x="85935" y="1359322"/>
                </a:lnTo>
                <a:lnTo>
                  <a:pt x="79800" y="1377210"/>
                </a:lnTo>
                <a:lnTo>
                  <a:pt x="73657" y="1395098"/>
                </a:lnTo>
                <a:lnTo>
                  <a:pt x="67523" y="1412977"/>
                </a:lnTo>
                <a:lnTo>
                  <a:pt x="61379" y="1430865"/>
                </a:lnTo>
                <a:lnTo>
                  <a:pt x="55245" y="1448753"/>
                </a:lnTo>
                <a:lnTo>
                  <a:pt x="49111" y="1466640"/>
                </a:lnTo>
                <a:lnTo>
                  <a:pt x="42967" y="1484528"/>
                </a:lnTo>
                <a:lnTo>
                  <a:pt x="36833" y="1502407"/>
                </a:lnTo>
                <a:lnTo>
                  <a:pt x="30690" y="1520295"/>
                </a:lnTo>
                <a:lnTo>
                  <a:pt x="24555" y="1538183"/>
                </a:lnTo>
                <a:lnTo>
                  <a:pt x="18412" y="1556071"/>
                </a:lnTo>
                <a:lnTo>
                  <a:pt x="12278" y="1573949"/>
                </a:lnTo>
                <a:lnTo>
                  <a:pt x="6134" y="1591837"/>
                </a:lnTo>
                <a:lnTo>
                  <a:pt x="0" y="1609725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7" name="cause-branch-4">
            <a:extLst xmlns:a="http://schemas.openxmlformats.org/drawingml/2006/main">
              <a:ext uri="{FF2B5EF4-FFF2-40B4-BE49-F238E27FC236}">
                <a16:creationId xmlns:a16="http://schemas.microsoft.com/office/drawing/2014/main" id="{DCB76DEF-A873-4F41-8E57-71BC3CE7C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72175" y="3924300"/>
            <a:ext cx="552450" cy="1828800"/>
          </a:xfrm>
          <a:custGeom xmlns:a="http://schemas.openxmlformats.org/drawingml/2006/main">
            <a:pathLst>
              <a:path w="552450" h="1828800">
                <a:moveTo>
                  <a:pt x="552450" y="0"/>
                </a:moveTo>
                <a:lnTo>
                  <a:pt x="546983" y="18107"/>
                </a:lnTo>
                <a:lnTo>
                  <a:pt x="541515" y="36214"/>
                </a:lnTo>
                <a:lnTo>
                  <a:pt x="536038" y="54321"/>
                </a:lnTo>
                <a:lnTo>
                  <a:pt x="530571" y="72428"/>
                </a:lnTo>
                <a:lnTo>
                  <a:pt x="525104" y="90535"/>
                </a:lnTo>
                <a:lnTo>
                  <a:pt x="519627" y="108642"/>
                </a:lnTo>
                <a:lnTo>
                  <a:pt x="514159" y="126749"/>
                </a:lnTo>
                <a:lnTo>
                  <a:pt x="508692" y="144856"/>
                </a:lnTo>
                <a:lnTo>
                  <a:pt x="503225" y="162963"/>
                </a:lnTo>
                <a:lnTo>
                  <a:pt x="497748" y="181070"/>
                </a:lnTo>
                <a:lnTo>
                  <a:pt x="492281" y="199177"/>
                </a:lnTo>
                <a:lnTo>
                  <a:pt x="486813" y="217284"/>
                </a:lnTo>
                <a:lnTo>
                  <a:pt x="481346" y="235391"/>
                </a:lnTo>
                <a:lnTo>
                  <a:pt x="475869" y="253498"/>
                </a:lnTo>
                <a:lnTo>
                  <a:pt x="470402" y="271605"/>
                </a:lnTo>
                <a:lnTo>
                  <a:pt x="464934" y="289712"/>
                </a:lnTo>
                <a:lnTo>
                  <a:pt x="459467" y="307819"/>
                </a:lnTo>
                <a:lnTo>
                  <a:pt x="453990" y="325926"/>
                </a:lnTo>
                <a:lnTo>
                  <a:pt x="448523" y="344033"/>
                </a:lnTo>
                <a:lnTo>
                  <a:pt x="443055" y="362141"/>
                </a:lnTo>
                <a:lnTo>
                  <a:pt x="437588" y="380248"/>
                </a:lnTo>
                <a:lnTo>
                  <a:pt x="432111" y="398355"/>
                </a:lnTo>
                <a:lnTo>
                  <a:pt x="426644" y="416462"/>
                </a:lnTo>
                <a:lnTo>
                  <a:pt x="421176" y="434569"/>
                </a:lnTo>
                <a:lnTo>
                  <a:pt x="415709" y="452676"/>
                </a:lnTo>
                <a:lnTo>
                  <a:pt x="410232" y="470783"/>
                </a:lnTo>
                <a:lnTo>
                  <a:pt x="404765" y="488890"/>
                </a:lnTo>
                <a:lnTo>
                  <a:pt x="399298" y="506997"/>
                </a:lnTo>
                <a:lnTo>
                  <a:pt x="393830" y="525104"/>
                </a:lnTo>
                <a:lnTo>
                  <a:pt x="388353" y="543211"/>
                </a:lnTo>
                <a:lnTo>
                  <a:pt x="382886" y="561318"/>
                </a:lnTo>
                <a:lnTo>
                  <a:pt x="377419" y="579425"/>
                </a:lnTo>
                <a:lnTo>
                  <a:pt x="371942" y="597532"/>
                </a:lnTo>
                <a:lnTo>
                  <a:pt x="366474" y="615639"/>
                </a:lnTo>
                <a:lnTo>
                  <a:pt x="361007" y="633746"/>
                </a:lnTo>
                <a:lnTo>
                  <a:pt x="355540" y="651853"/>
                </a:lnTo>
                <a:lnTo>
                  <a:pt x="350063" y="669960"/>
                </a:lnTo>
                <a:lnTo>
                  <a:pt x="344595" y="688067"/>
                </a:lnTo>
                <a:lnTo>
                  <a:pt x="339128" y="706174"/>
                </a:lnTo>
                <a:lnTo>
                  <a:pt x="333661" y="724281"/>
                </a:lnTo>
                <a:lnTo>
                  <a:pt x="328184" y="742388"/>
                </a:lnTo>
                <a:lnTo>
                  <a:pt x="322717" y="760495"/>
                </a:lnTo>
                <a:lnTo>
                  <a:pt x="317249" y="778602"/>
                </a:lnTo>
                <a:lnTo>
                  <a:pt x="311782" y="796709"/>
                </a:lnTo>
                <a:lnTo>
                  <a:pt x="306305" y="814816"/>
                </a:lnTo>
                <a:lnTo>
                  <a:pt x="300838" y="832923"/>
                </a:lnTo>
                <a:lnTo>
                  <a:pt x="295370" y="851030"/>
                </a:lnTo>
                <a:lnTo>
                  <a:pt x="289903" y="869137"/>
                </a:lnTo>
                <a:lnTo>
                  <a:pt x="284426" y="887235"/>
                </a:lnTo>
                <a:lnTo>
                  <a:pt x="278959" y="905342"/>
                </a:lnTo>
                <a:lnTo>
                  <a:pt x="273491" y="923458"/>
                </a:lnTo>
                <a:lnTo>
                  <a:pt x="268024" y="941565"/>
                </a:lnTo>
                <a:lnTo>
                  <a:pt x="262547" y="959663"/>
                </a:lnTo>
                <a:lnTo>
                  <a:pt x="257080" y="977770"/>
                </a:lnTo>
                <a:lnTo>
                  <a:pt x="251612" y="995877"/>
                </a:lnTo>
                <a:lnTo>
                  <a:pt x="246145" y="1013984"/>
                </a:lnTo>
                <a:lnTo>
                  <a:pt x="240668" y="1032091"/>
                </a:lnTo>
                <a:lnTo>
                  <a:pt x="235201" y="1050198"/>
                </a:lnTo>
                <a:lnTo>
                  <a:pt x="229733" y="1068305"/>
                </a:lnTo>
                <a:lnTo>
                  <a:pt x="224266" y="1086412"/>
                </a:lnTo>
                <a:lnTo>
                  <a:pt x="218789" y="1104519"/>
                </a:lnTo>
                <a:lnTo>
                  <a:pt x="213322" y="1122626"/>
                </a:lnTo>
                <a:lnTo>
                  <a:pt x="207855" y="1140733"/>
                </a:lnTo>
                <a:lnTo>
                  <a:pt x="202378" y="1158840"/>
                </a:lnTo>
                <a:lnTo>
                  <a:pt x="196910" y="1176947"/>
                </a:lnTo>
                <a:lnTo>
                  <a:pt x="191443" y="1195054"/>
                </a:lnTo>
                <a:lnTo>
                  <a:pt x="185976" y="1213161"/>
                </a:lnTo>
                <a:lnTo>
                  <a:pt x="180508" y="1231268"/>
                </a:lnTo>
                <a:lnTo>
                  <a:pt x="175031" y="1249375"/>
                </a:lnTo>
                <a:lnTo>
                  <a:pt x="169564" y="1267482"/>
                </a:lnTo>
                <a:lnTo>
                  <a:pt x="164097" y="1285589"/>
                </a:lnTo>
                <a:lnTo>
                  <a:pt x="158620" y="1303696"/>
                </a:lnTo>
                <a:lnTo>
                  <a:pt x="153152" y="1321803"/>
                </a:lnTo>
                <a:lnTo>
                  <a:pt x="147685" y="1339910"/>
                </a:lnTo>
                <a:lnTo>
                  <a:pt x="142218" y="1358017"/>
                </a:lnTo>
                <a:lnTo>
                  <a:pt x="136741" y="1376124"/>
                </a:lnTo>
                <a:lnTo>
                  <a:pt x="131274" y="1394231"/>
                </a:lnTo>
                <a:lnTo>
                  <a:pt x="125806" y="1412338"/>
                </a:lnTo>
                <a:lnTo>
                  <a:pt x="120339" y="1430445"/>
                </a:lnTo>
                <a:lnTo>
                  <a:pt x="114862" y="1448552"/>
                </a:lnTo>
                <a:lnTo>
                  <a:pt x="109395" y="1466660"/>
                </a:lnTo>
                <a:lnTo>
                  <a:pt x="103927" y="1484767"/>
                </a:lnTo>
                <a:lnTo>
                  <a:pt x="98460" y="1502874"/>
                </a:lnTo>
                <a:lnTo>
                  <a:pt x="92983" y="1520981"/>
                </a:lnTo>
                <a:lnTo>
                  <a:pt x="87516" y="1539088"/>
                </a:lnTo>
                <a:lnTo>
                  <a:pt x="82048" y="1557195"/>
                </a:lnTo>
                <a:lnTo>
                  <a:pt x="76581" y="1575302"/>
                </a:lnTo>
                <a:lnTo>
                  <a:pt x="71104" y="1593409"/>
                </a:lnTo>
                <a:lnTo>
                  <a:pt x="65637" y="1611516"/>
                </a:lnTo>
                <a:lnTo>
                  <a:pt x="60169" y="1629623"/>
                </a:lnTo>
                <a:lnTo>
                  <a:pt x="54702" y="1647730"/>
                </a:lnTo>
                <a:lnTo>
                  <a:pt x="49225" y="1665837"/>
                </a:lnTo>
                <a:lnTo>
                  <a:pt x="43758" y="1683944"/>
                </a:lnTo>
                <a:lnTo>
                  <a:pt x="38290" y="1702051"/>
                </a:lnTo>
                <a:lnTo>
                  <a:pt x="32823" y="1720158"/>
                </a:lnTo>
                <a:lnTo>
                  <a:pt x="27346" y="1738265"/>
                </a:lnTo>
                <a:lnTo>
                  <a:pt x="21879" y="1756372"/>
                </a:lnTo>
                <a:lnTo>
                  <a:pt x="16412" y="1774479"/>
                </a:lnTo>
                <a:lnTo>
                  <a:pt x="10935" y="1792586"/>
                </a:lnTo>
                <a:lnTo>
                  <a:pt x="5467" y="1810693"/>
                </a:lnTo>
                <a:lnTo>
                  <a:pt x="0" y="182880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8" name="cause-branch-5">
            <a:extLst xmlns:a="http://schemas.openxmlformats.org/drawingml/2006/main">
              <a:ext uri="{FF2B5EF4-FFF2-40B4-BE49-F238E27FC236}">
                <a16:creationId xmlns:a16="http://schemas.microsoft.com/office/drawing/2014/main" id="{DA963728-FFD8-4969-B366-AC9C6EAE6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29675" y="3924300"/>
            <a:ext cx="552450" cy="1609725"/>
          </a:xfrm>
          <a:custGeom xmlns:a="http://schemas.openxmlformats.org/drawingml/2006/main">
            <a:pathLst>
              <a:path w="552450" h="1609725">
                <a:moveTo>
                  <a:pt x="552450" y="0"/>
                </a:moveTo>
                <a:lnTo>
                  <a:pt x="546316" y="17888"/>
                </a:lnTo>
                <a:lnTo>
                  <a:pt x="540172" y="35776"/>
                </a:lnTo>
                <a:lnTo>
                  <a:pt x="534038" y="53654"/>
                </a:lnTo>
                <a:lnTo>
                  <a:pt x="527895" y="71542"/>
                </a:lnTo>
                <a:lnTo>
                  <a:pt x="521760" y="89430"/>
                </a:lnTo>
                <a:lnTo>
                  <a:pt x="515617" y="107318"/>
                </a:lnTo>
                <a:lnTo>
                  <a:pt x="509483" y="125197"/>
                </a:lnTo>
                <a:lnTo>
                  <a:pt x="503339" y="143085"/>
                </a:lnTo>
                <a:lnTo>
                  <a:pt x="497205" y="160973"/>
                </a:lnTo>
                <a:lnTo>
                  <a:pt x="491071" y="178860"/>
                </a:lnTo>
                <a:lnTo>
                  <a:pt x="484927" y="196748"/>
                </a:lnTo>
                <a:lnTo>
                  <a:pt x="478793" y="214627"/>
                </a:lnTo>
                <a:lnTo>
                  <a:pt x="472650" y="232515"/>
                </a:lnTo>
                <a:lnTo>
                  <a:pt x="466515" y="250403"/>
                </a:lnTo>
                <a:lnTo>
                  <a:pt x="460372" y="268291"/>
                </a:lnTo>
                <a:lnTo>
                  <a:pt x="454238" y="286169"/>
                </a:lnTo>
                <a:lnTo>
                  <a:pt x="448094" y="304057"/>
                </a:lnTo>
                <a:lnTo>
                  <a:pt x="441960" y="321945"/>
                </a:lnTo>
                <a:lnTo>
                  <a:pt x="435826" y="339833"/>
                </a:lnTo>
                <a:lnTo>
                  <a:pt x="429682" y="357721"/>
                </a:lnTo>
                <a:lnTo>
                  <a:pt x="423548" y="375599"/>
                </a:lnTo>
                <a:lnTo>
                  <a:pt x="417405" y="393487"/>
                </a:lnTo>
                <a:lnTo>
                  <a:pt x="411270" y="411375"/>
                </a:lnTo>
                <a:lnTo>
                  <a:pt x="405127" y="429263"/>
                </a:lnTo>
                <a:lnTo>
                  <a:pt x="398993" y="447142"/>
                </a:lnTo>
                <a:lnTo>
                  <a:pt x="392849" y="465030"/>
                </a:lnTo>
                <a:lnTo>
                  <a:pt x="386715" y="482918"/>
                </a:lnTo>
                <a:lnTo>
                  <a:pt x="380581" y="500805"/>
                </a:lnTo>
                <a:lnTo>
                  <a:pt x="374437" y="518693"/>
                </a:lnTo>
                <a:lnTo>
                  <a:pt x="368303" y="536572"/>
                </a:lnTo>
                <a:lnTo>
                  <a:pt x="362160" y="554460"/>
                </a:lnTo>
                <a:lnTo>
                  <a:pt x="356025" y="572348"/>
                </a:lnTo>
                <a:lnTo>
                  <a:pt x="349882" y="590236"/>
                </a:lnTo>
                <a:lnTo>
                  <a:pt x="343748" y="608114"/>
                </a:lnTo>
                <a:lnTo>
                  <a:pt x="337604" y="626002"/>
                </a:lnTo>
                <a:lnTo>
                  <a:pt x="331470" y="643890"/>
                </a:lnTo>
                <a:lnTo>
                  <a:pt x="325336" y="661778"/>
                </a:lnTo>
                <a:lnTo>
                  <a:pt x="319192" y="679666"/>
                </a:lnTo>
                <a:lnTo>
                  <a:pt x="313058" y="697544"/>
                </a:lnTo>
                <a:lnTo>
                  <a:pt x="306915" y="715432"/>
                </a:lnTo>
                <a:lnTo>
                  <a:pt x="300780" y="733320"/>
                </a:lnTo>
                <a:lnTo>
                  <a:pt x="294637" y="751208"/>
                </a:lnTo>
                <a:lnTo>
                  <a:pt x="288503" y="769087"/>
                </a:lnTo>
                <a:lnTo>
                  <a:pt x="282359" y="786975"/>
                </a:lnTo>
                <a:lnTo>
                  <a:pt x="276225" y="804863"/>
                </a:lnTo>
                <a:lnTo>
                  <a:pt x="270091" y="822750"/>
                </a:lnTo>
                <a:lnTo>
                  <a:pt x="263947" y="840638"/>
                </a:lnTo>
                <a:lnTo>
                  <a:pt x="257813" y="858517"/>
                </a:lnTo>
                <a:lnTo>
                  <a:pt x="251670" y="876405"/>
                </a:lnTo>
                <a:lnTo>
                  <a:pt x="245535" y="894293"/>
                </a:lnTo>
                <a:lnTo>
                  <a:pt x="239392" y="912181"/>
                </a:lnTo>
                <a:lnTo>
                  <a:pt x="233258" y="930059"/>
                </a:lnTo>
                <a:lnTo>
                  <a:pt x="227114" y="947947"/>
                </a:lnTo>
                <a:lnTo>
                  <a:pt x="220980" y="965835"/>
                </a:lnTo>
                <a:lnTo>
                  <a:pt x="214846" y="983723"/>
                </a:lnTo>
                <a:lnTo>
                  <a:pt x="208702" y="1001611"/>
                </a:lnTo>
                <a:lnTo>
                  <a:pt x="202568" y="1019489"/>
                </a:lnTo>
                <a:lnTo>
                  <a:pt x="196425" y="1037377"/>
                </a:lnTo>
                <a:lnTo>
                  <a:pt x="190290" y="1055265"/>
                </a:lnTo>
                <a:lnTo>
                  <a:pt x="184147" y="1073153"/>
                </a:lnTo>
                <a:lnTo>
                  <a:pt x="178013" y="1091032"/>
                </a:lnTo>
                <a:lnTo>
                  <a:pt x="171869" y="1108920"/>
                </a:lnTo>
                <a:lnTo>
                  <a:pt x="165735" y="1126808"/>
                </a:lnTo>
                <a:lnTo>
                  <a:pt x="159601" y="1144695"/>
                </a:lnTo>
                <a:lnTo>
                  <a:pt x="153457" y="1162583"/>
                </a:lnTo>
                <a:lnTo>
                  <a:pt x="147323" y="1180462"/>
                </a:lnTo>
                <a:lnTo>
                  <a:pt x="141180" y="1198350"/>
                </a:lnTo>
                <a:lnTo>
                  <a:pt x="135045" y="1216238"/>
                </a:lnTo>
                <a:lnTo>
                  <a:pt x="128902" y="1234126"/>
                </a:lnTo>
                <a:lnTo>
                  <a:pt x="122768" y="1252004"/>
                </a:lnTo>
                <a:lnTo>
                  <a:pt x="116624" y="1269892"/>
                </a:lnTo>
                <a:lnTo>
                  <a:pt x="110490" y="1287780"/>
                </a:lnTo>
                <a:lnTo>
                  <a:pt x="104356" y="1305668"/>
                </a:lnTo>
                <a:lnTo>
                  <a:pt x="98212" y="1323556"/>
                </a:lnTo>
                <a:lnTo>
                  <a:pt x="92078" y="1341434"/>
                </a:lnTo>
                <a:lnTo>
                  <a:pt x="85935" y="1359322"/>
                </a:lnTo>
                <a:lnTo>
                  <a:pt x="79800" y="1377210"/>
                </a:lnTo>
                <a:lnTo>
                  <a:pt x="73657" y="1395098"/>
                </a:lnTo>
                <a:lnTo>
                  <a:pt x="67523" y="1412977"/>
                </a:lnTo>
                <a:lnTo>
                  <a:pt x="61379" y="1430865"/>
                </a:lnTo>
                <a:lnTo>
                  <a:pt x="55245" y="1448753"/>
                </a:lnTo>
                <a:lnTo>
                  <a:pt x="49111" y="1466640"/>
                </a:lnTo>
                <a:lnTo>
                  <a:pt x="42967" y="1484528"/>
                </a:lnTo>
                <a:lnTo>
                  <a:pt x="36833" y="1502407"/>
                </a:lnTo>
                <a:lnTo>
                  <a:pt x="30690" y="1520295"/>
                </a:lnTo>
                <a:lnTo>
                  <a:pt x="24555" y="1538183"/>
                </a:lnTo>
                <a:lnTo>
                  <a:pt x="18412" y="1556071"/>
                </a:lnTo>
                <a:lnTo>
                  <a:pt x="12278" y="1573949"/>
                </a:lnTo>
                <a:lnTo>
                  <a:pt x="6134" y="1591837"/>
                </a:lnTo>
                <a:lnTo>
                  <a:pt x="0" y="1609725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9" name="causal-anchor-0">
            <a:extLst xmlns:a="http://schemas.openxmlformats.org/drawingml/2006/main">
              <a:ext uri="{FF2B5EF4-FFF2-40B4-BE49-F238E27FC236}">
                <a16:creationId xmlns:a16="http://schemas.microsoft.com/office/drawing/2014/main" id="{783A1B3F-EA16-44CC-ABC8-727FE4972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10" name="causal-anchor-1">
            <a:extLst xmlns:a="http://schemas.openxmlformats.org/drawingml/2006/main">
              <a:ext uri="{FF2B5EF4-FFF2-40B4-BE49-F238E27FC236}">
                <a16:creationId xmlns:a16="http://schemas.microsoft.com/office/drawing/2014/main" id="{3FBD4B54-D0BA-4D82-BA85-9999E4B6C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722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11" name="causal-anchor-2">
            <a:extLst xmlns:a="http://schemas.openxmlformats.org/drawingml/2006/main">
              <a:ext uri="{FF2B5EF4-FFF2-40B4-BE49-F238E27FC236}">
                <a16:creationId xmlns:a16="http://schemas.microsoft.com/office/drawing/2014/main" id="{04BB308A-326E-40E8-B72F-397AA350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297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12" name="causal-effect-head">
            <a:extLst xmlns:a="http://schemas.openxmlformats.org/drawingml/2006/main">
              <a:ext uri="{FF2B5EF4-FFF2-40B4-BE49-F238E27FC236}">
                <a16:creationId xmlns:a16="http://schemas.microsoft.com/office/drawing/2014/main" id="{F294BE5B-30F5-4F88-8374-0C903347F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82225" y="2781300"/>
            <a:ext cx="1426426" cy="2283914"/>
          </a:xfrm>
          <a:custGeom xmlns:a="http://schemas.openxmlformats.org/drawingml/2006/main">
            <a:pathLst>
              <a:path w="1426426" h="2283914">
                <a:moveTo>
                  <a:pt x="0" y="0"/>
                </a:moveTo>
                <a:lnTo>
                  <a:pt x="25203" y="4181"/>
                </a:lnTo>
                <a:lnTo>
                  <a:pt x="50349" y="8649"/>
                </a:lnTo>
                <a:lnTo>
                  <a:pt x="75448" y="13402"/>
                </a:lnTo>
                <a:lnTo>
                  <a:pt x="100489" y="18450"/>
                </a:lnTo>
                <a:lnTo>
                  <a:pt x="125463" y="23803"/>
                </a:lnTo>
                <a:lnTo>
                  <a:pt x="150381" y="29442"/>
                </a:lnTo>
                <a:lnTo>
                  <a:pt x="175222" y="35385"/>
                </a:lnTo>
                <a:lnTo>
                  <a:pt x="199987" y="41643"/>
                </a:lnTo>
                <a:lnTo>
                  <a:pt x="224676" y="48196"/>
                </a:lnTo>
                <a:lnTo>
                  <a:pt x="249279" y="55064"/>
                </a:lnTo>
                <a:lnTo>
                  <a:pt x="273796" y="62236"/>
                </a:lnTo>
                <a:lnTo>
                  <a:pt x="298218" y="69733"/>
                </a:lnTo>
                <a:lnTo>
                  <a:pt x="322536" y="77534"/>
                </a:lnTo>
                <a:lnTo>
                  <a:pt x="346758" y="85658"/>
                </a:lnTo>
                <a:lnTo>
                  <a:pt x="370865" y="94107"/>
                </a:lnTo>
                <a:lnTo>
                  <a:pt x="394859" y="102870"/>
                </a:lnTo>
                <a:lnTo>
                  <a:pt x="418729" y="111957"/>
                </a:lnTo>
                <a:lnTo>
                  <a:pt x="442474" y="121368"/>
                </a:lnTo>
                <a:lnTo>
                  <a:pt x="466087" y="131102"/>
                </a:lnTo>
                <a:lnTo>
                  <a:pt x="489566" y="141161"/>
                </a:lnTo>
                <a:lnTo>
                  <a:pt x="512912" y="151543"/>
                </a:lnTo>
                <a:lnTo>
                  <a:pt x="536096" y="162258"/>
                </a:lnTo>
                <a:lnTo>
                  <a:pt x="559127" y="173307"/>
                </a:lnTo>
                <a:lnTo>
                  <a:pt x="582006" y="184671"/>
                </a:lnTo>
                <a:lnTo>
                  <a:pt x="604714" y="196367"/>
                </a:lnTo>
                <a:lnTo>
                  <a:pt x="627250" y="208388"/>
                </a:lnTo>
                <a:lnTo>
                  <a:pt x="649615" y="220742"/>
                </a:lnTo>
                <a:lnTo>
                  <a:pt x="671789" y="233420"/>
                </a:lnTo>
                <a:lnTo>
                  <a:pt x="693782" y="246412"/>
                </a:lnTo>
                <a:lnTo>
                  <a:pt x="715575" y="259737"/>
                </a:lnTo>
                <a:lnTo>
                  <a:pt x="737168" y="273377"/>
                </a:lnTo>
                <a:lnTo>
                  <a:pt x="758552" y="287350"/>
                </a:lnTo>
                <a:lnTo>
                  <a:pt x="779736" y="301628"/>
                </a:lnTo>
                <a:lnTo>
                  <a:pt x="800691" y="316230"/>
                </a:lnTo>
                <a:lnTo>
                  <a:pt x="821426" y="331146"/>
                </a:lnTo>
                <a:lnTo>
                  <a:pt x="841943" y="346367"/>
                </a:lnTo>
                <a:lnTo>
                  <a:pt x="862222" y="361902"/>
                </a:lnTo>
                <a:lnTo>
                  <a:pt x="882253" y="377742"/>
                </a:lnTo>
                <a:lnTo>
                  <a:pt x="902056" y="393878"/>
                </a:lnTo>
                <a:lnTo>
                  <a:pt x="921601" y="410327"/>
                </a:lnTo>
                <a:lnTo>
                  <a:pt x="940908" y="427053"/>
                </a:lnTo>
                <a:lnTo>
                  <a:pt x="959939" y="444084"/>
                </a:lnTo>
                <a:lnTo>
                  <a:pt x="978732" y="461401"/>
                </a:lnTo>
                <a:lnTo>
                  <a:pt x="997239" y="478993"/>
                </a:lnTo>
                <a:lnTo>
                  <a:pt x="1015489" y="496872"/>
                </a:lnTo>
                <a:lnTo>
                  <a:pt x="1033463" y="515017"/>
                </a:lnTo>
                <a:lnTo>
                  <a:pt x="1051160" y="533438"/>
                </a:lnTo>
                <a:lnTo>
                  <a:pt x="1068581" y="552117"/>
                </a:lnTo>
                <a:lnTo>
                  <a:pt x="1085717" y="571062"/>
                </a:lnTo>
                <a:lnTo>
                  <a:pt x="1102566" y="590264"/>
                </a:lnTo>
                <a:lnTo>
                  <a:pt x="1119130" y="609705"/>
                </a:lnTo>
                <a:lnTo>
                  <a:pt x="1135409" y="629393"/>
                </a:lnTo>
                <a:lnTo>
                  <a:pt x="1151382" y="649329"/>
                </a:lnTo>
                <a:lnTo>
                  <a:pt x="1167070" y="669484"/>
                </a:lnTo>
                <a:lnTo>
                  <a:pt x="1182453" y="689877"/>
                </a:lnTo>
                <a:lnTo>
                  <a:pt x="1197540" y="710489"/>
                </a:lnTo>
                <a:lnTo>
                  <a:pt x="1212323" y="731320"/>
                </a:lnTo>
                <a:lnTo>
                  <a:pt x="1226810" y="752361"/>
                </a:lnTo>
                <a:lnTo>
                  <a:pt x="1240993" y="773611"/>
                </a:lnTo>
                <a:lnTo>
                  <a:pt x="1254871" y="795052"/>
                </a:lnTo>
                <a:lnTo>
                  <a:pt x="1268444" y="816693"/>
                </a:lnTo>
                <a:lnTo>
                  <a:pt x="1281713" y="838524"/>
                </a:lnTo>
                <a:lnTo>
                  <a:pt x="1294667" y="860536"/>
                </a:lnTo>
                <a:lnTo>
                  <a:pt x="1307325" y="882720"/>
                </a:lnTo>
                <a:lnTo>
                  <a:pt x="1319670" y="905085"/>
                </a:lnTo>
                <a:lnTo>
                  <a:pt x="1331719" y="927611"/>
                </a:lnTo>
                <a:lnTo>
                  <a:pt x="1343454" y="950290"/>
                </a:lnTo>
                <a:lnTo>
                  <a:pt x="1354884" y="973141"/>
                </a:lnTo>
                <a:lnTo>
                  <a:pt x="1366018" y="996134"/>
                </a:lnTo>
                <a:lnTo>
                  <a:pt x="1376839" y="1019270"/>
                </a:lnTo>
                <a:lnTo>
                  <a:pt x="1387354" y="1042549"/>
                </a:lnTo>
                <a:lnTo>
                  <a:pt x="1397575" y="1065952"/>
                </a:lnTo>
                <a:lnTo>
                  <a:pt x="1407490" y="1089498"/>
                </a:lnTo>
                <a:lnTo>
                  <a:pt x="1417110" y="1113158"/>
                </a:lnTo>
                <a:lnTo>
                  <a:pt x="1426426" y="1136942"/>
                </a:lnTo>
                <a:lnTo>
                  <a:pt x="1421882" y="1160774"/>
                </a:lnTo>
                <a:lnTo>
                  <a:pt x="1412415" y="1184500"/>
                </a:lnTo>
                <a:lnTo>
                  <a:pt x="1402652" y="1208103"/>
                </a:lnTo>
                <a:lnTo>
                  <a:pt x="1392584" y="1231583"/>
                </a:lnTo>
                <a:lnTo>
                  <a:pt x="1382220" y="1254928"/>
                </a:lnTo>
                <a:lnTo>
                  <a:pt x="1371552" y="1278141"/>
                </a:lnTo>
                <a:lnTo>
                  <a:pt x="1360580" y="1301210"/>
                </a:lnTo>
                <a:lnTo>
                  <a:pt x="1349292" y="1324127"/>
                </a:lnTo>
                <a:lnTo>
                  <a:pt x="1337720" y="1346892"/>
                </a:lnTo>
                <a:lnTo>
                  <a:pt x="1325823" y="1369505"/>
                </a:lnTo>
                <a:lnTo>
                  <a:pt x="1313631" y="1391945"/>
                </a:lnTo>
                <a:lnTo>
                  <a:pt x="1301134" y="1414224"/>
                </a:lnTo>
                <a:lnTo>
                  <a:pt x="1288332" y="1436322"/>
                </a:lnTo>
                <a:lnTo>
                  <a:pt x="1275217" y="1458249"/>
                </a:lnTo>
                <a:lnTo>
                  <a:pt x="1261796" y="1479985"/>
                </a:lnTo>
                <a:lnTo>
                  <a:pt x="1248070" y="1501531"/>
                </a:lnTo>
                <a:lnTo>
                  <a:pt x="1234049" y="1522876"/>
                </a:lnTo>
                <a:lnTo>
                  <a:pt x="1219714" y="1544022"/>
                </a:lnTo>
                <a:lnTo>
                  <a:pt x="1205084" y="1564958"/>
                </a:lnTo>
                <a:lnTo>
                  <a:pt x="1190149" y="1585684"/>
                </a:lnTo>
                <a:lnTo>
                  <a:pt x="1174918" y="1606182"/>
                </a:lnTo>
                <a:lnTo>
                  <a:pt x="1159383" y="1626460"/>
                </a:lnTo>
                <a:lnTo>
                  <a:pt x="1143552" y="1646511"/>
                </a:lnTo>
                <a:lnTo>
                  <a:pt x="1127436" y="1666323"/>
                </a:lnTo>
                <a:lnTo>
                  <a:pt x="1111015" y="1685896"/>
                </a:lnTo>
                <a:lnTo>
                  <a:pt x="1094308" y="1705223"/>
                </a:lnTo>
                <a:lnTo>
                  <a:pt x="1077316" y="1724292"/>
                </a:lnTo>
                <a:lnTo>
                  <a:pt x="1060047" y="1743113"/>
                </a:lnTo>
                <a:lnTo>
                  <a:pt x="1042483" y="1761658"/>
                </a:lnTo>
                <a:lnTo>
                  <a:pt x="1024652" y="1779946"/>
                </a:lnTo>
                <a:lnTo>
                  <a:pt x="1006545" y="1797958"/>
                </a:lnTo>
                <a:lnTo>
                  <a:pt x="988162" y="1815703"/>
                </a:lnTo>
                <a:lnTo>
                  <a:pt x="969512" y="1833162"/>
                </a:lnTo>
                <a:lnTo>
                  <a:pt x="950605" y="1850327"/>
                </a:lnTo>
                <a:lnTo>
                  <a:pt x="931440" y="1867214"/>
                </a:lnTo>
                <a:lnTo>
                  <a:pt x="912019" y="1883807"/>
                </a:lnTo>
                <a:lnTo>
                  <a:pt x="892340" y="1900095"/>
                </a:lnTo>
                <a:lnTo>
                  <a:pt x="872423" y="1916087"/>
                </a:lnTo>
                <a:lnTo>
                  <a:pt x="852268" y="1931784"/>
                </a:lnTo>
                <a:lnTo>
                  <a:pt x="831875" y="1947167"/>
                </a:lnTo>
                <a:lnTo>
                  <a:pt x="811254" y="1962236"/>
                </a:lnTo>
                <a:lnTo>
                  <a:pt x="790404" y="1976999"/>
                </a:lnTo>
                <a:lnTo>
                  <a:pt x="769334" y="1991439"/>
                </a:lnTo>
                <a:lnTo>
                  <a:pt x="748055" y="2005565"/>
                </a:lnTo>
                <a:lnTo>
                  <a:pt x="726557" y="2019376"/>
                </a:lnTo>
                <a:lnTo>
                  <a:pt x="704869" y="2032864"/>
                </a:lnTo>
                <a:lnTo>
                  <a:pt x="682981" y="2046027"/>
                </a:lnTo>
                <a:lnTo>
                  <a:pt x="660892" y="2058867"/>
                </a:lnTo>
                <a:lnTo>
                  <a:pt x="638623" y="2071383"/>
                </a:lnTo>
                <a:lnTo>
                  <a:pt x="616182" y="2083565"/>
                </a:lnTo>
                <a:lnTo>
                  <a:pt x="593560" y="2095433"/>
                </a:lnTo>
                <a:lnTo>
                  <a:pt x="570767" y="2106959"/>
                </a:lnTo>
                <a:lnTo>
                  <a:pt x="547811" y="2118170"/>
                </a:lnTo>
                <a:lnTo>
                  <a:pt x="524704" y="2129047"/>
                </a:lnTo>
                <a:lnTo>
                  <a:pt x="501444" y="2139601"/>
                </a:lnTo>
                <a:lnTo>
                  <a:pt x="478031" y="2149831"/>
                </a:lnTo>
                <a:lnTo>
                  <a:pt x="454485" y="2159727"/>
                </a:lnTo>
                <a:lnTo>
                  <a:pt x="430806" y="2169309"/>
                </a:lnTo>
                <a:lnTo>
                  <a:pt x="406994" y="2178558"/>
                </a:lnTo>
                <a:lnTo>
                  <a:pt x="383057" y="2187483"/>
                </a:lnTo>
                <a:lnTo>
                  <a:pt x="359007" y="2196094"/>
                </a:lnTo>
                <a:lnTo>
                  <a:pt x="334851" y="2204380"/>
                </a:lnTo>
                <a:lnTo>
                  <a:pt x="310582" y="2212343"/>
                </a:lnTo>
                <a:lnTo>
                  <a:pt x="286207" y="2220001"/>
                </a:lnTo>
                <a:lnTo>
                  <a:pt x="261737" y="2227336"/>
                </a:lnTo>
                <a:lnTo>
                  <a:pt x="237182" y="2234355"/>
                </a:lnTo>
                <a:lnTo>
                  <a:pt x="212531" y="2241071"/>
                </a:lnTo>
                <a:lnTo>
                  <a:pt x="187804" y="2247481"/>
                </a:lnTo>
                <a:lnTo>
                  <a:pt x="163001" y="2253577"/>
                </a:lnTo>
                <a:lnTo>
                  <a:pt x="138122" y="2259378"/>
                </a:lnTo>
                <a:lnTo>
                  <a:pt x="113176" y="2264874"/>
                </a:lnTo>
                <a:lnTo>
                  <a:pt x="88173" y="2270065"/>
                </a:lnTo>
                <a:lnTo>
                  <a:pt x="63103" y="2274970"/>
                </a:lnTo>
                <a:lnTo>
                  <a:pt x="37976" y="2279590"/>
                </a:lnTo>
                <a:lnTo>
                  <a:pt x="12802" y="2283914"/>
                </a:lnTo>
                <a:lnTo>
                  <a:pt x="0" y="2273427"/>
                </a:lnTo>
                <a:lnTo>
                  <a:pt x="0" y="2247881"/>
                </a:lnTo>
                <a:lnTo>
                  <a:pt x="0" y="2222335"/>
                </a:lnTo>
                <a:lnTo>
                  <a:pt x="0" y="2196789"/>
                </a:lnTo>
                <a:lnTo>
                  <a:pt x="0" y="2171252"/>
                </a:lnTo>
                <a:lnTo>
                  <a:pt x="0" y="2145706"/>
                </a:lnTo>
                <a:lnTo>
                  <a:pt x="0" y="2120160"/>
                </a:lnTo>
                <a:lnTo>
                  <a:pt x="0" y="2094614"/>
                </a:lnTo>
                <a:lnTo>
                  <a:pt x="0" y="2069078"/>
                </a:lnTo>
                <a:lnTo>
                  <a:pt x="0" y="2043532"/>
                </a:lnTo>
                <a:lnTo>
                  <a:pt x="0" y="2017986"/>
                </a:lnTo>
                <a:lnTo>
                  <a:pt x="0" y="1992440"/>
                </a:lnTo>
                <a:lnTo>
                  <a:pt x="0" y="1966893"/>
                </a:lnTo>
                <a:lnTo>
                  <a:pt x="0" y="1941357"/>
                </a:lnTo>
                <a:lnTo>
                  <a:pt x="0" y="1915811"/>
                </a:lnTo>
                <a:lnTo>
                  <a:pt x="0" y="1890265"/>
                </a:lnTo>
                <a:lnTo>
                  <a:pt x="0" y="1864719"/>
                </a:lnTo>
                <a:lnTo>
                  <a:pt x="0" y="1839173"/>
                </a:lnTo>
                <a:lnTo>
                  <a:pt x="0" y="1813636"/>
                </a:lnTo>
                <a:lnTo>
                  <a:pt x="0" y="1788090"/>
                </a:lnTo>
                <a:lnTo>
                  <a:pt x="0" y="1762544"/>
                </a:lnTo>
                <a:lnTo>
                  <a:pt x="0" y="1736998"/>
                </a:lnTo>
                <a:lnTo>
                  <a:pt x="0" y="1711452"/>
                </a:lnTo>
                <a:lnTo>
                  <a:pt x="0" y="1685915"/>
                </a:lnTo>
                <a:lnTo>
                  <a:pt x="0" y="1660369"/>
                </a:lnTo>
                <a:lnTo>
                  <a:pt x="0" y="1634823"/>
                </a:lnTo>
                <a:lnTo>
                  <a:pt x="0" y="1609277"/>
                </a:lnTo>
                <a:lnTo>
                  <a:pt x="0" y="1583731"/>
                </a:lnTo>
                <a:lnTo>
                  <a:pt x="0" y="1558195"/>
                </a:lnTo>
                <a:lnTo>
                  <a:pt x="0" y="1532649"/>
                </a:lnTo>
                <a:lnTo>
                  <a:pt x="0" y="1507103"/>
                </a:lnTo>
                <a:lnTo>
                  <a:pt x="0" y="1481557"/>
                </a:lnTo>
                <a:lnTo>
                  <a:pt x="0" y="1456011"/>
                </a:lnTo>
                <a:lnTo>
                  <a:pt x="0" y="1430474"/>
                </a:lnTo>
                <a:lnTo>
                  <a:pt x="0" y="1404928"/>
                </a:lnTo>
                <a:lnTo>
                  <a:pt x="0" y="1379382"/>
                </a:lnTo>
                <a:lnTo>
                  <a:pt x="0" y="1353836"/>
                </a:lnTo>
                <a:lnTo>
                  <a:pt x="0" y="1328290"/>
                </a:lnTo>
                <a:lnTo>
                  <a:pt x="0" y="1302753"/>
                </a:lnTo>
                <a:lnTo>
                  <a:pt x="0" y="1277207"/>
                </a:lnTo>
                <a:lnTo>
                  <a:pt x="0" y="1251661"/>
                </a:lnTo>
                <a:lnTo>
                  <a:pt x="0" y="1226115"/>
                </a:lnTo>
                <a:lnTo>
                  <a:pt x="0" y="1200569"/>
                </a:lnTo>
                <a:lnTo>
                  <a:pt x="0" y="1175033"/>
                </a:lnTo>
                <a:lnTo>
                  <a:pt x="0" y="1149487"/>
                </a:lnTo>
                <a:lnTo>
                  <a:pt x="0" y="1123940"/>
                </a:lnTo>
                <a:lnTo>
                  <a:pt x="0" y="1098394"/>
                </a:lnTo>
                <a:lnTo>
                  <a:pt x="0" y="1072848"/>
                </a:lnTo>
                <a:lnTo>
                  <a:pt x="0" y="1047312"/>
                </a:lnTo>
                <a:lnTo>
                  <a:pt x="0" y="1021766"/>
                </a:lnTo>
                <a:lnTo>
                  <a:pt x="0" y="996220"/>
                </a:lnTo>
                <a:lnTo>
                  <a:pt x="0" y="970674"/>
                </a:lnTo>
                <a:lnTo>
                  <a:pt x="0" y="945137"/>
                </a:lnTo>
                <a:lnTo>
                  <a:pt x="0" y="919591"/>
                </a:lnTo>
                <a:lnTo>
                  <a:pt x="0" y="894045"/>
                </a:lnTo>
                <a:lnTo>
                  <a:pt x="0" y="868499"/>
                </a:lnTo>
                <a:lnTo>
                  <a:pt x="0" y="842953"/>
                </a:lnTo>
                <a:lnTo>
                  <a:pt x="0" y="817416"/>
                </a:lnTo>
                <a:lnTo>
                  <a:pt x="0" y="791870"/>
                </a:lnTo>
                <a:lnTo>
                  <a:pt x="0" y="766324"/>
                </a:lnTo>
                <a:lnTo>
                  <a:pt x="0" y="740778"/>
                </a:lnTo>
                <a:lnTo>
                  <a:pt x="0" y="715232"/>
                </a:lnTo>
                <a:lnTo>
                  <a:pt x="0" y="689696"/>
                </a:lnTo>
                <a:lnTo>
                  <a:pt x="0" y="664150"/>
                </a:lnTo>
                <a:lnTo>
                  <a:pt x="0" y="638604"/>
                </a:lnTo>
                <a:lnTo>
                  <a:pt x="0" y="613058"/>
                </a:lnTo>
                <a:lnTo>
                  <a:pt x="0" y="587512"/>
                </a:lnTo>
                <a:lnTo>
                  <a:pt x="0" y="561975"/>
                </a:lnTo>
                <a:lnTo>
                  <a:pt x="0" y="536429"/>
                </a:lnTo>
                <a:lnTo>
                  <a:pt x="0" y="510883"/>
                </a:lnTo>
                <a:lnTo>
                  <a:pt x="0" y="485337"/>
                </a:lnTo>
                <a:lnTo>
                  <a:pt x="0" y="459791"/>
                </a:lnTo>
                <a:lnTo>
                  <a:pt x="0" y="434254"/>
                </a:lnTo>
                <a:lnTo>
                  <a:pt x="0" y="408708"/>
                </a:lnTo>
                <a:lnTo>
                  <a:pt x="0" y="383162"/>
                </a:lnTo>
                <a:lnTo>
                  <a:pt x="0" y="357616"/>
                </a:lnTo>
                <a:lnTo>
                  <a:pt x="0" y="332070"/>
                </a:lnTo>
                <a:lnTo>
                  <a:pt x="0" y="306534"/>
                </a:lnTo>
                <a:lnTo>
                  <a:pt x="0" y="280988"/>
                </a:lnTo>
                <a:lnTo>
                  <a:pt x="0" y="255441"/>
                </a:lnTo>
                <a:lnTo>
                  <a:pt x="0" y="229895"/>
                </a:lnTo>
                <a:lnTo>
                  <a:pt x="0" y="204349"/>
                </a:lnTo>
                <a:lnTo>
                  <a:pt x="0" y="178813"/>
                </a:lnTo>
                <a:lnTo>
                  <a:pt x="0" y="153267"/>
                </a:lnTo>
                <a:lnTo>
                  <a:pt x="0" y="127721"/>
                </a:lnTo>
                <a:lnTo>
                  <a:pt x="0" y="102175"/>
                </a:lnTo>
                <a:lnTo>
                  <a:pt x="0" y="76629"/>
                </a:lnTo>
                <a:lnTo>
                  <a:pt x="0" y="5109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54783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cause-heading-0">
            <a:extLst xmlns:a="http://schemas.openxmlformats.org/drawingml/2006/main">
              <a:ext uri="{FF2B5EF4-FFF2-40B4-BE49-F238E27FC236}">
                <a16:creationId xmlns:a16="http://schemas.microsoft.com/office/drawing/2014/main" id="{B96287D5-2D3E-4115-BC53-7D5D81BC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5375" y="1876425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4" name="factor-guide-0-0">
            <a:extLst xmlns:a="http://schemas.openxmlformats.org/drawingml/2006/main">
              <a:ext uri="{FF2B5EF4-FFF2-40B4-BE49-F238E27FC236}">
                <a16:creationId xmlns:a16="http://schemas.microsoft.com/office/drawing/2014/main" id="{44C934CA-4A5E-4588-B603-DB197418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7775" y="281940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5" name="factor-arrow-0-0">
            <a:extLst xmlns:a="http://schemas.openxmlformats.org/drawingml/2006/main">
              <a:ext uri="{FF2B5EF4-FFF2-40B4-BE49-F238E27FC236}">
                <a16:creationId xmlns:a16="http://schemas.microsoft.com/office/drawing/2014/main" id="{CA262E2E-F9A7-460D-AFF0-7C1D0A852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278149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factor-guide-0-1">
            <a:extLst xmlns:a="http://schemas.openxmlformats.org/drawingml/2006/main">
              <a:ext uri="{FF2B5EF4-FFF2-40B4-BE49-F238E27FC236}">
                <a16:creationId xmlns:a16="http://schemas.microsoft.com/office/drawing/2014/main" id="{00140F85-00CB-4E1E-A8BD-E5203ADE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7775" y="319087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7" name="factor-arrow-0-1">
            <a:extLst xmlns:a="http://schemas.openxmlformats.org/drawingml/2006/main">
              <a:ext uri="{FF2B5EF4-FFF2-40B4-BE49-F238E27FC236}">
                <a16:creationId xmlns:a16="http://schemas.microsoft.com/office/drawing/2014/main" id="{47048831-901A-4352-A1E6-85505C82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315296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8" name="cause-heading-1">
            <a:extLst xmlns:a="http://schemas.openxmlformats.org/drawingml/2006/main">
              <a:ext uri="{FF2B5EF4-FFF2-40B4-BE49-F238E27FC236}">
                <a16:creationId xmlns:a16="http://schemas.microsoft.com/office/drawing/2014/main" id="{3A0C592E-A458-4518-8720-7E647EE71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1657350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9" name="factor-guide-1-0">
            <a:extLst xmlns:a="http://schemas.openxmlformats.org/drawingml/2006/main">
              <a:ext uri="{FF2B5EF4-FFF2-40B4-BE49-F238E27FC236}">
                <a16:creationId xmlns:a16="http://schemas.microsoft.com/office/drawing/2014/main" id="{DCE5F607-8B56-456C-B035-139247CA1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260032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0" name="factor-arrow-1-0">
            <a:extLst xmlns:a="http://schemas.openxmlformats.org/drawingml/2006/main">
              <a:ext uri="{FF2B5EF4-FFF2-40B4-BE49-F238E27FC236}">
                <a16:creationId xmlns:a16="http://schemas.microsoft.com/office/drawing/2014/main" id="{B3C9A446-E7E5-4ABB-902A-35CCC2493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9075" y="256241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1" name="factor-guide-1-1">
            <a:extLst xmlns:a="http://schemas.openxmlformats.org/drawingml/2006/main">
              <a:ext uri="{FF2B5EF4-FFF2-40B4-BE49-F238E27FC236}">
                <a16:creationId xmlns:a16="http://schemas.microsoft.com/office/drawing/2014/main" id="{B9EA55E6-2A1D-4589-AFBB-15E6C326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297180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2" name="factor-arrow-1-1">
            <a:extLst xmlns:a="http://schemas.openxmlformats.org/drawingml/2006/main">
              <a:ext uri="{FF2B5EF4-FFF2-40B4-BE49-F238E27FC236}">
                <a16:creationId xmlns:a16="http://schemas.microsoft.com/office/drawing/2014/main" id="{B9E29DF9-1599-4A9C-9628-BC3E4FAF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9075" y="293389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cause-heading-2">
            <a:extLst xmlns:a="http://schemas.openxmlformats.org/drawingml/2006/main">
              <a:ext uri="{FF2B5EF4-FFF2-40B4-BE49-F238E27FC236}">
                <a16:creationId xmlns:a16="http://schemas.microsoft.com/office/drawing/2014/main" id="{B57D911F-85C4-45CF-916D-E9072A1C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1876425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factor-guide-2-0">
            <a:extLst xmlns:a="http://schemas.openxmlformats.org/drawingml/2006/main">
              <a:ext uri="{FF2B5EF4-FFF2-40B4-BE49-F238E27FC236}">
                <a16:creationId xmlns:a16="http://schemas.microsoft.com/office/drawing/2014/main" id="{39EC350A-2B63-4697-8638-90FF16D23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2775" y="281940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5" name="factor-arrow-2-0">
            <a:extLst xmlns:a="http://schemas.openxmlformats.org/drawingml/2006/main">
              <a:ext uri="{FF2B5EF4-FFF2-40B4-BE49-F238E27FC236}">
                <a16:creationId xmlns:a16="http://schemas.microsoft.com/office/drawing/2014/main" id="{A12EB94D-0A67-4ABD-B668-689772A29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278149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6" name="factor-guide-2-1">
            <a:extLst xmlns:a="http://schemas.openxmlformats.org/drawingml/2006/main">
              <a:ext uri="{FF2B5EF4-FFF2-40B4-BE49-F238E27FC236}">
                <a16:creationId xmlns:a16="http://schemas.microsoft.com/office/drawing/2014/main" id="{A372EB6B-A411-485F-9802-E065F8ED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2775" y="319087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7" name="factor-arrow-2-1">
            <a:extLst xmlns:a="http://schemas.openxmlformats.org/drawingml/2006/main">
              <a:ext uri="{FF2B5EF4-FFF2-40B4-BE49-F238E27FC236}">
                <a16:creationId xmlns:a16="http://schemas.microsoft.com/office/drawing/2014/main" id="{3E258A34-84E6-4C55-88F1-D414BCB3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315296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8" name="cause-heading-3">
            <a:extLst xmlns:a="http://schemas.openxmlformats.org/drawingml/2006/main">
              <a:ext uri="{FF2B5EF4-FFF2-40B4-BE49-F238E27FC236}">
                <a16:creationId xmlns:a16="http://schemas.microsoft.com/office/drawing/2014/main" id="{DB59BD99-DF4B-4205-973E-4B85F2C1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3925" y="5534025"/>
            <a:ext cx="2189236" cy="438150"/>
          </a:xfrm>
          <a:custGeom xmlns:a="http://schemas.openxmlformats.org/drawingml/2006/main">
            <a:pathLst>
              <a:path w="2189236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81917" y="0"/>
                </a:lnTo>
                <a:lnTo>
                  <a:pt x="2103377" y="0"/>
                </a:lnTo>
                <a:lnTo>
                  <a:pt x="2124847" y="0"/>
                </a:lnTo>
                <a:lnTo>
                  <a:pt x="2146306" y="0"/>
                </a:lnTo>
                <a:lnTo>
                  <a:pt x="2167766" y="0"/>
                </a:lnTo>
                <a:lnTo>
                  <a:pt x="2189236" y="0"/>
                </a:lnTo>
                <a:lnTo>
                  <a:pt x="2185330" y="19193"/>
                </a:lnTo>
                <a:lnTo>
                  <a:pt x="2179491" y="39853"/>
                </a:lnTo>
                <a:lnTo>
                  <a:pt x="2173653" y="60503"/>
                </a:lnTo>
                <a:lnTo>
                  <a:pt x="2167814" y="81153"/>
                </a:lnTo>
                <a:lnTo>
                  <a:pt x="2161975" y="101813"/>
                </a:lnTo>
                <a:lnTo>
                  <a:pt x="2156136" y="122463"/>
                </a:lnTo>
                <a:lnTo>
                  <a:pt x="2150307" y="143123"/>
                </a:lnTo>
                <a:lnTo>
                  <a:pt x="2144468" y="163773"/>
                </a:lnTo>
                <a:lnTo>
                  <a:pt x="2138629" y="184423"/>
                </a:lnTo>
                <a:lnTo>
                  <a:pt x="2132790" y="205083"/>
                </a:lnTo>
                <a:lnTo>
                  <a:pt x="2126952" y="225733"/>
                </a:lnTo>
                <a:lnTo>
                  <a:pt x="2121122" y="246393"/>
                </a:lnTo>
                <a:lnTo>
                  <a:pt x="2115283" y="267043"/>
                </a:lnTo>
                <a:lnTo>
                  <a:pt x="2109445" y="287693"/>
                </a:lnTo>
                <a:lnTo>
                  <a:pt x="2103606" y="308353"/>
                </a:lnTo>
                <a:lnTo>
                  <a:pt x="2097767" y="329003"/>
                </a:lnTo>
                <a:lnTo>
                  <a:pt x="2091938" y="349663"/>
                </a:lnTo>
                <a:lnTo>
                  <a:pt x="2086099" y="370313"/>
                </a:lnTo>
                <a:lnTo>
                  <a:pt x="2080260" y="390963"/>
                </a:lnTo>
                <a:lnTo>
                  <a:pt x="2074421" y="411623"/>
                </a:lnTo>
                <a:lnTo>
                  <a:pt x="2068582" y="432273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9" name="factor-guide-3-0">
            <a:extLst xmlns:a="http://schemas.openxmlformats.org/drawingml/2006/main">
              <a:ext uri="{FF2B5EF4-FFF2-40B4-BE49-F238E27FC236}">
                <a16:creationId xmlns:a16="http://schemas.microsoft.com/office/drawing/2014/main" id="{454FACB6-CD4B-4F5E-A1A9-C7FD6D1A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6325" y="444817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30" name="factor-arrow-3-0">
            <a:extLst xmlns:a="http://schemas.openxmlformats.org/drawingml/2006/main">
              <a:ext uri="{FF2B5EF4-FFF2-40B4-BE49-F238E27FC236}">
                <a16:creationId xmlns:a16="http://schemas.microsoft.com/office/drawing/2014/main" id="{FFD1CC1A-C08A-4CEA-A4C8-7B22EDAF1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441026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1" name="factor-guide-3-1">
            <a:extLst xmlns:a="http://schemas.openxmlformats.org/drawingml/2006/main">
              <a:ext uri="{FF2B5EF4-FFF2-40B4-BE49-F238E27FC236}">
                <a16:creationId xmlns:a16="http://schemas.microsoft.com/office/drawing/2014/main" id="{6B881F59-79ED-4A67-B1E6-42C11720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6325" y="481965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32" name="factor-arrow-3-1">
            <a:extLst xmlns:a="http://schemas.openxmlformats.org/drawingml/2006/main">
              <a:ext uri="{FF2B5EF4-FFF2-40B4-BE49-F238E27FC236}">
                <a16:creationId xmlns:a16="http://schemas.microsoft.com/office/drawing/2014/main" id="{BD4C6277-B3B3-4AD2-8EC0-0A01E0A12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478174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3" name="cause-heading-4">
            <a:extLst xmlns:a="http://schemas.openxmlformats.org/drawingml/2006/main">
              <a:ext uri="{FF2B5EF4-FFF2-40B4-BE49-F238E27FC236}">
                <a16:creationId xmlns:a16="http://schemas.microsoft.com/office/drawing/2014/main" id="{B7CA4402-8B19-4444-A7A3-9CEDD76F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81425" y="5753100"/>
            <a:ext cx="2189236" cy="438150"/>
          </a:xfrm>
          <a:custGeom xmlns:a="http://schemas.openxmlformats.org/drawingml/2006/main">
            <a:pathLst>
              <a:path w="2189236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81917" y="0"/>
                </a:lnTo>
                <a:lnTo>
                  <a:pt x="2103377" y="0"/>
                </a:lnTo>
                <a:lnTo>
                  <a:pt x="2124847" y="0"/>
                </a:lnTo>
                <a:lnTo>
                  <a:pt x="2146306" y="0"/>
                </a:lnTo>
                <a:lnTo>
                  <a:pt x="2167766" y="0"/>
                </a:lnTo>
                <a:lnTo>
                  <a:pt x="2189236" y="0"/>
                </a:lnTo>
                <a:lnTo>
                  <a:pt x="2185330" y="19193"/>
                </a:lnTo>
                <a:lnTo>
                  <a:pt x="2179491" y="39853"/>
                </a:lnTo>
                <a:lnTo>
                  <a:pt x="2173653" y="60503"/>
                </a:lnTo>
                <a:lnTo>
                  <a:pt x="2167814" y="81153"/>
                </a:lnTo>
                <a:lnTo>
                  <a:pt x="2161975" y="101813"/>
                </a:lnTo>
                <a:lnTo>
                  <a:pt x="2156136" y="122463"/>
                </a:lnTo>
                <a:lnTo>
                  <a:pt x="2150307" y="143123"/>
                </a:lnTo>
                <a:lnTo>
                  <a:pt x="2144468" y="163773"/>
                </a:lnTo>
                <a:lnTo>
                  <a:pt x="2138629" y="184423"/>
                </a:lnTo>
                <a:lnTo>
                  <a:pt x="2132790" y="205083"/>
                </a:lnTo>
                <a:lnTo>
                  <a:pt x="2126952" y="225733"/>
                </a:lnTo>
                <a:lnTo>
                  <a:pt x="2121122" y="246393"/>
                </a:lnTo>
                <a:lnTo>
                  <a:pt x="2115283" y="267043"/>
                </a:lnTo>
                <a:lnTo>
                  <a:pt x="2109445" y="287693"/>
                </a:lnTo>
                <a:lnTo>
                  <a:pt x="2103606" y="308353"/>
                </a:lnTo>
                <a:lnTo>
                  <a:pt x="2097767" y="329003"/>
                </a:lnTo>
                <a:lnTo>
                  <a:pt x="2091938" y="349663"/>
                </a:lnTo>
                <a:lnTo>
                  <a:pt x="2086099" y="370313"/>
                </a:lnTo>
                <a:lnTo>
                  <a:pt x="2080260" y="390963"/>
                </a:lnTo>
                <a:lnTo>
                  <a:pt x="2074421" y="411623"/>
                </a:lnTo>
                <a:lnTo>
                  <a:pt x="2068582" y="432273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4" name="factor-guide-4-0">
            <a:extLst xmlns:a="http://schemas.openxmlformats.org/drawingml/2006/main">
              <a:ext uri="{FF2B5EF4-FFF2-40B4-BE49-F238E27FC236}">
                <a16:creationId xmlns:a16="http://schemas.microsoft.com/office/drawing/2014/main" id="{1CBE009D-1712-4F60-A22D-FDC8341D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33825" y="466725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35" name="factor-arrow-4-0">
            <a:extLst xmlns:a="http://schemas.openxmlformats.org/drawingml/2006/main">
              <a:ext uri="{FF2B5EF4-FFF2-40B4-BE49-F238E27FC236}">
                <a16:creationId xmlns:a16="http://schemas.microsoft.com/office/drawing/2014/main" id="{ED967CF6-3381-4AD9-85DA-95137975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462934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6" name="factor-guide-4-1">
            <a:extLst xmlns:a="http://schemas.openxmlformats.org/drawingml/2006/main">
              <a:ext uri="{FF2B5EF4-FFF2-40B4-BE49-F238E27FC236}">
                <a16:creationId xmlns:a16="http://schemas.microsoft.com/office/drawing/2014/main" id="{18EA76BA-C5FF-4A0A-AFA8-EE457CE47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33825" y="503872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37" name="factor-arrow-4-1">
            <a:extLst xmlns:a="http://schemas.openxmlformats.org/drawingml/2006/main">
              <a:ext uri="{FF2B5EF4-FFF2-40B4-BE49-F238E27FC236}">
                <a16:creationId xmlns:a16="http://schemas.microsoft.com/office/drawing/2014/main" id="{62F8B3BC-023C-468F-87C8-F2C04729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500081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8" name="cause-heading-5">
            <a:extLst xmlns:a="http://schemas.openxmlformats.org/drawingml/2006/main">
              <a:ext uri="{FF2B5EF4-FFF2-40B4-BE49-F238E27FC236}">
                <a16:creationId xmlns:a16="http://schemas.microsoft.com/office/drawing/2014/main" id="{A6453FB5-C087-4070-A65D-A5525861D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38925" y="5534025"/>
            <a:ext cx="2189236" cy="438150"/>
          </a:xfrm>
          <a:custGeom xmlns:a="http://schemas.openxmlformats.org/drawingml/2006/main">
            <a:pathLst>
              <a:path w="2189236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81917" y="0"/>
                </a:lnTo>
                <a:lnTo>
                  <a:pt x="2103377" y="0"/>
                </a:lnTo>
                <a:lnTo>
                  <a:pt x="2124847" y="0"/>
                </a:lnTo>
                <a:lnTo>
                  <a:pt x="2146306" y="0"/>
                </a:lnTo>
                <a:lnTo>
                  <a:pt x="2167766" y="0"/>
                </a:lnTo>
                <a:lnTo>
                  <a:pt x="2189236" y="0"/>
                </a:lnTo>
                <a:lnTo>
                  <a:pt x="2185330" y="19193"/>
                </a:lnTo>
                <a:lnTo>
                  <a:pt x="2179491" y="39853"/>
                </a:lnTo>
                <a:lnTo>
                  <a:pt x="2173653" y="60503"/>
                </a:lnTo>
                <a:lnTo>
                  <a:pt x="2167814" y="81153"/>
                </a:lnTo>
                <a:lnTo>
                  <a:pt x="2161975" y="101813"/>
                </a:lnTo>
                <a:lnTo>
                  <a:pt x="2156136" y="122463"/>
                </a:lnTo>
                <a:lnTo>
                  <a:pt x="2150307" y="143123"/>
                </a:lnTo>
                <a:lnTo>
                  <a:pt x="2144468" y="163773"/>
                </a:lnTo>
                <a:lnTo>
                  <a:pt x="2138629" y="184423"/>
                </a:lnTo>
                <a:lnTo>
                  <a:pt x="2132790" y="205083"/>
                </a:lnTo>
                <a:lnTo>
                  <a:pt x="2126952" y="225733"/>
                </a:lnTo>
                <a:lnTo>
                  <a:pt x="2121122" y="246393"/>
                </a:lnTo>
                <a:lnTo>
                  <a:pt x="2115283" y="267043"/>
                </a:lnTo>
                <a:lnTo>
                  <a:pt x="2109445" y="287693"/>
                </a:lnTo>
                <a:lnTo>
                  <a:pt x="2103606" y="308353"/>
                </a:lnTo>
                <a:lnTo>
                  <a:pt x="2097767" y="329003"/>
                </a:lnTo>
                <a:lnTo>
                  <a:pt x="2091938" y="349663"/>
                </a:lnTo>
                <a:lnTo>
                  <a:pt x="2086099" y="370313"/>
                </a:lnTo>
                <a:lnTo>
                  <a:pt x="2080260" y="390963"/>
                </a:lnTo>
                <a:lnTo>
                  <a:pt x="2074421" y="411623"/>
                </a:lnTo>
                <a:lnTo>
                  <a:pt x="2068582" y="432273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9" name="factor-guide-5-0">
            <a:extLst xmlns:a="http://schemas.openxmlformats.org/drawingml/2006/main">
              <a:ext uri="{FF2B5EF4-FFF2-40B4-BE49-F238E27FC236}">
                <a16:creationId xmlns:a16="http://schemas.microsoft.com/office/drawing/2014/main" id="{785F33C3-8778-4CC4-B7E3-0596F83BF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91325" y="444817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40" name="factor-arrow-5-0">
            <a:extLst xmlns:a="http://schemas.openxmlformats.org/drawingml/2006/main">
              <a:ext uri="{FF2B5EF4-FFF2-40B4-BE49-F238E27FC236}">
                <a16:creationId xmlns:a16="http://schemas.microsoft.com/office/drawing/2014/main" id="{41AA7106-09A3-4FBB-A0D6-BC9BD5A3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15125" y="441026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1" name="factor-guide-5-1">
            <a:extLst xmlns:a="http://schemas.openxmlformats.org/drawingml/2006/main">
              <a:ext uri="{FF2B5EF4-FFF2-40B4-BE49-F238E27FC236}">
                <a16:creationId xmlns:a16="http://schemas.microsoft.com/office/drawing/2014/main" id="{538767EB-D436-4EC6-A41F-4FE896C83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91325" y="481965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42" name="factor-arrow-5-1">
            <a:extLst xmlns:a="http://schemas.openxmlformats.org/drawingml/2006/main">
              <a:ext uri="{FF2B5EF4-FFF2-40B4-BE49-F238E27FC236}">
                <a16:creationId xmlns:a16="http://schemas.microsoft.com/office/drawing/2014/main" id="{22886E38-CB62-461A-B7C4-AB26BB041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15125" y="478174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3" name="cause-index-0">
            <a:extLst xmlns:a="http://schemas.openxmlformats.org/drawingml/2006/main">
              <a:ext uri="{FF2B5EF4-FFF2-40B4-BE49-F238E27FC236}">
                <a16:creationId xmlns:a16="http://schemas.microsoft.com/office/drawing/2014/main" id="{2FE2D1BA-3554-4FFC-871D-8E6D165D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52525" y="1943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4" name="cause-title-0">
            <a:extLst xmlns:a="http://schemas.openxmlformats.org/drawingml/2006/main">
              <a:ext uri="{FF2B5EF4-FFF2-40B4-BE49-F238E27FC236}">
                <a16:creationId xmlns:a16="http://schemas.microsoft.com/office/drawing/2014/main" id="{45586129-04DF-47B8-ACBF-C71D59311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52575" y="19621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需求定义</a:t>
            </a:r>
          </a:p>
        </p:txBody>
      </p:sp>
      <p:sp>
        <p:nvSpPr>
          <p:cNvPr id="45" name="cause-body-0">
            <a:extLst xmlns:a="http://schemas.openxmlformats.org/drawingml/2006/main">
              <a:ext uri="{FF2B5EF4-FFF2-40B4-BE49-F238E27FC236}">
                <a16:creationId xmlns:a16="http://schemas.microsoft.com/office/drawing/2014/main" id="{29473412-56DF-4C87-B9A1-2FEDA69E6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2457450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目标频繁调整验收口径不清</a:t>
            </a:r>
          </a:p>
        </p:txBody>
      </p:sp>
      <p:sp>
        <p:nvSpPr>
          <p:cNvPr id="46" name="cause-index-1">
            <a:extLst xmlns:a="http://schemas.openxmlformats.org/drawingml/2006/main">
              <a:ext uri="{FF2B5EF4-FFF2-40B4-BE49-F238E27FC236}">
                <a16:creationId xmlns:a16="http://schemas.microsoft.com/office/drawing/2014/main" id="{67D26606-B106-4308-942B-A491D3CE4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025" y="17240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7" name="cause-title-1">
            <a:extLst xmlns:a="http://schemas.openxmlformats.org/drawingml/2006/main">
              <a:ext uri="{FF2B5EF4-FFF2-40B4-BE49-F238E27FC236}">
                <a16:creationId xmlns:a16="http://schemas.microsoft.com/office/drawing/2014/main" id="{8BA6676F-D803-4109-B186-39A6A3A70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0075" y="1743075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计划协同</a:t>
            </a:r>
          </a:p>
        </p:txBody>
      </p:sp>
      <p:sp>
        <p:nvSpPr>
          <p:cNvPr id="48" name="cause-body-1">
            <a:extLst xmlns:a="http://schemas.openxmlformats.org/drawingml/2006/main">
              <a:ext uri="{FF2B5EF4-FFF2-40B4-BE49-F238E27FC236}">
                <a16:creationId xmlns:a16="http://schemas.microsoft.com/office/drawing/2014/main" id="{E9673432-2A0A-4E76-BE39-35DA77F1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9075" y="2238375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排期依赖遗漏资源承诺不稳</a:t>
            </a:r>
          </a:p>
        </p:txBody>
      </p:sp>
      <p:sp>
        <p:nvSpPr>
          <p:cNvPr id="49" name="cause-index-2">
            <a:extLst xmlns:a="http://schemas.openxmlformats.org/drawingml/2006/main">
              <a:ext uri="{FF2B5EF4-FFF2-40B4-BE49-F238E27FC236}">
                <a16:creationId xmlns:a16="http://schemas.microsoft.com/office/drawing/2014/main" id="{AB127FEE-5884-4034-833B-748DA4170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67525" y="1943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0" name="cause-title-2">
            <a:extLst xmlns:a="http://schemas.openxmlformats.org/drawingml/2006/main">
              <a:ext uri="{FF2B5EF4-FFF2-40B4-BE49-F238E27FC236}">
                <a16:creationId xmlns:a16="http://schemas.microsoft.com/office/drawing/2014/main" id="{3BD969DE-890F-4D36-A173-CF68EBD86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9621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技术实现</a:t>
            </a:r>
          </a:p>
        </p:txBody>
      </p:sp>
      <p:sp>
        <p:nvSpPr>
          <p:cNvPr id="51" name="cause-body-2">
            <a:extLst xmlns:a="http://schemas.openxmlformats.org/drawingml/2006/main">
              <a:ext uri="{FF2B5EF4-FFF2-40B4-BE49-F238E27FC236}">
                <a16:creationId xmlns:a16="http://schemas.microsoft.com/office/drawing/2014/main" id="{FB58B143-F06E-47EA-B244-4E3935FA6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2457450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接口复杂耦合自动化覆盖不足</a:t>
            </a:r>
          </a:p>
        </p:txBody>
      </p:sp>
      <p:sp>
        <p:nvSpPr>
          <p:cNvPr id="52" name="cause-index-3">
            <a:extLst xmlns:a="http://schemas.openxmlformats.org/drawingml/2006/main">
              <a:ext uri="{FF2B5EF4-FFF2-40B4-BE49-F238E27FC236}">
                <a16:creationId xmlns:a16="http://schemas.microsoft.com/office/drawing/2014/main" id="{A119F93C-95E3-426A-B607-88063C1ED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1075" y="56007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3" name="cause-title-3">
            <a:extLst xmlns:a="http://schemas.openxmlformats.org/drawingml/2006/main">
              <a:ext uri="{FF2B5EF4-FFF2-40B4-BE49-F238E27FC236}">
                <a16:creationId xmlns:a16="http://schemas.microsoft.com/office/drawing/2014/main" id="{1CAD7373-4C2B-4C89-851F-9B77805C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81125" y="56197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测试验证</a:t>
            </a:r>
          </a:p>
        </p:txBody>
      </p:sp>
      <p:sp>
        <p:nvSpPr>
          <p:cNvPr id="54" name="cause-body-3">
            <a:extLst xmlns:a="http://schemas.openxmlformats.org/drawingml/2006/main">
              <a:ext uri="{FF2B5EF4-FFF2-40B4-BE49-F238E27FC236}">
                <a16:creationId xmlns:a16="http://schemas.microsoft.com/office/drawing/2014/main" id="{6FDBD1F5-E569-486D-9953-7CA42E995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4086225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用例覆盖不足测试环境不稳</a:t>
            </a:r>
          </a:p>
        </p:txBody>
      </p:sp>
      <p:sp>
        <p:nvSpPr>
          <p:cNvPr id="55" name="cause-index-4">
            <a:extLst xmlns:a="http://schemas.openxmlformats.org/drawingml/2006/main">
              <a:ext uri="{FF2B5EF4-FFF2-40B4-BE49-F238E27FC236}">
                <a16:creationId xmlns:a16="http://schemas.microsoft.com/office/drawing/2014/main" id="{DCE2F166-EB6F-4544-8591-57CE0F663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8575" y="58197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6" name="cause-title-4">
            <a:extLst xmlns:a="http://schemas.openxmlformats.org/drawingml/2006/main">
              <a:ext uri="{FF2B5EF4-FFF2-40B4-BE49-F238E27FC236}">
                <a16:creationId xmlns:a16="http://schemas.microsoft.com/office/drawing/2014/main" id="{DB0D6A7B-160E-4046-92E3-9FF8AF63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38625" y="5838825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人员机制</a:t>
            </a:r>
          </a:p>
        </p:txBody>
      </p:sp>
      <p:sp>
        <p:nvSpPr>
          <p:cNvPr id="57" name="cause-body-4">
            <a:extLst xmlns:a="http://schemas.openxmlformats.org/drawingml/2006/main">
              <a:ext uri="{FF2B5EF4-FFF2-40B4-BE49-F238E27FC236}">
                <a16:creationId xmlns:a16="http://schemas.microsoft.com/office/drawing/2014/main" id="{31728713-B845-4754-8BD4-917F3A89D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4305300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关键岗位缺口职责边界模糊</a:t>
            </a:r>
          </a:p>
        </p:txBody>
      </p:sp>
      <p:sp>
        <p:nvSpPr>
          <p:cNvPr id="58" name="cause-index-5">
            <a:extLst xmlns:a="http://schemas.openxmlformats.org/drawingml/2006/main">
              <a:ext uri="{FF2B5EF4-FFF2-40B4-BE49-F238E27FC236}">
                <a16:creationId xmlns:a16="http://schemas.microsoft.com/office/drawing/2014/main" id="{66210417-0243-4D68-B923-59E7EAD0B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96075" y="56007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9" name="cause-title-5">
            <a:extLst xmlns:a="http://schemas.openxmlformats.org/drawingml/2006/main">
              <a:ext uri="{FF2B5EF4-FFF2-40B4-BE49-F238E27FC236}">
                <a16:creationId xmlns:a16="http://schemas.microsoft.com/office/drawing/2014/main" id="{DBB449BA-EA58-4576-9CAB-6AA7A50DB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96125" y="56197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外部依赖</a:t>
            </a:r>
          </a:p>
        </p:txBody>
      </p:sp>
      <p:sp>
        <p:nvSpPr>
          <p:cNvPr id="60" name="cause-body-5">
            <a:extLst xmlns:a="http://schemas.openxmlformats.org/drawingml/2006/main">
              <a:ext uri="{FF2B5EF4-FFF2-40B4-BE49-F238E27FC236}">
                <a16:creationId xmlns:a16="http://schemas.microsoft.com/office/drawing/2014/main" id="{C7305F18-C9AC-4537-AE98-0E24A10AD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15125" y="4086225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供应交付延迟审批周期过长</a:t>
            </a:r>
          </a:p>
        </p:txBody>
      </p:sp>
      <p:sp>
        <p:nvSpPr>
          <p:cNvPr id="61" name="effect-label">
            <a:extLst xmlns:a="http://schemas.openxmlformats.org/drawingml/2006/main">
              <a:ext uri="{FF2B5EF4-FFF2-40B4-BE49-F238E27FC236}">
                <a16:creationId xmlns:a16="http://schemas.microsoft.com/office/drawing/2014/main" id="{111C8729-9CA3-47A2-9201-8F6358E9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0" y="311467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00" b="1" i="0">
                <a:solidFill>
                  <a:srgbClr val="C8D7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C8D7FA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62" name="effect-title">
            <a:extLst xmlns:a="http://schemas.openxmlformats.org/drawingml/2006/main">
              <a:ext uri="{FF2B5EF4-FFF2-40B4-BE49-F238E27FC236}">
                <a16:creationId xmlns:a16="http://schemas.microsoft.com/office/drawing/2014/main" id="{51BDA07D-162A-4B79-B3DF-178BB43C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0" y="3779196"/>
            <a:ext cx="857250" cy="5759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延期</a:t>
            </a:r>
          </a:p>
        </p:txBody>
      </p:sp>
    </p:spTree>
    <p:extLst>
      <p:ext uri="{BB962C8B-B14F-4D97-AF65-F5344CB8AC3E}">
        <p14:creationId xmlns:p14="http://schemas.microsoft.com/office/powerpoint/2010/main" val="21148218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causal-tail">
            <a:extLst xmlns:a="http://schemas.openxmlformats.org/drawingml/2006/main">
              <a:ext uri="{FF2B5EF4-FFF2-40B4-BE49-F238E27FC236}">
                <a16:creationId xmlns:a16="http://schemas.microsoft.com/office/drawing/2014/main" id="{F735819A-683B-4A46-BD6A-1348BD7CC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9125" y="3390900"/>
            <a:ext cx="533390" cy="1065305"/>
          </a:xfrm>
          <a:custGeom xmlns:a="http://schemas.openxmlformats.org/drawingml/2006/main">
            <a:pathLst>
              <a:path w="533390" h="1065305">
                <a:moveTo>
                  <a:pt x="0" y="0"/>
                </a:moveTo>
                <a:lnTo>
                  <a:pt x="18783" y="2372"/>
                </a:lnTo>
                <a:lnTo>
                  <a:pt x="37509" y="5172"/>
                </a:lnTo>
                <a:lnTo>
                  <a:pt x="56159" y="8430"/>
                </a:lnTo>
                <a:lnTo>
                  <a:pt x="74714" y="12144"/>
                </a:lnTo>
                <a:lnTo>
                  <a:pt x="93183" y="16326"/>
                </a:lnTo>
                <a:lnTo>
                  <a:pt x="111538" y="20984"/>
                </a:lnTo>
                <a:lnTo>
                  <a:pt x="129750" y="26118"/>
                </a:lnTo>
                <a:lnTo>
                  <a:pt x="147828" y="31747"/>
                </a:lnTo>
                <a:lnTo>
                  <a:pt x="165745" y="37871"/>
                </a:lnTo>
                <a:lnTo>
                  <a:pt x="183480" y="44501"/>
                </a:lnTo>
                <a:lnTo>
                  <a:pt x="201016" y="51635"/>
                </a:lnTo>
                <a:lnTo>
                  <a:pt x="218332" y="59284"/>
                </a:lnTo>
                <a:lnTo>
                  <a:pt x="235410" y="67447"/>
                </a:lnTo>
                <a:lnTo>
                  <a:pt x="252232" y="76133"/>
                </a:lnTo>
                <a:lnTo>
                  <a:pt x="268776" y="85334"/>
                </a:lnTo>
                <a:lnTo>
                  <a:pt x="285017" y="95060"/>
                </a:lnTo>
                <a:lnTo>
                  <a:pt x="300933" y="105308"/>
                </a:lnTo>
                <a:lnTo>
                  <a:pt x="316506" y="116072"/>
                </a:lnTo>
                <a:lnTo>
                  <a:pt x="331708" y="127359"/>
                </a:lnTo>
                <a:lnTo>
                  <a:pt x="346520" y="139151"/>
                </a:lnTo>
                <a:lnTo>
                  <a:pt x="360912" y="151448"/>
                </a:lnTo>
                <a:lnTo>
                  <a:pt x="374866" y="164240"/>
                </a:lnTo>
                <a:lnTo>
                  <a:pt x="388353" y="177517"/>
                </a:lnTo>
                <a:lnTo>
                  <a:pt x="401364" y="191272"/>
                </a:lnTo>
                <a:lnTo>
                  <a:pt x="413861" y="205492"/>
                </a:lnTo>
                <a:lnTo>
                  <a:pt x="425834" y="220161"/>
                </a:lnTo>
                <a:lnTo>
                  <a:pt x="437255" y="235258"/>
                </a:lnTo>
                <a:lnTo>
                  <a:pt x="448104" y="250774"/>
                </a:lnTo>
                <a:lnTo>
                  <a:pt x="458362" y="266681"/>
                </a:lnTo>
                <a:lnTo>
                  <a:pt x="468020" y="282959"/>
                </a:lnTo>
                <a:lnTo>
                  <a:pt x="477050" y="299599"/>
                </a:lnTo>
                <a:lnTo>
                  <a:pt x="485442" y="316573"/>
                </a:lnTo>
                <a:lnTo>
                  <a:pt x="493185" y="333842"/>
                </a:lnTo>
                <a:lnTo>
                  <a:pt x="500272" y="351406"/>
                </a:lnTo>
                <a:lnTo>
                  <a:pt x="506673" y="369218"/>
                </a:lnTo>
                <a:lnTo>
                  <a:pt x="512407" y="387258"/>
                </a:lnTo>
                <a:lnTo>
                  <a:pt x="517446" y="405508"/>
                </a:lnTo>
                <a:lnTo>
                  <a:pt x="521799" y="423929"/>
                </a:lnTo>
                <a:lnTo>
                  <a:pt x="525456" y="442503"/>
                </a:lnTo>
                <a:lnTo>
                  <a:pt x="528418" y="461201"/>
                </a:lnTo>
                <a:lnTo>
                  <a:pt x="530685" y="479993"/>
                </a:lnTo>
                <a:lnTo>
                  <a:pt x="532276" y="498862"/>
                </a:lnTo>
                <a:lnTo>
                  <a:pt x="533171" y="517769"/>
                </a:lnTo>
                <a:lnTo>
                  <a:pt x="533390" y="536696"/>
                </a:lnTo>
                <a:lnTo>
                  <a:pt x="532933" y="555622"/>
                </a:lnTo>
                <a:lnTo>
                  <a:pt x="531800" y="574519"/>
                </a:lnTo>
                <a:lnTo>
                  <a:pt x="529971" y="593369"/>
                </a:lnTo>
                <a:lnTo>
                  <a:pt x="527466" y="612134"/>
                </a:lnTo>
                <a:lnTo>
                  <a:pt x="524256" y="630784"/>
                </a:lnTo>
                <a:lnTo>
                  <a:pt x="520360" y="649310"/>
                </a:lnTo>
                <a:lnTo>
                  <a:pt x="515769" y="667674"/>
                </a:lnTo>
                <a:lnTo>
                  <a:pt x="510483" y="685857"/>
                </a:lnTo>
                <a:lnTo>
                  <a:pt x="504520" y="703821"/>
                </a:lnTo>
                <a:lnTo>
                  <a:pt x="497872" y="721547"/>
                </a:lnTo>
                <a:lnTo>
                  <a:pt x="490557" y="739007"/>
                </a:lnTo>
                <a:lnTo>
                  <a:pt x="482594" y="756180"/>
                </a:lnTo>
                <a:lnTo>
                  <a:pt x="473974" y="773039"/>
                </a:lnTo>
                <a:lnTo>
                  <a:pt x="464725" y="789556"/>
                </a:lnTo>
                <a:lnTo>
                  <a:pt x="454857" y="805710"/>
                </a:lnTo>
                <a:lnTo>
                  <a:pt x="444389" y="821484"/>
                </a:lnTo>
                <a:lnTo>
                  <a:pt x="433340" y="836857"/>
                </a:lnTo>
                <a:lnTo>
                  <a:pt x="421719" y="851802"/>
                </a:lnTo>
                <a:lnTo>
                  <a:pt x="409565" y="866318"/>
                </a:lnTo>
                <a:lnTo>
                  <a:pt x="396888" y="880377"/>
                </a:lnTo>
                <a:lnTo>
                  <a:pt x="383705" y="893969"/>
                </a:lnTo>
                <a:lnTo>
                  <a:pt x="370056" y="907075"/>
                </a:lnTo>
                <a:lnTo>
                  <a:pt x="355940" y="919696"/>
                </a:lnTo>
                <a:lnTo>
                  <a:pt x="341405" y="931821"/>
                </a:lnTo>
                <a:lnTo>
                  <a:pt x="326450" y="943432"/>
                </a:lnTo>
                <a:lnTo>
                  <a:pt x="311115" y="954538"/>
                </a:lnTo>
                <a:lnTo>
                  <a:pt x="295418" y="965121"/>
                </a:lnTo>
                <a:lnTo>
                  <a:pt x="279387" y="975189"/>
                </a:lnTo>
                <a:lnTo>
                  <a:pt x="263042" y="984733"/>
                </a:lnTo>
                <a:lnTo>
                  <a:pt x="246402" y="993753"/>
                </a:lnTo>
                <a:lnTo>
                  <a:pt x="229486" y="1002259"/>
                </a:lnTo>
                <a:lnTo>
                  <a:pt x="212322" y="1010241"/>
                </a:lnTo>
                <a:lnTo>
                  <a:pt x="194920" y="1017708"/>
                </a:lnTo>
                <a:lnTo>
                  <a:pt x="177317" y="1024671"/>
                </a:lnTo>
                <a:lnTo>
                  <a:pt x="159515" y="1031119"/>
                </a:lnTo>
                <a:lnTo>
                  <a:pt x="141542" y="1037072"/>
                </a:lnTo>
                <a:lnTo>
                  <a:pt x="123415" y="1042530"/>
                </a:lnTo>
                <a:lnTo>
                  <a:pt x="105146" y="1047493"/>
                </a:lnTo>
                <a:lnTo>
                  <a:pt x="86754" y="1051989"/>
                </a:lnTo>
                <a:lnTo>
                  <a:pt x="68256" y="1056008"/>
                </a:lnTo>
                <a:lnTo>
                  <a:pt x="49663" y="1059561"/>
                </a:lnTo>
                <a:lnTo>
                  <a:pt x="30985" y="1062657"/>
                </a:lnTo>
                <a:lnTo>
                  <a:pt x="12240" y="1065305"/>
                </a:lnTo>
                <a:lnTo>
                  <a:pt x="0" y="1060199"/>
                </a:lnTo>
                <a:lnTo>
                  <a:pt x="0" y="1041263"/>
                </a:lnTo>
                <a:lnTo>
                  <a:pt x="0" y="1022337"/>
                </a:lnTo>
                <a:lnTo>
                  <a:pt x="0" y="1003402"/>
                </a:lnTo>
                <a:lnTo>
                  <a:pt x="0" y="984475"/>
                </a:lnTo>
                <a:lnTo>
                  <a:pt x="0" y="965540"/>
                </a:lnTo>
                <a:lnTo>
                  <a:pt x="0" y="946604"/>
                </a:lnTo>
                <a:lnTo>
                  <a:pt x="0" y="927678"/>
                </a:lnTo>
                <a:lnTo>
                  <a:pt x="0" y="908742"/>
                </a:lnTo>
                <a:lnTo>
                  <a:pt x="0" y="889806"/>
                </a:lnTo>
                <a:lnTo>
                  <a:pt x="0" y="870880"/>
                </a:lnTo>
                <a:lnTo>
                  <a:pt x="0" y="851945"/>
                </a:lnTo>
                <a:lnTo>
                  <a:pt x="0" y="833018"/>
                </a:lnTo>
                <a:lnTo>
                  <a:pt x="0" y="814083"/>
                </a:lnTo>
                <a:lnTo>
                  <a:pt x="0" y="795147"/>
                </a:lnTo>
                <a:lnTo>
                  <a:pt x="0" y="776221"/>
                </a:lnTo>
                <a:lnTo>
                  <a:pt x="0" y="757285"/>
                </a:lnTo>
                <a:lnTo>
                  <a:pt x="0" y="738349"/>
                </a:lnTo>
                <a:lnTo>
                  <a:pt x="0" y="719423"/>
                </a:lnTo>
                <a:lnTo>
                  <a:pt x="0" y="700488"/>
                </a:lnTo>
                <a:lnTo>
                  <a:pt x="0" y="681561"/>
                </a:lnTo>
                <a:lnTo>
                  <a:pt x="0" y="662626"/>
                </a:lnTo>
                <a:lnTo>
                  <a:pt x="0" y="643690"/>
                </a:lnTo>
                <a:lnTo>
                  <a:pt x="0" y="624764"/>
                </a:lnTo>
                <a:lnTo>
                  <a:pt x="0" y="605828"/>
                </a:lnTo>
                <a:lnTo>
                  <a:pt x="0" y="586892"/>
                </a:lnTo>
                <a:lnTo>
                  <a:pt x="0" y="567966"/>
                </a:lnTo>
                <a:lnTo>
                  <a:pt x="0" y="549031"/>
                </a:lnTo>
                <a:lnTo>
                  <a:pt x="0" y="530104"/>
                </a:lnTo>
                <a:lnTo>
                  <a:pt x="0" y="511169"/>
                </a:lnTo>
                <a:lnTo>
                  <a:pt x="0" y="492233"/>
                </a:lnTo>
                <a:lnTo>
                  <a:pt x="0" y="473307"/>
                </a:lnTo>
                <a:lnTo>
                  <a:pt x="0" y="454371"/>
                </a:lnTo>
                <a:lnTo>
                  <a:pt x="0" y="435435"/>
                </a:lnTo>
                <a:lnTo>
                  <a:pt x="0" y="416509"/>
                </a:lnTo>
                <a:lnTo>
                  <a:pt x="0" y="397574"/>
                </a:lnTo>
                <a:lnTo>
                  <a:pt x="0" y="378647"/>
                </a:lnTo>
                <a:lnTo>
                  <a:pt x="0" y="359712"/>
                </a:lnTo>
                <a:lnTo>
                  <a:pt x="0" y="340776"/>
                </a:lnTo>
                <a:lnTo>
                  <a:pt x="0" y="321850"/>
                </a:lnTo>
                <a:lnTo>
                  <a:pt x="0" y="302914"/>
                </a:lnTo>
                <a:lnTo>
                  <a:pt x="0" y="283978"/>
                </a:lnTo>
                <a:lnTo>
                  <a:pt x="0" y="265052"/>
                </a:lnTo>
                <a:lnTo>
                  <a:pt x="0" y="246116"/>
                </a:lnTo>
                <a:lnTo>
                  <a:pt x="0" y="227190"/>
                </a:lnTo>
                <a:lnTo>
                  <a:pt x="0" y="208255"/>
                </a:lnTo>
                <a:lnTo>
                  <a:pt x="0" y="189319"/>
                </a:lnTo>
                <a:lnTo>
                  <a:pt x="0" y="170393"/>
                </a:lnTo>
                <a:lnTo>
                  <a:pt x="0" y="151457"/>
                </a:lnTo>
                <a:lnTo>
                  <a:pt x="0" y="132521"/>
                </a:lnTo>
                <a:lnTo>
                  <a:pt x="0" y="113595"/>
                </a:lnTo>
                <a:lnTo>
                  <a:pt x="0" y="94659"/>
                </a:lnTo>
                <a:lnTo>
                  <a:pt x="0" y="75733"/>
                </a:lnTo>
                <a:lnTo>
                  <a:pt x="0" y="56798"/>
                </a:lnTo>
                <a:lnTo>
                  <a:pt x="0" y="37862"/>
                </a:lnTo>
                <a:lnTo>
                  <a:pt x="0" y="189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5A2D4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causal-spine">
            <a:extLst xmlns:a="http://schemas.openxmlformats.org/drawingml/2006/main">
              <a:ext uri="{FF2B5EF4-FFF2-40B4-BE49-F238E27FC236}">
                <a16:creationId xmlns:a16="http://schemas.microsoft.com/office/drawing/2014/main" id="{E6D1DF05-582E-44B9-AE32-3953EE42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1075" y="3924300"/>
            <a:ext cx="97917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38100">
            <a:solidFill>
              <a:srgbClr val="4F73BD"/>
            </a:solidFill>
            <a:prstDash val="solid"/>
          </a:ln>
        </p:spPr>
      </p:sp>
      <p:sp>
        <p:nvSpPr>
          <p:cNvPr id="3" name="cause-branch-0">
            <a:extLst xmlns:a="http://schemas.openxmlformats.org/drawingml/2006/main">
              <a:ext uri="{FF2B5EF4-FFF2-40B4-BE49-F238E27FC236}">
                <a16:creationId xmlns:a16="http://schemas.microsoft.com/office/drawing/2014/main" id="{2B4BCABF-C4C0-46F9-B037-2859391A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6125" y="2314575"/>
            <a:ext cx="381000" cy="1609725"/>
          </a:xfrm>
          <a:custGeom xmlns:a="http://schemas.openxmlformats.org/drawingml/2006/main">
            <a:pathLst>
              <a:path w="381000" h="1609725">
                <a:moveTo>
                  <a:pt x="381000" y="1609725"/>
                </a:moveTo>
                <a:lnTo>
                  <a:pt x="376619" y="1591218"/>
                </a:lnTo>
                <a:lnTo>
                  <a:pt x="372237" y="1572720"/>
                </a:lnTo>
                <a:lnTo>
                  <a:pt x="367865" y="1554213"/>
                </a:lnTo>
                <a:lnTo>
                  <a:pt x="363484" y="1535716"/>
                </a:lnTo>
                <a:lnTo>
                  <a:pt x="359102" y="1517209"/>
                </a:lnTo>
                <a:lnTo>
                  <a:pt x="354721" y="1498711"/>
                </a:lnTo>
                <a:lnTo>
                  <a:pt x="350349" y="1480204"/>
                </a:lnTo>
                <a:lnTo>
                  <a:pt x="345967" y="1461707"/>
                </a:lnTo>
                <a:lnTo>
                  <a:pt x="341586" y="1443199"/>
                </a:lnTo>
                <a:lnTo>
                  <a:pt x="337204" y="1424702"/>
                </a:lnTo>
                <a:lnTo>
                  <a:pt x="332832" y="1406195"/>
                </a:lnTo>
                <a:lnTo>
                  <a:pt x="328451" y="1387697"/>
                </a:lnTo>
                <a:lnTo>
                  <a:pt x="324069" y="1369190"/>
                </a:lnTo>
                <a:lnTo>
                  <a:pt x="319688" y="1350693"/>
                </a:lnTo>
                <a:lnTo>
                  <a:pt x="315306" y="1332186"/>
                </a:lnTo>
                <a:lnTo>
                  <a:pt x="310934" y="1313688"/>
                </a:lnTo>
                <a:lnTo>
                  <a:pt x="306553" y="1295181"/>
                </a:lnTo>
                <a:lnTo>
                  <a:pt x="302171" y="1276674"/>
                </a:lnTo>
                <a:lnTo>
                  <a:pt x="297790" y="1258176"/>
                </a:lnTo>
                <a:lnTo>
                  <a:pt x="293418" y="1239669"/>
                </a:lnTo>
                <a:lnTo>
                  <a:pt x="289036" y="1221172"/>
                </a:lnTo>
                <a:lnTo>
                  <a:pt x="284655" y="1202665"/>
                </a:lnTo>
                <a:lnTo>
                  <a:pt x="280273" y="1184167"/>
                </a:lnTo>
                <a:lnTo>
                  <a:pt x="275901" y="1165660"/>
                </a:lnTo>
                <a:lnTo>
                  <a:pt x="271520" y="1147162"/>
                </a:lnTo>
                <a:lnTo>
                  <a:pt x="267138" y="1128655"/>
                </a:lnTo>
                <a:lnTo>
                  <a:pt x="262757" y="1110158"/>
                </a:lnTo>
                <a:lnTo>
                  <a:pt x="258375" y="1091651"/>
                </a:lnTo>
                <a:lnTo>
                  <a:pt x="254003" y="1073153"/>
                </a:lnTo>
                <a:lnTo>
                  <a:pt x="249622" y="1054646"/>
                </a:lnTo>
                <a:lnTo>
                  <a:pt x="245240" y="1036149"/>
                </a:lnTo>
                <a:lnTo>
                  <a:pt x="240859" y="1017641"/>
                </a:lnTo>
                <a:lnTo>
                  <a:pt x="236487" y="999144"/>
                </a:lnTo>
                <a:lnTo>
                  <a:pt x="232105" y="980637"/>
                </a:lnTo>
                <a:lnTo>
                  <a:pt x="227724" y="962130"/>
                </a:lnTo>
                <a:lnTo>
                  <a:pt x="223342" y="943632"/>
                </a:lnTo>
                <a:lnTo>
                  <a:pt x="218961" y="925125"/>
                </a:lnTo>
                <a:lnTo>
                  <a:pt x="214589" y="906628"/>
                </a:lnTo>
                <a:lnTo>
                  <a:pt x="210207" y="888121"/>
                </a:lnTo>
                <a:lnTo>
                  <a:pt x="205826" y="869623"/>
                </a:lnTo>
                <a:lnTo>
                  <a:pt x="201444" y="851116"/>
                </a:lnTo>
                <a:lnTo>
                  <a:pt x="197072" y="832618"/>
                </a:lnTo>
                <a:lnTo>
                  <a:pt x="192691" y="814111"/>
                </a:lnTo>
                <a:lnTo>
                  <a:pt x="188309" y="795614"/>
                </a:lnTo>
                <a:lnTo>
                  <a:pt x="183928" y="777107"/>
                </a:lnTo>
                <a:lnTo>
                  <a:pt x="179556" y="758609"/>
                </a:lnTo>
                <a:lnTo>
                  <a:pt x="175174" y="740102"/>
                </a:lnTo>
                <a:lnTo>
                  <a:pt x="170793" y="721604"/>
                </a:lnTo>
                <a:lnTo>
                  <a:pt x="166411" y="703097"/>
                </a:lnTo>
                <a:lnTo>
                  <a:pt x="162039" y="684600"/>
                </a:lnTo>
                <a:lnTo>
                  <a:pt x="157658" y="666093"/>
                </a:lnTo>
                <a:lnTo>
                  <a:pt x="153276" y="647586"/>
                </a:lnTo>
                <a:lnTo>
                  <a:pt x="148895" y="629088"/>
                </a:lnTo>
                <a:lnTo>
                  <a:pt x="144513" y="610581"/>
                </a:lnTo>
                <a:lnTo>
                  <a:pt x="140141" y="592084"/>
                </a:lnTo>
                <a:lnTo>
                  <a:pt x="135760" y="573576"/>
                </a:lnTo>
                <a:lnTo>
                  <a:pt x="131378" y="555079"/>
                </a:lnTo>
                <a:lnTo>
                  <a:pt x="126997" y="536572"/>
                </a:lnTo>
                <a:lnTo>
                  <a:pt x="122625" y="518074"/>
                </a:lnTo>
                <a:lnTo>
                  <a:pt x="118243" y="499567"/>
                </a:lnTo>
                <a:lnTo>
                  <a:pt x="113862" y="481070"/>
                </a:lnTo>
                <a:lnTo>
                  <a:pt x="109480" y="462563"/>
                </a:lnTo>
                <a:lnTo>
                  <a:pt x="105099" y="444065"/>
                </a:lnTo>
                <a:lnTo>
                  <a:pt x="100727" y="425558"/>
                </a:lnTo>
                <a:lnTo>
                  <a:pt x="96345" y="407060"/>
                </a:lnTo>
                <a:lnTo>
                  <a:pt x="91964" y="388553"/>
                </a:lnTo>
                <a:lnTo>
                  <a:pt x="87582" y="370056"/>
                </a:lnTo>
                <a:lnTo>
                  <a:pt x="83210" y="351549"/>
                </a:lnTo>
                <a:lnTo>
                  <a:pt x="78829" y="333051"/>
                </a:lnTo>
                <a:lnTo>
                  <a:pt x="74447" y="314544"/>
                </a:lnTo>
                <a:lnTo>
                  <a:pt x="70066" y="296037"/>
                </a:lnTo>
                <a:lnTo>
                  <a:pt x="65694" y="277539"/>
                </a:lnTo>
                <a:lnTo>
                  <a:pt x="61312" y="259032"/>
                </a:lnTo>
                <a:lnTo>
                  <a:pt x="56931" y="240535"/>
                </a:lnTo>
                <a:lnTo>
                  <a:pt x="52549" y="222028"/>
                </a:lnTo>
                <a:lnTo>
                  <a:pt x="48168" y="203530"/>
                </a:lnTo>
                <a:lnTo>
                  <a:pt x="43796" y="185023"/>
                </a:lnTo>
                <a:lnTo>
                  <a:pt x="39414" y="166526"/>
                </a:lnTo>
                <a:lnTo>
                  <a:pt x="35033" y="148019"/>
                </a:lnTo>
                <a:lnTo>
                  <a:pt x="30651" y="129521"/>
                </a:lnTo>
                <a:lnTo>
                  <a:pt x="26279" y="111014"/>
                </a:lnTo>
                <a:lnTo>
                  <a:pt x="21898" y="92516"/>
                </a:lnTo>
                <a:lnTo>
                  <a:pt x="17516" y="74009"/>
                </a:lnTo>
                <a:lnTo>
                  <a:pt x="13135" y="55512"/>
                </a:lnTo>
                <a:lnTo>
                  <a:pt x="8763" y="37005"/>
                </a:lnTo>
                <a:lnTo>
                  <a:pt x="4382" y="18507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4" name="cause-branch-1">
            <a:extLst xmlns:a="http://schemas.openxmlformats.org/drawingml/2006/main">
              <a:ext uri="{FF2B5EF4-FFF2-40B4-BE49-F238E27FC236}">
                <a16:creationId xmlns:a16="http://schemas.microsoft.com/office/drawing/2014/main" id="{E9664693-A424-45AD-8214-81A76A497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43625" y="2095500"/>
            <a:ext cx="381000" cy="1828800"/>
          </a:xfrm>
          <a:custGeom xmlns:a="http://schemas.openxmlformats.org/drawingml/2006/main">
            <a:pathLst>
              <a:path w="381000" h="1828800">
                <a:moveTo>
                  <a:pt x="381000" y="1828800"/>
                </a:moveTo>
                <a:lnTo>
                  <a:pt x="377152" y="1810331"/>
                </a:lnTo>
                <a:lnTo>
                  <a:pt x="373304" y="1791853"/>
                </a:lnTo>
                <a:lnTo>
                  <a:pt x="369456" y="1773384"/>
                </a:lnTo>
                <a:lnTo>
                  <a:pt x="365608" y="1754905"/>
                </a:lnTo>
                <a:lnTo>
                  <a:pt x="361759" y="1736436"/>
                </a:lnTo>
                <a:lnTo>
                  <a:pt x="357911" y="1717967"/>
                </a:lnTo>
                <a:lnTo>
                  <a:pt x="354063" y="1699489"/>
                </a:lnTo>
                <a:lnTo>
                  <a:pt x="350215" y="1681020"/>
                </a:lnTo>
                <a:lnTo>
                  <a:pt x="346367" y="1662541"/>
                </a:lnTo>
                <a:lnTo>
                  <a:pt x="342519" y="1644072"/>
                </a:lnTo>
                <a:lnTo>
                  <a:pt x="338671" y="1625603"/>
                </a:lnTo>
                <a:lnTo>
                  <a:pt x="334813" y="1607125"/>
                </a:lnTo>
                <a:lnTo>
                  <a:pt x="330965" y="1588656"/>
                </a:lnTo>
                <a:lnTo>
                  <a:pt x="327117" y="1570177"/>
                </a:lnTo>
                <a:lnTo>
                  <a:pt x="323269" y="1551708"/>
                </a:lnTo>
                <a:lnTo>
                  <a:pt x="319421" y="1533239"/>
                </a:lnTo>
                <a:lnTo>
                  <a:pt x="315573" y="1514761"/>
                </a:lnTo>
                <a:lnTo>
                  <a:pt x="311725" y="1496292"/>
                </a:lnTo>
                <a:lnTo>
                  <a:pt x="307877" y="1477823"/>
                </a:lnTo>
                <a:lnTo>
                  <a:pt x="304028" y="1459344"/>
                </a:lnTo>
                <a:lnTo>
                  <a:pt x="300180" y="1440875"/>
                </a:lnTo>
                <a:lnTo>
                  <a:pt x="296332" y="1422397"/>
                </a:lnTo>
                <a:lnTo>
                  <a:pt x="292484" y="1403928"/>
                </a:lnTo>
                <a:lnTo>
                  <a:pt x="288636" y="1385459"/>
                </a:lnTo>
                <a:lnTo>
                  <a:pt x="284788" y="1366980"/>
                </a:lnTo>
                <a:lnTo>
                  <a:pt x="280940" y="1348511"/>
                </a:lnTo>
                <a:lnTo>
                  <a:pt x="277092" y="1330033"/>
                </a:lnTo>
                <a:lnTo>
                  <a:pt x="273244" y="1311564"/>
                </a:lnTo>
                <a:lnTo>
                  <a:pt x="269396" y="1293095"/>
                </a:lnTo>
                <a:lnTo>
                  <a:pt x="265547" y="1274616"/>
                </a:lnTo>
                <a:lnTo>
                  <a:pt x="261699" y="1256147"/>
                </a:lnTo>
                <a:lnTo>
                  <a:pt x="257851" y="1237669"/>
                </a:lnTo>
                <a:lnTo>
                  <a:pt x="254003" y="1219200"/>
                </a:lnTo>
                <a:lnTo>
                  <a:pt x="250155" y="1200731"/>
                </a:lnTo>
                <a:lnTo>
                  <a:pt x="246307" y="1182253"/>
                </a:lnTo>
                <a:lnTo>
                  <a:pt x="242459" y="1163784"/>
                </a:lnTo>
                <a:lnTo>
                  <a:pt x="238601" y="1145305"/>
                </a:lnTo>
                <a:lnTo>
                  <a:pt x="234753" y="1126836"/>
                </a:lnTo>
                <a:lnTo>
                  <a:pt x="230905" y="1108367"/>
                </a:lnTo>
                <a:lnTo>
                  <a:pt x="227057" y="1089889"/>
                </a:lnTo>
                <a:lnTo>
                  <a:pt x="223209" y="1071420"/>
                </a:lnTo>
                <a:lnTo>
                  <a:pt x="219361" y="1052941"/>
                </a:lnTo>
                <a:lnTo>
                  <a:pt x="215513" y="1034472"/>
                </a:lnTo>
                <a:lnTo>
                  <a:pt x="211665" y="1016003"/>
                </a:lnTo>
                <a:lnTo>
                  <a:pt x="207816" y="997525"/>
                </a:lnTo>
                <a:lnTo>
                  <a:pt x="203968" y="979056"/>
                </a:lnTo>
                <a:lnTo>
                  <a:pt x="200120" y="960577"/>
                </a:lnTo>
                <a:lnTo>
                  <a:pt x="196272" y="942108"/>
                </a:lnTo>
                <a:lnTo>
                  <a:pt x="192424" y="923639"/>
                </a:lnTo>
                <a:lnTo>
                  <a:pt x="188576" y="905161"/>
                </a:lnTo>
                <a:lnTo>
                  <a:pt x="184728" y="886692"/>
                </a:lnTo>
                <a:lnTo>
                  <a:pt x="180880" y="868223"/>
                </a:lnTo>
                <a:lnTo>
                  <a:pt x="177032" y="849744"/>
                </a:lnTo>
                <a:lnTo>
                  <a:pt x="173184" y="831275"/>
                </a:lnTo>
                <a:lnTo>
                  <a:pt x="169335" y="812797"/>
                </a:lnTo>
                <a:lnTo>
                  <a:pt x="165487" y="794328"/>
                </a:lnTo>
                <a:lnTo>
                  <a:pt x="161639" y="775859"/>
                </a:lnTo>
                <a:lnTo>
                  <a:pt x="157791" y="757380"/>
                </a:lnTo>
                <a:lnTo>
                  <a:pt x="153943" y="738911"/>
                </a:lnTo>
                <a:lnTo>
                  <a:pt x="150095" y="720433"/>
                </a:lnTo>
                <a:lnTo>
                  <a:pt x="146247" y="701964"/>
                </a:lnTo>
                <a:lnTo>
                  <a:pt x="142399" y="683495"/>
                </a:lnTo>
                <a:lnTo>
                  <a:pt x="138541" y="665016"/>
                </a:lnTo>
                <a:lnTo>
                  <a:pt x="134693" y="646547"/>
                </a:lnTo>
                <a:lnTo>
                  <a:pt x="130845" y="628069"/>
                </a:lnTo>
                <a:lnTo>
                  <a:pt x="126997" y="609600"/>
                </a:lnTo>
                <a:lnTo>
                  <a:pt x="123149" y="591131"/>
                </a:lnTo>
                <a:lnTo>
                  <a:pt x="119301" y="572653"/>
                </a:lnTo>
                <a:lnTo>
                  <a:pt x="115453" y="554184"/>
                </a:lnTo>
                <a:lnTo>
                  <a:pt x="111604" y="535705"/>
                </a:lnTo>
                <a:lnTo>
                  <a:pt x="107756" y="517236"/>
                </a:lnTo>
                <a:lnTo>
                  <a:pt x="103908" y="498767"/>
                </a:lnTo>
                <a:lnTo>
                  <a:pt x="100060" y="480289"/>
                </a:lnTo>
                <a:lnTo>
                  <a:pt x="96212" y="461820"/>
                </a:lnTo>
                <a:lnTo>
                  <a:pt x="92364" y="443341"/>
                </a:lnTo>
                <a:lnTo>
                  <a:pt x="88516" y="424872"/>
                </a:lnTo>
                <a:lnTo>
                  <a:pt x="84668" y="406403"/>
                </a:lnTo>
                <a:lnTo>
                  <a:pt x="80820" y="387925"/>
                </a:lnTo>
                <a:lnTo>
                  <a:pt x="76972" y="369456"/>
                </a:lnTo>
                <a:lnTo>
                  <a:pt x="73123" y="350977"/>
                </a:lnTo>
                <a:lnTo>
                  <a:pt x="69275" y="332508"/>
                </a:lnTo>
                <a:lnTo>
                  <a:pt x="65427" y="314039"/>
                </a:lnTo>
                <a:lnTo>
                  <a:pt x="61579" y="295561"/>
                </a:lnTo>
                <a:lnTo>
                  <a:pt x="57731" y="277092"/>
                </a:lnTo>
                <a:lnTo>
                  <a:pt x="53883" y="258623"/>
                </a:lnTo>
                <a:lnTo>
                  <a:pt x="50035" y="240144"/>
                </a:lnTo>
                <a:lnTo>
                  <a:pt x="46187" y="221675"/>
                </a:lnTo>
                <a:lnTo>
                  <a:pt x="42329" y="203197"/>
                </a:lnTo>
                <a:lnTo>
                  <a:pt x="38481" y="184728"/>
                </a:lnTo>
                <a:lnTo>
                  <a:pt x="34633" y="166259"/>
                </a:lnTo>
                <a:lnTo>
                  <a:pt x="30785" y="147780"/>
                </a:lnTo>
                <a:lnTo>
                  <a:pt x="26937" y="129311"/>
                </a:lnTo>
                <a:lnTo>
                  <a:pt x="23089" y="110833"/>
                </a:lnTo>
                <a:lnTo>
                  <a:pt x="19241" y="92364"/>
                </a:lnTo>
                <a:lnTo>
                  <a:pt x="15392" y="73895"/>
                </a:lnTo>
                <a:lnTo>
                  <a:pt x="11544" y="55416"/>
                </a:lnTo>
                <a:lnTo>
                  <a:pt x="7696" y="36947"/>
                </a:lnTo>
                <a:lnTo>
                  <a:pt x="3848" y="1846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5" name="cause-branch-2">
            <a:extLst xmlns:a="http://schemas.openxmlformats.org/drawingml/2006/main">
              <a:ext uri="{FF2B5EF4-FFF2-40B4-BE49-F238E27FC236}">
                <a16:creationId xmlns:a16="http://schemas.microsoft.com/office/drawing/2014/main" id="{EB00B387-F5BB-4FF0-8A45-BA967B972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01125" y="2314575"/>
            <a:ext cx="381000" cy="1609725"/>
          </a:xfrm>
          <a:custGeom xmlns:a="http://schemas.openxmlformats.org/drawingml/2006/main">
            <a:pathLst>
              <a:path w="381000" h="1609725">
                <a:moveTo>
                  <a:pt x="381000" y="1609725"/>
                </a:moveTo>
                <a:lnTo>
                  <a:pt x="376619" y="1591218"/>
                </a:lnTo>
                <a:lnTo>
                  <a:pt x="372237" y="1572720"/>
                </a:lnTo>
                <a:lnTo>
                  <a:pt x="367865" y="1554213"/>
                </a:lnTo>
                <a:lnTo>
                  <a:pt x="363484" y="1535716"/>
                </a:lnTo>
                <a:lnTo>
                  <a:pt x="359102" y="1517209"/>
                </a:lnTo>
                <a:lnTo>
                  <a:pt x="354721" y="1498711"/>
                </a:lnTo>
                <a:lnTo>
                  <a:pt x="350349" y="1480204"/>
                </a:lnTo>
                <a:lnTo>
                  <a:pt x="345967" y="1461707"/>
                </a:lnTo>
                <a:lnTo>
                  <a:pt x="341586" y="1443199"/>
                </a:lnTo>
                <a:lnTo>
                  <a:pt x="337204" y="1424702"/>
                </a:lnTo>
                <a:lnTo>
                  <a:pt x="332832" y="1406195"/>
                </a:lnTo>
                <a:lnTo>
                  <a:pt x="328451" y="1387697"/>
                </a:lnTo>
                <a:lnTo>
                  <a:pt x="324069" y="1369190"/>
                </a:lnTo>
                <a:lnTo>
                  <a:pt x="319688" y="1350693"/>
                </a:lnTo>
                <a:lnTo>
                  <a:pt x="315306" y="1332186"/>
                </a:lnTo>
                <a:lnTo>
                  <a:pt x="310934" y="1313688"/>
                </a:lnTo>
                <a:lnTo>
                  <a:pt x="306553" y="1295181"/>
                </a:lnTo>
                <a:lnTo>
                  <a:pt x="302171" y="1276674"/>
                </a:lnTo>
                <a:lnTo>
                  <a:pt x="297790" y="1258176"/>
                </a:lnTo>
                <a:lnTo>
                  <a:pt x="293418" y="1239669"/>
                </a:lnTo>
                <a:lnTo>
                  <a:pt x="289036" y="1221172"/>
                </a:lnTo>
                <a:lnTo>
                  <a:pt x="284655" y="1202665"/>
                </a:lnTo>
                <a:lnTo>
                  <a:pt x="280273" y="1184167"/>
                </a:lnTo>
                <a:lnTo>
                  <a:pt x="275901" y="1165660"/>
                </a:lnTo>
                <a:lnTo>
                  <a:pt x="271520" y="1147162"/>
                </a:lnTo>
                <a:lnTo>
                  <a:pt x="267138" y="1128655"/>
                </a:lnTo>
                <a:lnTo>
                  <a:pt x="262757" y="1110158"/>
                </a:lnTo>
                <a:lnTo>
                  <a:pt x="258375" y="1091651"/>
                </a:lnTo>
                <a:lnTo>
                  <a:pt x="254003" y="1073153"/>
                </a:lnTo>
                <a:lnTo>
                  <a:pt x="249622" y="1054646"/>
                </a:lnTo>
                <a:lnTo>
                  <a:pt x="245240" y="1036149"/>
                </a:lnTo>
                <a:lnTo>
                  <a:pt x="240859" y="1017641"/>
                </a:lnTo>
                <a:lnTo>
                  <a:pt x="236487" y="999144"/>
                </a:lnTo>
                <a:lnTo>
                  <a:pt x="232105" y="980637"/>
                </a:lnTo>
                <a:lnTo>
                  <a:pt x="227724" y="962130"/>
                </a:lnTo>
                <a:lnTo>
                  <a:pt x="223342" y="943632"/>
                </a:lnTo>
                <a:lnTo>
                  <a:pt x="218970" y="925125"/>
                </a:lnTo>
                <a:lnTo>
                  <a:pt x="214589" y="906628"/>
                </a:lnTo>
                <a:lnTo>
                  <a:pt x="210207" y="888121"/>
                </a:lnTo>
                <a:lnTo>
                  <a:pt x="205826" y="869623"/>
                </a:lnTo>
                <a:lnTo>
                  <a:pt x="201444" y="851116"/>
                </a:lnTo>
                <a:lnTo>
                  <a:pt x="197072" y="832618"/>
                </a:lnTo>
                <a:lnTo>
                  <a:pt x="192691" y="814111"/>
                </a:lnTo>
                <a:lnTo>
                  <a:pt x="188309" y="795614"/>
                </a:lnTo>
                <a:lnTo>
                  <a:pt x="183928" y="777107"/>
                </a:lnTo>
                <a:lnTo>
                  <a:pt x="179556" y="758609"/>
                </a:lnTo>
                <a:lnTo>
                  <a:pt x="175174" y="740102"/>
                </a:lnTo>
                <a:lnTo>
                  <a:pt x="170793" y="721604"/>
                </a:lnTo>
                <a:lnTo>
                  <a:pt x="166411" y="703097"/>
                </a:lnTo>
                <a:lnTo>
                  <a:pt x="162030" y="684600"/>
                </a:lnTo>
                <a:lnTo>
                  <a:pt x="157658" y="666093"/>
                </a:lnTo>
                <a:lnTo>
                  <a:pt x="153276" y="647586"/>
                </a:lnTo>
                <a:lnTo>
                  <a:pt x="148895" y="629088"/>
                </a:lnTo>
                <a:lnTo>
                  <a:pt x="144513" y="610581"/>
                </a:lnTo>
                <a:lnTo>
                  <a:pt x="140141" y="592084"/>
                </a:lnTo>
                <a:lnTo>
                  <a:pt x="135760" y="573576"/>
                </a:lnTo>
                <a:lnTo>
                  <a:pt x="131378" y="555079"/>
                </a:lnTo>
                <a:lnTo>
                  <a:pt x="126997" y="536572"/>
                </a:lnTo>
                <a:lnTo>
                  <a:pt x="122625" y="518074"/>
                </a:lnTo>
                <a:lnTo>
                  <a:pt x="118243" y="499567"/>
                </a:lnTo>
                <a:lnTo>
                  <a:pt x="113862" y="481070"/>
                </a:lnTo>
                <a:lnTo>
                  <a:pt x="109480" y="462563"/>
                </a:lnTo>
                <a:lnTo>
                  <a:pt x="105099" y="444065"/>
                </a:lnTo>
                <a:lnTo>
                  <a:pt x="100727" y="425558"/>
                </a:lnTo>
                <a:lnTo>
                  <a:pt x="96345" y="407060"/>
                </a:lnTo>
                <a:lnTo>
                  <a:pt x="91964" y="388553"/>
                </a:lnTo>
                <a:lnTo>
                  <a:pt x="87582" y="370056"/>
                </a:lnTo>
                <a:lnTo>
                  <a:pt x="83210" y="351549"/>
                </a:lnTo>
                <a:lnTo>
                  <a:pt x="78829" y="333051"/>
                </a:lnTo>
                <a:lnTo>
                  <a:pt x="74447" y="314544"/>
                </a:lnTo>
                <a:lnTo>
                  <a:pt x="70066" y="296037"/>
                </a:lnTo>
                <a:lnTo>
                  <a:pt x="65694" y="277539"/>
                </a:lnTo>
                <a:lnTo>
                  <a:pt x="61312" y="259032"/>
                </a:lnTo>
                <a:lnTo>
                  <a:pt x="56931" y="240535"/>
                </a:lnTo>
                <a:lnTo>
                  <a:pt x="52549" y="222028"/>
                </a:lnTo>
                <a:lnTo>
                  <a:pt x="48168" y="203530"/>
                </a:lnTo>
                <a:lnTo>
                  <a:pt x="43796" y="185023"/>
                </a:lnTo>
                <a:lnTo>
                  <a:pt x="39414" y="166526"/>
                </a:lnTo>
                <a:lnTo>
                  <a:pt x="35033" y="148019"/>
                </a:lnTo>
                <a:lnTo>
                  <a:pt x="30651" y="129521"/>
                </a:lnTo>
                <a:lnTo>
                  <a:pt x="26279" y="111014"/>
                </a:lnTo>
                <a:lnTo>
                  <a:pt x="21898" y="92516"/>
                </a:lnTo>
                <a:lnTo>
                  <a:pt x="17516" y="74009"/>
                </a:lnTo>
                <a:lnTo>
                  <a:pt x="13135" y="55512"/>
                </a:lnTo>
                <a:lnTo>
                  <a:pt x="8763" y="37005"/>
                </a:lnTo>
                <a:lnTo>
                  <a:pt x="4382" y="18507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6" name="cause-branch-3">
            <a:extLst xmlns:a="http://schemas.openxmlformats.org/drawingml/2006/main">
              <a:ext uri="{FF2B5EF4-FFF2-40B4-BE49-F238E27FC236}">
                <a16:creationId xmlns:a16="http://schemas.microsoft.com/office/drawing/2014/main" id="{E914B5EB-A6BC-45D1-B7D4-7FE252C56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14675" y="3924300"/>
            <a:ext cx="552450" cy="1609725"/>
          </a:xfrm>
          <a:custGeom xmlns:a="http://schemas.openxmlformats.org/drawingml/2006/main">
            <a:pathLst>
              <a:path w="552450" h="1609725">
                <a:moveTo>
                  <a:pt x="552450" y="0"/>
                </a:moveTo>
                <a:lnTo>
                  <a:pt x="546316" y="17888"/>
                </a:lnTo>
                <a:lnTo>
                  <a:pt x="540172" y="35776"/>
                </a:lnTo>
                <a:lnTo>
                  <a:pt x="534038" y="53654"/>
                </a:lnTo>
                <a:lnTo>
                  <a:pt x="527895" y="71542"/>
                </a:lnTo>
                <a:lnTo>
                  <a:pt x="521760" y="89430"/>
                </a:lnTo>
                <a:lnTo>
                  <a:pt x="515617" y="107318"/>
                </a:lnTo>
                <a:lnTo>
                  <a:pt x="509483" y="125197"/>
                </a:lnTo>
                <a:lnTo>
                  <a:pt x="503339" y="143085"/>
                </a:lnTo>
                <a:lnTo>
                  <a:pt x="497205" y="160973"/>
                </a:lnTo>
                <a:lnTo>
                  <a:pt x="491071" y="178860"/>
                </a:lnTo>
                <a:lnTo>
                  <a:pt x="484927" y="196748"/>
                </a:lnTo>
                <a:lnTo>
                  <a:pt x="478793" y="214627"/>
                </a:lnTo>
                <a:lnTo>
                  <a:pt x="472650" y="232515"/>
                </a:lnTo>
                <a:lnTo>
                  <a:pt x="466515" y="250403"/>
                </a:lnTo>
                <a:lnTo>
                  <a:pt x="460372" y="268291"/>
                </a:lnTo>
                <a:lnTo>
                  <a:pt x="454238" y="286169"/>
                </a:lnTo>
                <a:lnTo>
                  <a:pt x="448094" y="304057"/>
                </a:lnTo>
                <a:lnTo>
                  <a:pt x="441960" y="321945"/>
                </a:lnTo>
                <a:lnTo>
                  <a:pt x="435826" y="339833"/>
                </a:lnTo>
                <a:lnTo>
                  <a:pt x="429682" y="357721"/>
                </a:lnTo>
                <a:lnTo>
                  <a:pt x="423548" y="375599"/>
                </a:lnTo>
                <a:lnTo>
                  <a:pt x="417405" y="393487"/>
                </a:lnTo>
                <a:lnTo>
                  <a:pt x="411270" y="411375"/>
                </a:lnTo>
                <a:lnTo>
                  <a:pt x="405127" y="429263"/>
                </a:lnTo>
                <a:lnTo>
                  <a:pt x="398993" y="447142"/>
                </a:lnTo>
                <a:lnTo>
                  <a:pt x="392849" y="465030"/>
                </a:lnTo>
                <a:lnTo>
                  <a:pt x="386715" y="482918"/>
                </a:lnTo>
                <a:lnTo>
                  <a:pt x="380581" y="500805"/>
                </a:lnTo>
                <a:lnTo>
                  <a:pt x="374437" y="518693"/>
                </a:lnTo>
                <a:lnTo>
                  <a:pt x="368303" y="536572"/>
                </a:lnTo>
                <a:lnTo>
                  <a:pt x="362160" y="554460"/>
                </a:lnTo>
                <a:lnTo>
                  <a:pt x="356025" y="572348"/>
                </a:lnTo>
                <a:lnTo>
                  <a:pt x="349882" y="590236"/>
                </a:lnTo>
                <a:lnTo>
                  <a:pt x="343748" y="608114"/>
                </a:lnTo>
                <a:lnTo>
                  <a:pt x="337604" y="626002"/>
                </a:lnTo>
                <a:lnTo>
                  <a:pt x="331470" y="643890"/>
                </a:lnTo>
                <a:lnTo>
                  <a:pt x="325336" y="661778"/>
                </a:lnTo>
                <a:lnTo>
                  <a:pt x="319192" y="679666"/>
                </a:lnTo>
                <a:lnTo>
                  <a:pt x="313058" y="697544"/>
                </a:lnTo>
                <a:lnTo>
                  <a:pt x="306915" y="715432"/>
                </a:lnTo>
                <a:lnTo>
                  <a:pt x="300780" y="733320"/>
                </a:lnTo>
                <a:lnTo>
                  <a:pt x="294637" y="751208"/>
                </a:lnTo>
                <a:lnTo>
                  <a:pt x="288503" y="769087"/>
                </a:lnTo>
                <a:lnTo>
                  <a:pt x="282359" y="786975"/>
                </a:lnTo>
                <a:lnTo>
                  <a:pt x="276225" y="804863"/>
                </a:lnTo>
                <a:lnTo>
                  <a:pt x="270091" y="822750"/>
                </a:lnTo>
                <a:lnTo>
                  <a:pt x="263947" y="840638"/>
                </a:lnTo>
                <a:lnTo>
                  <a:pt x="257813" y="858517"/>
                </a:lnTo>
                <a:lnTo>
                  <a:pt x="251670" y="876405"/>
                </a:lnTo>
                <a:lnTo>
                  <a:pt x="245535" y="894293"/>
                </a:lnTo>
                <a:lnTo>
                  <a:pt x="239392" y="912181"/>
                </a:lnTo>
                <a:lnTo>
                  <a:pt x="233258" y="930059"/>
                </a:lnTo>
                <a:lnTo>
                  <a:pt x="227114" y="947947"/>
                </a:lnTo>
                <a:lnTo>
                  <a:pt x="220980" y="965835"/>
                </a:lnTo>
                <a:lnTo>
                  <a:pt x="214846" y="983723"/>
                </a:lnTo>
                <a:lnTo>
                  <a:pt x="208702" y="1001611"/>
                </a:lnTo>
                <a:lnTo>
                  <a:pt x="202568" y="1019489"/>
                </a:lnTo>
                <a:lnTo>
                  <a:pt x="196425" y="1037377"/>
                </a:lnTo>
                <a:lnTo>
                  <a:pt x="190290" y="1055265"/>
                </a:lnTo>
                <a:lnTo>
                  <a:pt x="184147" y="1073153"/>
                </a:lnTo>
                <a:lnTo>
                  <a:pt x="178013" y="1091032"/>
                </a:lnTo>
                <a:lnTo>
                  <a:pt x="171869" y="1108920"/>
                </a:lnTo>
                <a:lnTo>
                  <a:pt x="165735" y="1126808"/>
                </a:lnTo>
                <a:lnTo>
                  <a:pt x="159601" y="1144695"/>
                </a:lnTo>
                <a:lnTo>
                  <a:pt x="153457" y="1162583"/>
                </a:lnTo>
                <a:lnTo>
                  <a:pt x="147323" y="1180462"/>
                </a:lnTo>
                <a:lnTo>
                  <a:pt x="141180" y="1198350"/>
                </a:lnTo>
                <a:lnTo>
                  <a:pt x="135045" y="1216238"/>
                </a:lnTo>
                <a:lnTo>
                  <a:pt x="128902" y="1234126"/>
                </a:lnTo>
                <a:lnTo>
                  <a:pt x="122768" y="1252004"/>
                </a:lnTo>
                <a:lnTo>
                  <a:pt x="116624" y="1269892"/>
                </a:lnTo>
                <a:lnTo>
                  <a:pt x="110490" y="1287780"/>
                </a:lnTo>
                <a:lnTo>
                  <a:pt x="104356" y="1305668"/>
                </a:lnTo>
                <a:lnTo>
                  <a:pt x="98212" y="1323556"/>
                </a:lnTo>
                <a:lnTo>
                  <a:pt x="92078" y="1341434"/>
                </a:lnTo>
                <a:lnTo>
                  <a:pt x="85935" y="1359322"/>
                </a:lnTo>
                <a:lnTo>
                  <a:pt x="79800" y="1377210"/>
                </a:lnTo>
                <a:lnTo>
                  <a:pt x="73657" y="1395098"/>
                </a:lnTo>
                <a:lnTo>
                  <a:pt x="67523" y="1412977"/>
                </a:lnTo>
                <a:lnTo>
                  <a:pt x="61379" y="1430865"/>
                </a:lnTo>
                <a:lnTo>
                  <a:pt x="55245" y="1448753"/>
                </a:lnTo>
                <a:lnTo>
                  <a:pt x="49111" y="1466640"/>
                </a:lnTo>
                <a:lnTo>
                  <a:pt x="42967" y="1484528"/>
                </a:lnTo>
                <a:lnTo>
                  <a:pt x="36833" y="1502407"/>
                </a:lnTo>
                <a:lnTo>
                  <a:pt x="30690" y="1520295"/>
                </a:lnTo>
                <a:lnTo>
                  <a:pt x="24555" y="1538183"/>
                </a:lnTo>
                <a:lnTo>
                  <a:pt x="18412" y="1556071"/>
                </a:lnTo>
                <a:lnTo>
                  <a:pt x="12278" y="1573949"/>
                </a:lnTo>
                <a:lnTo>
                  <a:pt x="6134" y="1591837"/>
                </a:lnTo>
                <a:lnTo>
                  <a:pt x="0" y="1609725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7" name="cause-branch-4">
            <a:extLst xmlns:a="http://schemas.openxmlformats.org/drawingml/2006/main">
              <a:ext uri="{FF2B5EF4-FFF2-40B4-BE49-F238E27FC236}">
                <a16:creationId xmlns:a16="http://schemas.microsoft.com/office/drawing/2014/main" id="{2E407D12-D849-40EB-A4AD-C91EA9F1A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72175" y="3924300"/>
            <a:ext cx="552450" cy="1828800"/>
          </a:xfrm>
          <a:custGeom xmlns:a="http://schemas.openxmlformats.org/drawingml/2006/main">
            <a:pathLst>
              <a:path w="552450" h="1828800">
                <a:moveTo>
                  <a:pt x="552450" y="0"/>
                </a:moveTo>
                <a:lnTo>
                  <a:pt x="546983" y="18107"/>
                </a:lnTo>
                <a:lnTo>
                  <a:pt x="541515" y="36214"/>
                </a:lnTo>
                <a:lnTo>
                  <a:pt x="536038" y="54321"/>
                </a:lnTo>
                <a:lnTo>
                  <a:pt x="530571" y="72428"/>
                </a:lnTo>
                <a:lnTo>
                  <a:pt x="525104" y="90535"/>
                </a:lnTo>
                <a:lnTo>
                  <a:pt x="519627" y="108642"/>
                </a:lnTo>
                <a:lnTo>
                  <a:pt x="514159" y="126749"/>
                </a:lnTo>
                <a:lnTo>
                  <a:pt x="508692" y="144856"/>
                </a:lnTo>
                <a:lnTo>
                  <a:pt x="503225" y="162963"/>
                </a:lnTo>
                <a:lnTo>
                  <a:pt x="497748" y="181070"/>
                </a:lnTo>
                <a:lnTo>
                  <a:pt x="492281" y="199177"/>
                </a:lnTo>
                <a:lnTo>
                  <a:pt x="486813" y="217284"/>
                </a:lnTo>
                <a:lnTo>
                  <a:pt x="481346" y="235391"/>
                </a:lnTo>
                <a:lnTo>
                  <a:pt x="475869" y="253498"/>
                </a:lnTo>
                <a:lnTo>
                  <a:pt x="470402" y="271605"/>
                </a:lnTo>
                <a:lnTo>
                  <a:pt x="464934" y="289712"/>
                </a:lnTo>
                <a:lnTo>
                  <a:pt x="459467" y="307819"/>
                </a:lnTo>
                <a:lnTo>
                  <a:pt x="453990" y="325926"/>
                </a:lnTo>
                <a:lnTo>
                  <a:pt x="448523" y="344033"/>
                </a:lnTo>
                <a:lnTo>
                  <a:pt x="443055" y="362141"/>
                </a:lnTo>
                <a:lnTo>
                  <a:pt x="437588" y="380248"/>
                </a:lnTo>
                <a:lnTo>
                  <a:pt x="432111" y="398355"/>
                </a:lnTo>
                <a:lnTo>
                  <a:pt x="426644" y="416462"/>
                </a:lnTo>
                <a:lnTo>
                  <a:pt x="421176" y="434569"/>
                </a:lnTo>
                <a:lnTo>
                  <a:pt x="415709" y="452676"/>
                </a:lnTo>
                <a:lnTo>
                  <a:pt x="410232" y="470783"/>
                </a:lnTo>
                <a:lnTo>
                  <a:pt x="404765" y="488890"/>
                </a:lnTo>
                <a:lnTo>
                  <a:pt x="399298" y="506997"/>
                </a:lnTo>
                <a:lnTo>
                  <a:pt x="393830" y="525104"/>
                </a:lnTo>
                <a:lnTo>
                  <a:pt x="388353" y="543211"/>
                </a:lnTo>
                <a:lnTo>
                  <a:pt x="382886" y="561318"/>
                </a:lnTo>
                <a:lnTo>
                  <a:pt x="377419" y="579425"/>
                </a:lnTo>
                <a:lnTo>
                  <a:pt x="371942" y="597532"/>
                </a:lnTo>
                <a:lnTo>
                  <a:pt x="366474" y="615639"/>
                </a:lnTo>
                <a:lnTo>
                  <a:pt x="361007" y="633746"/>
                </a:lnTo>
                <a:lnTo>
                  <a:pt x="355540" y="651853"/>
                </a:lnTo>
                <a:lnTo>
                  <a:pt x="350063" y="669960"/>
                </a:lnTo>
                <a:lnTo>
                  <a:pt x="344595" y="688067"/>
                </a:lnTo>
                <a:lnTo>
                  <a:pt x="339128" y="706174"/>
                </a:lnTo>
                <a:lnTo>
                  <a:pt x="333661" y="724281"/>
                </a:lnTo>
                <a:lnTo>
                  <a:pt x="328184" y="742388"/>
                </a:lnTo>
                <a:lnTo>
                  <a:pt x="322717" y="760495"/>
                </a:lnTo>
                <a:lnTo>
                  <a:pt x="317249" y="778602"/>
                </a:lnTo>
                <a:lnTo>
                  <a:pt x="311782" y="796709"/>
                </a:lnTo>
                <a:lnTo>
                  <a:pt x="306305" y="814816"/>
                </a:lnTo>
                <a:lnTo>
                  <a:pt x="300838" y="832923"/>
                </a:lnTo>
                <a:lnTo>
                  <a:pt x="295370" y="851030"/>
                </a:lnTo>
                <a:lnTo>
                  <a:pt x="289903" y="869137"/>
                </a:lnTo>
                <a:lnTo>
                  <a:pt x="284426" y="887235"/>
                </a:lnTo>
                <a:lnTo>
                  <a:pt x="278959" y="905342"/>
                </a:lnTo>
                <a:lnTo>
                  <a:pt x="273491" y="923458"/>
                </a:lnTo>
                <a:lnTo>
                  <a:pt x="268024" y="941565"/>
                </a:lnTo>
                <a:lnTo>
                  <a:pt x="262547" y="959663"/>
                </a:lnTo>
                <a:lnTo>
                  <a:pt x="257080" y="977770"/>
                </a:lnTo>
                <a:lnTo>
                  <a:pt x="251612" y="995877"/>
                </a:lnTo>
                <a:lnTo>
                  <a:pt x="246145" y="1013984"/>
                </a:lnTo>
                <a:lnTo>
                  <a:pt x="240668" y="1032091"/>
                </a:lnTo>
                <a:lnTo>
                  <a:pt x="235201" y="1050198"/>
                </a:lnTo>
                <a:lnTo>
                  <a:pt x="229733" y="1068305"/>
                </a:lnTo>
                <a:lnTo>
                  <a:pt x="224266" y="1086412"/>
                </a:lnTo>
                <a:lnTo>
                  <a:pt x="218789" y="1104519"/>
                </a:lnTo>
                <a:lnTo>
                  <a:pt x="213322" y="1122626"/>
                </a:lnTo>
                <a:lnTo>
                  <a:pt x="207855" y="1140733"/>
                </a:lnTo>
                <a:lnTo>
                  <a:pt x="202378" y="1158840"/>
                </a:lnTo>
                <a:lnTo>
                  <a:pt x="196910" y="1176947"/>
                </a:lnTo>
                <a:lnTo>
                  <a:pt x="191443" y="1195054"/>
                </a:lnTo>
                <a:lnTo>
                  <a:pt x="185976" y="1213161"/>
                </a:lnTo>
                <a:lnTo>
                  <a:pt x="180508" y="1231268"/>
                </a:lnTo>
                <a:lnTo>
                  <a:pt x="175031" y="1249375"/>
                </a:lnTo>
                <a:lnTo>
                  <a:pt x="169564" y="1267482"/>
                </a:lnTo>
                <a:lnTo>
                  <a:pt x="164097" y="1285589"/>
                </a:lnTo>
                <a:lnTo>
                  <a:pt x="158620" y="1303696"/>
                </a:lnTo>
                <a:lnTo>
                  <a:pt x="153152" y="1321803"/>
                </a:lnTo>
                <a:lnTo>
                  <a:pt x="147685" y="1339910"/>
                </a:lnTo>
                <a:lnTo>
                  <a:pt x="142218" y="1358017"/>
                </a:lnTo>
                <a:lnTo>
                  <a:pt x="136741" y="1376124"/>
                </a:lnTo>
                <a:lnTo>
                  <a:pt x="131274" y="1394231"/>
                </a:lnTo>
                <a:lnTo>
                  <a:pt x="125806" y="1412338"/>
                </a:lnTo>
                <a:lnTo>
                  <a:pt x="120339" y="1430445"/>
                </a:lnTo>
                <a:lnTo>
                  <a:pt x="114862" y="1448552"/>
                </a:lnTo>
                <a:lnTo>
                  <a:pt x="109395" y="1466660"/>
                </a:lnTo>
                <a:lnTo>
                  <a:pt x="103927" y="1484767"/>
                </a:lnTo>
                <a:lnTo>
                  <a:pt x="98460" y="1502874"/>
                </a:lnTo>
                <a:lnTo>
                  <a:pt x="92983" y="1520981"/>
                </a:lnTo>
                <a:lnTo>
                  <a:pt x="87516" y="1539088"/>
                </a:lnTo>
                <a:lnTo>
                  <a:pt x="82048" y="1557195"/>
                </a:lnTo>
                <a:lnTo>
                  <a:pt x="76581" y="1575302"/>
                </a:lnTo>
                <a:lnTo>
                  <a:pt x="71104" y="1593409"/>
                </a:lnTo>
                <a:lnTo>
                  <a:pt x="65637" y="1611516"/>
                </a:lnTo>
                <a:lnTo>
                  <a:pt x="60169" y="1629623"/>
                </a:lnTo>
                <a:lnTo>
                  <a:pt x="54702" y="1647730"/>
                </a:lnTo>
                <a:lnTo>
                  <a:pt x="49225" y="1665837"/>
                </a:lnTo>
                <a:lnTo>
                  <a:pt x="43758" y="1683944"/>
                </a:lnTo>
                <a:lnTo>
                  <a:pt x="38290" y="1702051"/>
                </a:lnTo>
                <a:lnTo>
                  <a:pt x="32823" y="1720158"/>
                </a:lnTo>
                <a:lnTo>
                  <a:pt x="27346" y="1738265"/>
                </a:lnTo>
                <a:lnTo>
                  <a:pt x="21879" y="1756372"/>
                </a:lnTo>
                <a:lnTo>
                  <a:pt x="16412" y="1774479"/>
                </a:lnTo>
                <a:lnTo>
                  <a:pt x="10935" y="1792586"/>
                </a:lnTo>
                <a:lnTo>
                  <a:pt x="5467" y="1810693"/>
                </a:lnTo>
                <a:lnTo>
                  <a:pt x="0" y="182880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8" name="cause-branch-5">
            <a:extLst xmlns:a="http://schemas.openxmlformats.org/drawingml/2006/main">
              <a:ext uri="{FF2B5EF4-FFF2-40B4-BE49-F238E27FC236}">
                <a16:creationId xmlns:a16="http://schemas.microsoft.com/office/drawing/2014/main" id="{08304A4C-E35C-4C1F-896E-488C06AEA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29675" y="3924300"/>
            <a:ext cx="552450" cy="1609725"/>
          </a:xfrm>
          <a:custGeom xmlns:a="http://schemas.openxmlformats.org/drawingml/2006/main">
            <a:pathLst>
              <a:path w="552450" h="1609725">
                <a:moveTo>
                  <a:pt x="552450" y="0"/>
                </a:moveTo>
                <a:lnTo>
                  <a:pt x="546316" y="17888"/>
                </a:lnTo>
                <a:lnTo>
                  <a:pt x="540172" y="35776"/>
                </a:lnTo>
                <a:lnTo>
                  <a:pt x="534038" y="53654"/>
                </a:lnTo>
                <a:lnTo>
                  <a:pt x="527895" y="71542"/>
                </a:lnTo>
                <a:lnTo>
                  <a:pt x="521760" y="89430"/>
                </a:lnTo>
                <a:lnTo>
                  <a:pt x="515617" y="107318"/>
                </a:lnTo>
                <a:lnTo>
                  <a:pt x="509483" y="125197"/>
                </a:lnTo>
                <a:lnTo>
                  <a:pt x="503339" y="143085"/>
                </a:lnTo>
                <a:lnTo>
                  <a:pt x="497205" y="160973"/>
                </a:lnTo>
                <a:lnTo>
                  <a:pt x="491071" y="178860"/>
                </a:lnTo>
                <a:lnTo>
                  <a:pt x="484927" y="196748"/>
                </a:lnTo>
                <a:lnTo>
                  <a:pt x="478793" y="214627"/>
                </a:lnTo>
                <a:lnTo>
                  <a:pt x="472650" y="232515"/>
                </a:lnTo>
                <a:lnTo>
                  <a:pt x="466515" y="250403"/>
                </a:lnTo>
                <a:lnTo>
                  <a:pt x="460372" y="268291"/>
                </a:lnTo>
                <a:lnTo>
                  <a:pt x="454238" y="286169"/>
                </a:lnTo>
                <a:lnTo>
                  <a:pt x="448094" y="304057"/>
                </a:lnTo>
                <a:lnTo>
                  <a:pt x="441960" y="321945"/>
                </a:lnTo>
                <a:lnTo>
                  <a:pt x="435826" y="339833"/>
                </a:lnTo>
                <a:lnTo>
                  <a:pt x="429682" y="357721"/>
                </a:lnTo>
                <a:lnTo>
                  <a:pt x="423548" y="375599"/>
                </a:lnTo>
                <a:lnTo>
                  <a:pt x="417405" y="393487"/>
                </a:lnTo>
                <a:lnTo>
                  <a:pt x="411270" y="411375"/>
                </a:lnTo>
                <a:lnTo>
                  <a:pt x="405127" y="429263"/>
                </a:lnTo>
                <a:lnTo>
                  <a:pt x="398993" y="447142"/>
                </a:lnTo>
                <a:lnTo>
                  <a:pt x="392849" y="465030"/>
                </a:lnTo>
                <a:lnTo>
                  <a:pt x="386715" y="482918"/>
                </a:lnTo>
                <a:lnTo>
                  <a:pt x="380581" y="500805"/>
                </a:lnTo>
                <a:lnTo>
                  <a:pt x="374437" y="518693"/>
                </a:lnTo>
                <a:lnTo>
                  <a:pt x="368303" y="536572"/>
                </a:lnTo>
                <a:lnTo>
                  <a:pt x="362160" y="554460"/>
                </a:lnTo>
                <a:lnTo>
                  <a:pt x="356025" y="572348"/>
                </a:lnTo>
                <a:lnTo>
                  <a:pt x="349882" y="590236"/>
                </a:lnTo>
                <a:lnTo>
                  <a:pt x="343748" y="608114"/>
                </a:lnTo>
                <a:lnTo>
                  <a:pt x="337604" y="626002"/>
                </a:lnTo>
                <a:lnTo>
                  <a:pt x="331470" y="643890"/>
                </a:lnTo>
                <a:lnTo>
                  <a:pt x="325336" y="661778"/>
                </a:lnTo>
                <a:lnTo>
                  <a:pt x="319192" y="679666"/>
                </a:lnTo>
                <a:lnTo>
                  <a:pt x="313058" y="697544"/>
                </a:lnTo>
                <a:lnTo>
                  <a:pt x="306915" y="715432"/>
                </a:lnTo>
                <a:lnTo>
                  <a:pt x="300780" y="733320"/>
                </a:lnTo>
                <a:lnTo>
                  <a:pt x="294637" y="751208"/>
                </a:lnTo>
                <a:lnTo>
                  <a:pt x="288503" y="769087"/>
                </a:lnTo>
                <a:lnTo>
                  <a:pt x="282359" y="786975"/>
                </a:lnTo>
                <a:lnTo>
                  <a:pt x="276225" y="804863"/>
                </a:lnTo>
                <a:lnTo>
                  <a:pt x="270091" y="822750"/>
                </a:lnTo>
                <a:lnTo>
                  <a:pt x="263947" y="840638"/>
                </a:lnTo>
                <a:lnTo>
                  <a:pt x="257813" y="858517"/>
                </a:lnTo>
                <a:lnTo>
                  <a:pt x="251670" y="876405"/>
                </a:lnTo>
                <a:lnTo>
                  <a:pt x="245535" y="894293"/>
                </a:lnTo>
                <a:lnTo>
                  <a:pt x="239392" y="912181"/>
                </a:lnTo>
                <a:lnTo>
                  <a:pt x="233258" y="930059"/>
                </a:lnTo>
                <a:lnTo>
                  <a:pt x="227114" y="947947"/>
                </a:lnTo>
                <a:lnTo>
                  <a:pt x="220980" y="965835"/>
                </a:lnTo>
                <a:lnTo>
                  <a:pt x="214846" y="983723"/>
                </a:lnTo>
                <a:lnTo>
                  <a:pt x="208702" y="1001611"/>
                </a:lnTo>
                <a:lnTo>
                  <a:pt x="202568" y="1019489"/>
                </a:lnTo>
                <a:lnTo>
                  <a:pt x="196425" y="1037377"/>
                </a:lnTo>
                <a:lnTo>
                  <a:pt x="190290" y="1055265"/>
                </a:lnTo>
                <a:lnTo>
                  <a:pt x="184147" y="1073153"/>
                </a:lnTo>
                <a:lnTo>
                  <a:pt x="178013" y="1091032"/>
                </a:lnTo>
                <a:lnTo>
                  <a:pt x="171869" y="1108920"/>
                </a:lnTo>
                <a:lnTo>
                  <a:pt x="165735" y="1126808"/>
                </a:lnTo>
                <a:lnTo>
                  <a:pt x="159601" y="1144695"/>
                </a:lnTo>
                <a:lnTo>
                  <a:pt x="153457" y="1162583"/>
                </a:lnTo>
                <a:lnTo>
                  <a:pt x="147323" y="1180462"/>
                </a:lnTo>
                <a:lnTo>
                  <a:pt x="141180" y="1198350"/>
                </a:lnTo>
                <a:lnTo>
                  <a:pt x="135045" y="1216238"/>
                </a:lnTo>
                <a:lnTo>
                  <a:pt x="128902" y="1234126"/>
                </a:lnTo>
                <a:lnTo>
                  <a:pt x="122768" y="1252004"/>
                </a:lnTo>
                <a:lnTo>
                  <a:pt x="116624" y="1269892"/>
                </a:lnTo>
                <a:lnTo>
                  <a:pt x="110490" y="1287780"/>
                </a:lnTo>
                <a:lnTo>
                  <a:pt x="104356" y="1305668"/>
                </a:lnTo>
                <a:lnTo>
                  <a:pt x="98212" y="1323556"/>
                </a:lnTo>
                <a:lnTo>
                  <a:pt x="92078" y="1341434"/>
                </a:lnTo>
                <a:lnTo>
                  <a:pt x="85935" y="1359322"/>
                </a:lnTo>
                <a:lnTo>
                  <a:pt x="79800" y="1377210"/>
                </a:lnTo>
                <a:lnTo>
                  <a:pt x="73657" y="1395098"/>
                </a:lnTo>
                <a:lnTo>
                  <a:pt x="67523" y="1412977"/>
                </a:lnTo>
                <a:lnTo>
                  <a:pt x="61379" y="1430865"/>
                </a:lnTo>
                <a:lnTo>
                  <a:pt x="55245" y="1448753"/>
                </a:lnTo>
                <a:lnTo>
                  <a:pt x="49111" y="1466640"/>
                </a:lnTo>
                <a:lnTo>
                  <a:pt x="42967" y="1484528"/>
                </a:lnTo>
                <a:lnTo>
                  <a:pt x="36833" y="1502407"/>
                </a:lnTo>
                <a:lnTo>
                  <a:pt x="30690" y="1520295"/>
                </a:lnTo>
                <a:lnTo>
                  <a:pt x="24555" y="1538183"/>
                </a:lnTo>
                <a:lnTo>
                  <a:pt x="18412" y="1556071"/>
                </a:lnTo>
                <a:lnTo>
                  <a:pt x="12278" y="1573949"/>
                </a:lnTo>
                <a:lnTo>
                  <a:pt x="6134" y="1591837"/>
                </a:lnTo>
                <a:lnTo>
                  <a:pt x="0" y="1609725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9" name="causal-anchor-0">
            <a:extLst xmlns:a="http://schemas.openxmlformats.org/drawingml/2006/main">
              <a:ext uri="{FF2B5EF4-FFF2-40B4-BE49-F238E27FC236}">
                <a16:creationId xmlns:a16="http://schemas.microsoft.com/office/drawing/2014/main" id="{1097AC44-97FA-496F-A406-45211518F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10" name="causal-anchor-1">
            <a:extLst xmlns:a="http://schemas.openxmlformats.org/drawingml/2006/main">
              <a:ext uri="{FF2B5EF4-FFF2-40B4-BE49-F238E27FC236}">
                <a16:creationId xmlns:a16="http://schemas.microsoft.com/office/drawing/2014/main" id="{3CC77991-78F2-47D2-9F7B-8921101B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722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11" name="causal-anchor-2">
            <a:extLst xmlns:a="http://schemas.openxmlformats.org/drawingml/2006/main">
              <a:ext uri="{FF2B5EF4-FFF2-40B4-BE49-F238E27FC236}">
                <a16:creationId xmlns:a16="http://schemas.microsoft.com/office/drawing/2014/main" id="{1DBB9796-2A46-4B5A-B6E1-659E6CF8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29725" y="3771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4F73BD"/>
            </a:solidFill>
            <a:prstDash val="solid"/>
          </a:ln>
        </p:spPr>
      </p:sp>
      <p:sp>
        <p:nvSpPr>
          <p:cNvPr id="12" name="causal-effect-head">
            <a:extLst xmlns:a="http://schemas.openxmlformats.org/drawingml/2006/main">
              <a:ext uri="{FF2B5EF4-FFF2-40B4-BE49-F238E27FC236}">
                <a16:creationId xmlns:a16="http://schemas.microsoft.com/office/drawing/2014/main" id="{45919635-6FED-4955-8548-3E0202811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82225" y="2781300"/>
            <a:ext cx="1426426" cy="2283914"/>
          </a:xfrm>
          <a:custGeom xmlns:a="http://schemas.openxmlformats.org/drawingml/2006/main">
            <a:pathLst>
              <a:path w="1426426" h="2283914">
                <a:moveTo>
                  <a:pt x="0" y="0"/>
                </a:moveTo>
                <a:lnTo>
                  <a:pt x="25203" y="4181"/>
                </a:lnTo>
                <a:lnTo>
                  <a:pt x="50349" y="8649"/>
                </a:lnTo>
                <a:lnTo>
                  <a:pt x="75448" y="13402"/>
                </a:lnTo>
                <a:lnTo>
                  <a:pt x="100489" y="18450"/>
                </a:lnTo>
                <a:lnTo>
                  <a:pt x="125463" y="23803"/>
                </a:lnTo>
                <a:lnTo>
                  <a:pt x="150381" y="29442"/>
                </a:lnTo>
                <a:lnTo>
                  <a:pt x="175222" y="35385"/>
                </a:lnTo>
                <a:lnTo>
                  <a:pt x="199987" y="41643"/>
                </a:lnTo>
                <a:lnTo>
                  <a:pt x="224676" y="48196"/>
                </a:lnTo>
                <a:lnTo>
                  <a:pt x="249279" y="55064"/>
                </a:lnTo>
                <a:lnTo>
                  <a:pt x="273796" y="62236"/>
                </a:lnTo>
                <a:lnTo>
                  <a:pt x="298218" y="69733"/>
                </a:lnTo>
                <a:lnTo>
                  <a:pt x="322536" y="77534"/>
                </a:lnTo>
                <a:lnTo>
                  <a:pt x="346758" y="85658"/>
                </a:lnTo>
                <a:lnTo>
                  <a:pt x="370865" y="94107"/>
                </a:lnTo>
                <a:lnTo>
                  <a:pt x="394859" y="102870"/>
                </a:lnTo>
                <a:lnTo>
                  <a:pt x="418729" y="111957"/>
                </a:lnTo>
                <a:lnTo>
                  <a:pt x="442474" y="121368"/>
                </a:lnTo>
                <a:lnTo>
                  <a:pt x="466087" y="131102"/>
                </a:lnTo>
                <a:lnTo>
                  <a:pt x="489566" y="141161"/>
                </a:lnTo>
                <a:lnTo>
                  <a:pt x="512912" y="151543"/>
                </a:lnTo>
                <a:lnTo>
                  <a:pt x="536096" y="162258"/>
                </a:lnTo>
                <a:lnTo>
                  <a:pt x="559127" y="173307"/>
                </a:lnTo>
                <a:lnTo>
                  <a:pt x="582006" y="184671"/>
                </a:lnTo>
                <a:lnTo>
                  <a:pt x="604714" y="196367"/>
                </a:lnTo>
                <a:lnTo>
                  <a:pt x="627250" y="208388"/>
                </a:lnTo>
                <a:lnTo>
                  <a:pt x="649615" y="220742"/>
                </a:lnTo>
                <a:lnTo>
                  <a:pt x="671789" y="233420"/>
                </a:lnTo>
                <a:lnTo>
                  <a:pt x="693782" y="246412"/>
                </a:lnTo>
                <a:lnTo>
                  <a:pt x="715575" y="259737"/>
                </a:lnTo>
                <a:lnTo>
                  <a:pt x="737168" y="273377"/>
                </a:lnTo>
                <a:lnTo>
                  <a:pt x="758552" y="287350"/>
                </a:lnTo>
                <a:lnTo>
                  <a:pt x="779736" y="301628"/>
                </a:lnTo>
                <a:lnTo>
                  <a:pt x="800691" y="316230"/>
                </a:lnTo>
                <a:lnTo>
                  <a:pt x="821426" y="331146"/>
                </a:lnTo>
                <a:lnTo>
                  <a:pt x="841943" y="346367"/>
                </a:lnTo>
                <a:lnTo>
                  <a:pt x="862222" y="361902"/>
                </a:lnTo>
                <a:lnTo>
                  <a:pt x="882253" y="377742"/>
                </a:lnTo>
                <a:lnTo>
                  <a:pt x="902056" y="393878"/>
                </a:lnTo>
                <a:lnTo>
                  <a:pt x="921601" y="410327"/>
                </a:lnTo>
                <a:lnTo>
                  <a:pt x="940908" y="427053"/>
                </a:lnTo>
                <a:lnTo>
                  <a:pt x="959939" y="444084"/>
                </a:lnTo>
                <a:lnTo>
                  <a:pt x="978732" y="461401"/>
                </a:lnTo>
                <a:lnTo>
                  <a:pt x="997239" y="478993"/>
                </a:lnTo>
                <a:lnTo>
                  <a:pt x="1015489" y="496872"/>
                </a:lnTo>
                <a:lnTo>
                  <a:pt x="1033463" y="515017"/>
                </a:lnTo>
                <a:lnTo>
                  <a:pt x="1051160" y="533438"/>
                </a:lnTo>
                <a:lnTo>
                  <a:pt x="1068581" y="552117"/>
                </a:lnTo>
                <a:lnTo>
                  <a:pt x="1085717" y="571062"/>
                </a:lnTo>
                <a:lnTo>
                  <a:pt x="1102566" y="590264"/>
                </a:lnTo>
                <a:lnTo>
                  <a:pt x="1119130" y="609705"/>
                </a:lnTo>
                <a:lnTo>
                  <a:pt x="1135409" y="629393"/>
                </a:lnTo>
                <a:lnTo>
                  <a:pt x="1151382" y="649329"/>
                </a:lnTo>
                <a:lnTo>
                  <a:pt x="1167070" y="669484"/>
                </a:lnTo>
                <a:lnTo>
                  <a:pt x="1182453" y="689877"/>
                </a:lnTo>
                <a:lnTo>
                  <a:pt x="1197540" y="710489"/>
                </a:lnTo>
                <a:lnTo>
                  <a:pt x="1212323" y="731320"/>
                </a:lnTo>
                <a:lnTo>
                  <a:pt x="1226810" y="752361"/>
                </a:lnTo>
                <a:lnTo>
                  <a:pt x="1240993" y="773611"/>
                </a:lnTo>
                <a:lnTo>
                  <a:pt x="1254871" y="795052"/>
                </a:lnTo>
                <a:lnTo>
                  <a:pt x="1268444" y="816693"/>
                </a:lnTo>
                <a:lnTo>
                  <a:pt x="1281713" y="838524"/>
                </a:lnTo>
                <a:lnTo>
                  <a:pt x="1294667" y="860536"/>
                </a:lnTo>
                <a:lnTo>
                  <a:pt x="1307325" y="882720"/>
                </a:lnTo>
                <a:lnTo>
                  <a:pt x="1319670" y="905085"/>
                </a:lnTo>
                <a:lnTo>
                  <a:pt x="1331719" y="927611"/>
                </a:lnTo>
                <a:lnTo>
                  <a:pt x="1343454" y="950290"/>
                </a:lnTo>
                <a:lnTo>
                  <a:pt x="1354884" y="973141"/>
                </a:lnTo>
                <a:lnTo>
                  <a:pt x="1366018" y="996134"/>
                </a:lnTo>
                <a:lnTo>
                  <a:pt x="1376839" y="1019270"/>
                </a:lnTo>
                <a:lnTo>
                  <a:pt x="1387354" y="1042549"/>
                </a:lnTo>
                <a:lnTo>
                  <a:pt x="1397575" y="1065952"/>
                </a:lnTo>
                <a:lnTo>
                  <a:pt x="1407490" y="1089498"/>
                </a:lnTo>
                <a:lnTo>
                  <a:pt x="1417110" y="1113158"/>
                </a:lnTo>
                <a:lnTo>
                  <a:pt x="1426426" y="1136942"/>
                </a:lnTo>
                <a:lnTo>
                  <a:pt x="1421882" y="1160774"/>
                </a:lnTo>
                <a:lnTo>
                  <a:pt x="1412415" y="1184500"/>
                </a:lnTo>
                <a:lnTo>
                  <a:pt x="1402652" y="1208103"/>
                </a:lnTo>
                <a:lnTo>
                  <a:pt x="1392584" y="1231583"/>
                </a:lnTo>
                <a:lnTo>
                  <a:pt x="1382220" y="1254928"/>
                </a:lnTo>
                <a:lnTo>
                  <a:pt x="1371552" y="1278141"/>
                </a:lnTo>
                <a:lnTo>
                  <a:pt x="1360580" y="1301210"/>
                </a:lnTo>
                <a:lnTo>
                  <a:pt x="1349292" y="1324127"/>
                </a:lnTo>
                <a:lnTo>
                  <a:pt x="1337720" y="1346892"/>
                </a:lnTo>
                <a:lnTo>
                  <a:pt x="1325823" y="1369505"/>
                </a:lnTo>
                <a:lnTo>
                  <a:pt x="1313631" y="1391945"/>
                </a:lnTo>
                <a:lnTo>
                  <a:pt x="1301134" y="1414224"/>
                </a:lnTo>
                <a:lnTo>
                  <a:pt x="1288332" y="1436322"/>
                </a:lnTo>
                <a:lnTo>
                  <a:pt x="1275217" y="1458249"/>
                </a:lnTo>
                <a:lnTo>
                  <a:pt x="1261796" y="1479985"/>
                </a:lnTo>
                <a:lnTo>
                  <a:pt x="1248070" y="1501531"/>
                </a:lnTo>
                <a:lnTo>
                  <a:pt x="1234049" y="1522876"/>
                </a:lnTo>
                <a:lnTo>
                  <a:pt x="1219714" y="1544022"/>
                </a:lnTo>
                <a:lnTo>
                  <a:pt x="1205084" y="1564958"/>
                </a:lnTo>
                <a:lnTo>
                  <a:pt x="1190149" y="1585684"/>
                </a:lnTo>
                <a:lnTo>
                  <a:pt x="1174918" y="1606182"/>
                </a:lnTo>
                <a:lnTo>
                  <a:pt x="1159383" y="1626460"/>
                </a:lnTo>
                <a:lnTo>
                  <a:pt x="1143552" y="1646511"/>
                </a:lnTo>
                <a:lnTo>
                  <a:pt x="1127436" y="1666323"/>
                </a:lnTo>
                <a:lnTo>
                  <a:pt x="1111015" y="1685896"/>
                </a:lnTo>
                <a:lnTo>
                  <a:pt x="1094308" y="1705223"/>
                </a:lnTo>
                <a:lnTo>
                  <a:pt x="1077316" y="1724292"/>
                </a:lnTo>
                <a:lnTo>
                  <a:pt x="1060047" y="1743113"/>
                </a:lnTo>
                <a:lnTo>
                  <a:pt x="1042483" y="1761658"/>
                </a:lnTo>
                <a:lnTo>
                  <a:pt x="1024652" y="1779946"/>
                </a:lnTo>
                <a:lnTo>
                  <a:pt x="1006545" y="1797958"/>
                </a:lnTo>
                <a:lnTo>
                  <a:pt x="988162" y="1815703"/>
                </a:lnTo>
                <a:lnTo>
                  <a:pt x="969512" y="1833162"/>
                </a:lnTo>
                <a:lnTo>
                  <a:pt x="950605" y="1850327"/>
                </a:lnTo>
                <a:lnTo>
                  <a:pt x="931440" y="1867214"/>
                </a:lnTo>
                <a:lnTo>
                  <a:pt x="912019" y="1883807"/>
                </a:lnTo>
                <a:lnTo>
                  <a:pt x="892340" y="1900095"/>
                </a:lnTo>
                <a:lnTo>
                  <a:pt x="872423" y="1916087"/>
                </a:lnTo>
                <a:lnTo>
                  <a:pt x="852268" y="1931784"/>
                </a:lnTo>
                <a:lnTo>
                  <a:pt x="831875" y="1947167"/>
                </a:lnTo>
                <a:lnTo>
                  <a:pt x="811254" y="1962236"/>
                </a:lnTo>
                <a:lnTo>
                  <a:pt x="790404" y="1976999"/>
                </a:lnTo>
                <a:lnTo>
                  <a:pt x="769334" y="1991439"/>
                </a:lnTo>
                <a:lnTo>
                  <a:pt x="748055" y="2005565"/>
                </a:lnTo>
                <a:lnTo>
                  <a:pt x="726557" y="2019376"/>
                </a:lnTo>
                <a:lnTo>
                  <a:pt x="704869" y="2032864"/>
                </a:lnTo>
                <a:lnTo>
                  <a:pt x="682981" y="2046027"/>
                </a:lnTo>
                <a:lnTo>
                  <a:pt x="660892" y="2058867"/>
                </a:lnTo>
                <a:lnTo>
                  <a:pt x="638623" y="2071383"/>
                </a:lnTo>
                <a:lnTo>
                  <a:pt x="616182" y="2083565"/>
                </a:lnTo>
                <a:lnTo>
                  <a:pt x="593560" y="2095433"/>
                </a:lnTo>
                <a:lnTo>
                  <a:pt x="570767" y="2106959"/>
                </a:lnTo>
                <a:lnTo>
                  <a:pt x="547811" y="2118170"/>
                </a:lnTo>
                <a:lnTo>
                  <a:pt x="524704" y="2129047"/>
                </a:lnTo>
                <a:lnTo>
                  <a:pt x="501444" y="2139601"/>
                </a:lnTo>
                <a:lnTo>
                  <a:pt x="478031" y="2149831"/>
                </a:lnTo>
                <a:lnTo>
                  <a:pt x="454485" y="2159727"/>
                </a:lnTo>
                <a:lnTo>
                  <a:pt x="430806" y="2169309"/>
                </a:lnTo>
                <a:lnTo>
                  <a:pt x="406994" y="2178558"/>
                </a:lnTo>
                <a:lnTo>
                  <a:pt x="383057" y="2187483"/>
                </a:lnTo>
                <a:lnTo>
                  <a:pt x="359007" y="2196094"/>
                </a:lnTo>
                <a:lnTo>
                  <a:pt x="334851" y="2204380"/>
                </a:lnTo>
                <a:lnTo>
                  <a:pt x="310582" y="2212343"/>
                </a:lnTo>
                <a:lnTo>
                  <a:pt x="286207" y="2220001"/>
                </a:lnTo>
                <a:lnTo>
                  <a:pt x="261737" y="2227336"/>
                </a:lnTo>
                <a:lnTo>
                  <a:pt x="237182" y="2234355"/>
                </a:lnTo>
                <a:lnTo>
                  <a:pt x="212531" y="2241071"/>
                </a:lnTo>
                <a:lnTo>
                  <a:pt x="187804" y="2247481"/>
                </a:lnTo>
                <a:lnTo>
                  <a:pt x="163001" y="2253577"/>
                </a:lnTo>
                <a:lnTo>
                  <a:pt x="138122" y="2259378"/>
                </a:lnTo>
                <a:lnTo>
                  <a:pt x="113176" y="2264874"/>
                </a:lnTo>
                <a:lnTo>
                  <a:pt x="88173" y="2270065"/>
                </a:lnTo>
                <a:lnTo>
                  <a:pt x="63103" y="2274970"/>
                </a:lnTo>
                <a:lnTo>
                  <a:pt x="37976" y="2279590"/>
                </a:lnTo>
                <a:lnTo>
                  <a:pt x="12802" y="2283914"/>
                </a:lnTo>
                <a:lnTo>
                  <a:pt x="0" y="2273427"/>
                </a:lnTo>
                <a:lnTo>
                  <a:pt x="0" y="2247881"/>
                </a:lnTo>
                <a:lnTo>
                  <a:pt x="0" y="2222335"/>
                </a:lnTo>
                <a:lnTo>
                  <a:pt x="0" y="2196789"/>
                </a:lnTo>
                <a:lnTo>
                  <a:pt x="0" y="2171252"/>
                </a:lnTo>
                <a:lnTo>
                  <a:pt x="0" y="2145706"/>
                </a:lnTo>
                <a:lnTo>
                  <a:pt x="0" y="2120160"/>
                </a:lnTo>
                <a:lnTo>
                  <a:pt x="0" y="2094614"/>
                </a:lnTo>
                <a:lnTo>
                  <a:pt x="0" y="2069078"/>
                </a:lnTo>
                <a:lnTo>
                  <a:pt x="0" y="2043532"/>
                </a:lnTo>
                <a:lnTo>
                  <a:pt x="0" y="2017986"/>
                </a:lnTo>
                <a:lnTo>
                  <a:pt x="0" y="1992440"/>
                </a:lnTo>
                <a:lnTo>
                  <a:pt x="0" y="1966893"/>
                </a:lnTo>
                <a:lnTo>
                  <a:pt x="0" y="1941357"/>
                </a:lnTo>
                <a:lnTo>
                  <a:pt x="0" y="1915811"/>
                </a:lnTo>
                <a:lnTo>
                  <a:pt x="0" y="1890265"/>
                </a:lnTo>
                <a:lnTo>
                  <a:pt x="0" y="1864719"/>
                </a:lnTo>
                <a:lnTo>
                  <a:pt x="0" y="1839173"/>
                </a:lnTo>
                <a:lnTo>
                  <a:pt x="0" y="1813636"/>
                </a:lnTo>
                <a:lnTo>
                  <a:pt x="0" y="1788090"/>
                </a:lnTo>
                <a:lnTo>
                  <a:pt x="0" y="1762544"/>
                </a:lnTo>
                <a:lnTo>
                  <a:pt x="0" y="1736998"/>
                </a:lnTo>
                <a:lnTo>
                  <a:pt x="0" y="1711452"/>
                </a:lnTo>
                <a:lnTo>
                  <a:pt x="0" y="1685915"/>
                </a:lnTo>
                <a:lnTo>
                  <a:pt x="0" y="1660369"/>
                </a:lnTo>
                <a:lnTo>
                  <a:pt x="0" y="1634823"/>
                </a:lnTo>
                <a:lnTo>
                  <a:pt x="0" y="1609277"/>
                </a:lnTo>
                <a:lnTo>
                  <a:pt x="0" y="1583731"/>
                </a:lnTo>
                <a:lnTo>
                  <a:pt x="0" y="1558195"/>
                </a:lnTo>
                <a:lnTo>
                  <a:pt x="0" y="1532649"/>
                </a:lnTo>
                <a:lnTo>
                  <a:pt x="0" y="1507103"/>
                </a:lnTo>
                <a:lnTo>
                  <a:pt x="0" y="1481557"/>
                </a:lnTo>
                <a:lnTo>
                  <a:pt x="0" y="1456011"/>
                </a:lnTo>
                <a:lnTo>
                  <a:pt x="0" y="1430474"/>
                </a:lnTo>
                <a:lnTo>
                  <a:pt x="0" y="1404928"/>
                </a:lnTo>
                <a:lnTo>
                  <a:pt x="0" y="1379382"/>
                </a:lnTo>
                <a:lnTo>
                  <a:pt x="0" y="1353836"/>
                </a:lnTo>
                <a:lnTo>
                  <a:pt x="0" y="1328290"/>
                </a:lnTo>
                <a:lnTo>
                  <a:pt x="0" y="1302753"/>
                </a:lnTo>
                <a:lnTo>
                  <a:pt x="0" y="1277207"/>
                </a:lnTo>
                <a:lnTo>
                  <a:pt x="0" y="1251661"/>
                </a:lnTo>
                <a:lnTo>
                  <a:pt x="0" y="1226115"/>
                </a:lnTo>
                <a:lnTo>
                  <a:pt x="0" y="1200569"/>
                </a:lnTo>
                <a:lnTo>
                  <a:pt x="0" y="1175033"/>
                </a:lnTo>
                <a:lnTo>
                  <a:pt x="0" y="1149487"/>
                </a:lnTo>
                <a:lnTo>
                  <a:pt x="0" y="1123940"/>
                </a:lnTo>
                <a:lnTo>
                  <a:pt x="0" y="1098394"/>
                </a:lnTo>
                <a:lnTo>
                  <a:pt x="0" y="1072848"/>
                </a:lnTo>
                <a:lnTo>
                  <a:pt x="0" y="1047312"/>
                </a:lnTo>
                <a:lnTo>
                  <a:pt x="0" y="1021766"/>
                </a:lnTo>
                <a:lnTo>
                  <a:pt x="0" y="996220"/>
                </a:lnTo>
                <a:lnTo>
                  <a:pt x="0" y="970674"/>
                </a:lnTo>
                <a:lnTo>
                  <a:pt x="0" y="945137"/>
                </a:lnTo>
                <a:lnTo>
                  <a:pt x="0" y="919591"/>
                </a:lnTo>
                <a:lnTo>
                  <a:pt x="0" y="894045"/>
                </a:lnTo>
                <a:lnTo>
                  <a:pt x="0" y="868499"/>
                </a:lnTo>
                <a:lnTo>
                  <a:pt x="0" y="842953"/>
                </a:lnTo>
                <a:lnTo>
                  <a:pt x="0" y="817416"/>
                </a:lnTo>
                <a:lnTo>
                  <a:pt x="0" y="791870"/>
                </a:lnTo>
                <a:lnTo>
                  <a:pt x="0" y="766324"/>
                </a:lnTo>
                <a:lnTo>
                  <a:pt x="0" y="740778"/>
                </a:lnTo>
                <a:lnTo>
                  <a:pt x="0" y="715232"/>
                </a:lnTo>
                <a:lnTo>
                  <a:pt x="0" y="689696"/>
                </a:lnTo>
                <a:lnTo>
                  <a:pt x="0" y="664150"/>
                </a:lnTo>
                <a:lnTo>
                  <a:pt x="0" y="638604"/>
                </a:lnTo>
                <a:lnTo>
                  <a:pt x="0" y="613058"/>
                </a:lnTo>
                <a:lnTo>
                  <a:pt x="0" y="587512"/>
                </a:lnTo>
                <a:lnTo>
                  <a:pt x="0" y="561975"/>
                </a:lnTo>
                <a:lnTo>
                  <a:pt x="0" y="536429"/>
                </a:lnTo>
                <a:lnTo>
                  <a:pt x="0" y="510883"/>
                </a:lnTo>
                <a:lnTo>
                  <a:pt x="0" y="485337"/>
                </a:lnTo>
                <a:lnTo>
                  <a:pt x="0" y="459791"/>
                </a:lnTo>
                <a:lnTo>
                  <a:pt x="0" y="434254"/>
                </a:lnTo>
                <a:lnTo>
                  <a:pt x="0" y="408708"/>
                </a:lnTo>
                <a:lnTo>
                  <a:pt x="0" y="383162"/>
                </a:lnTo>
                <a:lnTo>
                  <a:pt x="0" y="357616"/>
                </a:lnTo>
                <a:lnTo>
                  <a:pt x="0" y="332070"/>
                </a:lnTo>
                <a:lnTo>
                  <a:pt x="0" y="306534"/>
                </a:lnTo>
                <a:lnTo>
                  <a:pt x="0" y="280988"/>
                </a:lnTo>
                <a:lnTo>
                  <a:pt x="0" y="255441"/>
                </a:lnTo>
                <a:lnTo>
                  <a:pt x="0" y="229895"/>
                </a:lnTo>
                <a:lnTo>
                  <a:pt x="0" y="204349"/>
                </a:lnTo>
                <a:lnTo>
                  <a:pt x="0" y="178813"/>
                </a:lnTo>
                <a:lnTo>
                  <a:pt x="0" y="153267"/>
                </a:lnTo>
                <a:lnTo>
                  <a:pt x="0" y="127721"/>
                </a:lnTo>
                <a:lnTo>
                  <a:pt x="0" y="102175"/>
                </a:lnTo>
                <a:lnTo>
                  <a:pt x="0" y="76629"/>
                </a:lnTo>
                <a:lnTo>
                  <a:pt x="0" y="5109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54783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cause-heading-0">
            <a:extLst xmlns:a="http://schemas.openxmlformats.org/drawingml/2006/main">
              <a:ext uri="{FF2B5EF4-FFF2-40B4-BE49-F238E27FC236}">
                <a16:creationId xmlns:a16="http://schemas.microsoft.com/office/drawing/2014/main" id="{53EF6B88-C1FA-457B-8394-8D49719DC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5375" y="1876425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4" name="factor-guide-0-0">
            <a:extLst xmlns:a="http://schemas.openxmlformats.org/drawingml/2006/main">
              <a:ext uri="{FF2B5EF4-FFF2-40B4-BE49-F238E27FC236}">
                <a16:creationId xmlns:a16="http://schemas.microsoft.com/office/drawing/2014/main" id="{3A8236F9-D5B8-4B46-8B43-4E62E226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7775" y="281940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5" name="factor-arrow-0-0">
            <a:extLst xmlns:a="http://schemas.openxmlformats.org/drawingml/2006/main">
              <a:ext uri="{FF2B5EF4-FFF2-40B4-BE49-F238E27FC236}">
                <a16:creationId xmlns:a16="http://schemas.microsoft.com/office/drawing/2014/main" id="{7B8905CC-528E-4FA7-A654-938D9D5A6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278149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factor-guide-0-1">
            <a:extLst xmlns:a="http://schemas.openxmlformats.org/drawingml/2006/main">
              <a:ext uri="{FF2B5EF4-FFF2-40B4-BE49-F238E27FC236}">
                <a16:creationId xmlns:a16="http://schemas.microsoft.com/office/drawing/2014/main" id="{397CA34D-722B-4511-A1A7-5A901B664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7775" y="319087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7" name="factor-arrow-0-1">
            <a:extLst xmlns:a="http://schemas.openxmlformats.org/drawingml/2006/main">
              <a:ext uri="{FF2B5EF4-FFF2-40B4-BE49-F238E27FC236}">
                <a16:creationId xmlns:a16="http://schemas.microsoft.com/office/drawing/2014/main" id="{24E0D8B6-7288-46B4-8A32-18530DA60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315296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8" name="factor-guide-0-2">
            <a:extLst xmlns:a="http://schemas.openxmlformats.org/drawingml/2006/main">
              <a:ext uri="{FF2B5EF4-FFF2-40B4-BE49-F238E27FC236}">
                <a16:creationId xmlns:a16="http://schemas.microsoft.com/office/drawing/2014/main" id="{701AE850-F21C-4A97-8FE5-0D33C2EC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7775" y="356235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19" name="factor-arrow-0-2">
            <a:extLst xmlns:a="http://schemas.openxmlformats.org/drawingml/2006/main">
              <a:ext uri="{FF2B5EF4-FFF2-40B4-BE49-F238E27FC236}">
                <a16:creationId xmlns:a16="http://schemas.microsoft.com/office/drawing/2014/main" id="{F9EDF8E1-C976-4230-AD50-B15451294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352444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0" name="cause-heading-1">
            <a:extLst xmlns:a="http://schemas.openxmlformats.org/drawingml/2006/main">
              <a:ext uri="{FF2B5EF4-FFF2-40B4-BE49-F238E27FC236}">
                <a16:creationId xmlns:a16="http://schemas.microsoft.com/office/drawing/2014/main" id="{CAA8C45E-B5B9-414A-8085-E627F3142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1657350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1" name="factor-guide-1-0">
            <a:extLst xmlns:a="http://schemas.openxmlformats.org/drawingml/2006/main">
              <a:ext uri="{FF2B5EF4-FFF2-40B4-BE49-F238E27FC236}">
                <a16:creationId xmlns:a16="http://schemas.microsoft.com/office/drawing/2014/main" id="{781C03FF-344E-43F2-8563-98413E411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260032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2" name="factor-arrow-1-0">
            <a:extLst xmlns:a="http://schemas.openxmlformats.org/drawingml/2006/main">
              <a:ext uri="{FF2B5EF4-FFF2-40B4-BE49-F238E27FC236}">
                <a16:creationId xmlns:a16="http://schemas.microsoft.com/office/drawing/2014/main" id="{D0C27326-0892-496A-810C-FAFE7C85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9075" y="256241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factor-guide-1-1">
            <a:extLst xmlns:a="http://schemas.openxmlformats.org/drawingml/2006/main">
              <a:ext uri="{FF2B5EF4-FFF2-40B4-BE49-F238E27FC236}">
                <a16:creationId xmlns:a16="http://schemas.microsoft.com/office/drawing/2014/main" id="{61224543-138D-4EF4-BCD4-18E11AD8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297180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4" name="factor-arrow-1-1">
            <a:extLst xmlns:a="http://schemas.openxmlformats.org/drawingml/2006/main">
              <a:ext uri="{FF2B5EF4-FFF2-40B4-BE49-F238E27FC236}">
                <a16:creationId xmlns:a16="http://schemas.microsoft.com/office/drawing/2014/main" id="{B8EF55A5-3163-4FCA-94A2-EF4CE37A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9075" y="293389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5" name="factor-guide-1-2">
            <a:extLst xmlns:a="http://schemas.openxmlformats.org/drawingml/2006/main">
              <a:ext uri="{FF2B5EF4-FFF2-40B4-BE49-F238E27FC236}">
                <a16:creationId xmlns:a16="http://schemas.microsoft.com/office/drawing/2014/main" id="{E6A7A590-092E-4469-9D23-971F89D01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334327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6" name="factor-arrow-1-2">
            <a:extLst xmlns:a="http://schemas.openxmlformats.org/drawingml/2006/main">
              <a:ext uri="{FF2B5EF4-FFF2-40B4-BE49-F238E27FC236}">
                <a16:creationId xmlns:a16="http://schemas.microsoft.com/office/drawing/2014/main" id="{05C03077-BD61-444C-8A39-CAB8DB4E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9075" y="330536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7" name="cause-heading-2">
            <a:extLst xmlns:a="http://schemas.openxmlformats.org/drawingml/2006/main">
              <a:ext uri="{FF2B5EF4-FFF2-40B4-BE49-F238E27FC236}">
                <a16:creationId xmlns:a16="http://schemas.microsoft.com/office/drawing/2014/main" id="{2325BF50-BBE3-4AC9-8084-9BC171C4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1876425"/>
            <a:ext cx="2187740" cy="438150"/>
          </a:xfrm>
          <a:custGeom xmlns:a="http://schemas.openxmlformats.org/drawingml/2006/main">
            <a:pathLst>
              <a:path w="2187740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71002" y="14430"/>
                </a:lnTo>
                <a:lnTo>
                  <a:pt x="2076841" y="35081"/>
                </a:lnTo>
                <a:lnTo>
                  <a:pt x="2082679" y="55731"/>
                </a:lnTo>
                <a:lnTo>
                  <a:pt x="2088509" y="76391"/>
                </a:lnTo>
                <a:lnTo>
                  <a:pt x="2094347" y="97041"/>
                </a:lnTo>
                <a:lnTo>
                  <a:pt x="2100186" y="117700"/>
                </a:lnTo>
                <a:lnTo>
                  <a:pt x="2106025" y="138351"/>
                </a:lnTo>
                <a:lnTo>
                  <a:pt x="2111864" y="159010"/>
                </a:lnTo>
                <a:lnTo>
                  <a:pt x="2117703" y="179661"/>
                </a:lnTo>
                <a:lnTo>
                  <a:pt x="2123532" y="200311"/>
                </a:lnTo>
                <a:lnTo>
                  <a:pt x="2129371" y="220970"/>
                </a:lnTo>
                <a:lnTo>
                  <a:pt x="2135210" y="241621"/>
                </a:lnTo>
                <a:lnTo>
                  <a:pt x="2141049" y="262280"/>
                </a:lnTo>
                <a:lnTo>
                  <a:pt x="2146887" y="282931"/>
                </a:lnTo>
                <a:lnTo>
                  <a:pt x="2152717" y="303581"/>
                </a:lnTo>
                <a:lnTo>
                  <a:pt x="2158556" y="324241"/>
                </a:lnTo>
                <a:lnTo>
                  <a:pt x="2164394" y="344891"/>
                </a:lnTo>
                <a:lnTo>
                  <a:pt x="2170233" y="365550"/>
                </a:lnTo>
                <a:lnTo>
                  <a:pt x="2176072" y="386201"/>
                </a:lnTo>
                <a:lnTo>
                  <a:pt x="2181901" y="406851"/>
                </a:lnTo>
                <a:lnTo>
                  <a:pt x="2187740" y="427511"/>
                </a:lnTo>
                <a:lnTo>
                  <a:pt x="2180349" y="438150"/>
                </a:lnTo>
                <a:lnTo>
                  <a:pt x="2158879" y="438150"/>
                </a:lnTo>
                <a:lnTo>
                  <a:pt x="2137420" y="438150"/>
                </a:lnTo>
                <a:lnTo>
                  <a:pt x="2115960" y="438150"/>
                </a:lnTo>
                <a:lnTo>
                  <a:pt x="2094490" y="438150"/>
                </a:lnTo>
                <a:lnTo>
                  <a:pt x="2073031" y="438150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8" name="factor-guide-2-0">
            <a:extLst xmlns:a="http://schemas.openxmlformats.org/drawingml/2006/main">
              <a:ext uri="{FF2B5EF4-FFF2-40B4-BE49-F238E27FC236}">
                <a16:creationId xmlns:a16="http://schemas.microsoft.com/office/drawing/2014/main" id="{0F87CBE9-BA50-4878-A8EA-BA2915D5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2775" y="281940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29" name="factor-arrow-2-0">
            <a:extLst xmlns:a="http://schemas.openxmlformats.org/drawingml/2006/main">
              <a:ext uri="{FF2B5EF4-FFF2-40B4-BE49-F238E27FC236}">
                <a16:creationId xmlns:a16="http://schemas.microsoft.com/office/drawing/2014/main" id="{95E8C7C6-D2A9-4201-9FD2-97495EF4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278149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0" name="factor-guide-2-1">
            <a:extLst xmlns:a="http://schemas.openxmlformats.org/drawingml/2006/main">
              <a:ext uri="{FF2B5EF4-FFF2-40B4-BE49-F238E27FC236}">
                <a16:creationId xmlns:a16="http://schemas.microsoft.com/office/drawing/2014/main" id="{F5CDF0AE-D844-4E42-8BE9-C420B6E6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2775" y="319087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31" name="factor-arrow-2-1">
            <a:extLst xmlns:a="http://schemas.openxmlformats.org/drawingml/2006/main">
              <a:ext uri="{FF2B5EF4-FFF2-40B4-BE49-F238E27FC236}">
                <a16:creationId xmlns:a16="http://schemas.microsoft.com/office/drawing/2014/main" id="{158E8CEC-DF59-475F-A167-38134D1F3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315296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2" name="factor-guide-2-2">
            <a:extLst xmlns:a="http://schemas.openxmlformats.org/drawingml/2006/main">
              <a:ext uri="{FF2B5EF4-FFF2-40B4-BE49-F238E27FC236}">
                <a16:creationId xmlns:a16="http://schemas.microsoft.com/office/drawing/2014/main" id="{8C7D204F-9CEF-4915-BA2D-E101DA3CC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2775" y="356235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33" name="factor-arrow-2-2">
            <a:extLst xmlns:a="http://schemas.openxmlformats.org/drawingml/2006/main">
              <a:ext uri="{FF2B5EF4-FFF2-40B4-BE49-F238E27FC236}">
                <a16:creationId xmlns:a16="http://schemas.microsoft.com/office/drawing/2014/main" id="{30E87381-AD0F-4462-B782-9B4F2859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352444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4" name="cause-heading-3">
            <a:extLst xmlns:a="http://schemas.openxmlformats.org/drawingml/2006/main">
              <a:ext uri="{FF2B5EF4-FFF2-40B4-BE49-F238E27FC236}">
                <a16:creationId xmlns:a16="http://schemas.microsoft.com/office/drawing/2014/main" id="{4D48C77E-7BE8-4F34-8979-86299664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3925" y="5534025"/>
            <a:ext cx="2189236" cy="438150"/>
          </a:xfrm>
          <a:custGeom xmlns:a="http://schemas.openxmlformats.org/drawingml/2006/main">
            <a:pathLst>
              <a:path w="2189236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81917" y="0"/>
                </a:lnTo>
                <a:lnTo>
                  <a:pt x="2103377" y="0"/>
                </a:lnTo>
                <a:lnTo>
                  <a:pt x="2124847" y="0"/>
                </a:lnTo>
                <a:lnTo>
                  <a:pt x="2146306" y="0"/>
                </a:lnTo>
                <a:lnTo>
                  <a:pt x="2167766" y="0"/>
                </a:lnTo>
                <a:lnTo>
                  <a:pt x="2189236" y="0"/>
                </a:lnTo>
                <a:lnTo>
                  <a:pt x="2185330" y="19193"/>
                </a:lnTo>
                <a:lnTo>
                  <a:pt x="2179491" y="39853"/>
                </a:lnTo>
                <a:lnTo>
                  <a:pt x="2173653" y="60503"/>
                </a:lnTo>
                <a:lnTo>
                  <a:pt x="2167814" y="81153"/>
                </a:lnTo>
                <a:lnTo>
                  <a:pt x="2161975" y="101813"/>
                </a:lnTo>
                <a:lnTo>
                  <a:pt x="2156136" y="122463"/>
                </a:lnTo>
                <a:lnTo>
                  <a:pt x="2150307" y="143123"/>
                </a:lnTo>
                <a:lnTo>
                  <a:pt x="2144468" y="163773"/>
                </a:lnTo>
                <a:lnTo>
                  <a:pt x="2138629" y="184423"/>
                </a:lnTo>
                <a:lnTo>
                  <a:pt x="2132790" y="205083"/>
                </a:lnTo>
                <a:lnTo>
                  <a:pt x="2126952" y="225733"/>
                </a:lnTo>
                <a:lnTo>
                  <a:pt x="2121122" y="246393"/>
                </a:lnTo>
                <a:lnTo>
                  <a:pt x="2115283" y="267043"/>
                </a:lnTo>
                <a:lnTo>
                  <a:pt x="2109445" y="287693"/>
                </a:lnTo>
                <a:lnTo>
                  <a:pt x="2103606" y="308353"/>
                </a:lnTo>
                <a:lnTo>
                  <a:pt x="2097767" y="329003"/>
                </a:lnTo>
                <a:lnTo>
                  <a:pt x="2091938" y="349663"/>
                </a:lnTo>
                <a:lnTo>
                  <a:pt x="2086099" y="370313"/>
                </a:lnTo>
                <a:lnTo>
                  <a:pt x="2080260" y="390963"/>
                </a:lnTo>
                <a:lnTo>
                  <a:pt x="2074421" y="411623"/>
                </a:lnTo>
                <a:lnTo>
                  <a:pt x="2068582" y="432273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factor-guide-3-0">
            <a:extLst xmlns:a="http://schemas.openxmlformats.org/drawingml/2006/main">
              <a:ext uri="{FF2B5EF4-FFF2-40B4-BE49-F238E27FC236}">
                <a16:creationId xmlns:a16="http://schemas.microsoft.com/office/drawing/2014/main" id="{B9F3C2A3-C65B-49E9-808B-FD6BFE7B1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6325" y="444817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36" name="factor-arrow-3-0">
            <a:extLst xmlns:a="http://schemas.openxmlformats.org/drawingml/2006/main">
              <a:ext uri="{FF2B5EF4-FFF2-40B4-BE49-F238E27FC236}">
                <a16:creationId xmlns:a16="http://schemas.microsoft.com/office/drawing/2014/main" id="{6B02283E-EADC-4392-BF4E-1C9B0457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441026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7" name="factor-guide-3-1">
            <a:extLst xmlns:a="http://schemas.openxmlformats.org/drawingml/2006/main">
              <a:ext uri="{FF2B5EF4-FFF2-40B4-BE49-F238E27FC236}">
                <a16:creationId xmlns:a16="http://schemas.microsoft.com/office/drawing/2014/main" id="{92399F82-CC9C-4431-A20D-DB4521265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6325" y="481965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38" name="factor-arrow-3-1">
            <a:extLst xmlns:a="http://schemas.openxmlformats.org/drawingml/2006/main">
              <a:ext uri="{FF2B5EF4-FFF2-40B4-BE49-F238E27FC236}">
                <a16:creationId xmlns:a16="http://schemas.microsoft.com/office/drawing/2014/main" id="{C1E26DB5-4C17-409E-9731-7B42927B1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478174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9" name="factor-guide-3-2">
            <a:extLst xmlns:a="http://schemas.openxmlformats.org/drawingml/2006/main">
              <a:ext uri="{FF2B5EF4-FFF2-40B4-BE49-F238E27FC236}">
                <a16:creationId xmlns:a16="http://schemas.microsoft.com/office/drawing/2014/main" id="{C6225DB5-2C43-49F7-B226-FE2BF655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6325" y="519112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40" name="factor-arrow-3-2">
            <a:extLst xmlns:a="http://schemas.openxmlformats.org/drawingml/2006/main">
              <a:ext uri="{FF2B5EF4-FFF2-40B4-BE49-F238E27FC236}">
                <a16:creationId xmlns:a16="http://schemas.microsoft.com/office/drawing/2014/main" id="{C48A6D8C-55B5-4C92-91D4-AD3BA180B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515321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1" name="cause-heading-4">
            <a:extLst xmlns:a="http://schemas.openxmlformats.org/drawingml/2006/main">
              <a:ext uri="{FF2B5EF4-FFF2-40B4-BE49-F238E27FC236}">
                <a16:creationId xmlns:a16="http://schemas.microsoft.com/office/drawing/2014/main" id="{D9DF9517-C820-4EC3-AED5-A6D668C6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81425" y="5753100"/>
            <a:ext cx="2189236" cy="438150"/>
          </a:xfrm>
          <a:custGeom xmlns:a="http://schemas.openxmlformats.org/drawingml/2006/main">
            <a:pathLst>
              <a:path w="2189236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81917" y="0"/>
                </a:lnTo>
                <a:lnTo>
                  <a:pt x="2103377" y="0"/>
                </a:lnTo>
                <a:lnTo>
                  <a:pt x="2124847" y="0"/>
                </a:lnTo>
                <a:lnTo>
                  <a:pt x="2146306" y="0"/>
                </a:lnTo>
                <a:lnTo>
                  <a:pt x="2167766" y="0"/>
                </a:lnTo>
                <a:lnTo>
                  <a:pt x="2189236" y="0"/>
                </a:lnTo>
                <a:lnTo>
                  <a:pt x="2185330" y="19193"/>
                </a:lnTo>
                <a:lnTo>
                  <a:pt x="2179491" y="39853"/>
                </a:lnTo>
                <a:lnTo>
                  <a:pt x="2173653" y="60503"/>
                </a:lnTo>
                <a:lnTo>
                  <a:pt x="2167814" y="81153"/>
                </a:lnTo>
                <a:lnTo>
                  <a:pt x="2161975" y="101813"/>
                </a:lnTo>
                <a:lnTo>
                  <a:pt x="2156136" y="122463"/>
                </a:lnTo>
                <a:lnTo>
                  <a:pt x="2150307" y="143123"/>
                </a:lnTo>
                <a:lnTo>
                  <a:pt x="2144468" y="163773"/>
                </a:lnTo>
                <a:lnTo>
                  <a:pt x="2138629" y="184423"/>
                </a:lnTo>
                <a:lnTo>
                  <a:pt x="2132790" y="205083"/>
                </a:lnTo>
                <a:lnTo>
                  <a:pt x="2126952" y="225733"/>
                </a:lnTo>
                <a:lnTo>
                  <a:pt x="2121122" y="246393"/>
                </a:lnTo>
                <a:lnTo>
                  <a:pt x="2115283" y="267043"/>
                </a:lnTo>
                <a:lnTo>
                  <a:pt x="2109445" y="287693"/>
                </a:lnTo>
                <a:lnTo>
                  <a:pt x="2103606" y="308353"/>
                </a:lnTo>
                <a:lnTo>
                  <a:pt x="2097767" y="329003"/>
                </a:lnTo>
                <a:lnTo>
                  <a:pt x="2091938" y="349663"/>
                </a:lnTo>
                <a:lnTo>
                  <a:pt x="2086099" y="370313"/>
                </a:lnTo>
                <a:lnTo>
                  <a:pt x="2080260" y="390963"/>
                </a:lnTo>
                <a:lnTo>
                  <a:pt x="2074421" y="411623"/>
                </a:lnTo>
                <a:lnTo>
                  <a:pt x="2068582" y="432273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2" name="factor-guide-4-0">
            <a:extLst xmlns:a="http://schemas.openxmlformats.org/drawingml/2006/main">
              <a:ext uri="{FF2B5EF4-FFF2-40B4-BE49-F238E27FC236}">
                <a16:creationId xmlns:a16="http://schemas.microsoft.com/office/drawing/2014/main" id="{8170458E-A91F-4176-860D-6503B3F9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33825" y="466725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43" name="factor-arrow-4-0">
            <a:extLst xmlns:a="http://schemas.openxmlformats.org/drawingml/2006/main">
              <a:ext uri="{FF2B5EF4-FFF2-40B4-BE49-F238E27FC236}">
                <a16:creationId xmlns:a16="http://schemas.microsoft.com/office/drawing/2014/main" id="{1F7E372F-64BE-4E32-9B01-6D1E15C9F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462934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4" name="factor-guide-4-1">
            <a:extLst xmlns:a="http://schemas.openxmlformats.org/drawingml/2006/main">
              <a:ext uri="{FF2B5EF4-FFF2-40B4-BE49-F238E27FC236}">
                <a16:creationId xmlns:a16="http://schemas.microsoft.com/office/drawing/2014/main" id="{1DDFBF3E-044A-4DCE-8CA2-97953F873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33825" y="503872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45" name="factor-arrow-4-1">
            <a:extLst xmlns:a="http://schemas.openxmlformats.org/drawingml/2006/main">
              <a:ext uri="{FF2B5EF4-FFF2-40B4-BE49-F238E27FC236}">
                <a16:creationId xmlns:a16="http://schemas.microsoft.com/office/drawing/2014/main" id="{24E7928C-EC35-420F-B56B-E057176B9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500081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6" name="factor-guide-4-2">
            <a:extLst xmlns:a="http://schemas.openxmlformats.org/drawingml/2006/main">
              <a:ext uri="{FF2B5EF4-FFF2-40B4-BE49-F238E27FC236}">
                <a16:creationId xmlns:a16="http://schemas.microsoft.com/office/drawing/2014/main" id="{A75AB379-3994-4C5D-99BA-BA24F4A49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33825" y="541020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47" name="factor-arrow-4-2">
            <a:extLst xmlns:a="http://schemas.openxmlformats.org/drawingml/2006/main">
              <a:ext uri="{FF2B5EF4-FFF2-40B4-BE49-F238E27FC236}">
                <a16:creationId xmlns:a16="http://schemas.microsoft.com/office/drawing/2014/main" id="{B3BAAFE0-C10F-4BBD-AB28-97A10EA6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537229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8" name="cause-heading-5">
            <a:extLst xmlns:a="http://schemas.openxmlformats.org/drawingml/2006/main">
              <a:ext uri="{FF2B5EF4-FFF2-40B4-BE49-F238E27FC236}">
                <a16:creationId xmlns:a16="http://schemas.microsoft.com/office/drawing/2014/main" id="{B06CEA1A-6877-4033-9AE4-F0B594C34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38925" y="5534025"/>
            <a:ext cx="2189236" cy="438150"/>
          </a:xfrm>
          <a:custGeom xmlns:a="http://schemas.openxmlformats.org/drawingml/2006/main">
            <a:pathLst>
              <a:path w="2189236" h="438150">
                <a:moveTo>
                  <a:pt x="0" y="0"/>
                </a:moveTo>
                <a:lnTo>
                  <a:pt x="21460" y="0"/>
                </a:lnTo>
                <a:lnTo>
                  <a:pt x="42929" y="0"/>
                </a:lnTo>
                <a:lnTo>
                  <a:pt x="64389" y="0"/>
                </a:lnTo>
                <a:lnTo>
                  <a:pt x="85849" y="0"/>
                </a:lnTo>
                <a:lnTo>
                  <a:pt x="107318" y="0"/>
                </a:lnTo>
                <a:lnTo>
                  <a:pt x="128778" y="0"/>
                </a:lnTo>
                <a:lnTo>
                  <a:pt x="150238" y="0"/>
                </a:lnTo>
                <a:lnTo>
                  <a:pt x="171707" y="0"/>
                </a:lnTo>
                <a:lnTo>
                  <a:pt x="193167" y="0"/>
                </a:lnTo>
                <a:lnTo>
                  <a:pt x="214627" y="0"/>
                </a:lnTo>
                <a:lnTo>
                  <a:pt x="236096" y="0"/>
                </a:lnTo>
                <a:lnTo>
                  <a:pt x="257556" y="0"/>
                </a:lnTo>
                <a:lnTo>
                  <a:pt x="279016" y="0"/>
                </a:lnTo>
                <a:lnTo>
                  <a:pt x="300485" y="0"/>
                </a:lnTo>
                <a:lnTo>
                  <a:pt x="321945" y="0"/>
                </a:lnTo>
                <a:lnTo>
                  <a:pt x="343405" y="0"/>
                </a:lnTo>
                <a:lnTo>
                  <a:pt x="364874" y="0"/>
                </a:lnTo>
                <a:lnTo>
                  <a:pt x="386334" y="0"/>
                </a:lnTo>
                <a:lnTo>
                  <a:pt x="407794" y="0"/>
                </a:lnTo>
                <a:lnTo>
                  <a:pt x="429263" y="0"/>
                </a:lnTo>
                <a:lnTo>
                  <a:pt x="450723" y="0"/>
                </a:lnTo>
                <a:lnTo>
                  <a:pt x="472183" y="0"/>
                </a:lnTo>
                <a:lnTo>
                  <a:pt x="493652" y="0"/>
                </a:lnTo>
                <a:lnTo>
                  <a:pt x="515112" y="0"/>
                </a:lnTo>
                <a:lnTo>
                  <a:pt x="536572" y="0"/>
                </a:lnTo>
                <a:lnTo>
                  <a:pt x="558041" y="0"/>
                </a:lnTo>
                <a:lnTo>
                  <a:pt x="579501" y="0"/>
                </a:lnTo>
                <a:lnTo>
                  <a:pt x="600970" y="0"/>
                </a:lnTo>
                <a:lnTo>
                  <a:pt x="622430" y="0"/>
                </a:lnTo>
                <a:lnTo>
                  <a:pt x="643890" y="0"/>
                </a:lnTo>
                <a:lnTo>
                  <a:pt x="665359" y="0"/>
                </a:lnTo>
                <a:lnTo>
                  <a:pt x="686819" y="0"/>
                </a:lnTo>
                <a:lnTo>
                  <a:pt x="708279" y="0"/>
                </a:lnTo>
                <a:lnTo>
                  <a:pt x="729748" y="0"/>
                </a:lnTo>
                <a:lnTo>
                  <a:pt x="751208" y="0"/>
                </a:lnTo>
                <a:lnTo>
                  <a:pt x="772668" y="0"/>
                </a:lnTo>
                <a:lnTo>
                  <a:pt x="794137" y="0"/>
                </a:lnTo>
                <a:lnTo>
                  <a:pt x="815597" y="0"/>
                </a:lnTo>
                <a:lnTo>
                  <a:pt x="837057" y="0"/>
                </a:lnTo>
                <a:lnTo>
                  <a:pt x="858526" y="0"/>
                </a:lnTo>
                <a:lnTo>
                  <a:pt x="879986" y="0"/>
                </a:lnTo>
                <a:lnTo>
                  <a:pt x="901446" y="0"/>
                </a:lnTo>
                <a:lnTo>
                  <a:pt x="922915" y="0"/>
                </a:lnTo>
                <a:lnTo>
                  <a:pt x="944375" y="0"/>
                </a:lnTo>
                <a:lnTo>
                  <a:pt x="965835" y="0"/>
                </a:lnTo>
                <a:lnTo>
                  <a:pt x="987304" y="0"/>
                </a:lnTo>
                <a:lnTo>
                  <a:pt x="1008764" y="0"/>
                </a:lnTo>
                <a:lnTo>
                  <a:pt x="1030224" y="0"/>
                </a:lnTo>
                <a:lnTo>
                  <a:pt x="1051693" y="0"/>
                </a:lnTo>
                <a:lnTo>
                  <a:pt x="1073153" y="0"/>
                </a:lnTo>
                <a:lnTo>
                  <a:pt x="1094613" y="0"/>
                </a:lnTo>
                <a:lnTo>
                  <a:pt x="1116082" y="0"/>
                </a:lnTo>
                <a:lnTo>
                  <a:pt x="1137542" y="0"/>
                </a:lnTo>
                <a:lnTo>
                  <a:pt x="1159002" y="0"/>
                </a:lnTo>
                <a:lnTo>
                  <a:pt x="1180471" y="0"/>
                </a:lnTo>
                <a:lnTo>
                  <a:pt x="1201931" y="0"/>
                </a:lnTo>
                <a:lnTo>
                  <a:pt x="1223391" y="0"/>
                </a:lnTo>
                <a:lnTo>
                  <a:pt x="1244860" y="0"/>
                </a:lnTo>
                <a:lnTo>
                  <a:pt x="1266320" y="0"/>
                </a:lnTo>
                <a:lnTo>
                  <a:pt x="1287780" y="0"/>
                </a:lnTo>
                <a:lnTo>
                  <a:pt x="1309249" y="0"/>
                </a:lnTo>
                <a:lnTo>
                  <a:pt x="1330709" y="0"/>
                </a:lnTo>
                <a:lnTo>
                  <a:pt x="1352169" y="0"/>
                </a:lnTo>
                <a:lnTo>
                  <a:pt x="1373638" y="0"/>
                </a:lnTo>
                <a:lnTo>
                  <a:pt x="1395098" y="0"/>
                </a:lnTo>
                <a:lnTo>
                  <a:pt x="1416558" y="0"/>
                </a:lnTo>
                <a:lnTo>
                  <a:pt x="1438027" y="0"/>
                </a:lnTo>
                <a:lnTo>
                  <a:pt x="1459487" y="0"/>
                </a:lnTo>
                <a:lnTo>
                  <a:pt x="1480947" y="0"/>
                </a:lnTo>
                <a:lnTo>
                  <a:pt x="1502416" y="0"/>
                </a:lnTo>
                <a:lnTo>
                  <a:pt x="1523876" y="0"/>
                </a:lnTo>
                <a:lnTo>
                  <a:pt x="1545336" y="0"/>
                </a:lnTo>
                <a:lnTo>
                  <a:pt x="1566805" y="0"/>
                </a:lnTo>
                <a:lnTo>
                  <a:pt x="1588265" y="0"/>
                </a:lnTo>
                <a:lnTo>
                  <a:pt x="1609735" y="0"/>
                </a:lnTo>
                <a:lnTo>
                  <a:pt x="1631194" y="0"/>
                </a:lnTo>
                <a:lnTo>
                  <a:pt x="1652654" y="0"/>
                </a:lnTo>
                <a:lnTo>
                  <a:pt x="1674124" y="0"/>
                </a:lnTo>
                <a:lnTo>
                  <a:pt x="1695583" y="0"/>
                </a:lnTo>
                <a:lnTo>
                  <a:pt x="1717043" y="0"/>
                </a:lnTo>
                <a:lnTo>
                  <a:pt x="1738513" y="0"/>
                </a:lnTo>
                <a:lnTo>
                  <a:pt x="1759972" y="0"/>
                </a:lnTo>
                <a:lnTo>
                  <a:pt x="1781432" y="0"/>
                </a:lnTo>
                <a:lnTo>
                  <a:pt x="1802902" y="0"/>
                </a:lnTo>
                <a:lnTo>
                  <a:pt x="1824361" y="0"/>
                </a:lnTo>
                <a:lnTo>
                  <a:pt x="1845821" y="0"/>
                </a:lnTo>
                <a:lnTo>
                  <a:pt x="1867291" y="0"/>
                </a:lnTo>
                <a:lnTo>
                  <a:pt x="1888750" y="0"/>
                </a:lnTo>
                <a:lnTo>
                  <a:pt x="1910210" y="0"/>
                </a:lnTo>
                <a:lnTo>
                  <a:pt x="1931680" y="0"/>
                </a:lnTo>
                <a:lnTo>
                  <a:pt x="1953139" y="0"/>
                </a:lnTo>
                <a:lnTo>
                  <a:pt x="1974599" y="0"/>
                </a:lnTo>
                <a:lnTo>
                  <a:pt x="1996069" y="0"/>
                </a:lnTo>
                <a:lnTo>
                  <a:pt x="2017528" y="0"/>
                </a:lnTo>
                <a:lnTo>
                  <a:pt x="2038988" y="0"/>
                </a:lnTo>
                <a:lnTo>
                  <a:pt x="2060458" y="0"/>
                </a:lnTo>
                <a:lnTo>
                  <a:pt x="2081917" y="0"/>
                </a:lnTo>
                <a:lnTo>
                  <a:pt x="2103377" y="0"/>
                </a:lnTo>
                <a:lnTo>
                  <a:pt x="2124847" y="0"/>
                </a:lnTo>
                <a:lnTo>
                  <a:pt x="2146306" y="0"/>
                </a:lnTo>
                <a:lnTo>
                  <a:pt x="2167766" y="0"/>
                </a:lnTo>
                <a:lnTo>
                  <a:pt x="2189236" y="0"/>
                </a:lnTo>
                <a:lnTo>
                  <a:pt x="2185330" y="19193"/>
                </a:lnTo>
                <a:lnTo>
                  <a:pt x="2179491" y="39853"/>
                </a:lnTo>
                <a:lnTo>
                  <a:pt x="2173653" y="60503"/>
                </a:lnTo>
                <a:lnTo>
                  <a:pt x="2167814" y="81153"/>
                </a:lnTo>
                <a:lnTo>
                  <a:pt x="2161975" y="101813"/>
                </a:lnTo>
                <a:lnTo>
                  <a:pt x="2156136" y="122463"/>
                </a:lnTo>
                <a:lnTo>
                  <a:pt x="2150307" y="143123"/>
                </a:lnTo>
                <a:lnTo>
                  <a:pt x="2144468" y="163773"/>
                </a:lnTo>
                <a:lnTo>
                  <a:pt x="2138629" y="184423"/>
                </a:lnTo>
                <a:lnTo>
                  <a:pt x="2132790" y="205083"/>
                </a:lnTo>
                <a:lnTo>
                  <a:pt x="2126952" y="225733"/>
                </a:lnTo>
                <a:lnTo>
                  <a:pt x="2121122" y="246393"/>
                </a:lnTo>
                <a:lnTo>
                  <a:pt x="2115283" y="267043"/>
                </a:lnTo>
                <a:lnTo>
                  <a:pt x="2109445" y="287693"/>
                </a:lnTo>
                <a:lnTo>
                  <a:pt x="2103606" y="308353"/>
                </a:lnTo>
                <a:lnTo>
                  <a:pt x="2097767" y="329003"/>
                </a:lnTo>
                <a:lnTo>
                  <a:pt x="2091938" y="349663"/>
                </a:lnTo>
                <a:lnTo>
                  <a:pt x="2086099" y="370313"/>
                </a:lnTo>
                <a:lnTo>
                  <a:pt x="2080260" y="390963"/>
                </a:lnTo>
                <a:lnTo>
                  <a:pt x="2074421" y="411623"/>
                </a:lnTo>
                <a:lnTo>
                  <a:pt x="2068582" y="432273"/>
                </a:lnTo>
                <a:lnTo>
                  <a:pt x="2051561" y="438150"/>
                </a:lnTo>
                <a:lnTo>
                  <a:pt x="2030101" y="438150"/>
                </a:lnTo>
                <a:lnTo>
                  <a:pt x="2008642" y="438150"/>
                </a:lnTo>
                <a:lnTo>
                  <a:pt x="1987172" y="438150"/>
                </a:lnTo>
                <a:lnTo>
                  <a:pt x="1965712" y="438150"/>
                </a:lnTo>
                <a:lnTo>
                  <a:pt x="1944253" y="438150"/>
                </a:lnTo>
                <a:lnTo>
                  <a:pt x="1922783" y="438150"/>
                </a:lnTo>
                <a:lnTo>
                  <a:pt x="1901323" y="438150"/>
                </a:lnTo>
                <a:lnTo>
                  <a:pt x="1879864" y="438150"/>
                </a:lnTo>
                <a:lnTo>
                  <a:pt x="1858394" y="438150"/>
                </a:lnTo>
                <a:lnTo>
                  <a:pt x="1836934" y="438150"/>
                </a:lnTo>
                <a:lnTo>
                  <a:pt x="1815475" y="438150"/>
                </a:lnTo>
                <a:lnTo>
                  <a:pt x="1794005" y="438150"/>
                </a:lnTo>
                <a:lnTo>
                  <a:pt x="1772545" y="438150"/>
                </a:lnTo>
                <a:lnTo>
                  <a:pt x="1751086" y="438150"/>
                </a:lnTo>
                <a:lnTo>
                  <a:pt x="1729616" y="438150"/>
                </a:lnTo>
                <a:lnTo>
                  <a:pt x="1708156" y="438150"/>
                </a:lnTo>
                <a:lnTo>
                  <a:pt x="1686697" y="438150"/>
                </a:lnTo>
                <a:lnTo>
                  <a:pt x="1665227" y="438150"/>
                </a:lnTo>
                <a:lnTo>
                  <a:pt x="1643767" y="438150"/>
                </a:lnTo>
                <a:lnTo>
                  <a:pt x="1622308" y="438150"/>
                </a:lnTo>
                <a:lnTo>
                  <a:pt x="1600838" y="438150"/>
                </a:lnTo>
                <a:lnTo>
                  <a:pt x="1579378" y="438150"/>
                </a:lnTo>
                <a:lnTo>
                  <a:pt x="1557919" y="438150"/>
                </a:lnTo>
                <a:lnTo>
                  <a:pt x="1536449" y="438150"/>
                </a:lnTo>
                <a:lnTo>
                  <a:pt x="1514989" y="438150"/>
                </a:lnTo>
                <a:lnTo>
                  <a:pt x="1493530" y="438150"/>
                </a:lnTo>
                <a:lnTo>
                  <a:pt x="1472060" y="438150"/>
                </a:lnTo>
                <a:lnTo>
                  <a:pt x="1450600" y="438150"/>
                </a:lnTo>
                <a:lnTo>
                  <a:pt x="1429141" y="438150"/>
                </a:lnTo>
                <a:lnTo>
                  <a:pt x="1407671" y="438150"/>
                </a:lnTo>
                <a:lnTo>
                  <a:pt x="1386211" y="438150"/>
                </a:lnTo>
                <a:lnTo>
                  <a:pt x="1364752" y="438150"/>
                </a:lnTo>
                <a:lnTo>
                  <a:pt x="1343282" y="438150"/>
                </a:lnTo>
                <a:lnTo>
                  <a:pt x="1321822" y="438150"/>
                </a:lnTo>
                <a:lnTo>
                  <a:pt x="1300363" y="438150"/>
                </a:lnTo>
                <a:lnTo>
                  <a:pt x="1278893" y="438150"/>
                </a:lnTo>
                <a:lnTo>
                  <a:pt x="1257433" y="438150"/>
                </a:lnTo>
                <a:lnTo>
                  <a:pt x="1235974" y="438150"/>
                </a:lnTo>
                <a:lnTo>
                  <a:pt x="1214504" y="438150"/>
                </a:lnTo>
                <a:lnTo>
                  <a:pt x="1193044" y="438150"/>
                </a:lnTo>
                <a:lnTo>
                  <a:pt x="1171585" y="438150"/>
                </a:lnTo>
                <a:lnTo>
                  <a:pt x="1150115" y="438150"/>
                </a:lnTo>
                <a:lnTo>
                  <a:pt x="1128655" y="438150"/>
                </a:lnTo>
                <a:lnTo>
                  <a:pt x="1107196" y="438150"/>
                </a:lnTo>
                <a:lnTo>
                  <a:pt x="1085726" y="438150"/>
                </a:lnTo>
                <a:lnTo>
                  <a:pt x="1064266" y="438150"/>
                </a:lnTo>
                <a:lnTo>
                  <a:pt x="1042797" y="438150"/>
                </a:lnTo>
                <a:lnTo>
                  <a:pt x="1021337" y="438150"/>
                </a:lnTo>
                <a:lnTo>
                  <a:pt x="999877" y="438150"/>
                </a:lnTo>
                <a:lnTo>
                  <a:pt x="978408" y="438150"/>
                </a:lnTo>
                <a:lnTo>
                  <a:pt x="956948" y="438150"/>
                </a:lnTo>
                <a:lnTo>
                  <a:pt x="935488" y="438150"/>
                </a:lnTo>
                <a:lnTo>
                  <a:pt x="914019" y="438150"/>
                </a:lnTo>
                <a:lnTo>
                  <a:pt x="892559" y="438150"/>
                </a:lnTo>
                <a:lnTo>
                  <a:pt x="871099" y="438150"/>
                </a:lnTo>
                <a:lnTo>
                  <a:pt x="849630" y="438150"/>
                </a:lnTo>
                <a:lnTo>
                  <a:pt x="828170" y="438150"/>
                </a:lnTo>
                <a:lnTo>
                  <a:pt x="806710" y="438150"/>
                </a:lnTo>
                <a:lnTo>
                  <a:pt x="785241" y="438150"/>
                </a:lnTo>
                <a:lnTo>
                  <a:pt x="763781" y="438150"/>
                </a:lnTo>
                <a:lnTo>
                  <a:pt x="742321" y="438150"/>
                </a:lnTo>
                <a:lnTo>
                  <a:pt x="720852" y="438150"/>
                </a:lnTo>
                <a:lnTo>
                  <a:pt x="699392" y="438150"/>
                </a:lnTo>
                <a:lnTo>
                  <a:pt x="677932" y="438150"/>
                </a:lnTo>
                <a:lnTo>
                  <a:pt x="656463" y="438150"/>
                </a:lnTo>
                <a:lnTo>
                  <a:pt x="635003" y="438150"/>
                </a:lnTo>
                <a:lnTo>
                  <a:pt x="613543" y="438150"/>
                </a:lnTo>
                <a:lnTo>
                  <a:pt x="592074" y="438150"/>
                </a:lnTo>
                <a:lnTo>
                  <a:pt x="570614" y="438150"/>
                </a:lnTo>
                <a:lnTo>
                  <a:pt x="549154" y="438150"/>
                </a:lnTo>
                <a:lnTo>
                  <a:pt x="527685" y="438150"/>
                </a:lnTo>
                <a:lnTo>
                  <a:pt x="506225" y="438150"/>
                </a:lnTo>
                <a:lnTo>
                  <a:pt x="484765" y="438150"/>
                </a:lnTo>
                <a:lnTo>
                  <a:pt x="463296" y="438150"/>
                </a:lnTo>
                <a:lnTo>
                  <a:pt x="441836" y="438150"/>
                </a:lnTo>
                <a:lnTo>
                  <a:pt x="420376" y="438150"/>
                </a:lnTo>
                <a:lnTo>
                  <a:pt x="398907" y="438150"/>
                </a:lnTo>
                <a:lnTo>
                  <a:pt x="377447" y="438150"/>
                </a:lnTo>
                <a:lnTo>
                  <a:pt x="355987" y="438150"/>
                </a:lnTo>
                <a:lnTo>
                  <a:pt x="334518" y="438150"/>
                </a:lnTo>
                <a:lnTo>
                  <a:pt x="313058" y="438150"/>
                </a:lnTo>
                <a:lnTo>
                  <a:pt x="291598" y="438150"/>
                </a:lnTo>
                <a:lnTo>
                  <a:pt x="270129" y="438150"/>
                </a:lnTo>
                <a:lnTo>
                  <a:pt x="248669" y="438150"/>
                </a:lnTo>
                <a:lnTo>
                  <a:pt x="227209" y="438150"/>
                </a:lnTo>
                <a:lnTo>
                  <a:pt x="205740" y="438150"/>
                </a:lnTo>
                <a:lnTo>
                  <a:pt x="184280" y="438150"/>
                </a:lnTo>
                <a:lnTo>
                  <a:pt x="162820" y="438150"/>
                </a:lnTo>
                <a:lnTo>
                  <a:pt x="141351" y="438150"/>
                </a:lnTo>
                <a:lnTo>
                  <a:pt x="119891" y="438150"/>
                </a:lnTo>
                <a:lnTo>
                  <a:pt x="98431" y="438150"/>
                </a:lnTo>
                <a:lnTo>
                  <a:pt x="76962" y="438150"/>
                </a:lnTo>
                <a:lnTo>
                  <a:pt x="55502" y="438150"/>
                </a:lnTo>
                <a:lnTo>
                  <a:pt x="34042" y="438150"/>
                </a:lnTo>
                <a:lnTo>
                  <a:pt x="12573" y="438150"/>
                </a:lnTo>
                <a:lnTo>
                  <a:pt x="0" y="429263"/>
                </a:lnTo>
                <a:lnTo>
                  <a:pt x="0" y="407794"/>
                </a:lnTo>
                <a:lnTo>
                  <a:pt x="0" y="386334"/>
                </a:lnTo>
                <a:lnTo>
                  <a:pt x="0" y="364874"/>
                </a:lnTo>
                <a:lnTo>
                  <a:pt x="0" y="343405"/>
                </a:lnTo>
                <a:lnTo>
                  <a:pt x="0" y="321945"/>
                </a:lnTo>
                <a:lnTo>
                  <a:pt x="0" y="300485"/>
                </a:lnTo>
                <a:lnTo>
                  <a:pt x="0" y="279016"/>
                </a:lnTo>
                <a:lnTo>
                  <a:pt x="0" y="257556"/>
                </a:lnTo>
                <a:lnTo>
                  <a:pt x="0" y="236096"/>
                </a:lnTo>
                <a:lnTo>
                  <a:pt x="0" y="214627"/>
                </a:lnTo>
                <a:lnTo>
                  <a:pt x="0" y="193167"/>
                </a:lnTo>
                <a:lnTo>
                  <a:pt x="0" y="171707"/>
                </a:lnTo>
                <a:lnTo>
                  <a:pt x="0" y="150238"/>
                </a:lnTo>
                <a:lnTo>
                  <a:pt x="0" y="128778"/>
                </a:lnTo>
                <a:lnTo>
                  <a:pt x="0" y="107318"/>
                </a:lnTo>
                <a:lnTo>
                  <a:pt x="0" y="85849"/>
                </a:lnTo>
                <a:lnTo>
                  <a:pt x="0" y="64389"/>
                </a:lnTo>
                <a:lnTo>
                  <a:pt x="0" y="42929"/>
                </a:lnTo>
                <a:lnTo>
                  <a:pt x="0" y="214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57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9" name="factor-guide-5-0">
            <a:extLst xmlns:a="http://schemas.openxmlformats.org/drawingml/2006/main">
              <a:ext uri="{FF2B5EF4-FFF2-40B4-BE49-F238E27FC236}">
                <a16:creationId xmlns:a16="http://schemas.microsoft.com/office/drawing/2014/main" id="{49EF5554-C2AB-4B85-A8F8-7BDE84B1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91325" y="444817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50" name="factor-arrow-5-0">
            <a:extLst xmlns:a="http://schemas.openxmlformats.org/drawingml/2006/main">
              <a:ext uri="{FF2B5EF4-FFF2-40B4-BE49-F238E27FC236}">
                <a16:creationId xmlns:a16="http://schemas.microsoft.com/office/drawing/2014/main" id="{730D1FB5-35A7-4452-A8C3-CF990E61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15125" y="441026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1" name="factor-guide-5-1">
            <a:extLst xmlns:a="http://schemas.openxmlformats.org/drawingml/2006/main">
              <a:ext uri="{FF2B5EF4-FFF2-40B4-BE49-F238E27FC236}">
                <a16:creationId xmlns:a16="http://schemas.microsoft.com/office/drawing/2014/main" id="{72A501E0-388E-4101-8421-369CFA7E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91325" y="481965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52" name="factor-arrow-5-1">
            <a:extLst xmlns:a="http://schemas.openxmlformats.org/drawingml/2006/main">
              <a:ext uri="{FF2B5EF4-FFF2-40B4-BE49-F238E27FC236}">
                <a16:creationId xmlns:a16="http://schemas.microsoft.com/office/drawing/2014/main" id="{C3D5ACAE-110C-4E04-A5A7-05EDF08E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15125" y="4781741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3" name="factor-guide-5-2">
            <a:extLst xmlns:a="http://schemas.openxmlformats.org/drawingml/2006/main">
              <a:ext uri="{FF2B5EF4-FFF2-40B4-BE49-F238E27FC236}">
                <a16:creationId xmlns:a16="http://schemas.microsoft.com/office/drawing/2014/main" id="{D192351A-9914-4571-8623-038C7C63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91325" y="519112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392A7"/>
            </a:solidFill>
            <a:prstDash val="dash"/>
          </a:ln>
        </p:spPr>
      </p:sp>
      <p:sp>
        <p:nvSpPr>
          <p:cNvPr id="54" name="factor-arrow-5-2">
            <a:extLst xmlns:a="http://schemas.openxmlformats.org/drawingml/2006/main">
              <a:ext uri="{FF2B5EF4-FFF2-40B4-BE49-F238E27FC236}">
                <a16:creationId xmlns:a16="http://schemas.microsoft.com/office/drawing/2014/main" id="{2A408A4A-B112-4C04-BE4D-445C80BF1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15125" y="5153216"/>
            <a:ext cx="76200" cy="75819"/>
          </a:xfrm>
          <a:custGeom xmlns:a="http://schemas.openxmlformats.org/drawingml/2006/main">
            <a:pathLst>
              <a:path w="76200" h="75819">
                <a:moveTo>
                  <a:pt x="0" y="37910"/>
                </a:moveTo>
                <a:lnTo>
                  <a:pt x="6896" y="34461"/>
                </a:lnTo>
                <a:lnTo>
                  <a:pt x="13783" y="31013"/>
                </a:lnTo>
                <a:lnTo>
                  <a:pt x="20679" y="27565"/>
                </a:lnTo>
                <a:lnTo>
                  <a:pt x="27565" y="24127"/>
                </a:lnTo>
                <a:lnTo>
                  <a:pt x="34461" y="20679"/>
                </a:lnTo>
                <a:lnTo>
                  <a:pt x="41358" y="17231"/>
                </a:lnTo>
                <a:lnTo>
                  <a:pt x="48244" y="13783"/>
                </a:lnTo>
                <a:lnTo>
                  <a:pt x="55140" y="10335"/>
                </a:lnTo>
                <a:lnTo>
                  <a:pt x="62027" y="6896"/>
                </a:lnTo>
                <a:lnTo>
                  <a:pt x="68923" y="3448"/>
                </a:lnTo>
                <a:lnTo>
                  <a:pt x="75819" y="0"/>
                </a:lnTo>
                <a:lnTo>
                  <a:pt x="76200" y="7087"/>
                </a:lnTo>
                <a:lnTo>
                  <a:pt x="76200" y="14792"/>
                </a:lnTo>
                <a:lnTo>
                  <a:pt x="76200" y="22498"/>
                </a:lnTo>
                <a:lnTo>
                  <a:pt x="76200" y="30204"/>
                </a:lnTo>
                <a:lnTo>
                  <a:pt x="76200" y="37910"/>
                </a:lnTo>
                <a:lnTo>
                  <a:pt x="76200" y="45615"/>
                </a:lnTo>
                <a:lnTo>
                  <a:pt x="76200" y="53321"/>
                </a:lnTo>
                <a:lnTo>
                  <a:pt x="76200" y="61027"/>
                </a:lnTo>
                <a:lnTo>
                  <a:pt x="76200" y="68732"/>
                </a:lnTo>
                <a:lnTo>
                  <a:pt x="75819" y="75819"/>
                </a:lnTo>
                <a:lnTo>
                  <a:pt x="68923" y="72371"/>
                </a:lnTo>
                <a:lnTo>
                  <a:pt x="62027" y="68923"/>
                </a:lnTo>
                <a:lnTo>
                  <a:pt x="55140" y="65475"/>
                </a:lnTo>
                <a:lnTo>
                  <a:pt x="48244" y="62027"/>
                </a:lnTo>
                <a:lnTo>
                  <a:pt x="41358" y="58588"/>
                </a:lnTo>
                <a:lnTo>
                  <a:pt x="34461" y="55140"/>
                </a:lnTo>
                <a:lnTo>
                  <a:pt x="27565" y="51692"/>
                </a:lnTo>
                <a:lnTo>
                  <a:pt x="20679" y="48244"/>
                </a:lnTo>
                <a:lnTo>
                  <a:pt x="13783" y="44796"/>
                </a:lnTo>
                <a:lnTo>
                  <a:pt x="6896" y="41358"/>
                </a:lnTo>
                <a:lnTo>
                  <a:pt x="0" y="37910"/>
                </a:lnTo>
                <a:close/>
              </a:path>
            </a:pathLst>
          </a:custGeom>
          <a:solidFill xmlns:a="http://schemas.openxmlformats.org/drawingml/2006/main">
            <a:srgbClr val="5D6E8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5" name="cause-index-0">
            <a:extLst xmlns:a="http://schemas.openxmlformats.org/drawingml/2006/main">
              <a:ext uri="{FF2B5EF4-FFF2-40B4-BE49-F238E27FC236}">
                <a16:creationId xmlns:a16="http://schemas.microsoft.com/office/drawing/2014/main" id="{BED174A6-F487-4090-B846-0ACAF1F1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52525" y="1943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6" name="cause-title-0">
            <a:extLst xmlns:a="http://schemas.openxmlformats.org/drawingml/2006/main">
              <a:ext uri="{FF2B5EF4-FFF2-40B4-BE49-F238E27FC236}">
                <a16:creationId xmlns:a16="http://schemas.microsoft.com/office/drawing/2014/main" id="{CCDC5C6C-0141-408A-9FF6-CF515392F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52575" y="19621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需求定义</a:t>
            </a:r>
          </a:p>
        </p:txBody>
      </p:sp>
      <p:sp>
        <p:nvSpPr>
          <p:cNvPr id="57" name="cause-body-0">
            <a:extLst xmlns:a="http://schemas.openxmlformats.org/drawingml/2006/main">
              <a:ext uri="{FF2B5EF4-FFF2-40B4-BE49-F238E27FC236}">
                <a16:creationId xmlns:a16="http://schemas.microsoft.com/office/drawing/2014/main" id="{6FAD9C0D-189B-47EF-ABC7-B179810B1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2457450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目标频繁调整验收口径不清范围持续扩张</a:t>
            </a:r>
          </a:p>
        </p:txBody>
      </p:sp>
      <p:sp>
        <p:nvSpPr>
          <p:cNvPr id="58" name="cause-index-1">
            <a:extLst xmlns:a="http://schemas.openxmlformats.org/drawingml/2006/main">
              <a:ext uri="{FF2B5EF4-FFF2-40B4-BE49-F238E27FC236}">
                <a16:creationId xmlns:a16="http://schemas.microsoft.com/office/drawing/2014/main" id="{2C61D24F-55A0-4415-B1D6-200F9CD4E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025" y="17240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9" name="cause-title-1">
            <a:extLst xmlns:a="http://schemas.openxmlformats.org/drawingml/2006/main">
              <a:ext uri="{FF2B5EF4-FFF2-40B4-BE49-F238E27FC236}">
                <a16:creationId xmlns:a16="http://schemas.microsoft.com/office/drawing/2014/main" id="{B21DEF39-4571-452B-8D5F-2A3B929C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0075" y="1743075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计划协同</a:t>
            </a:r>
          </a:p>
        </p:txBody>
      </p:sp>
      <p:sp>
        <p:nvSpPr>
          <p:cNvPr id="60" name="cause-body-1">
            <a:extLst xmlns:a="http://schemas.openxmlformats.org/drawingml/2006/main">
              <a:ext uri="{FF2B5EF4-FFF2-40B4-BE49-F238E27FC236}">
                <a16:creationId xmlns:a16="http://schemas.microsoft.com/office/drawing/2014/main" id="{582EC026-6D48-4209-B26D-7BAC5754C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9075" y="2238375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排期依赖遗漏资源承诺不稳里程碑失真</a:t>
            </a:r>
          </a:p>
        </p:txBody>
      </p:sp>
      <p:sp>
        <p:nvSpPr>
          <p:cNvPr id="61" name="cause-index-2">
            <a:extLst xmlns:a="http://schemas.openxmlformats.org/drawingml/2006/main">
              <a:ext uri="{FF2B5EF4-FFF2-40B4-BE49-F238E27FC236}">
                <a16:creationId xmlns:a16="http://schemas.microsoft.com/office/drawing/2014/main" id="{DA4344E0-0F63-4E6C-A79B-BD012B034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67525" y="1943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62" name="cause-title-2">
            <a:extLst xmlns:a="http://schemas.openxmlformats.org/drawingml/2006/main">
              <a:ext uri="{FF2B5EF4-FFF2-40B4-BE49-F238E27FC236}">
                <a16:creationId xmlns:a16="http://schemas.microsoft.com/office/drawing/2014/main" id="{09F6C4D9-B1EF-49B2-865D-0CA37384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9621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技术实现</a:t>
            </a:r>
          </a:p>
        </p:txBody>
      </p:sp>
      <p:sp>
        <p:nvSpPr>
          <p:cNvPr id="63" name="cause-body-2">
            <a:extLst xmlns:a="http://schemas.openxmlformats.org/drawingml/2006/main">
              <a:ext uri="{FF2B5EF4-FFF2-40B4-BE49-F238E27FC236}">
                <a16:creationId xmlns:a16="http://schemas.microsoft.com/office/drawing/2014/main" id="{F93D4D9A-41CC-4FA6-B888-72A55D89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2457450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接口复杂耦合自动化覆盖不足技术债务累积</a:t>
            </a:r>
          </a:p>
        </p:txBody>
      </p:sp>
      <p:sp>
        <p:nvSpPr>
          <p:cNvPr id="64" name="cause-index-3">
            <a:extLst xmlns:a="http://schemas.openxmlformats.org/drawingml/2006/main">
              <a:ext uri="{FF2B5EF4-FFF2-40B4-BE49-F238E27FC236}">
                <a16:creationId xmlns:a16="http://schemas.microsoft.com/office/drawing/2014/main" id="{F2183ECD-A6E5-481B-B9F5-4F7D60A2C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1075" y="56007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65" name="cause-title-3">
            <a:extLst xmlns:a="http://schemas.openxmlformats.org/drawingml/2006/main">
              <a:ext uri="{FF2B5EF4-FFF2-40B4-BE49-F238E27FC236}">
                <a16:creationId xmlns:a16="http://schemas.microsoft.com/office/drawing/2014/main" id="{CDC54A18-EEFA-4558-BF66-F62655DE7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81125" y="56197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测试验证</a:t>
            </a:r>
          </a:p>
        </p:txBody>
      </p:sp>
      <p:sp>
        <p:nvSpPr>
          <p:cNvPr id="66" name="cause-body-3">
            <a:extLst xmlns:a="http://schemas.openxmlformats.org/drawingml/2006/main">
              <a:ext uri="{FF2B5EF4-FFF2-40B4-BE49-F238E27FC236}">
                <a16:creationId xmlns:a16="http://schemas.microsoft.com/office/drawing/2014/main" id="{0C35E20F-1D52-4F58-AB35-0E356D00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4086225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用例覆盖不足测试环境不稳缺陷回归滞后</a:t>
            </a:r>
          </a:p>
        </p:txBody>
      </p:sp>
      <p:sp>
        <p:nvSpPr>
          <p:cNvPr id="67" name="cause-index-4">
            <a:extLst xmlns:a="http://schemas.openxmlformats.org/drawingml/2006/main">
              <a:ext uri="{FF2B5EF4-FFF2-40B4-BE49-F238E27FC236}">
                <a16:creationId xmlns:a16="http://schemas.microsoft.com/office/drawing/2014/main" id="{54AD2CBC-C71C-42A1-B2D9-33F5DEA7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8575" y="58197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68" name="cause-title-4">
            <a:extLst xmlns:a="http://schemas.openxmlformats.org/drawingml/2006/main">
              <a:ext uri="{FF2B5EF4-FFF2-40B4-BE49-F238E27FC236}">
                <a16:creationId xmlns:a16="http://schemas.microsoft.com/office/drawing/2014/main" id="{64F81C7B-3A4B-4FFE-8ACD-39FE55DED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38625" y="5838825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人员机制</a:t>
            </a:r>
          </a:p>
        </p:txBody>
      </p:sp>
      <p:sp>
        <p:nvSpPr>
          <p:cNvPr id="69" name="cause-body-4">
            <a:extLst xmlns:a="http://schemas.openxmlformats.org/drawingml/2006/main">
              <a:ext uri="{FF2B5EF4-FFF2-40B4-BE49-F238E27FC236}">
                <a16:creationId xmlns:a16="http://schemas.microsoft.com/office/drawing/2014/main" id="{89CBB2FC-BF93-4B5B-876B-06259A61D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4305300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关键岗位缺口职责边界模糊反馈链路过长</a:t>
            </a:r>
          </a:p>
        </p:txBody>
      </p:sp>
      <p:sp>
        <p:nvSpPr>
          <p:cNvPr id="70" name="cause-index-5">
            <a:extLst xmlns:a="http://schemas.openxmlformats.org/drawingml/2006/main">
              <a:ext uri="{FF2B5EF4-FFF2-40B4-BE49-F238E27FC236}">
                <a16:creationId xmlns:a16="http://schemas.microsoft.com/office/drawing/2014/main" id="{404E42DB-ADA7-4268-8664-D39A774D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96075" y="56007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F9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71" name="cause-title-5">
            <a:extLst xmlns:a="http://schemas.openxmlformats.org/drawingml/2006/main">
              <a:ext uri="{FF2B5EF4-FFF2-40B4-BE49-F238E27FC236}">
                <a16:creationId xmlns:a16="http://schemas.microsoft.com/office/drawing/2014/main" id="{27247713-1627-4978-AC32-E6871A56F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96125" y="56197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外部依赖</a:t>
            </a:r>
          </a:p>
        </p:txBody>
      </p:sp>
      <p:sp>
        <p:nvSpPr>
          <p:cNvPr id="72" name="cause-body-5">
            <a:extLst xmlns:a="http://schemas.openxmlformats.org/drawingml/2006/main">
              <a:ext uri="{FF2B5EF4-FFF2-40B4-BE49-F238E27FC236}">
                <a16:creationId xmlns:a16="http://schemas.microsoft.com/office/drawing/2014/main" id="{5412D195-D8A3-4C6B-8260-6B4B6BFC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15125" y="4086225"/>
            <a:ext cx="1981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E5D73"/>
                </a:solidFill>
                <a:latin typeface="Microsoft YaHei"/>
                <a:ea typeface="Microsoft YaHei"/>
                <a:cs typeface="Microsoft YaHei"/>
              </a:rPr>
              <a:t>供应交付延迟审批周期过长政策要求变化</a:t>
            </a:r>
          </a:p>
        </p:txBody>
      </p:sp>
      <p:sp>
        <p:nvSpPr>
          <p:cNvPr id="73" name="effect-label">
            <a:extLst xmlns:a="http://schemas.openxmlformats.org/drawingml/2006/main">
              <a:ext uri="{FF2B5EF4-FFF2-40B4-BE49-F238E27FC236}">
                <a16:creationId xmlns:a16="http://schemas.microsoft.com/office/drawing/2014/main" id="{0D82341C-21BE-48C2-A544-78D2B152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0" y="311467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00" b="1" i="0">
                <a:solidFill>
                  <a:srgbClr val="C8D7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C8D7FA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74" name="effect-title">
            <a:extLst xmlns:a="http://schemas.openxmlformats.org/drawingml/2006/main">
              <a:ext uri="{FF2B5EF4-FFF2-40B4-BE49-F238E27FC236}">
                <a16:creationId xmlns:a16="http://schemas.microsoft.com/office/drawing/2014/main" id="{8874E82C-7375-4D88-9AB5-C5583675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0" y="3779196"/>
            <a:ext cx="857250" cy="5759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延期</a:t>
            </a:r>
          </a:p>
        </p:txBody>
      </p:sp>
    </p:spTree>
    <p:extLst>
      <p:ext uri="{BB962C8B-B14F-4D97-AF65-F5344CB8AC3E}">
        <p14:creationId xmlns:p14="http://schemas.microsoft.com/office/powerpoint/2010/main" val="6231440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66700" dist="114300" dir="5400000">
              <a:srgbClr val="2F5EA8">
                <a:alpha val="22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14300" dist="47625" dir="5400000">
              <a:srgbClr val="2F5EA8">
                <a:alpha val="7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209550" dist="9525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133350" dist="57150" dir="5400000">
              <a:srgbClr val="2F5EA8">
                <a:alpha val="18000"/>
              </a:srgbClr>
            </a:outerShdw>
          </a:effectLst>
        </a:effectStyle>
        <a:effectStyle>
          <a:effectLst>
            <a:outerShdw blurRad="200025" dist="85725" dir="5400000">
              <a:srgbClr val="2F5EA8">
                <a:alpha val="14000"/>
              </a:srgbClr>
            </a:outerShdw>
          </a:effectLst>
        </a:effectStyle>
        <a:effectStyle>
          <a:effectLst>
            <a:outerShdw blurRad="171450" dist="76200" dir="5400000">
              <a:srgbClr val="264E80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1F497E">
                <a:alpha val="8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14300" dist="57150" dir="5400000">
              <a:srgbClr val="2F5EA8">
                <a:alpha val="15000"/>
              </a:srgbClr>
            </a:outerShdw>
          </a:effectLst>
        </a:effectStyle>
        <a:effectStyle>
          <a:effectLst>
            <a:outerShdw blurRad="114300" dist="47625" dir="5400000">
              <a:srgbClr val="2F5EA8">
                <a:alpha val="20000"/>
              </a:srgbClr>
            </a:outerShdw>
          </a:effectLst>
        </a:effectStyle>
        <a:effectStyle>
          <a:effectLst>
            <a:outerShdw blurRad="190500" dist="8572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266700" dist="133350" dir="5400000">
              <a:srgbClr val="2F5EA8">
                <a:alpha val="24000"/>
              </a:srgbClr>
            </a:outerShdw>
          </a:effectLst>
        </a:effectStyle>
        <a:effectStyle>
          <a:effectLst>
            <a:outerShdw blurRad="133350" dist="57150" dir="5400000">
              <a:srgbClr val="2F5EA8">
                <a:alpha val="6000"/>
              </a:srgbClr>
            </a:outerShdw>
          </a:effectLst>
        </a:effectStyle>
        <a:effectStyle>
          <a:effectLst>
            <a:outerShdw blurRad="171450" dist="66675" dir="5400000">
              <a:srgbClr val="2F5EA8">
                <a:alpha val="7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2026-08-24T02:19:57.5930000Z</dcterms:created>
  <dcterms:modified xsi:type="dcterms:W3CDTF">2026-08-24T02:19:57.5930000Z</dcterms:modified>
</coreProperties>
</file>