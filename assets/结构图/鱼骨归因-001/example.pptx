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9debe9448411b" /><Relationship Type="http://schemas.openxmlformats.org/officeDocument/2006/relationships/extended-properties" Target="/docProps/app.xml" Id="Rc94a742065a54044" /><Relationship Type="http://schemas.openxmlformats.org/officeDocument/2006/relationships/officeDocument" Target="/ppt/presentation.xml" Id="Rec4cfc43682f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443e2838041e1"/>
  </p:sldMasterIdLst>
  <p:notesMasterIdLst>
    <p:notesMasterId xmlns:r="http://schemas.openxmlformats.org/officeDocument/2006/relationships" r:id="Rf3259303b9194786"/>
  </p:notesMasterIdLst>
  <p:sldIdLst>
    <p:sldId xmlns:r="http://schemas.openxmlformats.org/officeDocument/2006/relationships" id="256" r:id="R6dfe4db192844d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3b32d961e4da2" /><Relationship Type="http://schemas.openxmlformats.org/officeDocument/2006/relationships/slideMaster" Target="/ppt/slideMasters/slideMaster1.xml" Id="R671443e2838041e1" /><Relationship Type="http://schemas.openxmlformats.org/officeDocument/2006/relationships/notesMaster" Target="/ppt/notesMasters/notesMaster1.xml" Id="Rf3259303b9194786" /><Relationship Type="http://schemas.openxmlformats.org/officeDocument/2006/relationships/presProps" Target="/ppt/presProps.xml" Id="R28fa12f0aa2848cc" /><Relationship Type="http://schemas.openxmlformats.org/officeDocument/2006/relationships/tableStyles" Target="/ppt/tableStyles.xml" Id="R3f46bdd170794118" /><Relationship Type="http://schemas.openxmlformats.org/officeDocument/2006/relationships/slide" Target="/ppt/slides/slide1.xml" Id="R6dfe4db19284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56be4c5d343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62453a1604aaa" /><Relationship Type="http://schemas.openxmlformats.org/officeDocument/2006/relationships/notesMaster" Target="/ppt/notesMasters/notesMaster1.xml" Id="R10275e2737fa47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09e1950854b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beeee04d1a4cea" /><Relationship Type="http://schemas.openxmlformats.org/officeDocument/2006/relationships/slideLayout" Target="/ppt/slideLayouts/slideLayout1.xml" Id="Rd7fbb071f4b942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bb071f4b942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61ace5cc1438e" /><Relationship Type="http://schemas.openxmlformats.org/officeDocument/2006/relationships/notesSlide" Target="/ppt/notesSlides/notesSlide1.xml" Id="R574da2a7e1e048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causal-tail">
            <a:extLst xmlns:a="http://schemas.openxmlformats.org/drawingml/2006/main">
              <a:ext uri="{FF2B5EF4-FFF2-40B4-BE49-F238E27FC236}">
                <a16:creationId xmlns:a16="http://schemas.microsoft.com/office/drawing/2014/main" id="{80BEE48E-701E-46AA-B84D-F847AA3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390900"/>
            <a:ext cx="533390" cy="1065305"/>
          </a:xfrm>
          <a:custGeom xmlns:a="http://schemas.openxmlformats.org/drawingml/2006/main">
            <a:pathLst>
              <a:path w="533390" h="1065305">
                <a:moveTo>
                  <a:pt x="0" y="0"/>
                </a:moveTo>
                <a:lnTo>
                  <a:pt x="18783" y="2372"/>
                </a:lnTo>
                <a:lnTo>
                  <a:pt x="37509" y="5172"/>
                </a:lnTo>
                <a:lnTo>
                  <a:pt x="56159" y="8430"/>
                </a:lnTo>
                <a:lnTo>
                  <a:pt x="74714" y="12144"/>
                </a:lnTo>
                <a:lnTo>
                  <a:pt x="93183" y="16326"/>
                </a:lnTo>
                <a:lnTo>
                  <a:pt x="111538" y="20984"/>
                </a:lnTo>
                <a:lnTo>
                  <a:pt x="129750" y="26118"/>
                </a:lnTo>
                <a:lnTo>
                  <a:pt x="147828" y="31747"/>
                </a:lnTo>
                <a:lnTo>
                  <a:pt x="165745" y="37871"/>
                </a:lnTo>
                <a:lnTo>
                  <a:pt x="183480" y="44501"/>
                </a:lnTo>
                <a:lnTo>
                  <a:pt x="201016" y="51635"/>
                </a:lnTo>
                <a:lnTo>
                  <a:pt x="218332" y="59284"/>
                </a:lnTo>
                <a:lnTo>
                  <a:pt x="235410" y="67447"/>
                </a:lnTo>
                <a:lnTo>
                  <a:pt x="252232" y="76133"/>
                </a:lnTo>
                <a:lnTo>
                  <a:pt x="268776" y="85334"/>
                </a:lnTo>
                <a:lnTo>
                  <a:pt x="285017" y="95060"/>
                </a:lnTo>
                <a:lnTo>
                  <a:pt x="300933" y="105308"/>
                </a:lnTo>
                <a:lnTo>
                  <a:pt x="316506" y="116072"/>
                </a:lnTo>
                <a:lnTo>
                  <a:pt x="331708" y="127359"/>
                </a:lnTo>
                <a:lnTo>
                  <a:pt x="346520" y="139151"/>
                </a:lnTo>
                <a:lnTo>
                  <a:pt x="360912" y="151448"/>
                </a:lnTo>
                <a:lnTo>
                  <a:pt x="374866" y="164240"/>
                </a:lnTo>
                <a:lnTo>
                  <a:pt x="388353" y="177517"/>
                </a:lnTo>
                <a:lnTo>
                  <a:pt x="401364" y="191272"/>
                </a:lnTo>
                <a:lnTo>
                  <a:pt x="413861" y="205492"/>
                </a:lnTo>
                <a:lnTo>
                  <a:pt x="425834" y="220161"/>
                </a:lnTo>
                <a:lnTo>
                  <a:pt x="437255" y="235258"/>
                </a:lnTo>
                <a:lnTo>
                  <a:pt x="448104" y="250774"/>
                </a:lnTo>
                <a:lnTo>
                  <a:pt x="458362" y="266681"/>
                </a:lnTo>
                <a:lnTo>
                  <a:pt x="468020" y="282959"/>
                </a:lnTo>
                <a:lnTo>
                  <a:pt x="477050" y="299599"/>
                </a:lnTo>
                <a:lnTo>
                  <a:pt x="485442" y="316573"/>
                </a:lnTo>
                <a:lnTo>
                  <a:pt x="493185" y="333842"/>
                </a:lnTo>
                <a:lnTo>
                  <a:pt x="500272" y="351406"/>
                </a:lnTo>
                <a:lnTo>
                  <a:pt x="506673" y="369218"/>
                </a:lnTo>
                <a:lnTo>
                  <a:pt x="512407" y="387258"/>
                </a:lnTo>
                <a:lnTo>
                  <a:pt x="517446" y="405508"/>
                </a:lnTo>
                <a:lnTo>
                  <a:pt x="521799" y="423929"/>
                </a:lnTo>
                <a:lnTo>
                  <a:pt x="525456" y="442503"/>
                </a:lnTo>
                <a:lnTo>
                  <a:pt x="528418" y="461201"/>
                </a:lnTo>
                <a:lnTo>
                  <a:pt x="530685" y="479993"/>
                </a:lnTo>
                <a:lnTo>
                  <a:pt x="532276" y="498862"/>
                </a:lnTo>
                <a:lnTo>
                  <a:pt x="533171" y="517769"/>
                </a:lnTo>
                <a:lnTo>
                  <a:pt x="533390" y="536696"/>
                </a:lnTo>
                <a:lnTo>
                  <a:pt x="532933" y="555622"/>
                </a:lnTo>
                <a:lnTo>
                  <a:pt x="531800" y="574519"/>
                </a:lnTo>
                <a:lnTo>
                  <a:pt x="529971" y="593369"/>
                </a:lnTo>
                <a:lnTo>
                  <a:pt x="527466" y="612134"/>
                </a:lnTo>
                <a:lnTo>
                  <a:pt x="524256" y="630784"/>
                </a:lnTo>
                <a:lnTo>
                  <a:pt x="520360" y="649310"/>
                </a:lnTo>
                <a:lnTo>
                  <a:pt x="515769" y="667674"/>
                </a:lnTo>
                <a:lnTo>
                  <a:pt x="510483" y="685857"/>
                </a:lnTo>
                <a:lnTo>
                  <a:pt x="504520" y="703821"/>
                </a:lnTo>
                <a:lnTo>
                  <a:pt x="497872" y="721547"/>
                </a:lnTo>
                <a:lnTo>
                  <a:pt x="490557" y="739007"/>
                </a:lnTo>
                <a:lnTo>
                  <a:pt x="482594" y="756180"/>
                </a:lnTo>
                <a:lnTo>
                  <a:pt x="473974" y="773039"/>
                </a:lnTo>
                <a:lnTo>
                  <a:pt x="464725" y="789556"/>
                </a:lnTo>
                <a:lnTo>
                  <a:pt x="454857" y="805710"/>
                </a:lnTo>
                <a:lnTo>
                  <a:pt x="444389" y="821484"/>
                </a:lnTo>
                <a:lnTo>
                  <a:pt x="433340" y="836857"/>
                </a:lnTo>
                <a:lnTo>
                  <a:pt x="421719" y="851802"/>
                </a:lnTo>
                <a:lnTo>
                  <a:pt x="409565" y="866318"/>
                </a:lnTo>
                <a:lnTo>
                  <a:pt x="396888" y="880377"/>
                </a:lnTo>
                <a:lnTo>
                  <a:pt x="383705" y="893969"/>
                </a:lnTo>
                <a:lnTo>
                  <a:pt x="370056" y="907075"/>
                </a:lnTo>
                <a:lnTo>
                  <a:pt x="355940" y="919696"/>
                </a:lnTo>
                <a:lnTo>
                  <a:pt x="341405" y="931821"/>
                </a:lnTo>
                <a:lnTo>
                  <a:pt x="326450" y="943432"/>
                </a:lnTo>
                <a:lnTo>
                  <a:pt x="311115" y="954538"/>
                </a:lnTo>
                <a:lnTo>
                  <a:pt x="295418" y="965121"/>
                </a:lnTo>
                <a:lnTo>
                  <a:pt x="279387" y="975189"/>
                </a:lnTo>
                <a:lnTo>
                  <a:pt x="263042" y="984733"/>
                </a:lnTo>
                <a:lnTo>
                  <a:pt x="246402" y="993753"/>
                </a:lnTo>
                <a:lnTo>
                  <a:pt x="229486" y="1002259"/>
                </a:lnTo>
                <a:lnTo>
                  <a:pt x="212322" y="1010241"/>
                </a:lnTo>
                <a:lnTo>
                  <a:pt x="194920" y="1017708"/>
                </a:lnTo>
                <a:lnTo>
                  <a:pt x="177317" y="1024671"/>
                </a:lnTo>
                <a:lnTo>
                  <a:pt x="159515" y="1031119"/>
                </a:lnTo>
                <a:lnTo>
                  <a:pt x="141542" y="1037072"/>
                </a:lnTo>
                <a:lnTo>
                  <a:pt x="123415" y="1042530"/>
                </a:lnTo>
                <a:lnTo>
                  <a:pt x="105146" y="1047493"/>
                </a:lnTo>
                <a:lnTo>
                  <a:pt x="86754" y="1051989"/>
                </a:lnTo>
                <a:lnTo>
                  <a:pt x="68256" y="1056008"/>
                </a:lnTo>
                <a:lnTo>
                  <a:pt x="49663" y="1059561"/>
                </a:lnTo>
                <a:lnTo>
                  <a:pt x="30985" y="1062657"/>
                </a:lnTo>
                <a:lnTo>
                  <a:pt x="12240" y="1065305"/>
                </a:lnTo>
                <a:lnTo>
                  <a:pt x="0" y="1060199"/>
                </a:lnTo>
                <a:lnTo>
                  <a:pt x="0" y="1041263"/>
                </a:lnTo>
                <a:lnTo>
                  <a:pt x="0" y="1022337"/>
                </a:lnTo>
                <a:lnTo>
                  <a:pt x="0" y="1003402"/>
                </a:lnTo>
                <a:lnTo>
                  <a:pt x="0" y="984475"/>
                </a:lnTo>
                <a:lnTo>
                  <a:pt x="0" y="965540"/>
                </a:lnTo>
                <a:lnTo>
                  <a:pt x="0" y="946604"/>
                </a:lnTo>
                <a:lnTo>
                  <a:pt x="0" y="927678"/>
                </a:lnTo>
                <a:lnTo>
                  <a:pt x="0" y="908742"/>
                </a:lnTo>
                <a:lnTo>
                  <a:pt x="0" y="889806"/>
                </a:lnTo>
                <a:lnTo>
                  <a:pt x="0" y="870880"/>
                </a:lnTo>
                <a:lnTo>
                  <a:pt x="0" y="851945"/>
                </a:lnTo>
                <a:lnTo>
                  <a:pt x="0" y="833018"/>
                </a:lnTo>
                <a:lnTo>
                  <a:pt x="0" y="814083"/>
                </a:lnTo>
                <a:lnTo>
                  <a:pt x="0" y="795147"/>
                </a:lnTo>
                <a:lnTo>
                  <a:pt x="0" y="776221"/>
                </a:lnTo>
                <a:lnTo>
                  <a:pt x="0" y="757285"/>
                </a:lnTo>
                <a:lnTo>
                  <a:pt x="0" y="738349"/>
                </a:lnTo>
                <a:lnTo>
                  <a:pt x="0" y="719423"/>
                </a:lnTo>
                <a:lnTo>
                  <a:pt x="0" y="700488"/>
                </a:lnTo>
                <a:lnTo>
                  <a:pt x="0" y="681561"/>
                </a:lnTo>
                <a:lnTo>
                  <a:pt x="0" y="662626"/>
                </a:lnTo>
                <a:lnTo>
                  <a:pt x="0" y="643690"/>
                </a:lnTo>
                <a:lnTo>
                  <a:pt x="0" y="624764"/>
                </a:lnTo>
                <a:lnTo>
                  <a:pt x="0" y="605828"/>
                </a:lnTo>
                <a:lnTo>
                  <a:pt x="0" y="586892"/>
                </a:lnTo>
                <a:lnTo>
                  <a:pt x="0" y="567966"/>
                </a:lnTo>
                <a:lnTo>
                  <a:pt x="0" y="549031"/>
                </a:lnTo>
                <a:lnTo>
                  <a:pt x="0" y="530104"/>
                </a:lnTo>
                <a:lnTo>
                  <a:pt x="0" y="511169"/>
                </a:lnTo>
                <a:lnTo>
                  <a:pt x="0" y="492233"/>
                </a:lnTo>
                <a:lnTo>
                  <a:pt x="0" y="473307"/>
                </a:lnTo>
                <a:lnTo>
                  <a:pt x="0" y="454371"/>
                </a:lnTo>
                <a:lnTo>
                  <a:pt x="0" y="435435"/>
                </a:lnTo>
                <a:lnTo>
                  <a:pt x="0" y="416509"/>
                </a:lnTo>
                <a:lnTo>
                  <a:pt x="0" y="397574"/>
                </a:lnTo>
                <a:lnTo>
                  <a:pt x="0" y="378647"/>
                </a:lnTo>
                <a:lnTo>
                  <a:pt x="0" y="359712"/>
                </a:lnTo>
                <a:lnTo>
                  <a:pt x="0" y="340776"/>
                </a:lnTo>
                <a:lnTo>
                  <a:pt x="0" y="321850"/>
                </a:lnTo>
                <a:lnTo>
                  <a:pt x="0" y="302914"/>
                </a:lnTo>
                <a:lnTo>
                  <a:pt x="0" y="283978"/>
                </a:lnTo>
                <a:lnTo>
                  <a:pt x="0" y="265052"/>
                </a:lnTo>
                <a:lnTo>
                  <a:pt x="0" y="246116"/>
                </a:lnTo>
                <a:lnTo>
                  <a:pt x="0" y="227190"/>
                </a:lnTo>
                <a:lnTo>
                  <a:pt x="0" y="208255"/>
                </a:lnTo>
                <a:lnTo>
                  <a:pt x="0" y="189319"/>
                </a:lnTo>
                <a:lnTo>
                  <a:pt x="0" y="170393"/>
                </a:lnTo>
                <a:lnTo>
                  <a:pt x="0" y="151457"/>
                </a:lnTo>
                <a:lnTo>
                  <a:pt x="0" y="132521"/>
                </a:lnTo>
                <a:lnTo>
                  <a:pt x="0" y="113595"/>
                </a:lnTo>
                <a:lnTo>
                  <a:pt x="0" y="94659"/>
                </a:lnTo>
                <a:lnTo>
                  <a:pt x="0" y="75733"/>
                </a:lnTo>
                <a:lnTo>
                  <a:pt x="0" y="56798"/>
                </a:lnTo>
                <a:lnTo>
                  <a:pt x="0" y="37862"/>
                </a:lnTo>
                <a:lnTo>
                  <a:pt x="0" y="189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5A2D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causal-spine">
            <a:extLst xmlns:a="http://schemas.openxmlformats.org/drawingml/2006/main">
              <a:ext uri="{FF2B5EF4-FFF2-40B4-BE49-F238E27FC236}">
                <a16:creationId xmlns:a16="http://schemas.microsoft.com/office/drawing/2014/main" id="{22E85EF3-E456-4628-80D2-AE92ACC5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92430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4F73BD"/>
            </a:solidFill>
            <a:prstDash val="solid"/>
          </a:ln>
        </p:spPr>
      </p:sp>
      <p:sp>
        <p:nvSpPr>
          <p:cNvPr id="3" name="cause-branch-0">
            <a:extLst xmlns:a="http://schemas.openxmlformats.org/drawingml/2006/main">
              <a:ext uri="{FF2B5EF4-FFF2-40B4-BE49-F238E27FC236}">
                <a16:creationId xmlns:a16="http://schemas.microsoft.com/office/drawing/2014/main" id="{DAC2F004-1B8D-41B7-8C40-5C1D04F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2314575"/>
            <a:ext cx="381000" cy="1609725"/>
          </a:xfrm>
          <a:custGeom xmlns:a="http://schemas.openxmlformats.org/drawingml/2006/main">
            <a:pathLst>
              <a:path w="381000" h="1609725">
                <a:moveTo>
                  <a:pt x="381000" y="1609725"/>
                </a:moveTo>
                <a:lnTo>
                  <a:pt x="376619" y="1591218"/>
                </a:lnTo>
                <a:lnTo>
                  <a:pt x="372237" y="1572720"/>
                </a:lnTo>
                <a:lnTo>
                  <a:pt x="367865" y="1554213"/>
                </a:lnTo>
                <a:lnTo>
                  <a:pt x="363484" y="1535716"/>
                </a:lnTo>
                <a:lnTo>
                  <a:pt x="359102" y="1517209"/>
                </a:lnTo>
                <a:lnTo>
                  <a:pt x="354721" y="1498711"/>
                </a:lnTo>
                <a:lnTo>
                  <a:pt x="350349" y="1480204"/>
                </a:lnTo>
                <a:lnTo>
                  <a:pt x="345967" y="1461707"/>
                </a:lnTo>
                <a:lnTo>
                  <a:pt x="341586" y="1443199"/>
                </a:lnTo>
                <a:lnTo>
                  <a:pt x="337204" y="1424702"/>
                </a:lnTo>
                <a:lnTo>
                  <a:pt x="332832" y="1406195"/>
                </a:lnTo>
                <a:lnTo>
                  <a:pt x="328451" y="1387697"/>
                </a:lnTo>
                <a:lnTo>
                  <a:pt x="324069" y="1369190"/>
                </a:lnTo>
                <a:lnTo>
                  <a:pt x="319688" y="1350693"/>
                </a:lnTo>
                <a:lnTo>
                  <a:pt x="315306" y="1332186"/>
                </a:lnTo>
                <a:lnTo>
                  <a:pt x="310934" y="1313688"/>
                </a:lnTo>
                <a:lnTo>
                  <a:pt x="306553" y="1295181"/>
                </a:lnTo>
                <a:lnTo>
                  <a:pt x="302171" y="1276674"/>
                </a:lnTo>
                <a:lnTo>
                  <a:pt x="297790" y="1258176"/>
                </a:lnTo>
                <a:lnTo>
                  <a:pt x="293418" y="1239669"/>
                </a:lnTo>
                <a:lnTo>
                  <a:pt x="289036" y="1221172"/>
                </a:lnTo>
                <a:lnTo>
                  <a:pt x="284655" y="1202665"/>
                </a:lnTo>
                <a:lnTo>
                  <a:pt x="280273" y="1184167"/>
                </a:lnTo>
                <a:lnTo>
                  <a:pt x="275901" y="1165660"/>
                </a:lnTo>
                <a:lnTo>
                  <a:pt x="271520" y="1147162"/>
                </a:lnTo>
                <a:lnTo>
                  <a:pt x="267138" y="1128655"/>
                </a:lnTo>
                <a:lnTo>
                  <a:pt x="262757" y="1110158"/>
                </a:lnTo>
                <a:lnTo>
                  <a:pt x="258375" y="1091651"/>
                </a:lnTo>
                <a:lnTo>
                  <a:pt x="254003" y="1073153"/>
                </a:lnTo>
                <a:lnTo>
                  <a:pt x="249622" y="1054646"/>
                </a:lnTo>
                <a:lnTo>
                  <a:pt x="245240" y="1036149"/>
                </a:lnTo>
                <a:lnTo>
                  <a:pt x="240859" y="1017641"/>
                </a:lnTo>
                <a:lnTo>
                  <a:pt x="236487" y="999144"/>
                </a:lnTo>
                <a:lnTo>
                  <a:pt x="232105" y="980637"/>
                </a:lnTo>
                <a:lnTo>
                  <a:pt x="227724" y="962130"/>
                </a:lnTo>
                <a:lnTo>
                  <a:pt x="223342" y="943632"/>
                </a:lnTo>
                <a:lnTo>
                  <a:pt x="218961" y="925125"/>
                </a:lnTo>
                <a:lnTo>
                  <a:pt x="214589" y="906628"/>
                </a:lnTo>
                <a:lnTo>
                  <a:pt x="210207" y="888121"/>
                </a:lnTo>
                <a:lnTo>
                  <a:pt x="205826" y="869623"/>
                </a:lnTo>
                <a:lnTo>
                  <a:pt x="201444" y="851116"/>
                </a:lnTo>
                <a:lnTo>
                  <a:pt x="197072" y="832618"/>
                </a:lnTo>
                <a:lnTo>
                  <a:pt x="192691" y="814111"/>
                </a:lnTo>
                <a:lnTo>
                  <a:pt x="188309" y="795614"/>
                </a:lnTo>
                <a:lnTo>
                  <a:pt x="183928" y="777107"/>
                </a:lnTo>
                <a:lnTo>
                  <a:pt x="179556" y="758609"/>
                </a:lnTo>
                <a:lnTo>
                  <a:pt x="175174" y="740102"/>
                </a:lnTo>
                <a:lnTo>
                  <a:pt x="170793" y="721604"/>
                </a:lnTo>
                <a:lnTo>
                  <a:pt x="166411" y="703097"/>
                </a:lnTo>
                <a:lnTo>
                  <a:pt x="162039" y="684600"/>
                </a:lnTo>
                <a:lnTo>
                  <a:pt x="157658" y="666093"/>
                </a:lnTo>
                <a:lnTo>
                  <a:pt x="153276" y="647586"/>
                </a:lnTo>
                <a:lnTo>
                  <a:pt x="148895" y="629088"/>
                </a:lnTo>
                <a:lnTo>
                  <a:pt x="144513" y="610581"/>
                </a:lnTo>
                <a:lnTo>
                  <a:pt x="140141" y="592084"/>
                </a:lnTo>
                <a:lnTo>
                  <a:pt x="135760" y="573576"/>
                </a:lnTo>
                <a:lnTo>
                  <a:pt x="131378" y="555079"/>
                </a:lnTo>
                <a:lnTo>
                  <a:pt x="126997" y="536572"/>
                </a:lnTo>
                <a:lnTo>
                  <a:pt x="122625" y="518074"/>
                </a:lnTo>
                <a:lnTo>
                  <a:pt x="118243" y="499567"/>
                </a:lnTo>
                <a:lnTo>
                  <a:pt x="113862" y="481070"/>
                </a:lnTo>
                <a:lnTo>
                  <a:pt x="109480" y="462563"/>
                </a:lnTo>
                <a:lnTo>
                  <a:pt x="105099" y="444065"/>
                </a:lnTo>
                <a:lnTo>
                  <a:pt x="100727" y="425558"/>
                </a:lnTo>
                <a:lnTo>
                  <a:pt x="96345" y="407060"/>
                </a:lnTo>
                <a:lnTo>
                  <a:pt x="91964" y="388553"/>
                </a:lnTo>
                <a:lnTo>
                  <a:pt x="87582" y="370056"/>
                </a:lnTo>
                <a:lnTo>
                  <a:pt x="83210" y="351549"/>
                </a:lnTo>
                <a:lnTo>
                  <a:pt x="78829" y="333051"/>
                </a:lnTo>
                <a:lnTo>
                  <a:pt x="74447" y="314544"/>
                </a:lnTo>
                <a:lnTo>
                  <a:pt x="70066" y="296037"/>
                </a:lnTo>
                <a:lnTo>
                  <a:pt x="65694" y="277539"/>
                </a:lnTo>
                <a:lnTo>
                  <a:pt x="61312" y="259032"/>
                </a:lnTo>
                <a:lnTo>
                  <a:pt x="56931" y="240535"/>
                </a:lnTo>
                <a:lnTo>
                  <a:pt x="52549" y="222028"/>
                </a:lnTo>
                <a:lnTo>
                  <a:pt x="48168" y="203530"/>
                </a:lnTo>
                <a:lnTo>
                  <a:pt x="43796" y="185023"/>
                </a:lnTo>
                <a:lnTo>
                  <a:pt x="39414" y="166526"/>
                </a:lnTo>
                <a:lnTo>
                  <a:pt x="35033" y="148019"/>
                </a:lnTo>
                <a:lnTo>
                  <a:pt x="30651" y="129521"/>
                </a:lnTo>
                <a:lnTo>
                  <a:pt x="26279" y="111014"/>
                </a:lnTo>
                <a:lnTo>
                  <a:pt x="21898" y="92516"/>
                </a:lnTo>
                <a:lnTo>
                  <a:pt x="17516" y="74009"/>
                </a:lnTo>
                <a:lnTo>
                  <a:pt x="13135" y="55512"/>
                </a:lnTo>
                <a:lnTo>
                  <a:pt x="8763" y="37005"/>
                </a:lnTo>
                <a:lnTo>
                  <a:pt x="4382" y="185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4" name="cause-branch-1">
            <a:extLst xmlns:a="http://schemas.openxmlformats.org/drawingml/2006/main">
              <a:ext uri="{FF2B5EF4-FFF2-40B4-BE49-F238E27FC236}">
                <a16:creationId xmlns:a16="http://schemas.microsoft.com/office/drawing/2014/main" id="{0E0415BC-83C1-434F-8D59-1208F104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2095500"/>
            <a:ext cx="381000" cy="1828800"/>
          </a:xfrm>
          <a:custGeom xmlns:a="http://schemas.openxmlformats.org/drawingml/2006/main">
            <a:pathLst>
              <a:path w="381000" h="1828800">
                <a:moveTo>
                  <a:pt x="381000" y="1828800"/>
                </a:moveTo>
                <a:lnTo>
                  <a:pt x="377152" y="1810331"/>
                </a:lnTo>
                <a:lnTo>
                  <a:pt x="373304" y="1791853"/>
                </a:lnTo>
                <a:lnTo>
                  <a:pt x="369456" y="1773384"/>
                </a:lnTo>
                <a:lnTo>
                  <a:pt x="365608" y="1754905"/>
                </a:lnTo>
                <a:lnTo>
                  <a:pt x="361759" y="1736436"/>
                </a:lnTo>
                <a:lnTo>
                  <a:pt x="357911" y="1717967"/>
                </a:lnTo>
                <a:lnTo>
                  <a:pt x="354063" y="1699489"/>
                </a:lnTo>
                <a:lnTo>
                  <a:pt x="350215" y="1681020"/>
                </a:lnTo>
                <a:lnTo>
                  <a:pt x="346367" y="1662541"/>
                </a:lnTo>
                <a:lnTo>
                  <a:pt x="342519" y="1644072"/>
                </a:lnTo>
                <a:lnTo>
                  <a:pt x="338671" y="1625603"/>
                </a:lnTo>
                <a:lnTo>
                  <a:pt x="334813" y="1607125"/>
                </a:lnTo>
                <a:lnTo>
                  <a:pt x="330965" y="1588656"/>
                </a:lnTo>
                <a:lnTo>
                  <a:pt x="327117" y="1570177"/>
                </a:lnTo>
                <a:lnTo>
                  <a:pt x="323269" y="1551708"/>
                </a:lnTo>
                <a:lnTo>
                  <a:pt x="319421" y="1533239"/>
                </a:lnTo>
                <a:lnTo>
                  <a:pt x="315573" y="1514761"/>
                </a:lnTo>
                <a:lnTo>
                  <a:pt x="311725" y="1496292"/>
                </a:lnTo>
                <a:lnTo>
                  <a:pt x="307877" y="1477823"/>
                </a:lnTo>
                <a:lnTo>
                  <a:pt x="304028" y="1459344"/>
                </a:lnTo>
                <a:lnTo>
                  <a:pt x="300180" y="1440875"/>
                </a:lnTo>
                <a:lnTo>
                  <a:pt x="296332" y="1422397"/>
                </a:lnTo>
                <a:lnTo>
                  <a:pt x="292484" y="1403928"/>
                </a:lnTo>
                <a:lnTo>
                  <a:pt x="288636" y="1385459"/>
                </a:lnTo>
                <a:lnTo>
                  <a:pt x="284788" y="1366980"/>
                </a:lnTo>
                <a:lnTo>
                  <a:pt x="280940" y="1348511"/>
                </a:lnTo>
                <a:lnTo>
                  <a:pt x="277092" y="1330033"/>
                </a:lnTo>
                <a:lnTo>
                  <a:pt x="273244" y="1311564"/>
                </a:lnTo>
                <a:lnTo>
                  <a:pt x="269396" y="1293095"/>
                </a:lnTo>
                <a:lnTo>
                  <a:pt x="265547" y="1274616"/>
                </a:lnTo>
                <a:lnTo>
                  <a:pt x="261699" y="1256147"/>
                </a:lnTo>
                <a:lnTo>
                  <a:pt x="257851" y="1237669"/>
                </a:lnTo>
                <a:lnTo>
                  <a:pt x="254003" y="1219200"/>
                </a:lnTo>
                <a:lnTo>
                  <a:pt x="250155" y="1200731"/>
                </a:lnTo>
                <a:lnTo>
                  <a:pt x="246307" y="1182253"/>
                </a:lnTo>
                <a:lnTo>
                  <a:pt x="242459" y="1163784"/>
                </a:lnTo>
                <a:lnTo>
                  <a:pt x="238601" y="1145305"/>
                </a:lnTo>
                <a:lnTo>
                  <a:pt x="234753" y="1126836"/>
                </a:lnTo>
                <a:lnTo>
                  <a:pt x="230905" y="1108367"/>
                </a:lnTo>
                <a:lnTo>
                  <a:pt x="227057" y="1089889"/>
                </a:lnTo>
                <a:lnTo>
                  <a:pt x="223209" y="1071420"/>
                </a:lnTo>
                <a:lnTo>
                  <a:pt x="219361" y="1052941"/>
                </a:lnTo>
                <a:lnTo>
                  <a:pt x="215513" y="1034472"/>
                </a:lnTo>
                <a:lnTo>
                  <a:pt x="211665" y="1016003"/>
                </a:lnTo>
                <a:lnTo>
                  <a:pt x="207816" y="997525"/>
                </a:lnTo>
                <a:lnTo>
                  <a:pt x="203968" y="979056"/>
                </a:lnTo>
                <a:lnTo>
                  <a:pt x="200120" y="960577"/>
                </a:lnTo>
                <a:lnTo>
                  <a:pt x="196272" y="942108"/>
                </a:lnTo>
                <a:lnTo>
                  <a:pt x="192424" y="923639"/>
                </a:lnTo>
                <a:lnTo>
                  <a:pt x="188576" y="905161"/>
                </a:lnTo>
                <a:lnTo>
                  <a:pt x="184728" y="886692"/>
                </a:lnTo>
                <a:lnTo>
                  <a:pt x="180880" y="868223"/>
                </a:lnTo>
                <a:lnTo>
                  <a:pt x="177032" y="849744"/>
                </a:lnTo>
                <a:lnTo>
                  <a:pt x="173184" y="831275"/>
                </a:lnTo>
                <a:lnTo>
                  <a:pt x="169335" y="812797"/>
                </a:lnTo>
                <a:lnTo>
                  <a:pt x="165487" y="794328"/>
                </a:lnTo>
                <a:lnTo>
                  <a:pt x="161639" y="775859"/>
                </a:lnTo>
                <a:lnTo>
                  <a:pt x="157791" y="757380"/>
                </a:lnTo>
                <a:lnTo>
                  <a:pt x="153943" y="738911"/>
                </a:lnTo>
                <a:lnTo>
                  <a:pt x="150095" y="720433"/>
                </a:lnTo>
                <a:lnTo>
                  <a:pt x="146247" y="701964"/>
                </a:lnTo>
                <a:lnTo>
                  <a:pt x="142399" y="683495"/>
                </a:lnTo>
                <a:lnTo>
                  <a:pt x="138541" y="665016"/>
                </a:lnTo>
                <a:lnTo>
                  <a:pt x="134693" y="646547"/>
                </a:lnTo>
                <a:lnTo>
                  <a:pt x="130845" y="628069"/>
                </a:lnTo>
                <a:lnTo>
                  <a:pt x="126997" y="609600"/>
                </a:lnTo>
                <a:lnTo>
                  <a:pt x="123149" y="591131"/>
                </a:lnTo>
                <a:lnTo>
                  <a:pt x="119301" y="572653"/>
                </a:lnTo>
                <a:lnTo>
                  <a:pt x="115453" y="554184"/>
                </a:lnTo>
                <a:lnTo>
                  <a:pt x="111604" y="535705"/>
                </a:lnTo>
                <a:lnTo>
                  <a:pt x="107756" y="517236"/>
                </a:lnTo>
                <a:lnTo>
                  <a:pt x="103908" y="498767"/>
                </a:lnTo>
                <a:lnTo>
                  <a:pt x="100060" y="480289"/>
                </a:lnTo>
                <a:lnTo>
                  <a:pt x="96212" y="461820"/>
                </a:lnTo>
                <a:lnTo>
                  <a:pt x="92364" y="443341"/>
                </a:lnTo>
                <a:lnTo>
                  <a:pt x="88516" y="424872"/>
                </a:lnTo>
                <a:lnTo>
                  <a:pt x="84668" y="406403"/>
                </a:lnTo>
                <a:lnTo>
                  <a:pt x="80820" y="387925"/>
                </a:lnTo>
                <a:lnTo>
                  <a:pt x="76972" y="369456"/>
                </a:lnTo>
                <a:lnTo>
                  <a:pt x="73123" y="350977"/>
                </a:lnTo>
                <a:lnTo>
                  <a:pt x="69275" y="332508"/>
                </a:lnTo>
                <a:lnTo>
                  <a:pt x="65427" y="314039"/>
                </a:lnTo>
                <a:lnTo>
                  <a:pt x="61579" y="295561"/>
                </a:lnTo>
                <a:lnTo>
                  <a:pt x="57731" y="277092"/>
                </a:lnTo>
                <a:lnTo>
                  <a:pt x="53883" y="258623"/>
                </a:lnTo>
                <a:lnTo>
                  <a:pt x="50035" y="240144"/>
                </a:lnTo>
                <a:lnTo>
                  <a:pt x="46187" y="221675"/>
                </a:lnTo>
                <a:lnTo>
                  <a:pt x="42329" y="203197"/>
                </a:lnTo>
                <a:lnTo>
                  <a:pt x="38481" y="184728"/>
                </a:lnTo>
                <a:lnTo>
                  <a:pt x="34633" y="166259"/>
                </a:lnTo>
                <a:lnTo>
                  <a:pt x="30785" y="147780"/>
                </a:lnTo>
                <a:lnTo>
                  <a:pt x="26937" y="129311"/>
                </a:lnTo>
                <a:lnTo>
                  <a:pt x="23089" y="110833"/>
                </a:lnTo>
                <a:lnTo>
                  <a:pt x="19241" y="92364"/>
                </a:lnTo>
                <a:lnTo>
                  <a:pt x="15392" y="73895"/>
                </a:lnTo>
                <a:lnTo>
                  <a:pt x="11544" y="55416"/>
                </a:lnTo>
                <a:lnTo>
                  <a:pt x="7696" y="36947"/>
                </a:lnTo>
                <a:lnTo>
                  <a:pt x="3848" y="184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5" name="cause-branch-2">
            <a:extLst xmlns:a="http://schemas.openxmlformats.org/drawingml/2006/main">
              <a:ext uri="{FF2B5EF4-FFF2-40B4-BE49-F238E27FC236}">
                <a16:creationId xmlns:a16="http://schemas.microsoft.com/office/drawing/2014/main" id="{B296D35A-844A-4362-886D-59AA069A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2314575"/>
            <a:ext cx="381000" cy="1609725"/>
          </a:xfrm>
          <a:custGeom xmlns:a="http://schemas.openxmlformats.org/drawingml/2006/main">
            <a:pathLst>
              <a:path w="381000" h="1609725">
                <a:moveTo>
                  <a:pt x="381000" y="1609725"/>
                </a:moveTo>
                <a:lnTo>
                  <a:pt x="376619" y="1591218"/>
                </a:lnTo>
                <a:lnTo>
                  <a:pt x="372237" y="1572720"/>
                </a:lnTo>
                <a:lnTo>
                  <a:pt x="367865" y="1554213"/>
                </a:lnTo>
                <a:lnTo>
                  <a:pt x="363484" y="1535716"/>
                </a:lnTo>
                <a:lnTo>
                  <a:pt x="359102" y="1517209"/>
                </a:lnTo>
                <a:lnTo>
                  <a:pt x="354721" y="1498711"/>
                </a:lnTo>
                <a:lnTo>
                  <a:pt x="350349" y="1480204"/>
                </a:lnTo>
                <a:lnTo>
                  <a:pt x="345967" y="1461707"/>
                </a:lnTo>
                <a:lnTo>
                  <a:pt x="341586" y="1443199"/>
                </a:lnTo>
                <a:lnTo>
                  <a:pt x="337204" y="1424702"/>
                </a:lnTo>
                <a:lnTo>
                  <a:pt x="332832" y="1406195"/>
                </a:lnTo>
                <a:lnTo>
                  <a:pt x="328451" y="1387697"/>
                </a:lnTo>
                <a:lnTo>
                  <a:pt x="324069" y="1369190"/>
                </a:lnTo>
                <a:lnTo>
                  <a:pt x="319688" y="1350693"/>
                </a:lnTo>
                <a:lnTo>
                  <a:pt x="315306" y="1332186"/>
                </a:lnTo>
                <a:lnTo>
                  <a:pt x="310934" y="1313688"/>
                </a:lnTo>
                <a:lnTo>
                  <a:pt x="306553" y="1295181"/>
                </a:lnTo>
                <a:lnTo>
                  <a:pt x="302171" y="1276674"/>
                </a:lnTo>
                <a:lnTo>
                  <a:pt x="297790" y="1258176"/>
                </a:lnTo>
                <a:lnTo>
                  <a:pt x="293418" y="1239669"/>
                </a:lnTo>
                <a:lnTo>
                  <a:pt x="289036" y="1221172"/>
                </a:lnTo>
                <a:lnTo>
                  <a:pt x="284655" y="1202665"/>
                </a:lnTo>
                <a:lnTo>
                  <a:pt x="280273" y="1184167"/>
                </a:lnTo>
                <a:lnTo>
                  <a:pt x="275901" y="1165660"/>
                </a:lnTo>
                <a:lnTo>
                  <a:pt x="271520" y="1147162"/>
                </a:lnTo>
                <a:lnTo>
                  <a:pt x="267138" y="1128655"/>
                </a:lnTo>
                <a:lnTo>
                  <a:pt x="262757" y="1110158"/>
                </a:lnTo>
                <a:lnTo>
                  <a:pt x="258375" y="1091651"/>
                </a:lnTo>
                <a:lnTo>
                  <a:pt x="254003" y="1073153"/>
                </a:lnTo>
                <a:lnTo>
                  <a:pt x="249622" y="1054646"/>
                </a:lnTo>
                <a:lnTo>
                  <a:pt x="245240" y="1036149"/>
                </a:lnTo>
                <a:lnTo>
                  <a:pt x="240859" y="1017641"/>
                </a:lnTo>
                <a:lnTo>
                  <a:pt x="236487" y="999144"/>
                </a:lnTo>
                <a:lnTo>
                  <a:pt x="232105" y="980637"/>
                </a:lnTo>
                <a:lnTo>
                  <a:pt x="227724" y="962130"/>
                </a:lnTo>
                <a:lnTo>
                  <a:pt x="223342" y="943632"/>
                </a:lnTo>
                <a:lnTo>
                  <a:pt x="218970" y="925125"/>
                </a:lnTo>
                <a:lnTo>
                  <a:pt x="214589" y="906628"/>
                </a:lnTo>
                <a:lnTo>
                  <a:pt x="210207" y="888121"/>
                </a:lnTo>
                <a:lnTo>
                  <a:pt x="205826" y="869623"/>
                </a:lnTo>
                <a:lnTo>
                  <a:pt x="201444" y="851116"/>
                </a:lnTo>
                <a:lnTo>
                  <a:pt x="197072" y="832618"/>
                </a:lnTo>
                <a:lnTo>
                  <a:pt x="192691" y="814111"/>
                </a:lnTo>
                <a:lnTo>
                  <a:pt x="188309" y="795614"/>
                </a:lnTo>
                <a:lnTo>
                  <a:pt x="183928" y="777107"/>
                </a:lnTo>
                <a:lnTo>
                  <a:pt x="179556" y="758609"/>
                </a:lnTo>
                <a:lnTo>
                  <a:pt x="175174" y="740102"/>
                </a:lnTo>
                <a:lnTo>
                  <a:pt x="170793" y="721604"/>
                </a:lnTo>
                <a:lnTo>
                  <a:pt x="166411" y="703097"/>
                </a:lnTo>
                <a:lnTo>
                  <a:pt x="162030" y="684600"/>
                </a:lnTo>
                <a:lnTo>
                  <a:pt x="157658" y="666093"/>
                </a:lnTo>
                <a:lnTo>
                  <a:pt x="153276" y="647586"/>
                </a:lnTo>
                <a:lnTo>
                  <a:pt x="148895" y="629088"/>
                </a:lnTo>
                <a:lnTo>
                  <a:pt x="144513" y="610581"/>
                </a:lnTo>
                <a:lnTo>
                  <a:pt x="140141" y="592084"/>
                </a:lnTo>
                <a:lnTo>
                  <a:pt x="135760" y="573576"/>
                </a:lnTo>
                <a:lnTo>
                  <a:pt x="131378" y="555079"/>
                </a:lnTo>
                <a:lnTo>
                  <a:pt x="126997" y="536572"/>
                </a:lnTo>
                <a:lnTo>
                  <a:pt x="122625" y="518074"/>
                </a:lnTo>
                <a:lnTo>
                  <a:pt x="118243" y="499567"/>
                </a:lnTo>
                <a:lnTo>
                  <a:pt x="113862" y="481070"/>
                </a:lnTo>
                <a:lnTo>
                  <a:pt x="109480" y="462563"/>
                </a:lnTo>
                <a:lnTo>
                  <a:pt x="105099" y="444065"/>
                </a:lnTo>
                <a:lnTo>
                  <a:pt x="100727" y="425558"/>
                </a:lnTo>
                <a:lnTo>
                  <a:pt x="96345" y="407060"/>
                </a:lnTo>
                <a:lnTo>
                  <a:pt x="91964" y="388553"/>
                </a:lnTo>
                <a:lnTo>
                  <a:pt x="87582" y="370056"/>
                </a:lnTo>
                <a:lnTo>
                  <a:pt x="83210" y="351549"/>
                </a:lnTo>
                <a:lnTo>
                  <a:pt x="78829" y="333051"/>
                </a:lnTo>
                <a:lnTo>
                  <a:pt x="74447" y="314544"/>
                </a:lnTo>
                <a:lnTo>
                  <a:pt x="70066" y="296037"/>
                </a:lnTo>
                <a:lnTo>
                  <a:pt x="65694" y="277539"/>
                </a:lnTo>
                <a:lnTo>
                  <a:pt x="61312" y="259032"/>
                </a:lnTo>
                <a:lnTo>
                  <a:pt x="56931" y="240535"/>
                </a:lnTo>
                <a:lnTo>
                  <a:pt x="52549" y="222028"/>
                </a:lnTo>
                <a:lnTo>
                  <a:pt x="48168" y="203530"/>
                </a:lnTo>
                <a:lnTo>
                  <a:pt x="43796" y="185023"/>
                </a:lnTo>
                <a:lnTo>
                  <a:pt x="39414" y="166526"/>
                </a:lnTo>
                <a:lnTo>
                  <a:pt x="35033" y="148019"/>
                </a:lnTo>
                <a:lnTo>
                  <a:pt x="30651" y="129521"/>
                </a:lnTo>
                <a:lnTo>
                  <a:pt x="26279" y="111014"/>
                </a:lnTo>
                <a:lnTo>
                  <a:pt x="21898" y="92516"/>
                </a:lnTo>
                <a:lnTo>
                  <a:pt x="17516" y="74009"/>
                </a:lnTo>
                <a:lnTo>
                  <a:pt x="13135" y="55512"/>
                </a:lnTo>
                <a:lnTo>
                  <a:pt x="8763" y="37005"/>
                </a:lnTo>
                <a:lnTo>
                  <a:pt x="4382" y="185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6" name="cause-branch-3">
            <a:extLst xmlns:a="http://schemas.openxmlformats.org/drawingml/2006/main">
              <a:ext uri="{FF2B5EF4-FFF2-40B4-BE49-F238E27FC236}">
                <a16:creationId xmlns:a16="http://schemas.microsoft.com/office/drawing/2014/main" id="{596096F1-8244-4E45-B067-40999AC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4675" y="3924300"/>
            <a:ext cx="552450" cy="1609725"/>
          </a:xfrm>
          <a:custGeom xmlns:a="http://schemas.openxmlformats.org/drawingml/2006/main">
            <a:pathLst>
              <a:path w="552450" h="1609725">
                <a:moveTo>
                  <a:pt x="552450" y="0"/>
                </a:moveTo>
                <a:lnTo>
                  <a:pt x="546316" y="17888"/>
                </a:lnTo>
                <a:lnTo>
                  <a:pt x="540172" y="35776"/>
                </a:lnTo>
                <a:lnTo>
                  <a:pt x="534038" y="53654"/>
                </a:lnTo>
                <a:lnTo>
                  <a:pt x="527895" y="71542"/>
                </a:lnTo>
                <a:lnTo>
                  <a:pt x="521760" y="89430"/>
                </a:lnTo>
                <a:lnTo>
                  <a:pt x="515617" y="107318"/>
                </a:lnTo>
                <a:lnTo>
                  <a:pt x="509483" y="125197"/>
                </a:lnTo>
                <a:lnTo>
                  <a:pt x="503339" y="143085"/>
                </a:lnTo>
                <a:lnTo>
                  <a:pt x="497205" y="160973"/>
                </a:lnTo>
                <a:lnTo>
                  <a:pt x="491071" y="178860"/>
                </a:lnTo>
                <a:lnTo>
                  <a:pt x="484927" y="196748"/>
                </a:lnTo>
                <a:lnTo>
                  <a:pt x="478793" y="214627"/>
                </a:lnTo>
                <a:lnTo>
                  <a:pt x="472650" y="232515"/>
                </a:lnTo>
                <a:lnTo>
                  <a:pt x="466515" y="250403"/>
                </a:lnTo>
                <a:lnTo>
                  <a:pt x="460372" y="268291"/>
                </a:lnTo>
                <a:lnTo>
                  <a:pt x="454238" y="286169"/>
                </a:lnTo>
                <a:lnTo>
                  <a:pt x="448094" y="304057"/>
                </a:lnTo>
                <a:lnTo>
                  <a:pt x="441960" y="321945"/>
                </a:lnTo>
                <a:lnTo>
                  <a:pt x="435826" y="339833"/>
                </a:lnTo>
                <a:lnTo>
                  <a:pt x="429682" y="357721"/>
                </a:lnTo>
                <a:lnTo>
                  <a:pt x="423548" y="375599"/>
                </a:lnTo>
                <a:lnTo>
                  <a:pt x="417405" y="393487"/>
                </a:lnTo>
                <a:lnTo>
                  <a:pt x="411270" y="411375"/>
                </a:lnTo>
                <a:lnTo>
                  <a:pt x="405127" y="429263"/>
                </a:lnTo>
                <a:lnTo>
                  <a:pt x="398993" y="447142"/>
                </a:lnTo>
                <a:lnTo>
                  <a:pt x="392849" y="465030"/>
                </a:lnTo>
                <a:lnTo>
                  <a:pt x="386715" y="482918"/>
                </a:lnTo>
                <a:lnTo>
                  <a:pt x="380581" y="500805"/>
                </a:lnTo>
                <a:lnTo>
                  <a:pt x="374437" y="518693"/>
                </a:lnTo>
                <a:lnTo>
                  <a:pt x="368303" y="536572"/>
                </a:lnTo>
                <a:lnTo>
                  <a:pt x="362160" y="554460"/>
                </a:lnTo>
                <a:lnTo>
                  <a:pt x="356025" y="572348"/>
                </a:lnTo>
                <a:lnTo>
                  <a:pt x="349882" y="590236"/>
                </a:lnTo>
                <a:lnTo>
                  <a:pt x="343748" y="608114"/>
                </a:lnTo>
                <a:lnTo>
                  <a:pt x="337604" y="626002"/>
                </a:lnTo>
                <a:lnTo>
                  <a:pt x="331470" y="643890"/>
                </a:lnTo>
                <a:lnTo>
                  <a:pt x="325336" y="661778"/>
                </a:lnTo>
                <a:lnTo>
                  <a:pt x="319192" y="679666"/>
                </a:lnTo>
                <a:lnTo>
                  <a:pt x="313058" y="697544"/>
                </a:lnTo>
                <a:lnTo>
                  <a:pt x="306915" y="715432"/>
                </a:lnTo>
                <a:lnTo>
                  <a:pt x="300780" y="733320"/>
                </a:lnTo>
                <a:lnTo>
                  <a:pt x="294637" y="751208"/>
                </a:lnTo>
                <a:lnTo>
                  <a:pt x="288503" y="769087"/>
                </a:lnTo>
                <a:lnTo>
                  <a:pt x="282359" y="786975"/>
                </a:lnTo>
                <a:lnTo>
                  <a:pt x="276225" y="804863"/>
                </a:lnTo>
                <a:lnTo>
                  <a:pt x="270091" y="822750"/>
                </a:lnTo>
                <a:lnTo>
                  <a:pt x="263947" y="840638"/>
                </a:lnTo>
                <a:lnTo>
                  <a:pt x="257813" y="858517"/>
                </a:lnTo>
                <a:lnTo>
                  <a:pt x="251670" y="876405"/>
                </a:lnTo>
                <a:lnTo>
                  <a:pt x="245535" y="894293"/>
                </a:lnTo>
                <a:lnTo>
                  <a:pt x="239392" y="912181"/>
                </a:lnTo>
                <a:lnTo>
                  <a:pt x="233258" y="930059"/>
                </a:lnTo>
                <a:lnTo>
                  <a:pt x="227114" y="947947"/>
                </a:lnTo>
                <a:lnTo>
                  <a:pt x="220980" y="965835"/>
                </a:lnTo>
                <a:lnTo>
                  <a:pt x="214846" y="983723"/>
                </a:lnTo>
                <a:lnTo>
                  <a:pt x="208702" y="1001611"/>
                </a:lnTo>
                <a:lnTo>
                  <a:pt x="202568" y="1019489"/>
                </a:lnTo>
                <a:lnTo>
                  <a:pt x="196425" y="1037377"/>
                </a:lnTo>
                <a:lnTo>
                  <a:pt x="190290" y="1055265"/>
                </a:lnTo>
                <a:lnTo>
                  <a:pt x="184147" y="1073153"/>
                </a:lnTo>
                <a:lnTo>
                  <a:pt x="178013" y="1091032"/>
                </a:lnTo>
                <a:lnTo>
                  <a:pt x="171869" y="1108920"/>
                </a:lnTo>
                <a:lnTo>
                  <a:pt x="165735" y="1126808"/>
                </a:lnTo>
                <a:lnTo>
                  <a:pt x="159601" y="1144695"/>
                </a:lnTo>
                <a:lnTo>
                  <a:pt x="153457" y="1162583"/>
                </a:lnTo>
                <a:lnTo>
                  <a:pt x="147323" y="1180462"/>
                </a:lnTo>
                <a:lnTo>
                  <a:pt x="141180" y="1198350"/>
                </a:lnTo>
                <a:lnTo>
                  <a:pt x="135045" y="1216238"/>
                </a:lnTo>
                <a:lnTo>
                  <a:pt x="128902" y="1234126"/>
                </a:lnTo>
                <a:lnTo>
                  <a:pt x="122768" y="1252004"/>
                </a:lnTo>
                <a:lnTo>
                  <a:pt x="116624" y="1269892"/>
                </a:lnTo>
                <a:lnTo>
                  <a:pt x="110490" y="1287780"/>
                </a:lnTo>
                <a:lnTo>
                  <a:pt x="104356" y="1305668"/>
                </a:lnTo>
                <a:lnTo>
                  <a:pt x="98212" y="1323556"/>
                </a:lnTo>
                <a:lnTo>
                  <a:pt x="92078" y="1341434"/>
                </a:lnTo>
                <a:lnTo>
                  <a:pt x="85935" y="1359322"/>
                </a:lnTo>
                <a:lnTo>
                  <a:pt x="79800" y="1377210"/>
                </a:lnTo>
                <a:lnTo>
                  <a:pt x="73657" y="1395098"/>
                </a:lnTo>
                <a:lnTo>
                  <a:pt x="67523" y="1412977"/>
                </a:lnTo>
                <a:lnTo>
                  <a:pt x="61379" y="1430865"/>
                </a:lnTo>
                <a:lnTo>
                  <a:pt x="55245" y="1448753"/>
                </a:lnTo>
                <a:lnTo>
                  <a:pt x="49111" y="1466640"/>
                </a:lnTo>
                <a:lnTo>
                  <a:pt x="42967" y="1484528"/>
                </a:lnTo>
                <a:lnTo>
                  <a:pt x="36833" y="1502407"/>
                </a:lnTo>
                <a:lnTo>
                  <a:pt x="30690" y="1520295"/>
                </a:lnTo>
                <a:lnTo>
                  <a:pt x="24555" y="1538183"/>
                </a:lnTo>
                <a:lnTo>
                  <a:pt x="18412" y="1556071"/>
                </a:lnTo>
                <a:lnTo>
                  <a:pt x="12278" y="1573949"/>
                </a:lnTo>
                <a:lnTo>
                  <a:pt x="6134" y="1591837"/>
                </a:lnTo>
                <a:lnTo>
                  <a:pt x="0" y="1609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7" name="cause-branch-4">
            <a:extLst xmlns:a="http://schemas.openxmlformats.org/drawingml/2006/main">
              <a:ext uri="{FF2B5EF4-FFF2-40B4-BE49-F238E27FC236}">
                <a16:creationId xmlns:a16="http://schemas.microsoft.com/office/drawing/2014/main" id="{590B2D68-9E35-4E20-9770-4FA3119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3924300"/>
            <a:ext cx="552450" cy="1828800"/>
          </a:xfrm>
          <a:custGeom xmlns:a="http://schemas.openxmlformats.org/drawingml/2006/main">
            <a:pathLst>
              <a:path w="552450" h="1828800">
                <a:moveTo>
                  <a:pt x="552450" y="0"/>
                </a:moveTo>
                <a:lnTo>
                  <a:pt x="546983" y="18107"/>
                </a:lnTo>
                <a:lnTo>
                  <a:pt x="541515" y="36214"/>
                </a:lnTo>
                <a:lnTo>
                  <a:pt x="536038" y="54321"/>
                </a:lnTo>
                <a:lnTo>
                  <a:pt x="530571" y="72428"/>
                </a:lnTo>
                <a:lnTo>
                  <a:pt x="525104" y="90535"/>
                </a:lnTo>
                <a:lnTo>
                  <a:pt x="519627" y="108642"/>
                </a:lnTo>
                <a:lnTo>
                  <a:pt x="514159" y="126749"/>
                </a:lnTo>
                <a:lnTo>
                  <a:pt x="508692" y="144856"/>
                </a:lnTo>
                <a:lnTo>
                  <a:pt x="503225" y="162963"/>
                </a:lnTo>
                <a:lnTo>
                  <a:pt x="497748" y="181070"/>
                </a:lnTo>
                <a:lnTo>
                  <a:pt x="492281" y="199177"/>
                </a:lnTo>
                <a:lnTo>
                  <a:pt x="486813" y="217284"/>
                </a:lnTo>
                <a:lnTo>
                  <a:pt x="481346" y="235391"/>
                </a:lnTo>
                <a:lnTo>
                  <a:pt x="475869" y="253498"/>
                </a:lnTo>
                <a:lnTo>
                  <a:pt x="470402" y="271605"/>
                </a:lnTo>
                <a:lnTo>
                  <a:pt x="464934" y="289712"/>
                </a:lnTo>
                <a:lnTo>
                  <a:pt x="459467" y="307819"/>
                </a:lnTo>
                <a:lnTo>
                  <a:pt x="453990" y="325926"/>
                </a:lnTo>
                <a:lnTo>
                  <a:pt x="448523" y="344033"/>
                </a:lnTo>
                <a:lnTo>
                  <a:pt x="443055" y="362141"/>
                </a:lnTo>
                <a:lnTo>
                  <a:pt x="437588" y="380248"/>
                </a:lnTo>
                <a:lnTo>
                  <a:pt x="432111" y="398355"/>
                </a:lnTo>
                <a:lnTo>
                  <a:pt x="426644" y="416462"/>
                </a:lnTo>
                <a:lnTo>
                  <a:pt x="421176" y="434569"/>
                </a:lnTo>
                <a:lnTo>
                  <a:pt x="415709" y="452676"/>
                </a:lnTo>
                <a:lnTo>
                  <a:pt x="410232" y="470783"/>
                </a:lnTo>
                <a:lnTo>
                  <a:pt x="404765" y="488890"/>
                </a:lnTo>
                <a:lnTo>
                  <a:pt x="399298" y="506997"/>
                </a:lnTo>
                <a:lnTo>
                  <a:pt x="393830" y="525104"/>
                </a:lnTo>
                <a:lnTo>
                  <a:pt x="388353" y="543211"/>
                </a:lnTo>
                <a:lnTo>
                  <a:pt x="382886" y="561318"/>
                </a:lnTo>
                <a:lnTo>
                  <a:pt x="377419" y="579425"/>
                </a:lnTo>
                <a:lnTo>
                  <a:pt x="371942" y="597532"/>
                </a:lnTo>
                <a:lnTo>
                  <a:pt x="366474" y="615639"/>
                </a:lnTo>
                <a:lnTo>
                  <a:pt x="361007" y="633746"/>
                </a:lnTo>
                <a:lnTo>
                  <a:pt x="355540" y="651853"/>
                </a:lnTo>
                <a:lnTo>
                  <a:pt x="350063" y="669960"/>
                </a:lnTo>
                <a:lnTo>
                  <a:pt x="344595" y="688067"/>
                </a:lnTo>
                <a:lnTo>
                  <a:pt x="339128" y="706174"/>
                </a:lnTo>
                <a:lnTo>
                  <a:pt x="333661" y="724281"/>
                </a:lnTo>
                <a:lnTo>
                  <a:pt x="328184" y="742388"/>
                </a:lnTo>
                <a:lnTo>
                  <a:pt x="322717" y="760495"/>
                </a:lnTo>
                <a:lnTo>
                  <a:pt x="317249" y="778602"/>
                </a:lnTo>
                <a:lnTo>
                  <a:pt x="311782" y="796709"/>
                </a:lnTo>
                <a:lnTo>
                  <a:pt x="306305" y="814816"/>
                </a:lnTo>
                <a:lnTo>
                  <a:pt x="300838" y="832923"/>
                </a:lnTo>
                <a:lnTo>
                  <a:pt x="295370" y="851030"/>
                </a:lnTo>
                <a:lnTo>
                  <a:pt x="289903" y="869137"/>
                </a:lnTo>
                <a:lnTo>
                  <a:pt x="284426" y="887235"/>
                </a:lnTo>
                <a:lnTo>
                  <a:pt x="278959" y="905342"/>
                </a:lnTo>
                <a:lnTo>
                  <a:pt x="273491" y="923458"/>
                </a:lnTo>
                <a:lnTo>
                  <a:pt x="268024" y="941565"/>
                </a:lnTo>
                <a:lnTo>
                  <a:pt x="262547" y="959663"/>
                </a:lnTo>
                <a:lnTo>
                  <a:pt x="257080" y="977770"/>
                </a:lnTo>
                <a:lnTo>
                  <a:pt x="251612" y="995877"/>
                </a:lnTo>
                <a:lnTo>
                  <a:pt x="246145" y="1013984"/>
                </a:lnTo>
                <a:lnTo>
                  <a:pt x="240668" y="1032091"/>
                </a:lnTo>
                <a:lnTo>
                  <a:pt x="235201" y="1050198"/>
                </a:lnTo>
                <a:lnTo>
                  <a:pt x="229733" y="1068305"/>
                </a:lnTo>
                <a:lnTo>
                  <a:pt x="224266" y="1086412"/>
                </a:lnTo>
                <a:lnTo>
                  <a:pt x="218789" y="1104519"/>
                </a:lnTo>
                <a:lnTo>
                  <a:pt x="213322" y="1122626"/>
                </a:lnTo>
                <a:lnTo>
                  <a:pt x="207855" y="1140733"/>
                </a:lnTo>
                <a:lnTo>
                  <a:pt x="202378" y="1158840"/>
                </a:lnTo>
                <a:lnTo>
                  <a:pt x="196910" y="1176947"/>
                </a:lnTo>
                <a:lnTo>
                  <a:pt x="191443" y="1195054"/>
                </a:lnTo>
                <a:lnTo>
                  <a:pt x="185976" y="1213161"/>
                </a:lnTo>
                <a:lnTo>
                  <a:pt x="180508" y="1231268"/>
                </a:lnTo>
                <a:lnTo>
                  <a:pt x="175031" y="1249375"/>
                </a:lnTo>
                <a:lnTo>
                  <a:pt x="169564" y="1267482"/>
                </a:lnTo>
                <a:lnTo>
                  <a:pt x="164097" y="1285589"/>
                </a:lnTo>
                <a:lnTo>
                  <a:pt x="158620" y="1303696"/>
                </a:lnTo>
                <a:lnTo>
                  <a:pt x="153152" y="1321803"/>
                </a:lnTo>
                <a:lnTo>
                  <a:pt x="147685" y="1339910"/>
                </a:lnTo>
                <a:lnTo>
                  <a:pt x="142218" y="1358017"/>
                </a:lnTo>
                <a:lnTo>
                  <a:pt x="136741" y="1376124"/>
                </a:lnTo>
                <a:lnTo>
                  <a:pt x="131274" y="1394231"/>
                </a:lnTo>
                <a:lnTo>
                  <a:pt x="125806" y="1412338"/>
                </a:lnTo>
                <a:lnTo>
                  <a:pt x="120339" y="1430445"/>
                </a:lnTo>
                <a:lnTo>
                  <a:pt x="114862" y="1448552"/>
                </a:lnTo>
                <a:lnTo>
                  <a:pt x="109395" y="1466660"/>
                </a:lnTo>
                <a:lnTo>
                  <a:pt x="103927" y="1484767"/>
                </a:lnTo>
                <a:lnTo>
                  <a:pt x="98460" y="1502874"/>
                </a:lnTo>
                <a:lnTo>
                  <a:pt x="92983" y="1520981"/>
                </a:lnTo>
                <a:lnTo>
                  <a:pt x="87516" y="1539088"/>
                </a:lnTo>
                <a:lnTo>
                  <a:pt x="82048" y="1557195"/>
                </a:lnTo>
                <a:lnTo>
                  <a:pt x="76581" y="1575302"/>
                </a:lnTo>
                <a:lnTo>
                  <a:pt x="71104" y="1593409"/>
                </a:lnTo>
                <a:lnTo>
                  <a:pt x="65637" y="1611516"/>
                </a:lnTo>
                <a:lnTo>
                  <a:pt x="60169" y="1629623"/>
                </a:lnTo>
                <a:lnTo>
                  <a:pt x="54702" y="1647730"/>
                </a:lnTo>
                <a:lnTo>
                  <a:pt x="49225" y="1665837"/>
                </a:lnTo>
                <a:lnTo>
                  <a:pt x="43758" y="1683944"/>
                </a:lnTo>
                <a:lnTo>
                  <a:pt x="38290" y="1702051"/>
                </a:lnTo>
                <a:lnTo>
                  <a:pt x="32823" y="1720158"/>
                </a:lnTo>
                <a:lnTo>
                  <a:pt x="27346" y="1738265"/>
                </a:lnTo>
                <a:lnTo>
                  <a:pt x="21879" y="1756372"/>
                </a:lnTo>
                <a:lnTo>
                  <a:pt x="16412" y="1774479"/>
                </a:lnTo>
                <a:lnTo>
                  <a:pt x="10935" y="1792586"/>
                </a:lnTo>
                <a:lnTo>
                  <a:pt x="5467" y="1810693"/>
                </a:lnTo>
                <a:lnTo>
                  <a:pt x="0" y="18288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8" name="cause-branch-5">
            <a:extLst xmlns:a="http://schemas.openxmlformats.org/drawingml/2006/main">
              <a:ext uri="{FF2B5EF4-FFF2-40B4-BE49-F238E27FC236}">
                <a16:creationId xmlns:a16="http://schemas.microsoft.com/office/drawing/2014/main" id="{7D51448D-E372-4EF8-B93A-D590F83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9675" y="3924300"/>
            <a:ext cx="552450" cy="1609725"/>
          </a:xfrm>
          <a:custGeom xmlns:a="http://schemas.openxmlformats.org/drawingml/2006/main">
            <a:pathLst>
              <a:path w="552450" h="1609725">
                <a:moveTo>
                  <a:pt x="552450" y="0"/>
                </a:moveTo>
                <a:lnTo>
                  <a:pt x="546316" y="17888"/>
                </a:lnTo>
                <a:lnTo>
                  <a:pt x="540172" y="35776"/>
                </a:lnTo>
                <a:lnTo>
                  <a:pt x="534038" y="53654"/>
                </a:lnTo>
                <a:lnTo>
                  <a:pt x="527895" y="71542"/>
                </a:lnTo>
                <a:lnTo>
                  <a:pt x="521760" y="89430"/>
                </a:lnTo>
                <a:lnTo>
                  <a:pt x="515617" y="107318"/>
                </a:lnTo>
                <a:lnTo>
                  <a:pt x="509483" y="125197"/>
                </a:lnTo>
                <a:lnTo>
                  <a:pt x="503339" y="143085"/>
                </a:lnTo>
                <a:lnTo>
                  <a:pt x="497205" y="160973"/>
                </a:lnTo>
                <a:lnTo>
                  <a:pt x="491071" y="178860"/>
                </a:lnTo>
                <a:lnTo>
                  <a:pt x="484927" y="196748"/>
                </a:lnTo>
                <a:lnTo>
                  <a:pt x="478793" y="214627"/>
                </a:lnTo>
                <a:lnTo>
                  <a:pt x="472650" y="232515"/>
                </a:lnTo>
                <a:lnTo>
                  <a:pt x="466515" y="250403"/>
                </a:lnTo>
                <a:lnTo>
                  <a:pt x="460372" y="268291"/>
                </a:lnTo>
                <a:lnTo>
                  <a:pt x="454238" y="286169"/>
                </a:lnTo>
                <a:lnTo>
                  <a:pt x="448094" y="304057"/>
                </a:lnTo>
                <a:lnTo>
                  <a:pt x="441960" y="321945"/>
                </a:lnTo>
                <a:lnTo>
                  <a:pt x="435826" y="339833"/>
                </a:lnTo>
                <a:lnTo>
                  <a:pt x="429682" y="357721"/>
                </a:lnTo>
                <a:lnTo>
                  <a:pt x="423548" y="375599"/>
                </a:lnTo>
                <a:lnTo>
                  <a:pt x="417405" y="393487"/>
                </a:lnTo>
                <a:lnTo>
                  <a:pt x="411270" y="411375"/>
                </a:lnTo>
                <a:lnTo>
                  <a:pt x="405127" y="429263"/>
                </a:lnTo>
                <a:lnTo>
                  <a:pt x="398993" y="447142"/>
                </a:lnTo>
                <a:lnTo>
                  <a:pt x="392849" y="465030"/>
                </a:lnTo>
                <a:lnTo>
                  <a:pt x="386715" y="482918"/>
                </a:lnTo>
                <a:lnTo>
                  <a:pt x="380581" y="500805"/>
                </a:lnTo>
                <a:lnTo>
                  <a:pt x="374437" y="518693"/>
                </a:lnTo>
                <a:lnTo>
                  <a:pt x="368303" y="536572"/>
                </a:lnTo>
                <a:lnTo>
                  <a:pt x="362160" y="554460"/>
                </a:lnTo>
                <a:lnTo>
                  <a:pt x="356025" y="572348"/>
                </a:lnTo>
                <a:lnTo>
                  <a:pt x="349882" y="590236"/>
                </a:lnTo>
                <a:lnTo>
                  <a:pt x="343748" y="608114"/>
                </a:lnTo>
                <a:lnTo>
                  <a:pt x="337604" y="626002"/>
                </a:lnTo>
                <a:lnTo>
                  <a:pt x="331470" y="643890"/>
                </a:lnTo>
                <a:lnTo>
                  <a:pt x="325336" y="661778"/>
                </a:lnTo>
                <a:lnTo>
                  <a:pt x="319192" y="679666"/>
                </a:lnTo>
                <a:lnTo>
                  <a:pt x="313058" y="697544"/>
                </a:lnTo>
                <a:lnTo>
                  <a:pt x="306915" y="715432"/>
                </a:lnTo>
                <a:lnTo>
                  <a:pt x="300780" y="733320"/>
                </a:lnTo>
                <a:lnTo>
                  <a:pt x="294637" y="751208"/>
                </a:lnTo>
                <a:lnTo>
                  <a:pt x="288503" y="769087"/>
                </a:lnTo>
                <a:lnTo>
                  <a:pt x="282359" y="786975"/>
                </a:lnTo>
                <a:lnTo>
                  <a:pt x="276225" y="804863"/>
                </a:lnTo>
                <a:lnTo>
                  <a:pt x="270091" y="822750"/>
                </a:lnTo>
                <a:lnTo>
                  <a:pt x="263947" y="840638"/>
                </a:lnTo>
                <a:lnTo>
                  <a:pt x="257813" y="858517"/>
                </a:lnTo>
                <a:lnTo>
                  <a:pt x="251670" y="876405"/>
                </a:lnTo>
                <a:lnTo>
                  <a:pt x="245535" y="894293"/>
                </a:lnTo>
                <a:lnTo>
                  <a:pt x="239392" y="912181"/>
                </a:lnTo>
                <a:lnTo>
                  <a:pt x="233258" y="930059"/>
                </a:lnTo>
                <a:lnTo>
                  <a:pt x="227114" y="947947"/>
                </a:lnTo>
                <a:lnTo>
                  <a:pt x="220980" y="965835"/>
                </a:lnTo>
                <a:lnTo>
                  <a:pt x="214846" y="983723"/>
                </a:lnTo>
                <a:lnTo>
                  <a:pt x="208702" y="1001611"/>
                </a:lnTo>
                <a:lnTo>
                  <a:pt x="202568" y="1019489"/>
                </a:lnTo>
                <a:lnTo>
                  <a:pt x="196425" y="1037377"/>
                </a:lnTo>
                <a:lnTo>
                  <a:pt x="190290" y="1055265"/>
                </a:lnTo>
                <a:lnTo>
                  <a:pt x="184147" y="1073153"/>
                </a:lnTo>
                <a:lnTo>
                  <a:pt x="178013" y="1091032"/>
                </a:lnTo>
                <a:lnTo>
                  <a:pt x="171869" y="1108920"/>
                </a:lnTo>
                <a:lnTo>
                  <a:pt x="165735" y="1126808"/>
                </a:lnTo>
                <a:lnTo>
                  <a:pt x="159601" y="1144695"/>
                </a:lnTo>
                <a:lnTo>
                  <a:pt x="153457" y="1162583"/>
                </a:lnTo>
                <a:lnTo>
                  <a:pt x="147323" y="1180462"/>
                </a:lnTo>
                <a:lnTo>
                  <a:pt x="141180" y="1198350"/>
                </a:lnTo>
                <a:lnTo>
                  <a:pt x="135045" y="1216238"/>
                </a:lnTo>
                <a:lnTo>
                  <a:pt x="128902" y="1234126"/>
                </a:lnTo>
                <a:lnTo>
                  <a:pt x="122768" y="1252004"/>
                </a:lnTo>
                <a:lnTo>
                  <a:pt x="116624" y="1269892"/>
                </a:lnTo>
                <a:lnTo>
                  <a:pt x="110490" y="1287780"/>
                </a:lnTo>
                <a:lnTo>
                  <a:pt x="104356" y="1305668"/>
                </a:lnTo>
                <a:lnTo>
                  <a:pt x="98212" y="1323556"/>
                </a:lnTo>
                <a:lnTo>
                  <a:pt x="92078" y="1341434"/>
                </a:lnTo>
                <a:lnTo>
                  <a:pt x="85935" y="1359322"/>
                </a:lnTo>
                <a:lnTo>
                  <a:pt x="79800" y="1377210"/>
                </a:lnTo>
                <a:lnTo>
                  <a:pt x="73657" y="1395098"/>
                </a:lnTo>
                <a:lnTo>
                  <a:pt x="67523" y="1412977"/>
                </a:lnTo>
                <a:lnTo>
                  <a:pt x="61379" y="1430865"/>
                </a:lnTo>
                <a:lnTo>
                  <a:pt x="55245" y="1448753"/>
                </a:lnTo>
                <a:lnTo>
                  <a:pt x="49111" y="1466640"/>
                </a:lnTo>
                <a:lnTo>
                  <a:pt x="42967" y="1484528"/>
                </a:lnTo>
                <a:lnTo>
                  <a:pt x="36833" y="1502407"/>
                </a:lnTo>
                <a:lnTo>
                  <a:pt x="30690" y="1520295"/>
                </a:lnTo>
                <a:lnTo>
                  <a:pt x="24555" y="1538183"/>
                </a:lnTo>
                <a:lnTo>
                  <a:pt x="18412" y="1556071"/>
                </a:lnTo>
                <a:lnTo>
                  <a:pt x="12278" y="1573949"/>
                </a:lnTo>
                <a:lnTo>
                  <a:pt x="6134" y="1591837"/>
                </a:lnTo>
                <a:lnTo>
                  <a:pt x="0" y="1609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9" name="causal-anchor-0">
            <a:extLst xmlns:a="http://schemas.openxmlformats.org/drawingml/2006/main">
              <a:ext uri="{FF2B5EF4-FFF2-40B4-BE49-F238E27FC236}">
                <a16:creationId xmlns:a16="http://schemas.microsoft.com/office/drawing/2014/main" id="{1FD75956-CE47-4965-9A6C-DCC10EC5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10" name="causal-anchor-1">
            <a:extLst xmlns:a="http://schemas.openxmlformats.org/drawingml/2006/main">
              <a:ext uri="{FF2B5EF4-FFF2-40B4-BE49-F238E27FC236}">
                <a16:creationId xmlns:a16="http://schemas.microsoft.com/office/drawing/2014/main" id="{DBCAAA07-185C-4A7B-B621-50D74EB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11" name="causal-anchor-2">
            <a:extLst xmlns:a="http://schemas.openxmlformats.org/drawingml/2006/main">
              <a:ext uri="{FF2B5EF4-FFF2-40B4-BE49-F238E27FC236}">
                <a16:creationId xmlns:a16="http://schemas.microsoft.com/office/drawing/2014/main" id="{FD07B0F2-C362-4A9D-80FC-B17EA0D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3771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F73BD"/>
            </a:solidFill>
            <a:prstDash val="solid"/>
          </a:ln>
        </p:spPr>
      </p:sp>
      <p:sp>
        <p:nvSpPr>
          <p:cNvPr id="12" name="causal-effect-head">
            <a:extLst xmlns:a="http://schemas.openxmlformats.org/drawingml/2006/main">
              <a:ext uri="{FF2B5EF4-FFF2-40B4-BE49-F238E27FC236}">
                <a16:creationId xmlns:a16="http://schemas.microsoft.com/office/drawing/2014/main" id="{5FDE164E-6092-4F09-888F-1AD854D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225" y="2781300"/>
            <a:ext cx="1426426" cy="2283914"/>
          </a:xfrm>
          <a:custGeom xmlns:a="http://schemas.openxmlformats.org/drawingml/2006/main">
            <a:pathLst>
              <a:path w="1426426" h="2283914">
                <a:moveTo>
                  <a:pt x="0" y="0"/>
                </a:moveTo>
                <a:lnTo>
                  <a:pt x="25203" y="4181"/>
                </a:lnTo>
                <a:lnTo>
                  <a:pt x="50349" y="8649"/>
                </a:lnTo>
                <a:lnTo>
                  <a:pt x="75448" y="13402"/>
                </a:lnTo>
                <a:lnTo>
                  <a:pt x="100489" y="18450"/>
                </a:lnTo>
                <a:lnTo>
                  <a:pt x="125463" y="23803"/>
                </a:lnTo>
                <a:lnTo>
                  <a:pt x="150381" y="29442"/>
                </a:lnTo>
                <a:lnTo>
                  <a:pt x="175222" y="35385"/>
                </a:lnTo>
                <a:lnTo>
                  <a:pt x="199987" y="41643"/>
                </a:lnTo>
                <a:lnTo>
                  <a:pt x="224676" y="48196"/>
                </a:lnTo>
                <a:lnTo>
                  <a:pt x="249279" y="55064"/>
                </a:lnTo>
                <a:lnTo>
                  <a:pt x="273796" y="62236"/>
                </a:lnTo>
                <a:lnTo>
                  <a:pt x="298218" y="69733"/>
                </a:lnTo>
                <a:lnTo>
                  <a:pt x="322536" y="77534"/>
                </a:lnTo>
                <a:lnTo>
                  <a:pt x="346758" y="85658"/>
                </a:lnTo>
                <a:lnTo>
                  <a:pt x="370865" y="94107"/>
                </a:lnTo>
                <a:lnTo>
                  <a:pt x="394859" y="102870"/>
                </a:lnTo>
                <a:lnTo>
                  <a:pt x="418729" y="111957"/>
                </a:lnTo>
                <a:lnTo>
                  <a:pt x="442474" y="121368"/>
                </a:lnTo>
                <a:lnTo>
                  <a:pt x="466087" y="131102"/>
                </a:lnTo>
                <a:lnTo>
                  <a:pt x="489566" y="141161"/>
                </a:lnTo>
                <a:lnTo>
                  <a:pt x="512912" y="151543"/>
                </a:lnTo>
                <a:lnTo>
                  <a:pt x="536096" y="162258"/>
                </a:lnTo>
                <a:lnTo>
                  <a:pt x="559127" y="173307"/>
                </a:lnTo>
                <a:lnTo>
                  <a:pt x="582006" y="184671"/>
                </a:lnTo>
                <a:lnTo>
                  <a:pt x="604714" y="196367"/>
                </a:lnTo>
                <a:lnTo>
                  <a:pt x="627250" y="208388"/>
                </a:lnTo>
                <a:lnTo>
                  <a:pt x="649615" y="220742"/>
                </a:lnTo>
                <a:lnTo>
                  <a:pt x="671789" y="233420"/>
                </a:lnTo>
                <a:lnTo>
                  <a:pt x="693782" y="246412"/>
                </a:lnTo>
                <a:lnTo>
                  <a:pt x="715575" y="259737"/>
                </a:lnTo>
                <a:lnTo>
                  <a:pt x="737168" y="273377"/>
                </a:lnTo>
                <a:lnTo>
                  <a:pt x="758552" y="287350"/>
                </a:lnTo>
                <a:lnTo>
                  <a:pt x="779736" y="301628"/>
                </a:lnTo>
                <a:lnTo>
                  <a:pt x="800691" y="316230"/>
                </a:lnTo>
                <a:lnTo>
                  <a:pt x="821426" y="331146"/>
                </a:lnTo>
                <a:lnTo>
                  <a:pt x="841943" y="346367"/>
                </a:lnTo>
                <a:lnTo>
                  <a:pt x="862222" y="361902"/>
                </a:lnTo>
                <a:lnTo>
                  <a:pt x="882253" y="377742"/>
                </a:lnTo>
                <a:lnTo>
                  <a:pt x="902056" y="393878"/>
                </a:lnTo>
                <a:lnTo>
                  <a:pt x="921601" y="410327"/>
                </a:lnTo>
                <a:lnTo>
                  <a:pt x="940908" y="427053"/>
                </a:lnTo>
                <a:lnTo>
                  <a:pt x="959939" y="444084"/>
                </a:lnTo>
                <a:lnTo>
                  <a:pt x="978732" y="461401"/>
                </a:lnTo>
                <a:lnTo>
                  <a:pt x="997239" y="478993"/>
                </a:lnTo>
                <a:lnTo>
                  <a:pt x="1015489" y="496872"/>
                </a:lnTo>
                <a:lnTo>
                  <a:pt x="1033463" y="515017"/>
                </a:lnTo>
                <a:lnTo>
                  <a:pt x="1051160" y="533438"/>
                </a:lnTo>
                <a:lnTo>
                  <a:pt x="1068581" y="552117"/>
                </a:lnTo>
                <a:lnTo>
                  <a:pt x="1085717" y="571062"/>
                </a:lnTo>
                <a:lnTo>
                  <a:pt x="1102566" y="590264"/>
                </a:lnTo>
                <a:lnTo>
                  <a:pt x="1119130" y="609705"/>
                </a:lnTo>
                <a:lnTo>
                  <a:pt x="1135409" y="629393"/>
                </a:lnTo>
                <a:lnTo>
                  <a:pt x="1151382" y="649329"/>
                </a:lnTo>
                <a:lnTo>
                  <a:pt x="1167070" y="669484"/>
                </a:lnTo>
                <a:lnTo>
                  <a:pt x="1182453" y="689877"/>
                </a:lnTo>
                <a:lnTo>
                  <a:pt x="1197540" y="710489"/>
                </a:lnTo>
                <a:lnTo>
                  <a:pt x="1212323" y="731320"/>
                </a:lnTo>
                <a:lnTo>
                  <a:pt x="1226810" y="752361"/>
                </a:lnTo>
                <a:lnTo>
                  <a:pt x="1240993" y="773611"/>
                </a:lnTo>
                <a:lnTo>
                  <a:pt x="1254871" y="795052"/>
                </a:lnTo>
                <a:lnTo>
                  <a:pt x="1268444" y="816693"/>
                </a:lnTo>
                <a:lnTo>
                  <a:pt x="1281713" y="838524"/>
                </a:lnTo>
                <a:lnTo>
                  <a:pt x="1294667" y="860536"/>
                </a:lnTo>
                <a:lnTo>
                  <a:pt x="1307325" y="882720"/>
                </a:lnTo>
                <a:lnTo>
                  <a:pt x="1319670" y="905085"/>
                </a:lnTo>
                <a:lnTo>
                  <a:pt x="1331719" y="927611"/>
                </a:lnTo>
                <a:lnTo>
                  <a:pt x="1343454" y="950290"/>
                </a:lnTo>
                <a:lnTo>
                  <a:pt x="1354884" y="973141"/>
                </a:lnTo>
                <a:lnTo>
                  <a:pt x="1366018" y="996134"/>
                </a:lnTo>
                <a:lnTo>
                  <a:pt x="1376839" y="1019270"/>
                </a:lnTo>
                <a:lnTo>
                  <a:pt x="1387354" y="1042549"/>
                </a:lnTo>
                <a:lnTo>
                  <a:pt x="1397575" y="1065952"/>
                </a:lnTo>
                <a:lnTo>
                  <a:pt x="1407490" y="1089498"/>
                </a:lnTo>
                <a:lnTo>
                  <a:pt x="1417110" y="1113158"/>
                </a:lnTo>
                <a:lnTo>
                  <a:pt x="1426426" y="1136942"/>
                </a:lnTo>
                <a:lnTo>
                  <a:pt x="1421882" y="1160774"/>
                </a:lnTo>
                <a:lnTo>
                  <a:pt x="1412415" y="1184500"/>
                </a:lnTo>
                <a:lnTo>
                  <a:pt x="1402652" y="1208103"/>
                </a:lnTo>
                <a:lnTo>
                  <a:pt x="1392584" y="1231583"/>
                </a:lnTo>
                <a:lnTo>
                  <a:pt x="1382220" y="1254928"/>
                </a:lnTo>
                <a:lnTo>
                  <a:pt x="1371552" y="1278141"/>
                </a:lnTo>
                <a:lnTo>
                  <a:pt x="1360580" y="1301210"/>
                </a:lnTo>
                <a:lnTo>
                  <a:pt x="1349292" y="1324127"/>
                </a:lnTo>
                <a:lnTo>
                  <a:pt x="1337720" y="1346892"/>
                </a:lnTo>
                <a:lnTo>
                  <a:pt x="1325823" y="1369505"/>
                </a:lnTo>
                <a:lnTo>
                  <a:pt x="1313631" y="1391945"/>
                </a:lnTo>
                <a:lnTo>
                  <a:pt x="1301134" y="1414224"/>
                </a:lnTo>
                <a:lnTo>
                  <a:pt x="1288332" y="1436322"/>
                </a:lnTo>
                <a:lnTo>
                  <a:pt x="1275217" y="1458249"/>
                </a:lnTo>
                <a:lnTo>
                  <a:pt x="1261796" y="1479985"/>
                </a:lnTo>
                <a:lnTo>
                  <a:pt x="1248070" y="1501531"/>
                </a:lnTo>
                <a:lnTo>
                  <a:pt x="1234049" y="1522876"/>
                </a:lnTo>
                <a:lnTo>
                  <a:pt x="1219714" y="1544022"/>
                </a:lnTo>
                <a:lnTo>
                  <a:pt x="1205084" y="1564958"/>
                </a:lnTo>
                <a:lnTo>
                  <a:pt x="1190149" y="1585684"/>
                </a:lnTo>
                <a:lnTo>
                  <a:pt x="1174918" y="1606182"/>
                </a:lnTo>
                <a:lnTo>
                  <a:pt x="1159383" y="1626460"/>
                </a:lnTo>
                <a:lnTo>
                  <a:pt x="1143552" y="1646511"/>
                </a:lnTo>
                <a:lnTo>
                  <a:pt x="1127436" y="1666323"/>
                </a:lnTo>
                <a:lnTo>
                  <a:pt x="1111015" y="1685896"/>
                </a:lnTo>
                <a:lnTo>
                  <a:pt x="1094308" y="1705223"/>
                </a:lnTo>
                <a:lnTo>
                  <a:pt x="1077316" y="1724292"/>
                </a:lnTo>
                <a:lnTo>
                  <a:pt x="1060047" y="1743113"/>
                </a:lnTo>
                <a:lnTo>
                  <a:pt x="1042483" y="1761658"/>
                </a:lnTo>
                <a:lnTo>
                  <a:pt x="1024652" y="1779946"/>
                </a:lnTo>
                <a:lnTo>
                  <a:pt x="1006545" y="1797958"/>
                </a:lnTo>
                <a:lnTo>
                  <a:pt x="988162" y="1815703"/>
                </a:lnTo>
                <a:lnTo>
                  <a:pt x="969512" y="1833162"/>
                </a:lnTo>
                <a:lnTo>
                  <a:pt x="950605" y="1850327"/>
                </a:lnTo>
                <a:lnTo>
                  <a:pt x="931440" y="1867214"/>
                </a:lnTo>
                <a:lnTo>
                  <a:pt x="912019" y="1883807"/>
                </a:lnTo>
                <a:lnTo>
                  <a:pt x="892340" y="1900095"/>
                </a:lnTo>
                <a:lnTo>
                  <a:pt x="872423" y="1916087"/>
                </a:lnTo>
                <a:lnTo>
                  <a:pt x="852268" y="1931784"/>
                </a:lnTo>
                <a:lnTo>
                  <a:pt x="831875" y="1947167"/>
                </a:lnTo>
                <a:lnTo>
                  <a:pt x="811254" y="1962236"/>
                </a:lnTo>
                <a:lnTo>
                  <a:pt x="790404" y="1976999"/>
                </a:lnTo>
                <a:lnTo>
                  <a:pt x="769334" y="1991439"/>
                </a:lnTo>
                <a:lnTo>
                  <a:pt x="748055" y="2005565"/>
                </a:lnTo>
                <a:lnTo>
                  <a:pt x="726557" y="2019376"/>
                </a:lnTo>
                <a:lnTo>
                  <a:pt x="704869" y="2032864"/>
                </a:lnTo>
                <a:lnTo>
                  <a:pt x="682981" y="2046027"/>
                </a:lnTo>
                <a:lnTo>
                  <a:pt x="660892" y="2058867"/>
                </a:lnTo>
                <a:lnTo>
                  <a:pt x="638623" y="2071383"/>
                </a:lnTo>
                <a:lnTo>
                  <a:pt x="616182" y="2083565"/>
                </a:lnTo>
                <a:lnTo>
                  <a:pt x="593560" y="2095433"/>
                </a:lnTo>
                <a:lnTo>
                  <a:pt x="570767" y="2106959"/>
                </a:lnTo>
                <a:lnTo>
                  <a:pt x="547811" y="2118170"/>
                </a:lnTo>
                <a:lnTo>
                  <a:pt x="524704" y="2129047"/>
                </a:lnTo>
                <a:lnTo>
                  <a:pt x="501444" y="2139601"/>
                </a:lnTo>
                <a:lnTo>
                  <a:pt x="478031" y="2149831"/>
                </a:lnTo>
                <a:lnTo>
                  <a:pt x="454485" y="2159727"/>
                </a:lnTo>
                <a:lnTo>
                  <a:pt x="430806" y="2169309"/>
                </a:lnTo>
                <a:lnTo>
                  <a:pt x="406994" y="2178558"/>
                </a:lnTo>
                <a:lnTo>
                  <a:pt x="383057" y="2187483"/>
                </a:lnTo>
                <a:lnTo>
                  <a:pt x="359007" y="2196094"/>
                </a:lnTo>
                <a:lnTo>
                  <a:pt x="334851" y="2204380"/>
                </a:lnTo>
                <a:lnTo>
                  <a:pt x="310582" y="2212343"/>
                </a:lnTo>
                <a:lnTo>
                  <a:pt x="286207" y="2220001"/>
                </a:lnTo>
                <a:lnTo>
                  <a:pt x="261737" y="2227336"/>
                </a:lnTo>
                <a:lnTo>
                  <a:pt x="237182" y="2234355"/>
                </a:lnTo>
                <a:lnTo>
                  <a:pt x="212531" y="2241071"/>
                </a:lnTo>
                <a:lnTo>
                  <a:pt x="187804" y="2247481"/>
                </a:lnTo>
                <a:lnTo>
                  <a:pt x="163001" y="2253577"/>
                </a:lnTo>
                <a:lnTo>
                  <a:pt x="138122" y="2259378"/>
                </a:lnTo>
                <a:lnTo>
                  <a:pt x="113176" y="2264874"/>
                </a:lnTo>
                <a:lnTo>
                  <a:pt x="88173" y="2270065"/>
                </a:lnTo>
                <a:lnTo>
                  <a:pt x="63103" y="2274970"/>
                </a:lnTo>
                <a:lnTo>
                  <a:pt x="37976" y="2279590"/>
                </a:lnTo>
                <a:lnTo>
                  <a:pt x="12802" y="2283914"/>
                </a:lnTo>
                <a:lnTo>
                  <a:pt x="0" y="2273427"/>
                </a:lnTo>
                <a:lnTo>
                  <a:pt x="0" y="2247881"/>
                </a:lnTo>
                <a:lnTo>
                  <a:pt x="0" y="2222335"/>
                </a:lnTo>
                <a:lnTo>
                  <a:pt x="0" y="2196789"/>
                </a:lnTo>
                <a:lnTo>
                  <a:pt x="0" y="2171252"/>
                </a:lnTo>
                <a:lnTo>
                  <a:pt x="0" y="2145706"/>
                </a:lnTo>
                <a:lnTo>
                  <a:pt x="0" y="2120160"/>
                </a:lnTo>
                <a:lnTo>
                  <a:pt x="0" y="2094614"/>
                </a:lnTo>
                <a:lnTo>
                  <a:pt x="0" y="2069078"/>
                </a:lnTo>
                <a:lnTo>
                  <a:pt x="0" y="2043532"/>
                </a:lnTo>
                <a:lnTo>
                  <a:pt x="0" y="2017986"/>
                </a:lnTo>
                <a:lnTo>
                  <a:pt x="0" y="1992440"/>
                </a:lnTo>
                <a:lnTo>
                  <a:pt x="0" y="1966893"/>
                </a:lnTo>
                <a:lnTo>
                  <a:pt x="0" y="1941357"/>
                </a:lnTo>
                <a:lnTo>
                  <a:pt x="0" y="1915811"/>
                </a:lnTo>
                <a:lnTo>
                  <a:pt x="0" y="1890265"/>
                </a:lnTo>
                <a:lnTo>
                  <a:pt x="0" y="1864719"/>
                </a:lnTo>
                <a:lnTo>
                  <a:pt x="0" y="1839173"/>
                </a:lnTo>
                <a:lnTo>
                  <a:pt x="0" y="1813636"/>
                </a:lnTo>
                <a:lnTo>
                  <a:pt x="0" y="1788090"/>
                </a:lnTo>
                <a:lnTo>
                  <a:pt x="0" y="1762544"/>
                </a:lnTo>
                <a:lnTo>
                  <a:pt x="0" y="1736998"/>
                </a:lnTo>
                <a:lnTo>
                  <a:pt x="0" y="1711452"/>
                </a:lnTo>
                <a:lnTo>
                  <a:pt x="0" y="1685915"/>
                </a:lnTo>
                <a:lnTo>
                  <a:pt x="0" y="1660369"/>
                </a:lnTo>
                <a:lnTo>
                  <a:pt x="0" y="1634823"/>
                </a:lnTo>
                <a:lnTo>
                  <a:pt x="0" y="1609277"/>
                </a:lnTo>
                <a:lnTo>
                  <a:pt x="0" y="1583731"/>
                </a:lnTo>
                <a:lnTo>
                  <a:pt x="0" y="1558195"/>
                </a:lnTo>
                <a:lnTo>
                  <a:pt x="0" y="1532649"/>
                </a:lnTo>
                <a:lnTo>
                  <a:pt x="0" y="1507103"/>
                </a:lnTo>
                <a:lnTo>
                  <a:pt x="0" y="1481557"/>
                </a:lnTo>
                <a:lnTo>
                  <a:pt x="0" y="1456011"/>
                </a:lnTo>
                <a:lnTo>
                  <a:pt x="0" y="1430474"/>
                </a:lnTo>
                <a:lnTo>
                  <a:pt x="0" y="1404928"/>
                </a:lnTo>
                <a:lnTo>
                  <a:pt x="0" y="1379382"/>
                </a:lnTo>
                <a:lnTo>
                  <a:pt x="0" y="1353836"/>
                </a:lnTo>
                <a:lnTo>
                  <a:pt x="0" y="1328290"/>
                </a:lnTo>
                <a:lnTo>
                  <a:pt x="0" y="1302753"/>
                </a:lnTo>
                <a:lnTo>
                  <a:pt x="0" y="1277207"/>
                </a:lnTo>
                <a:lnTo>
                  <a:pt x="0" y="1251661"/>
                </a:lnTo>
                <a:lnTo>
                  <a:pt x="0" y="1226115"/>
                </a:lnTo>
                <a:lnTo>
                  <a:pt x="0" y="1200569"/>
                </a:lnTo>
                <a:lnTo>
                  <a:pt x="0" y="1175033"/>
                </a:lnTo>
                <a:lnTo>
                  <a:pt x="0" y="1149487"/>
                </a:lnTo>
                <a:lnTo>
                  <a:pt x="0" y="1123940"/>
                </a:lnTo>
                <a:lnTo>
                  <a:pt x="0" y="1098394"/>
                </a:lnTo>
                <a:lnTo>
                  <a:pt x="0" y="1072848"/>
                </a:lnTo>
                <a:lnTo>
                  <a:pt x="0" y="1047312"/>
                </a:lnTo>
                <a:lnTo>
                  <a:pt x="0" y="1021766"/>
                </a:lnTo>
                <a:lnTo>
                  <a:pt x="0" y="996220"/>
                </a:lnTo>
                <a:lnTo>
                  <a:pt x="0" y="970674"/>
                </a:lnTo>
                <a:lnTo>
                  <a:pt x="0" y="945137"/>
                </a:lnTo>
                <a:lnTo>
                  <a:pt x="0" y="919591"/>
                </a:lnTo>
                <a:lnTo>
                  <a:pt x="0" y="894045"/>
                </a:lnTo>
                <a:lnTo>
                  <a:pt x="0" y="868499"/>
                </a:lnTo>
                <a:lnTo>
                  <a:pt x="0" y="842953"/>
                </a:lnTo>
                <a:lnTo>
                  <a:pt x="0" y="817416"/>
                </a:lnTo>
                <a:lnTo>
                  <a:pt x="0" y="791870"/>
                </a:lnTo>
                <a:lnTo>
                  <a:pt x="0" y="766324"/>
                </a:lnTo>
                <a:lnTo>
                  <a:pt x="0" y="740778"/>
                </a:lnTo>
                <a:lnTo>
                  <a:pt x="0" y="715232"/>
                </a:lnTo>
                <a:lnTo>
                  <a:pt x="0" y="689696"/>
                </a:lnTo>
                <a:lnTo>
                  <a:pt x="0" y="664150"/>
                </a:lnTo>
                <a:lnTo>
                  <a:pt x="0" y="638604"/>
                </a:lnTo>
                <a:lnTo>
                  <a:pt x="0" y="613058"/>
                </a:lnTo>
                <a:lnTo>
                  <a:pt x="0" y="587512"/>
                </a:lnTo>
                <a:lnTo>
                  <a:pt x="0" y="561975"/>
                </a:lnTo>
                <a:lnTo>
                  <a:pt x="0" y="536429"/>
                </a:lnTo>
                <a:lnTo>
                  <a:pt x="0" y="510883"/>
                </a:lnTo>
                <a:lnTo>
                  <a:pt x="0" y="485337"/>
                </a:lnTo>
                <a:lnTo>
                  <a:pt x="0" y="459791"/>
                </a:lnTo>
                <a:lnTo>
                  <a:pt x="0" y="434254"/>
                </a:lnTo>
                <a:lnTo>
                  <a:pt x="0" y="408708"/>
                </a:lnTo>
                <a:lnTo>
                  <a:pt x="0" y="383162"/>
                </a:lnTo>
                <a:lnTo>
                  <a:pt x="0" y="357616"/>
                </a:lnTo>
                <a:lnTo>
                  <a:pt x="0" y="332070"/>
                </a:lnTo>
                <a:lnTo>
                  <a:pt x="0" y="306534"/>
                </a:lnTo>
                <a:lnTo>
                  <a:pt x="0" y="280988"/>
                </a:lnTo>
                <a:lnTo>
                  <a:pt x="0" y="255441"/>
                </a:lnTo>
                <a:lnTo>
                  <a:pt x="0" y="229895"/>
                </a:lnTo>
                <a:lnTo>
                  <a:pt x="0" y="204349"/>
                </a:lnTo>
                <a:lnTo>
                  <a:pt x="0" y="178813"/>
                </a:lnTo>
                <a:lnTo>
                  <a:pt x="0" y="153267"/>
                </a:lnTo>
                <a:lnTo>
                  <a:pt x="0" y="127721"/>
                </a:lnTo>
                <a:lnTo>
                  <a:pt x="0" y="102175"/>
                </a:lnTo>
                <a:lnTo>
                  <a:pt x="0" y="76629"/>
                </a:lnTo>
                <a:lnTo>
                  <a:pt x="0" y="51092"/>
                </a:lnTo>
                <a:lnTo>
                  <a:pt x="0" y="25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478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cause-heading-0">
            <a:extLst xmlns:a="http://schemas.openxmlformats.org/drawingml/2006/main">
              <a:ext uri="{FF2B5EF4-FFF2-40B4-BE49-F238E27FC236}">
                <a16:creationId xmlns:a16="http://schemas.microsoft.com/office/drawing/2014/main" id="{E8B49E43-6F18-4C44-A6F9-52816D60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1876425"/>
            <a:ext cx="2187740" cy="438150"/>
          </a:xfrm>
          <a:custGeom xmlns:a="http://schemas.openxmlformats.org/drawingml/2006/main">
            <a:pathLst>
              <a:path w="2187740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71002" y="14430"/>
                </a:lnTo>
                <a:lnTo>
                  <a:pt x="2076841" y="35081"/>
                </a:lnTo>
                <a:lnTo>
                  <a:pt x="2082679" y="55731"/>
                </a:lnTo>
                <a:lnTo>
                  <a:pt x="2088509" y="76391"/>
                </a:lnTo>
                <a:lnTo>
                  <a:pt x="2094347" y="97041"/>
                </a:lnTo>
                <a:lnTo>
                  <a:pt x="2100186" y="117700"/>
                </a:lnTo>
                <a:lnTo>
                  <a:pt x="2106025" y="138351"/>
                </a:lnTo>
                <a:lnTo>
                  <a:pt x="2111864" y="159010"/>
                </a:lnTo>
                <a:lnTo>
                  <a:pt x="2117703" y="179661"/>
                </a:lnTo>
                <a:lnTo>
                  <a:pt x="2123532" y="200311"/>
                </a:lnTo>
                <a:lnTo>
                  <a:pt x="2129371" y="220970"/>
                </a:lnTo>
                <a:lnTo>
                  <a:pt x="2135210" y="241621"/>
                </a:lnTo>
                <a:lnTo>
                  <a:pt x="2141049" y="262280"/>
                </a:lnTo>
                <a:lnTo>
                  <a:pt x="2146887" y="282931"/>
                </a:lnTo>
                <a:lnTo>
                  <a:pt x="2152717" y="303581"/>
                </a:lnTo>
                <a:lnTo>
                  <a:pt x="2158556" y="324241"/>
                </a:lnTo>
                <a:lnTo>
                  <a:pt x="2164394" y="344891"/>
                </a:lnTo>
                <a:lnTo>
                  <a:pt x="2170233" y="365550"/>
                </a:lnTo>
                <a:lnTo>
                  <a:pt x="2176072" y="386201"/>
                </a:lnTo>
                <a:lnTo>
                  <a:pt x="2181901" y="406851"/>
                </a:lnTo>
                <a:lnTo>
                  <a:pt x="2187740" y="427511"/>
                </a:lnTo>
                <a:lnTo>
                  <a:pt x="2180349" y="438150"/>
                </a:lnTo>
                <a:lnTo>
                  <a:pt x="2158879" y="438150"/>
                </a:lnTo>
                <a:lnTo>
                  <a:pt x="2137420" y="438150"/>
                </a:lnTo>
                <a:lnTo>
                  <a:pt x="2115960" y="438150"/>
                </a:lnTo>
                <a:lnTo>
                  <a:pt x="2094490" y="438150"/>
                </a:lnTo>
                <a:lnTo>
                  <a:pt x="2073031" y="438150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factor-guide-0-0">
            <a:extLst xmlns:a="http://schemas.openxmlformats.org/drawingml/2006/main">
              <a:ext uri="{FF2B5EF4-FFF2-40B4-BE49-F238E27FC236}">
                <a16:creationId xmlns:a16="http://schemas.microsoft.com/office/drawing/2014/main" id="{B57657C1-D7CB-4A9F-A472-6FDD1473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819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15" name="factor-arrow-0-0">
            <a:extLst xmlns:a="http://schemas.openxmlformats.org/drawingml/2006/main">
              <a:ext uri="{FF2B5EF4-FFF2-40B4-BE49-F238E27FC236}">
                <a16:creationId xmlns:a16="http://schemas.microsoft.com/office/drawing/2014/main" id="{EC31AA6B-EC21-466E-A5AD-BB80F00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78149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factor-guide-0-1">
            <a:extLst xmlns:a="http://schemas.openxmlformats.org/drawingml/2006/main">
              <a:ext uri="{FF2B5EF4-FFF2-40B4-BE49-F238E27FC236}">
                <a16:creationId xmlns:a16="http://schemas.microsoft.com/office/drawing/2014/main" id="{AEFF1BBB-1C18-427F-A5B1-EF85CFA0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1908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17" name="factor-arrow-0-1">
            <a:extLst xmlns:a="http://schemas.openxmlformats.org/drawingml/2006/main">
              <a:ext uri="{FF2B5EF4-FFF2-40B4-BE49-F238E27FC236}">
                <a16:creationId xmlns:a16="http://schemas.microsoft.com/office/drawing/2014/main" id="{DD5D81B6-9C19-4078-B2D3-B3A5155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315296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factor-guide-0-2">
            <a:extLst xmlns:a="http://schemas.openxmlformats.org/drawingml/2006/main">
              <a:ext uri="{FF2B5EF4-FFF2-40B4-BE49-F238E27FC236}">
                <a16:creationId xmlns:a16="http://schemas.microsoft.com/office/drawing/2014/main" id="{34EA1063-4C3B-4CFB-81CD-2E5307C0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5623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19" name="factor-arrow-0-2">
            <a:extLst xmlns:a="http://schemas.openxmlformats.org/drawingml/2006/main">
              <a:ext uri="{FF2B5EF4-FFF2-40B4-BE49-F238E27FC236}">
                <a16:creationId xmlns:a16="http://schemas.microsoft.com/office/drawing/2014/main" id="{55E85F9F-802A-4AFF-BF21-375B0AD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352444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cause-index-0">
            <a:extLst xmlns:a="http://schemas.openxmlformats.org/drawingml/2006/main">
              <a:ext uri="{FF2B5EF4-FFF2-40B4-BE49-F238E27FC236}">
                <a16:creationId xmlns:a16="http://schemas.microsoft.com/office/drawing/2014/main" id="{8027DFF7-EFCB-4969-91C8-A340C48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1943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cause-title-0">
            <a:extLst xmlns:a="http://schemas.openxmlformats.org/drawingml/2006/main">
              <a:ext uri="{FF2B5EF4-FFF2-40B4-BE49-F238E27FC236}">
                <a16:creationId xmlns:a16="http://schemas.microsoft.com/office/drawing/2014/main" id="{0B11ABF4-9F27-4A10-953A-DB28B316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1995488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需求定义</a:t>
            </a:r>
          </a:p>
        </p:txBody>
      </p:sp>
      <p:sp>
        <p:nvSpPr>
          <p:cNvPr id="22" name="cause-body-0">
            <a:extLst xmlns:a="http://schemas.openxmlformats.org/drawingml/2006/main">
              <a:ext uri="{FF2B5EF4-FFF2-40B4-BE49-F238E27FC236}">
                <a16:creationId xmlns:a16="http://schemas.microsoft.com/office/drawing/2014/main" id="{897B7D7A-8B0B-482A-9FE3-C7C21BE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457450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目标频繁调整验收口径不清范围持续扩张</a:t>
            </a:r>
          </a:p>
        </p:txBody>
      </p:sp>
      <p:sp>
        <p:nvSpPr>
          <p:cNvPr id="23" name="cause-heading-1">
            <a:extLst xmlns:a="http://schemas.openxmlformats.org/drawingml/2006/main">
              <a:ext uri="{FF2B5EF4-FFF2-40B4-BE49-F238E27FC236}">
                <a16:creationId xmlns:a16="http://schemas.microsoft.com/office/drawing/2014/main" id="{BFFF9CED-F20D-4850-8301-05B52471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1657350"/>
            <a:ext cx="2187740" cy="438150"/>
          </a:xfrm>
          <a:custGeom xmlns:a="http://schemas.openxmlformats.org/drawingml/2006/main">
            <a:pathLst>
              <a:path w="2187740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71002" y="14430"/>
                </a:lnTo>
                <a:lnTo>
                  <a:pt x="2076841" y="35081"/>
                </a:lnTo>
                <a:lnTo>
                  <a:pt x="2082679" y="55731"/>
                </a:lnTo>
                <a:lnTo>
                  <a:pt x="2088509" y="76391"/>
                </a:lnTo>
                <a:lnTo>
                  <a:pt x="2094347" y="97041"/>
                </a:lnTo>
                <a:lnTo>
                  <a:pt x="2100186" y="117700"/>
                </a:lnTo>
                <a:lnTo>
                  <a:pt x="2106025" y="138351"/>
                </a:lnTo>
                <a:lnTo>
                  <a:pt x="2111864" y="159010"/>
                </a:lnTo>
                <a:lnTo>
                  <a:pt x="2117703" y="179661"/>
                </a:lnTo>
                <a:lnTo>
                  <a:pt x="2123532" y="200311"/>
                </a:lnTo>
                <a:lnTo>
                  <a:pt x="2129371" y="220970"/>
                </a:lnTo>
                <a:lnTo>
                  <a:pt x="2135210" y="241621"/>
                </a:lnTo>
                <a:lnTo>
                  <a:pt x="2141049" y="262280"/>
                </a:lnTo>
                <a:lnTo>
                  <a:pt x="2146887" y="282931"/>
                </a:lnTo>
                <a:lnTo>
                  <a:pt x="2152717" y="303581"/>
                </a:lnTo>
                <a:lnTo>
                  <a:pt x="2158556" y="324241"/>
                </a:lnTo>
                <a:lnTo>
                  <a:pt x="2164394" y="344891"/>
                </a:lnTo>
                <a:lnTo>
                  <a:pt x="2170233" y="365550"/>
                </a:lnTo>
                <a:lnTo>
                  <a:pt x="2176072" y="386201"/>
                </a:lnTo>
                <a:lnTo>
                  <a:pt x="2181901" y="406851"/>
                </a:lnTo>
                <a:lnTo>
                  <a:pt x="2187740" y="427511"/>
                </a:lnTo>
                <a:lnTo>
                  <a:pt x="2180349" y="438150"/>
                </a:lnTo>
                <a:lnTo>
                  <a:pt x="2158879" y="438150"/>
                </a:lnTo>
                <a:lnTo>
                  <a:pt x="2137420" y="438150"/>
                </a:lnTo>
                <a:lnTo>
                  <a:pt x="2115960" y="438150"/>
                </a:lnTo>
                <a:lnTo>
                  <a:pt x="2094490" y="438150"/>
                </a:lnTo>
                <a:lnTo>
                  <a:pt x="2073031" y="438150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factor-guide-1-0">
            <a:extLst xmlns:a="http://schemas.openxmlformats.org/drawingml/2006/main">
              <a:ext uri="{FF2B5EF4-FFF2-40B4-BE49-F238E27FC236}">
                <a16:creationId xmlns:a16="http://schemas.microsoft.com/office/drawing/2014/main" id="{074C2DC9-4D24-4E42-9632-71FC447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26003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25" name="factor-arrow-1-0">
            <a:extLst xmlns:a="http://schemas.openxmlformats.org/drawingml/2006/main">
              <a:ext uri="{FF2B5EF4-FFF2-40B4-BE49-F238E27FC236}">
                <a16:creationId xmlns:a16="http://schemas.microsoft.com/office/drawing/2014/main" id="{912AD7F3-F644-45CF-BF27-E172516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256241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factor-guide-1-1">
            <a:extLst xmlns:a="http://schemas.openxmlformats.org/drawingml/2006/main">
              <a:ext uri="{FF2B5EF4-FFF2-40B4-BE49-F238E27FC236}">
                <a16:creationId xmlns:a16="http://schemas.microsoft.com/office/drawing/2014/main" id="{13E23B22-D742-4756-815A-87D41982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29718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27" name="factor-arrow-1-1">
            <a:extLst xmlns:a="http://schemas.openxmlformats.org/drawingml/2006/main">
              <a:ext uri="{FF2B5EF4-FFF2-40B4-BE49-F238E27FC236}">
                <a16:creationId xmlns:a16="http://schemas.microsoft.com/office/drawing/2014/main" id="{F9768013-81FB-441B-90C9-750CF06A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293389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factor-guide-1-2">
            <a:extLst xmlns:a="http://schemas.openxmlformats.org/drawingml/2006/main">
              <a:ext uri="{FF2B5EF4-FFF2-40B4-BE49-F238E27FC236}">
                <a16:creationId xmlns:a16="http://schemas.microsoft.com/office/drawing/2014/main" id="{69CFCD2D-0277-4333-8BE5-AB292F8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33432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29" name="factor-arrow-1-2">
            <a:extLst xmlns:a="http://schemas.openxmlformats.org/drawingml/2006/main">
              <a:ext uri="{FF2B5EF4-FFF2-40B4-BE49-F238E27FC236}">
                <a16:creationId xmlns:a16="http://schemas.microsoft.com/office/drawing/2014/main" id="{A1D94BBC-8D64-4894-80BC-85B9E2D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330536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cause-index-1">
            <a:extLst xmlns:a="http://schemas.openxmlformats.org/drawingml/2006/main">
              <a:ext uri="{FF2B5EF4-FFF2-40B4-BE49-F238E27FC236}">
                <a16:creationId xmlns:a16="http://schemas.microsoft.com/office/drawing/2014/main" id="{4421AB39-4453-47DA-A18C-0E5DD5A2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1724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cause-title-1">
            <a:extLst xmlns:a="http://schemas.openxmlformats.org/drawingml/2006/main">
              <a:ext uri="{FF2B5EF4-FFF2-40B4-BE49-F238E27FC236}">
                <a16:creationId xmlns:a16="http://schemas.microsoft.com/office/drawing/2014/main" id="{296B3C7C-D6EC-4D8B-B08E-8BA327A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075" y="1776413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计划协同</a:t>
            </a:r>
          </a:p>
        </p:txBody>
      </p:sp>
      <p:sp>
        <p:nvSpPr>
          <p:cNvPr id="32" name="cause-body-1">
            <a:extLst xmlns:a="http://schemas.openxmlformats.org/drawingml/2006/main">
              <a:ext uri="{FF2B5EF4-FFF2-40B4-BE49-F238E27FC236}">
                <a16:creationId xmlns:a16="http://schemas.microsoft.com/office/drawing/2014/main" id="{DD7C9961-4A7B-4554-BE09-8CEF19FB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2238375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排期依赖遗漏资源承诺不稳里程碑失真</a:t>
            </a:r>
          </a:p>
        </p:txBody>
      </p:sp>
      <p:sp>
        <p:nvSpPr>
          <p:cNvPr id="33" name="cause-heading-2">
            <a:extLst xmlns:a="http://schemas.openxmlformats.org/drawingml/2006/main">
              <a:ext uri="{FF2B5EF4-FFF2-40B4-BE49-F238E27FC236}">
                <a16:creationId xmlns:a16="http://schemas.microsoft.com/office/drawing/2014/main" id="{0BDE3344-1271-4205-BB9C-4228194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1876425"/>
            <a:ext cx="2187740" cy="438150"/>
          </a:xfrm>
          <a:custGeom xmlns:a="http://schemas.openxmlformats.org/drawingml/2006/main">
            <a:pathLst>
              <a:path w="2187740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71002" y="14430"/>
                </a:lnTo>
                <a:lnTo>
                  <a:pt x="2076841" y="35081"/>
                </a:lnTo>
                <a:lnTo>
                  <a:pt x="2082679" y="55731"/>
                </a:lnTo>
                <a:lnTo>
                  <a:pt x="2088509" y="76391"/>
                </a:lnTo>
                <a:lnTo>
                  <a:pt x="2094347" y="97041"/>
                </a:lnTo>
                <a:lnTo>
                  <a:pt x="2100186" y="117700"/>
                </a:lnTo>
                <a:lnTo>
                  <a:pt x="2106025" y="138351"/>
                </a:lnTo>
                <a:lnTo>
                  <a:pt x="2111864" y="159010"/>
                </a:lnTo>
                <a:lnTo>
                  <a:pt x="2117703" y="179661"/>
                </a:lnTo>
                <a:lnTo>
                  <a:pt x="2123532" y="200311"/>
                </a:lnTo>
                <a:lnTo>
                  <a:pt x="2129371" y="220970"/>
                </a:lnTo>
                <a:lnTo>
                  <a:pt x="2135210" y="241621"/>
                </a:lnTo>
                <a:lnTo>
                  <a:pt x="2141049" y="262280"/>
                </a:lnTo>
                <a:lnTo>
                  <a:pt x="2146887" y="282931"/>
                </a:lnTo>
                <a:lnTo>
                  <a:pt x="2152717" y="303581"/>
                </a:lnTo>
                <a:lnTo>
                  <a:pt x="2158556" y="324241"/>
                </a:lnTo>
                <a:lnTo>
                  <a:pt x="2164394" y="344891"/>
                </a:lnTo>
                <a:lnTo>
                  <a:pt x="2170233" y="365550"/>
                </a:lnTo>
                <a:lnTo>
                  <a:pt x="2176072" y="386201"/>
                </a:lnTo>
                <a:lnTo>
                  <a:pt x="2181901" y="406851"/>
                </a:lnTo>
                <a:lnTo>
                  <a:pt x="2187740" y="427511"/>
                </a:lnTo>
                <a:lnTo>
                  <a:pt x="2180349" y="438150"/>
                </a:lnTo>
                <a:lnTo>
                  <a:pt x="2158879" y="438150"/>
                </a:lnTo>
                <a:lnTo>
                  <a:pt x="2137420" y="438150"/>
                </a:lnTo>
                <a:lnTo>
                  <a:pt x="2115960" y="438150"/>
                </a:lnTo>
                <a:lnTo>
                  <a:pt x="2094490" y="438150"/>
                </a:lnTo>
                <a:lnTo>
                  <a:pt x="2073031" y="438150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factor-guide-2-0">
            <a:extLst xmlns:a="http://schemas.openxmlformats.org/drawingml/2006/main">
              <a:ext uri="{FF2B5EF4-FFF2-40B4-BE49-F238E27FC236}">
                <a16:creationId xmlns:a16="http://schemas.microsoft.com/office/drawing/2014/main" id="{DE9B04D5-9568-43EE-94A7-8E51FC1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2819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35" name="factor-arrow-2-0">
            <a:extLst xmlns:a="http://schemas.openxmlformats.org/drawingml/2006/main">
              <a:ext uri="{FF2B5EF4-FFF2-40B4-BE49-F238E27FC236}">
                <a16:creationId xmlns:a16="http://schemas.microsoft.com/office/drawing/2014/main" id="{AD754C6D-D56B-4B69-ACF1-071DA62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78149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factor-guide-2-1">
            <a:extLst xmlns:a="http://schemas.openxmlformats.org/drawingml/2006/main">
              <a:ext uri="{FF2B5EF4-FFF2-40B4-BE49-F238E27FC236}">
                <a16:creationId xmlns:a16="http://schemas.microsoft.com/office/drawing/2014/main" id="{40994542-5DF0-4E4F-AF5D-3EC29402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1908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37" name="factor-arrow-2-1">
            <a:extLst xmlns:a="http://schemas.openxmlformats.org/drawingml/2006/main">
              <a:ext uri="{FF2B5EF4-FFF2-40B4-BE49-F238E27FC236}">
                <a16:creationId xmlns:a16="http://schemas.microsoft.com/office/drawing/2014/main" id="{AB381C6C-C564-4789-AB68-D84981E4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15296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factor-guide-2-2">
            <a:extLst xmlns:a="http://schemas.openxmlformats.org/drawingml/2006/main">
              <a:ext uri="{FF2B5EF4-FFF2-40B4-BE49-F238E27FC236}">
                <a16:creationId xmlns:a16="http://schemas.microsoft.com/office/drawing/2014/main" id="{55C814B6-6CD6-48C2-A6D1-299D2AE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5623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39" name="factor-arrow-2-2">
            <a:extLst xmlns:a="http://schemas.openxmlformats.org/drawingml/2006/main">
              <a:ext uri="{FF2B5EF4-FFF2-40B4-BE49-F238E27FC236}">
                <a16:creationId xmlns:a16="http://schemas.microsoft.com/office/drawing/2014/main" id="{9DF51652-39E7-46AE-AD03-ADF0B3C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52444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cause-index-2">
            <a:extLst xmlns:a="http://schemas.openxmlformats.org/drawingml/2006/main">
              <a:ext uri="{FF2B5EF4-FFF2-40B4-BE49-F238E27FC236}">
                <a16:creationId xmlns:a16="http://schemas.microsoft.com/office/drawing/2014/main" id="{88554D15-0C13-4718-8347-87DAA779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1943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cause-title-2">
            <a:extLst xmlns:a="http://schemas.openxmlformats.org/drawingml/2006/main">
              <a:ext uri="{FF2B5EF4-FFF2-40B4-BE49-F238E27FC236}">
                <a16:creationId xmlns:a16="http://schemas.microsoft.com/office/drawing/2014/main" id="{588D6ED9-2164-4CE4-8BD9-563305F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1995488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42" name="cause-body-2">
            <a:extLst xmlns:a="http://schemas.openxmlformats.org/drawingml/2006/main">
              <a:ext uri="{FF2B5EF4-FFF2-40B4-BE49-F238E27FC236}">
                <a16:creationId xmlns:a16="http://schemas.microsoft.com/office/drawing/2014/main" id="{BB7BF196-BDA0-4DCB-99C1-8BD7E527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457450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接口复杂耦合自动化覆盖不足技术债务累积</a:t>
            </a:r>
          </a:p>
        </p:txBody>
      </p:sp>
      <p:sp>
        <p:nvSpPr>
          <p:cNvPr id="43" name="cause-heading-3">
            <a:extLst xmlns:a="http://schemas.openxmlformats.org/drawingml/2006/main">
              <a:ext uri="{FF2B5EF4-FFF2-40B4-BE49-F238E27FC236}">
                <a16:creationId xmlns:a16="http://schemas.microsoft.com/office/drawing/2014/main" id="{7CCD1FD3-8AB2-4E4B-A986-FC1CB9F1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5534025"/>
            <a:ext cx="2189236" cy="438150"/>
          </a:xfrm>
          <a:custGeom xmlns:a="http://schemas.openxmlformats.org/drawingml/2006/main">
            <a:pathLst>
              <a:path w="2189236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81917" y="0"/>
                </a:lnTo>
                <a:lnTo>
                  <a:pt x="2103377" y="0"/>
                </a:lnTo>
                <a:lnTo>
                  <a:pt x="2124847" y="0"/>
                </a:lnTo>
                <a:lnTo>
                  <a:pt x="2146306" y="0"/>
                </a:lnTo>
                <a:lnTo>
                  <a:pt x="2167766" y="0"/>
                </a:lnTo>
                <a:lnTo>
                  <a:pt x="2189236" y="0"/>
                </a:lnTo>
                <a:lnTo>
                  <a:pt x="2185330" y="19193"/>
                </a:lnTo>
                <a:lnTo>
                  <a:pt x="2179491" y="39853"/>
                </a:lnTo>
                <a:lnTo>
                  <a:pt x="2173653" y="60503"/>
                </a:lnTo>
                <a:lnTo>
                  <a:pt x="2167814" y="81153"/>
                </a:lnTo>
                <a:lnTo>
                  <a:pt x="2161975" y="101813"/>
                </a:lnTo>
                <a:lnTo>
                  <a:pt x="2156136" y="122463"/>
                </a:lnTo>
                <a:lnTo>
                  <a:pt x="2150307" y="143123"/>
                </a:lnTo>
                <a:lnTo>
                  <a:pt x="2144468" y="163773"/>
                </a:lnTo>
                <a:lnTo>
                  <a:pt x="2138629" y="184423"/>
                </a:lnTo>
                <a:lnTo>
                  <a:pt x="2132790" y="205083"/>
                </a:lnTo>
                <a:lnTo>
                  <a:pt x="2126952" y="225733"/>
                </a:lnTo>
                <a:lnTo>
                  <a:pt x="2121122" y="246393"/>
                </a:lnTo>
                <a:lnTo>
                  <a:pt x="2115283" y="267043"/>
                </a:lnTo>
                <a:lnTo>
                  <a:pt x="2109445" y="287693"/>
                </a:lnTo>
                <a:lnTo>
                  <a:pt x="2103606" y="308353"/>
                </a:lnTo>
                <a:lnTo>
                  <a:pt x="2097767" y="329003"/>
                </a:lnTo>
                <a:lnTo>
                  <a:pt x="2091938" y="349663"/>
                </a:lnTo>
                <a:lnTo>
                  <a:pt x="2086099" y="370313"/>
                </a:lnTo>
                <a:lnTo>
                  <a:pt x="2080260" y="390963"/>
                </a:lnTo>
                <a:lnTo>
                  <a:pt x="2074421" y="411623"/>
                </a:lnTo>
                <a:lnTo>
                  <a:pt x="2068582" y="432273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factor-guide-3-0">
            <a:extLst xmlns:a="http://schemas.openxmlformats.org/drawingml/2006/main">
              <a:ext uri="{FF2B5EF4-FFF2-40B4-BE49-F238E27FC236}">
                <a16:creationId xmlns:a16="http://schemas.microsoft.com/office/drawing/2014/main" id="{BDFF18B5-51CB-420E-9FE9-2891D0A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44481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45" name="factor-arrow-3-0">
            <a:extLst xmlns:a="http://schemas.openxmlformats.org/drawingml/2006/main">
              <a:ext uri="{FF2B5EF4-FFF2-40B4-BE49-F238E27FC236}">
                <a16:creationId xmlns:a16="http://schemas.microsoft.com/office/drawing/2014/main" id="{2C6A9B01-A48D-49DF-AE2D-D89610D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41026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factor-guide-3-1">
            <a:extLst xmlns:a="http://schemas.openxmlformats.org/drawingml/2006/main">
              <a:ext uri="{FF2B5EF4-FFF2-40B4-BE49-F238E27FC236}">
                <a16:creationId xmlns:a16="http://schemas.microsoft.com/office/drawing/2014/main" id="{6FDA3424-A144-4E9C-A290-4803E12A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48196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47" name="factor-arrow-3-1">
            <a:extLst xmlns:a="http://schemas.openxmlformats.org/drawingml/2006/main">
              <a:ext uri="{FF2B5EF4-FFF2-40B4-BE49-F238E27FC236}">
                <a16:creationId xmlns:a16="http://schemas.microsoft.com/office/drawing/2014/main" id="{41F825A8-4921-4DD7-9916-8AC35DAC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78174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factor-guide-3-2">
            <a:extLst xmlns:a="http://schemas.openxmlformats.org/drawingml/2006/main">
              <a:ext uri="{FF2B5EF4-FFF2-40B4-BE49-F238E27FC236}">
                <a16:creationId xmlns:a16="http://schemas.microsoft.com/office/drawing/2014/main" id="{BC9A01CD-2D18-4E17-B14C-80CD601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51911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49" name="factor-arrow-3-2">
            <a:extLst xmlns:a="http://schemas.openxmlformats.org/drawingml/2006/main">
              <a:ext uri="{FF2B5EF4-FFF2-40B4-BE49-F238E27FC236}">
                <a16:creationId xmlns:a16="http://schemas.microsoft.com/office/drawing/2014/main" id="{26301871-31DC-472A-8FBE-A181197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15321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cause-index-3">
            <a:extLst xmlns:a="http://schemas.openxmlformats.org/drawingml/2006/main">
              <a:ext uri="{FF2B5EF4-FFF2-40B4-BE49-F238E27FC236}">
                <a16:creationId xmlns:a16="http://schemas.microsoft.com/office/drawing/2014/main" id="{A3071A84-824B-4E2B-AA3D-6D4A51D7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1" name="cause-title-3">
            <a:extLst xmlns:a="http://schemas.openxmlformats.org/drawingml/2006/main">
              <a:ext uri="{FF2B5EF4-FFF2-40B4-BE49-F238E27FC236}">
                <a16:creationId xmlns:a16="http://schemas.microsoft.com/office/drawing/2014/main" id="{B7F6382F-CFEE-42AA-B3A6-0B847E0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653088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52" name="cause-body-3">
            <a:extLst xmlns:a="http://schemas.openxmlformats.org/drawingml/2006/main">
              <a:ext uri="{FF2B5EF4-FFF2-40B4-BE49-F238E27FC236}">
                <a16:creationId xmlns:a16="http://schemas.microsoft.com/office/drawing/2014/main" id="{E9180D88-D414-4D25-B042-CFA497ED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086225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用例覆盖不足测试环境不稳缺陷回归滞后</a:t>
            </a:r>
          </a:p>
        </p:txBody>
      </p:sp>
      <p:sp>
        <p:nvSpPr>
          <p:cNvPr id="53" name="cause-heading-4">
            <a:extLst xmlns:a="http://schemas.openxmlformats.org/drawingml/2006/main">
              <a:ext uri="{FF2B5EF4-FFF2-40B4-BE49-F238E27FC236}">
                <a16:creationId xmlns:a16="http://schemas.microsoft.com/office/drawing/2014/main" id="{6292A679-CA02-4D99-86A8-C99F88B6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5753100"/>
            <a:ext cx="2189236" cy="438150"/>
          </a:xfrm>
          <a:custGeom xmlns:a="http://schemas.openxmlformats.org/drawingml/2006/main">
            <a:pathLst>
              <a:path w="2189236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81917" y="0"/>
                </a:lnTo>
                <a:lnTo>
                  <a:pt x="2103377" y="0"/>
                </a:lnTo>
                <a:lnTo>
                  <a:pt x="2124847" y="0"/>
                </a:lnTo>
                <a:lnTo>
                  <a:pt x="2146306" y="0"/>
                </a:lnTo>
                <a:lnTo>
                  <a:pt x="2167766" y="0"/>
                </a:lnTo>
                <a:lnTo>
                  <a:pt x="2189236" y="0"/>
                </a:lnTo>
                <a:lnTo>
                  <a:pt x="2185330" y="19193"/>
                </a:lnTo>
                <a:lnTo>
                  <a:pt x="2179491" y="39853"/>
                </a:lnTo>
                <a:lnTo>
                  <a:pt x="2173653" y="60503"/>
                </a:lnTo>
                <a:lnTo>
                  <a:pt x="2167814" y="81153"/>
                </a:lnTo>
                <a:lnTo>
                  <a:pt x="2161975" y="101813"/>
                </a:lnTo>
                <a:lnTo>
                  <a:pt x="2156136" y="122463"/>
                </a:lnTo>
                <a:lnTo>
                  <a:pt x="2150307" y="143123"/>
                </a:lnTo>
                <a:lnTo>
                  <a:pt x="2144468" y="163773"/>
                </a:lnTo>
                <a:lnTo>
                  <a:pt x="2138629" y="184423"/>
                </a:lnTo>
                <a:lnTo>
                  <a:pt x="2132790" y="205083"/>
                </a:lnTo>
                <a:lnTo>
                  <a:pt x="2126952" y="225733"/>
                </a:lnTo>
                <a:lnTo>
                  <a:pt x="2121122" y="246393"/>
                </a:lnTo>
                <a:lnTo>
                  <a:pt x="2115283" y="267043"/>
                </a:lnTo>
                <a:lnTo>
                  <a:pt x="2109445" y="287693"/>
                </a:lnTo>
                <a:lnTo>
                  <a:pt x="2103606" y="308353"/>
                </a:lnTo>
                <a:lnTo>
                  <a:pt x="2097767" y="329003"/>
                </a:lnTo>
                <a:lnTo>
                  <a:pt x="2091938" y="349663"/>
                </a:lnTo>
                <a:lnTo>
                  <a:pt x="2086099" y="370313"/>
                </a:lnTo>
                <a:lnTo>
                  <a:pt x="2080260" y="390963"/>
                </a:lnTo>
                <a:lnTo>
                  <a:pt x="2074421" y="411623"/>
                </a:lnTo>
                <a:lnTo>
                  <a:pt x="2068582" y="432273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factor-guide-4-0">
            <a:extLst xmlns:a="http://schemas.openxmlformats.org/drawingml/2006/main">
              <a:ext uri="{FF2B5EF4-FFF2-40B4-BE49-F238E27FC236}">
                <a16:creationId xmlns:a16="http://schemas.microsoft.com/office/drawing/2014/main" id="{79B78D91-47C2-4765-B113-03BD4C4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46672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55" name="factor-arrow-4-0">
            <a:extLst xmlns:a="http://schemas.openxmlformats.org/drawingml/2006/main">
              <a:ext uri="{FF2B5EF4-FFF2-40B4-BE49-F238E27FC236}">
                <a16:creationId xmlns:a16="http://schemas.microsoft.com/office/drawing/2014/main" id="{D81FBD43-BF7B-46BF-B82C-123D1E7D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62934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6" name="factor-guide-4-1">
            <a:extLst xmlns:a="http://schemas.openxmlformats.org/drawingml/2006/main">
              <a:ext uri="{FF2B5EF4-FFF2-40B4-BE49-F238E27FC236}">
                <a16:creationId xmlns:a16="http://schemas.microsoft.com/office/drawing/2014/main" id="{2F4204E2-30A6-4C01-8F0D-DC2BF1E1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50387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57" name="factor-arrow-4-1">
            <a:extLst xmlns:a="http://schemas.openxmlformats.org/drawingml/2006/main">
              <a:ext uri="{FF2B5EF4-FFF2-40B4-BE49-F238E27FC236}">
                <a16:creationId xmlns:a16="http://schemas.microsoft.com/office/drawing/2014/main" id="{6549256C-662E-4765-8415-D6CB62E9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00081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factor-guide-4-2">
            <a:extLst xmlns:a="http://schemas.openxmlformats.org/drawingml/2006/main">
              <a:ext uri="{FF2B5EF4-FFF2-40B4-BE49-F238E27FC236}">
                <a16:creationId xmlns:a16="http://schemas.microsoft.com/office/drawing/2014/main" id="{91D012A1-CB80-4D75-9B5A-73E7C39F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54102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59" name="factor-arrow-4-2">
            <a:extLst xmlns:a="http://schemas.openxmlformats.org/drawingml/2006/main">
              <a:ext uri="{FF2B5EF4-FFF2-40B4-BE49-F238E27FC236}">
                <a16:creationId xmlns:a16="http://schemas.microsoft.com/office/drawing/2014/main" id="{2356E9A2-D05A-4657-9AD0-9990416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37229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0" name="cause-index-4">
            <a:extLst xmlns:a="http://schemas.openxmlformats.org/drawingml/2006/main">
              <a:ext uri="{FF2B5EF4-FFF2-40B4-BE49-F238E27FC236}">
                <a16:creationId xmlns:a16="http://schemas.microsoft.com/office/drawing/2014/main" id="{D08FB866-D60B-4D7C-AE47-BCF27E4F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58197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1" name="cause-title-4">
            <a:extLst xmlns:a="http://schemas.openxmlformats.org/drawingml/2006/main">
              <a:ext uri="{FF2B5EF4-FFF2-40B4-BE49-F238E27FC236}">
                <a16:creationId xmlns:a16="http://schemas.microsoft.com/office/drawing/2014/main" id="{0595DA89-DF31-48E9-9BC1-90DE5718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5872163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人员机制</a:t>
            </a:r>
          </a:p>
        </p:txBody>
      </p:sp>
      <p:sp>
        <p:nvSpPr>
          <p:cNvPr id="62" name="cause-body-4">
            <a:extLst xmlns:a="http://schemas.openxmlformats.org/drawingml/2006/main">
              <a:ext uri="{FF2B5EF4-FFF2-40B4-BE49-F238E27FC236}">
                <a16:creationId xmlns:a16="http://schemas.microsoft.com/office/drawing/2014/main" id="{9D248B20-1769-4F6F-A232-A01C1D7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305300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关键岗位缺口职责边界模糊反馈链路过长</a:t>
            </a:r>
          </a:p>
        </p:txBody>
      </p:sp>
      <p:sp>
        <p:nvSpPr>
          <p:cNvPr id="63" name="cause-heading-5">
            <a:extLst xmlns:a="http://schemas.openxmlformats.org/drawingml/2006/main">
              <a:ext uri="{FF2B5EF4-FFF2-40B4-BE49-F238E27FC236}">
                <a16:creationId xmlns:a16="http://schemas.microsoft.com/office/drawing/2014/main" id="{91DC9A8E-7DE3-4A4E-B8D4-F51CD85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5534025"/>
            <a:ext cx="2189236" cy="438150"/>
          </a:xfrm>
          <a:custGeom xmlns:a="http://schemas.openxmlformats.org/drawingml/2006/main">
            <a:pathLst>
              <a:path w="2189236" h="438150">
                <a:moveTo>
                  <a:pt x="0" y="0"/>
                </a:moveTo>
                <a:lnTo>
                  <a:pt x="21460" y="0"/>
                </a:lnTo>
                <a:lnTo>
                  <a:pt x="42929" y="0"/>
                </a:lnTo>
                <a:lnTo>
                  <a:pt x="64389" y="0"/>
                </a:lnTo>
                <a:lnTo>
                  <a:pt x="85849" y="0"/>
                </a:lnTo>
                <a:lnTo>
                  <a:pt x="107318" y="0"/>
                </a:lnTo>
                <a:lnTo>
                  <a:pt x="128778" y="0"/>
                </a:lnTo>
                <a:lnTo>
                  <a:pt x="150238" y="0"/>
                </a:lnTo>
                <a:lnTo>
                  <a:pt x="171707" y="0"/>
                </a:lnTo>
                <a:lnTo>
                  <a:pt x="193167" y="0"/>
                </a:lnTo>
                <a:lnTo>
                  <a:pt x="214627" y="0"/>
                </a:lnTo>
                <a:lnTo>
                  <a:pt x="236096" y="0"/>
                </a:lnTo>
                <a:lnTo>
                  <a:pt x="257556" y="0"/>
                </a:lnTo>
                <a:lnTo>
                  <a:pt x="279016" y="0"/>
                </a:lnTo>
                <a:lnTo>
                  <a:pt x="300485" y="0"/>
                </a:lnTo>
                <a:lnTo>
                  <a:pt x="321945" y="0"/>
                </a:lnTo>
                <a:lnTo>
                  <a:pt x="343405" y="0"/>
                </a:lnTo>
                <a:lnTo>
                  <a:pt x="364874" y="0"/>
                </a:lnTo>
                <a:lnTo>
                  <a:pt x="386334" y="0"/>
                </a:lnTo>
                <a:lnTo>
                  <a:pt x="407794" y="0"/>
                </a:lnTo>
                <a:lnTo>
                  <a:pt x="429263" y="0"/>
                </a:lnTo>
                <a:lnTo>
                  <a:pt x="450723" y="0"/>
                </a:lnTo>
                <a:lnTo>
                  <a:pt x="472183" y="0"/>
                </a:lnTo>
                <a:lnTo>
                  <a:pt x="493652" y="0"/>
                </a:lnTo>
                <a:lnTo>
                  <a:pt x="515112" y="0"/>
                </a:lnTo>
                <a:lnTo>
                  <a:pt x="536572" y="0"/>
                </a:lnTo>
                <a:lnTo>
                  <a:pt x="558041" y="0"/>
                </a:lnTo>
                <a:lnTo>
                  <a:pt x="579501" y="0"/>
                </a:lnTo>
                <a:lnTo>
                  <a:pt x="600970" y="0"/>
                </a:lnTo>
                <a:lnTo>
                  <a:pt x="622430" y="0"/>
                </a:lnTo>
                <a:lnTo>
                  <a:pt x="643890" y="0"/>
                </a:lnTo>
                <a:lnTo>
                  <a:pt x="665359" y="0"/>
                </a:lnTo>
                <a:lnTo>
                  <a:pt x="686819" y="0"/>
                </a:lnTo>
                <a:lnTo>
                  <a:pt x="708279" y="0"/>
                </a:lnTo>
                <a:lnTo>
                  <a:pt x="729748" y="0"/>
                </a:lnTo>
                <a:lnTo>
                  <a:pt x="751208" y="0"/>
                </a:lnTo>
                <a:lnTo>
                  <a:pt x="772668" y="0"/>
                </a:lnTo>
                <a:lnTo>
                  <a:pt x="794137" y="0"/>
                </a:lnTo>
                <a:lnTo>
                  <a:pt x="815597" y="0"/>
                </a:lnTo>
                <a:lnTo>
                  <a:pt x="837057" y="0"/>
                </a:lnTo>
                <a:lnTo>
                  <a:pt x="858526" y="0"/>
                </a:lnTo>
                <a:lnTo>
                  <a:pt x="879986" y="0"/>
                </a:lnTo>
                <a:lnTo>
                  <a:pt x="901446" y="0"/>
                </a:lnTo>
                <a:lnTo>
                  <a:pt x="922915" y="0"/>
                </a:lnTo>
                <a:lnTo>
                  <a:pt x="944375" y="0"/>
                </a:lnTo>
                <a:lnTo>
                  <a:pt x="965835" y="0"/>
                </a:lnTo>
                <a:lnTo>
                  <a:pt x="987304" y="0"/>
                </a:lnTo>
                <a:lnTo>
                  <a:pt x="1008764" y="0"/>
                </a:lnTo>
                <a:lnTo>
                  <a:pt x="1030224" y="0"/>
                </a:lnTo>
                <a:lnTo>
                  <a:pt x="1051693" y="0"/>
                </a:lnTo>
                <a:lnTo>
                  <a:pt x="1073153" y="0"/>
                </a:lnTo>
                <a:lnTo>
                  <a:pt x="1094613" y="0"/>
                </a:lnTo>
                <a:lnTo>
                  <a:pt x="1116082" y="0"/>
                </a:lnTo>
                <a:lnTo>
                  <a:pt x="1137542" y="0"/>
                </a:lnTo>
                <a:lnTo>
                  <a:pt x="1159002" y="0"/>
                </a:lnTo>
                <a:lnTo>
                  <a:pt x="1180471" y="0"/>
                </a:lnTo>
                <a:lnTo>
                  <a:pt x="1201931" y="0"/>
                </a:lnTo>
                <a:lnTo>
                  <a:pt x="1223391" y="0"/>
                </a:lnTo>
                <a:lnTo>
                  <a:pt x="1244860" y="0"/>
                </a:lnTo>
                <a:lnTo>
                  <a:pt x="1266320" y="0"/>
                </a:lnTo>
                <a:lnTo>
                  <a:pt x="1287780" y="0"/>
                </a:lnTo>
                <a:lnTo>
                  <a:pt x="1309249" y="0"/>
                </a:lnTo>
                <a:lnTo>
                  <a:pt x="1330709" y="0"/>
                </a:lnTo>
                <a:lnTo>
                  <a:pt x="1352169" y="0"/>
                </a:lnTo>
                <a:lnTo>
                  <a:pt x="1373638" y="0"/>
                </a:lnTo>
                <a:lnTo>
                  <a:pt x="1395098" y="0"/>
                </a:lnTo>
                <a:lnTo>
                  <a:pt x="1416558" y="0"/>
                </a:lnTo>
                <a:lnTo>
                  <a:pt x="1438027" y="0"/>
                </a:lnTo>
                <a:lnTo>
                  <a:pt x="1459487" y="0"/>
                </a:lnTo>
                <a:lnTo>
                  <a:pt x="1480947" y="0"/>
                </a:lnTo>
                <a:lnTo>
                  <a:pt x="1502416" y="0"/>
                </a:lnTo>
                <a:lnTo>
                  <a:pt x="1523876" y="0"/>
                </a:lnTo>
                <a:lnTo>
                  <a:pt x="1545336" y="0"/>
                </a:lnTo>
                <a:lnTo>
                  <a:pt x="1566805" y="0"/>
                </a:lnTo>
                <a:lnTo>
                  <a:pt x="1588265" y="0"/>
                </a:lnTo>
                <a:lnTo>
                  <a:pt x="1609735" y="0"/>
                </a:lnTo>
                <a:lnTo>
                  <a:pt x="1631194" y="0"/>
                </a:lnTo>
                <a:lnTo>
                  <a:pt x="1652654" y="0"/>
                </a:lnTo>
                <a:lnTo>
                  <a:pt x="1674124" y="0"/>
                </a:lnTo>
                <a:lnTo>
                  <a:pt x="1695583" y="0"/>
                </a:lnTo>
                <a:lnTo>
                  <a:pt x="1717043" y="0"/>
                </a:lnTo>
                <a:lnTo>
                  <a:pt x="1738513" y="0"/>
                </a:lnTo>
                <a:lnTo>
                  <a:pt x="1759972" y="0"/>
                </a:lnTo>
                <a:lnTo>
                  <a:pt x="1781432" y="0"/>
                </a:lnTo>
                <a:lnTo>
                  <a:pt x="1802902" y="0"/>
                </a:lnTo>
                <a:lnTo>
                  <a:pt x="1824361" y="0"/>
                </a:lnTo>
                <a:lnTo>
                  <a:pt x="1845821" y="0"/>
                </a:lnTo>
                <a:lnTo>
                  <a:pt x="1867291" y="0"/>
                </a:lnTo>
                <a:lnTo>
                  <a:pt x="1888750" y="0"/>
                </a:lnTo>
                <a:lnTo>
                  <a:pt x="1910210" y="0"/>
                </a:lnTo>
                <a:lnTo>
                  <a:pt x="1931680" y="0"/>
                </a:lnTo>
                <a:lnTo>
                  <a:pt x="1953139" y="0"/>
                </a:lnTo>
                <a:lnTo>
                  <a:pt x="1974599" y="0"/>
                </a:lnTo>
                <a:lnTo>
                  <a:pt x="1996069" y="0"/>
                </a:lnTo>
                <a:lnTo>
                  <a:pt x="2017528" y="0"/>
                </a:lnTo>
                <a:lnTo>
                  <a:pt x="2038988" y="0"/>
                </a:lnTo>
                <a:lnTo>
                  <a:pt x="2060458" y="0"/>
                </a:lnTo>
                <a:lnTo>
                  <a:pt x="2081917" y="0"/>
                </a:lnTo>
                <a:lnTo>
                  <a:pt x="2103377" y="0"/>
                </a:lnTo>
                <a:lnTo>
                  <a:pt x="2124847" y="0"/>
                </a:lnTo>
                <a:lnTo>
                  <a:pt x="2146306" y="0"/>
                </a:lnTo>
                <a:lnTo>
                  <a:pt x="2167766" y="0"/>
                </a:lnTo>
                <a:lnTo>
                  <a:pt x="2189236" y="0"/>
                </a:lnTo>
                <a:lnTo>
                  <a:pt x="2185330" y="19193"/>
                </a:lnTo>
                <a:lnTo>
                  <a:pt x="2179491" y="39853"/>
                </a:lnTo>
                <a:lnTo>
                  <a:pt x="2173653" y="60503"/>
                </a:lnTo>
                <a:lnTo>
                  <a:pt x="2167814" y="81153"/>
                </a:lnTo>
                <a:lnTo>
                  <a:pt x="2161975" y="101813"/>
                </a:lnTo>
                <a:lnTo>
                  <a:pt x="2156136" y="122463"/>
                </a:lnTo>
                <a:lnTo>
                  <a:pt x="2150307" y="143123"/>
                </a:lnTo>
                <a:lnTo>
                  <a:pt x="2144468" y="163773"/>
                </a:lnTo>
                <a:lnTo>
                  <a:pt x="2138629" y="184423"/>
                </a:lnTo>
                <a:lnTo>
                  <a:pt x="2132790" y="205083"/>
                </a:lnTo>
                <a:lnTo>
                  <a:pt x="2126952" y="225733"/>
                </a:lnTo>
                <a:lnTo>
                  <a:pt x="2121122" y="246393"/>
                </a:lnTo>
                <a:lnTo>
                  <a:pt x="2115283" y="267043"/>
                </a:lnTo>
                <a:lnTo>
                  <a:pt x="2109445" y="287693"/>
                </a:lnTo>
                <a:lnTo>
                  <a:pt x="2103606" y="308353"/>
                </a:lnTo>
                <a:lnTo>
                  <a:pt x="2097767" y="329003"/>
                </a:lnTo>
                <a:lnTo>
                  <a:pt x="2091938" y="349663"/>
                </a:lnTo>
                <a:lnTo>
                  <a:pt x="2086099" y="370313"/>
                </a:lnTo>
                <a:lnTo>
                  <a:pt x="2080260" y="390963"/>
                </a:lnTo>
                <a:lnTo>
                  <a:pt x="2074421" y="411623"/>
                </a:lnTo>
                <a:lnTo>
                  <a:pt x="2068582" y="432273"/>
                </a:lnTo>
                <a:lnTo>
                  <a:pt x="2051561" y="438150"/>
                </a:lnTo>
                <a:lnTo>
                  <a:pt x="2030101" y="438150"/>
                </a:lnTo>
                <a:lnTo>
                  <a:pt x="2008642" y="438150"/>
                </a:lnTo>
                <a:lnTo>
                  <a:pt x="1987172" y="438150"/>
                </a:lnTo>
                <a:lnTo>
                  <a:pt x="1965712" y="438150"/>
                </a:lnTo>
                <a:lnTo>
                  <a:pt x="1944253" y="438150"/>
                </a:lnTo>
                <a:lnTo>
                  <a:pt x="1922783" y="438150"/>
                </a:lnTo>
                <a:lnTo>
                  <a:pt x="1901323" y="438150"/>
                </a:lnTo>
                <a:lnTo>
                  <a:pt x="1879864" y="438150"/>
                </a:lnTo>
                <a:lnTo>
                  <a:pt x="1858394" y="438150"/>
                </a:lnTo>
                <a:lnTo>
                  <a:pt x="1836934" y="438150"/>
                </a:lnTo>
                <a:lnTo>
                  <a:pt x="1815475" y="438150"/>
                </a:lnTo>
                <a:lnTo>
                  <a:pt x="1794005" y="438150"/>
                </a:lnTo>
                <a:lnTo>
                  <a:pt x="1772545" y="438150"/>
                </a:lnTo>
                <a:lnTo>
                  <a:pt x="1751086" y="438150"/>
                </a:lnTo>
                <a:lnTo>
                  <a:pt x="1729616" y="438150"/>
                </a:lnTo>
                <a:lnTo>
                  <a:pt x="1708156" y="438150"/>
                </a:lnTo>
                <a:lnTo>
                  <a:pt x="1686697" y="438150"/>
                </a:lnTo>
                <a:lnTo>
                  <a:pt x="1665227" y="438150"/>
                </a:lnTo>
                <a:lnTo>
                  <a:pt x="1643767" y="438150"/>
                </a:lnTo>
                <a:lnTo>
                  <a:pt x="1622308" y="438150"/>
                </a:lnTo>
                <a:lnTo>
                  <a:pt x="1600838" y="438150"/>
                </a:lnTo>
                <a:lnTo>
                  <a:pt x="1579378" y="438150"/>
                </a:lnTo>
                <a:lnTo>
                  <a:pt x="1557919" y="438150"/>
                </a:lnTo>
                <a:lnTo>
                  <a:pt x="1536449" y="438150"/>
                </a:lnTo>
                <a:lnTo>
                  <a:pt x="1514989" y="438150"/>
                </a:lnTo>
                <a:lnTo>
                  <a:pt x="1493530" y="438150"/>
                </a:lnTo>
                <a:lnTo>
                  <a:pt x="1472060" y="438150"/>
                </a:lnTo>
                <a:lnTo>
                  <a:pt x="1450600" y="438150"/>
                </a:lnTo>
                <a:lnTo>
                  <a:pt x="1429141" y="438150"/>
                </a:lnTo>
                <a:lnTo>
                  <a:pt x="1407671" y="438150"/>
                </a:lnTo>
                <a:lnTo>
                  <a:pt x="1386211" y="438150"/>
                </a:lnTo>
                <a:lnTo>
                  <a:pt x="1364752" y="438150"/>
                </a:lnTo>
                <a:lnTo>
                  <a:pt x="1343282" y="438150"/>
                </a:lnTo>
                <a:lnTo>
                  <a:pt x="1321822" y="438150"/>
                </a:lnTo>
                <a:lnTo>
                  <a:pt x="1300363" y="438150"/>
                </a:lnTo>
                <a:lnTo>
                  <a:pt x="1278893" y="438150"/>
                </a:lnTo>
                <a:lnTo>
                  <a:pt x="1257433" y="438150"/>
                </a:lnTo>
                <a:lnTo>
                  <a:pt x="1235974" y="438150"/>
                </a:lnTo>
                <a:lnTo>
                  <a:pt x="1214504" y="438150"/>
                </a:lnTo>
                <a:lnTo>
                  <a:pt x="1193044" y="438150"/>
                </a:lnTo>
                <a:lnTo>
                  <a:pt x="1171585" y="438150"/>
                </a:lnTo>
                <a:lnTo>
                  <a:pt x="1150115" y="438150"/>
                </a:lnTo>
                <a:lnTo>
                  <a:pt x="1128655" y="438150"/>
                </a:lnTo>
                <a:lnTo>
                  <a:pt x="1107196" y="438150"/>
                </a:lnTo>
                <a:lnTo>
                  <a:pt x="1085726" y="438150"/>
                </a:lnTo>
                <a:lnTo>
                  <a:pt x="1064266" y="438150"/>
                </a:lnTo>
                <a:lnTo>
                  <a:pt x="1042797" y="438150"/>
                </a:lnTo>
                <a:lnTo>
                  <a:pt x="1021337" y="438150"/>
                </a:lnTo>
                <a:lnTo>
                  <a:pt x="999877" y="438150"/>
                </a:lnTo>
                <a:lnTo>
                  <a:pt x="978408" y="438150"/>
                </a:lnTo>
                <a:lnTo>
                  <a:pt x="956948" y="438150"/>
                </a:lnTo>
                <a:lnTo>
                  <a:pt x="935488" y="438150"/>
                </a:lnTo>
                <a:lnTo>
                  <a:pt x="914019" y="438150"/>
                </a:lnTo>
                <a:lnTo>
                  <a:pt x="892559" y="438150"/>
                </a:lnTo>
                <a:lnTo>
                  <a:pt x="871099" y="438150"/>
                </a:lnTo>
                <a:lnTo>
                  <a:pt x="849630" y="438150"/>
                </a:lnTo>
                <a:lnTo>
                  <a:pt x="828170" y="438150"/>
                </a:lnTo>
                <a:lnTo>
                  <a:pt x="806710" y="438150"/>
                </a:lnTo>
                <a:lnTo>
                  <a:pt x="785241" y="438150"/>
                </a:lnTo>
                <a:lnTo>
                  <a:pt x="763781" y="438150"/>
                </a:lnTo>
                <a:lnTo>
                  <a:pt x="742321" y="438150"/>
                </a:lnTo>
                <a:lnTo>
                  <a:pt x="720852" y="438150"/>
                </a:lnTo>
                <a:lnTo>
                  <a:pt x="699392" y="438150"/>
                </a:lnTo>
                <a:lnTo>
                  <a:pt x="677932" y="438150"/>
                </a:lnTo>
                <a:lnTo>
                  <a:pt x="656463" y="438150"/>
                </a:lnTo>
                <a:lnTo>
                  <a:pt x="635003" y="438150"/>
                </a:lnTo>
                <a:lnTo>
                  <a:pt x="613543" y="438150"/>
                </a:lnTo>
                <a:lnTo>
                  <a:pt x="592074" y="438150"/>
                </a:lnTo>
                <a:lnTo>
                  <a:pt x="570614" y="438150"/>
                </a:lnTo>
                <a:lnTo>
                  <a:pt x="549154" y="438150"/>
                </a:lnTo>
                <a:lnTo>
                  <a:pt x="527685" y="438150"/>
                </a:lnTo>
                <a:lnTo>
                  <a:pt x="506225" y="438150"/>
                </a:lnTo>
                <a:lnTo>
                  <a:pt x="484765" y="438150"/>
                </a:lnTo>
                <a:lnTo>
                  <a:pt x="463296" y="438150"/>
                </a:lnTo>
                <a:lnTo>
                  <a:pt x="441836" y="438150"/>
                </a:lnTo>
                <a:lnTo>
                  <a:pt x="420376" y="438150"/>
                </a:lnTo>
                <a:lnTo>
                  <a:pt x="398907" y="438150"/>
                </a:lnTo>
                <a:lnTo>
                  <a:pt x="377447" y="438150"/>
                </a:lnTo>
                <a:lnTo>
                  <a:pt x="355987" y="438150"/>
                </a:lnTo>
                <a:lnTo>
                  <a:pt x="334518" y="438150"/>
                </a:lnTo>
                <a:lnTo>
                  <a:pt x="313058" y="438150"/>
                </a:lnTo>
                <a:lnTo>
                  <a:pt x="291598" y="438150"/>
                </a:lnTo>
                <a:lnTo>
                  <a:pt x="270129" y="438150"/>
                </a:lnTo>
                <a:lnTo>
                  <a:pt x="248669" y="438150"/>
                </a:lnTo>
                <a:lnTo>
                  <a:pt x="227209" y="438150"/>
                </a:lnTo>
                <a:lnTo>
                  <a:pt x="205740" y="438150"/>
                </a:lnTo>
                <a:lnTo>
                  <a:pt x="184280" y="438150"/>
                </a:lnTo>
                <a:lnTo>
                  <a:pt x="162820" y="438150"/>
                </a:lnTo>
                <a:lnTo>
                  <a:pt x="141351" y="438150"/>
                </a:lnTo>
                <a:lnTo>
                  <a:pt x="119891" y="438150"/>
                </a:lnTo>
                <a:lnTo>
                  <a:pt x="98431" y="438150"/>
                </a:lnTo>
                <a:lnTo>
                  <a:pt x="76962" y="438150"/>
                </a:lnTo>
                <a:lnTo>
                  <a:pt x="55502" y="438150"/>
                </a:lnTo>
                <a:lnTo>
                  <a:pt x="34042" y="438150"/>
                </a:lnTo>
                <a:lnTo>
                  <a:pt x="12573" y="438150"/>
                </a:lnTo>
                <a:lnTo>
                  <a:pt x="0" y="429263"/>
                </a:lnTo>
                <a:lnTo>
                  <a:pt x="0" y="407794"/>
                </a:lnTo>
                <a:lnTo>
                  <a:pt x="0" y="386334"/>
                </a:lnTo>
                <a:lnTo>
                  <a:pt x="0" y="364874"/>
                </a:lnTo>
                <a:lnTo>
                  <a:pt x="0" y="343405"/>
                </a:lnTo>
                <a:lnTo>
                  <a:pt x="0" y="321945"/>
                </a:lnTo>
                <a:lnTo>
                  <a:pt x="0" y="300485"/>
                </a:lnTo>
                <a:lnTo>
                  <a:pt x="0" y="279016"/>
                </a:lnTo>
                <a:lnTo>
                  <a:pt x="0" y="257556"/>
                </a:lnTo>
                <a:lnTo>
                  <a:pt x="0" y="236096"/>
                </a:lnTo>
                <a:lnTo>
                  <a:pt x="0" y="214627"/>
                </a:lnTo>
                <a:lnTo>
                  <a:pt x="0" y="193167"/>
                </a:lnTo>
                <a:lnTo>
                  <a:pt x="0" y="171707"/>
                </a:lnTo>
                <a:lnTo>
                  <a:pt x="0" y="150238"/>
                </a:lnTo>
                <a:lnTo>
                  <a:pt x="0" y="128778"/>
                </a:lnTo>
                <a:lnTo>
                  <a:pt x="0" y="107318"/>
                </a:lnTo>
                <a:lnTo>
                  <a:pt x="0" y="85849"/>
                </a:lnTo>
                <a:lnTo>
                  <a:pt x="0" y="64389"/>
                </a:lnTo>
                <a:lnTo>
                  <a:pt x="0" y="42929"/>
                </a:lnTo>
                <a:lnTo>
                  <a:pt x="0" y="21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79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factor-guide-5-0">
            <a:extLst xmlns:a="http://schemas.openxmlformats.org/drawingml/2006/main">
              <a:ext uri="{FF2B5EF4-FFF2-40B4-BE49-F238E27FC236}">
                <a16:creationId xmlns:a16="http://schemas.microsoft.com/office/drawing/2014/main" id="{3BFE7C8A-B25F-41E9-9468-E5174D9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444817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65" name="factor-arrow-5-0">
            <a:extLst xmlns:a="http://schemas.openxmlformats.org/drawingml/2006/main">
              <a:ext uri="{FF2B5EF4-FFF2-40B4-BE49-F238E27FC236}">
                <a16:creationId xmlns:a16="http://schemas.microsoft.com/office/drawing/2014/main" id="{A0C75DB1-8BFE-4579-9F46-B68A635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41026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factor-guide-5-1">
            <a:extLst xmlns:a="http://schemas.openxmlformats.org/drawingml/2006/main">
              <a:ext uri="{FF2B5EF4-FFF2-40B4-BE49-F238E27FC236}">
                <a16:creationId xmlns:a16="http://schemas.microsoft.com/office/drawing/2014/main" id="{FE401BF9-6249-40BB-9D47-58FB8FF1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48196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67" name="factor-arrow-5-1">
            <a:extLst xmlns:a="http://schemas.openxmlformats.org/drawingml/2006/main">
              <a:ext uri="{FF2B5EF4-FFF2-40B4-BE49-F238E27FC236}">
                <a16:creationId xmlns:a16="http://schemas.microsoft.com/office/drawing/2014/main" id="{85057EE1-1C1D-4312-B737-7D3045E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781741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factor-guide-5-2">
            <a:extLst xmlns:a="http://schemas.openxmlformats.org/drawingml/2006/main">
              <a:ext uri="{FF2B5EF4-FFF2-40B4-BE49-F238E27FC236}">
                <a16:creationId xmlns:a16="http://schemas.microsoft.com/office/drawing/2014/main" id="{13625CA1-ADE4-4691-AC1C-0FD845AC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51911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392A7"/>
            </a:solidFill>
            <a:prstDash val="dash"/>
          </a:ln>
        </p:spPr>
      </p:sp>
      <p:sp>
        <p:nvSpPr>
          <p:cNvPr id="69" name="factor-arrow-5-2">
            <a:extLst xmlns:a="http://schemas.openxmlformats.org/drawingml/2006/main">
              <a:ext uri="{FF2B5EF4-FFF2-40B4-BE49-F238E27FC236}">
                <a16:creationId xmlns:a16="http://schemas.microsoft.com/office/drawing/2014/main" id="{66AFA828-0214-491C-97F9-2D4CE0AB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153216"/>
            <a:ext cx="76200" cy="75819"/>
          </a:xfrm>
          <a:custGeom xmlns:a="http://schemas.openxmlformats.org/drawingml/2006/main">
            <a:pathLst>
              <a:path w="76200" h="75819">
                <a:moveTo>
                  <a:pt x="0" y="37910"/>
                </a:moveTo>
                <a:lnTo>
                  <a:pt x="6896" y="34461"/>
                </a:lnTo>
                <a:lnTo>
                  <a:pt x="13783" y="31013"/>
                </a:lnTo>
                <a:lnTo>
                  <a:pt x="20679" y="27565"/>
                </a:lnTo>
                <a:lnTo>
                  <a:pt x="27565" y="24127"/>
                </a:lnTo>
                <a:lnTo>
                  <a:pt x="34461" y="20679"/>
                </a:lnTo>
                <a:lnTo>
                  <a:pt x="41358" y="17231"/>
                </a:lnTo>
                <a:lnTo>
                  <a:pt x="48244" y="13783"/>
                </a:lnTo>
                <a:lnTo>
                  <a:pt x="55140" y="10335"/>
                </a:lnTo>
                <a:lnTo>
                  <a:pt x="62027" y="6896"/>
                </a:lnTo>
                <a:lnTo>
                  <a:pt x="68923" y="3448"/>
                </a:lnTo>
                <a:lnTo>
                  <a:pt x="75819" y="0"/>
                </a:lnTo>
                <a:lnTo>
                  <a:pt x="76200" y="7087"/>
                </a:lnTo>
                <a:lnTo>
                  <a:pt x="76200" y="14792"/>
                </a:lnTo>
                <a:lnTo>
                  <a:pt x="76200" y="22498"/>
                </a:lnTo>
                <a:lnTo>
                  <a:pt x="76200" y="30204"/>
                </a:lnTo>
                <a:lnTo>
                  <a:pt x="76200" y="37910"/>
                </a:lnTo>
                <a:lnTo>
                  <a:pt x="76200" y="45615"/>
                </a:lnTo>
                <a:lnTo>
                  <a:pt x="76200" y="53321"/>
                </a:lnTo>
                <a:lnTo>
                  <a:pt x="76200" y="61027"/>
                </a:lnTo>
                <a:lnTo>
                  <a:pt x="76200" y="68732"/>
                </a:lnTo>
                <a:lnTo>
                  <a:pt x="75819" y="75819"/>
                </a:lnTo>
                <a:lnTo>
                  <a:pt x="68923" y="72371"/>
                </a:lnTo>
                <a:lnTo>
                  <a:pt x="62027" y="68923"/>
                </a:lnTo>
                <a:lnTo>
                  <a:pt x="55140" y="65475"/>
                </a:lnTo>
                <a:lnTo>
                  <a:pt x="48244" y="62027"/>
                </a:lnTo>
                <a:lnTo>
                  <a:pt x="41358" y="58588"/>
                </a:lnTo>
                <a:lnTo>
                  <a:pt x="34461" y="55140"/>
                </a:lnTo>
                <a:lnTo>
                  <a:pt x="27565" y="51692"/>
                </a:lnTo>
                <a:lnTo>
                  <a:pt x="20679" y="48244"/>
                </a:lnTo>
                <a:lnTo>
                  <a:pt x="13783" y="44796"/>
                </a:lnTo>
                <a:lnTo>
                  <a:pt x="6896" y="41358"/>
                </a:lnTo>
                <a:lnTo>
                  <a:pt x="0" y="37910"/>
                </a:lnTo>
                <a:close/>
              </a:path>
            </a:pathLst>
          </a:custGeom>
          <a:solidFill xmlns:a="http://schemas.openxmlformats.org/drawingml/2006/main">
            <a:srgbClr val="5D6E8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0" name="cause-index-5">
            <a:extLst xmlns:a="http://schemas.openxmlformats.org/drawingml/2006/main">
              <a:ext uri="{FF2B5EF4-FFF2-40B4-BE49-F238E27FC236}">
                <a16:creationId xmlns:a16="http://schemas.microsoft.com/office/drawing/2014/main" id="{6F24DD33-0552-46BC-8D02-0982B6E2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05F9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1" name="cause-title-5">
            <a:extLst xmlns:a="http://schemas.openxmlformats.org/drawingml/2006/main">
              <a:ext uri="{FF2B5EF4-FFF2-40B4-BE49-F238E27FC236}">
                <a16:creationId xmlns:a16="http://schemas.microsoft.com/office/drawing/2014/main" id="{C07CD6E1-4AAD-4973-89A8-4124F1D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5653088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外部依赖</a:t>
            </a:r>
          </a:p>
        </p:txBody>
      </p:sp>
      <p:sp>
        <p:nvSpPr>
          <p:cNvPr id="72" name="cause-body-5">
            <a:extLst xmlns:a="http://schemas.openxmlformats.org/drawingml/2006/main">
              <a:ext uri="{FF2B5EF4-FFF2-40B4-BE49-F238E27FC236}">
                <a16:creationId xmlns:a16="http://schemas.microsoft.com/office/drawing/2014/main" id="{97DDB92F-19E3-410A-B9B1-7D1FFE81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086225"/>
            <a:ext cx="198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E5D73"/>
                </a:solidFill>
                <a:latin typeface="Microsoft YaHei"/>
                <a:ea typeface="Microsoft YaHei"/>
                <a:cs typeface="Microsoft YaHei"/>
              </a:rPr>
              <a:t>供应交付延迟审批周期过长政策要求变化</a:t>
            </a:r>
          </a:p>
        </p:txBody>
      </p:sp>
      <p:sp>
        <p:nvSpPr>
          <p:cNvPr id="73" name="effect-label">
            <a:extLst xmlns:a="http://schemas.openxmlformats.org/drawingml/2006/main">
              <a:ext uri="{FF2B5EF4-FFF2-40B4-BE49-F238E27FC236}">
                <a16:creationId xmlns:a16="http://schemas.microsoft.com/office/drawing/2014/main" id="{FAC011F6-89B7-41F9-BE7C-4882275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362325"/>
            <a:ext cx="885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8D7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C8D7FA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74" name="effect-title">
            <a:extLst xmlns:a="http://schemas.openxmlformats.org/drawingml/2006/main">
              <a:ext uri="{FF2B5EF4-FFF2-40B4-BE49-F238E27FC236}">
                <a16:creationId xmlns:a16="http://schemas.microsoft.com/office/drawing/2014/main" id="{1B3D0B4B-AF62-44EF-8A43-E92FFC1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657600"/>
            <a:ext cx="857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75" name="effect-body">
            <a:extLst xmlns:a="http://schemas.openxmlformats.org/drawingml/2006/main">
              <a:ext uri="{FF2B5EF4-FFF2-40B4-BE49-F238E27FC236}">
                <a16:creationId xmlns:a16="http://schemas.microsoft.com/office/drawing/2014/main" id="{2AB8B178-8D05-4772-87CB-51AA621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486275"/>
            <a:ext cx="8572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42554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2026-08-18T18:43:26.2150000Z</dcterms:created>
  <dcterms:modified xsi:type="dcterms:W3CDTF">2026-08-18T18:43:26.2150000Z</dcterms:modified>
</coreProperties>
</file>