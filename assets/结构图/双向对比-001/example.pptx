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6b61fe812d4c03" /><Relationship Type="http://schemas.openxmlformats.org/officeDocument/2006/relationships/extended-properties" Target="/docProps/app.xml" Id="R468bfd93e5824e60" /><Relationship Type="http://schemas.openxmlformats.org/officeDocument/2006/relationships/officeDocument" Target="/ppt/presentation.xml" Id="Rbe400ebaf15848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6255270a53496a"/>
  </p:sldMasterIdLst>
  <p:notesMasterIdLst>
    <p:notesMasterId xmlns:r="http://schemas.openxmlformats.org/officeDocument/2006/relationships" r:id="R03b6fac00d654111"/>
  </p:notesMasterIdLst>
  <p:sldIdLst>
    <p:sldId xmlns:r="http://schemas.openxmlformats.org/officeDocument/2006/relationships" id="256" r:id="R06ee1f97327240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48ac7c6c1a406b" /><Relationship Type="http://schemas.openxmlformats.org/officeDocument/2006/relationships/slideMaster" Target="/ppt/slideMasters/slideMaster1.xml" Id="Rac6255270a53496a" /><Relationship Type="http://schemas.openxmlformats.org/officeDocument/2006/relationships/notesMaster" Target="/ppt/notesMasters/notesMaster1.xml" Id="R03b6fac00d654111" /><Relationship Type="http://schemas.openxmlformats.org/officeDocument/2006/relationships/presProps" Target="/ppt/presProps.xml" Id="R6c7bb1d8ad6b4125" /><Relationship Type="http://schemas.openxmlformats.org/officeDocument/2006/relationships/tableStyles" Target="/ppt/tableStyles.xml" Id="R511f4834632e43a9" /><Relationship Type="http://schemas.openxmlformats.org/officeDocument/2006/relationships/slide" Target="/ppt/slides/slide1.xml" Id="R06ee1f97327240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14ac45a63944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aac75070d94a80" /><Relationship Type="http://schemas.openxmlformats.org/officeDocument/2006/relationships/notesMaster" Target="/ppt/notesMasters/notesMaster1.xml" Id="Rb563fe397cde41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410ab373d4c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90891db24e4de6" /><Relationship Type="http://schemas.openxmlformats.org/officeDocument/2006/relationships/slideLayout" Target="/ppt/slideLayouts/slideLayout1.xml" Id="R58dba4db48cd49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dba4db48cd49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8fc5891f84562" /><Relationship Type="http://schemas.openxmlformats.org/officeDocument/2006/relationships/notesSlide" Target="/ppt/notesSlides/notesSlide1.xml" Id="R35cd4110369a41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comparison-stage-outer">
            <a:extLst xmlns:a="http://schemas.openxmlformats.org/drawingml/2006/main">
              <a:ext uri="{FF2B5EF4-FFF2-40B4-BE49-F238E27FC236}">
                <a16:creationId xmlns:a16="http://schemas.microsoft.com/office/drawing/2014/main" id="{C49DEF0C-B4B7-4056-B7F9-BDC5BA28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" y="5476875"/>
            <a:ext cx="109156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C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mparison-stage-inner">
            <a:extLst xmlns:a="http://schemas.openxmlformats.org/drawingml/2006/main">
              <a:ext uri="{FF2B5EF4-FFF2-40B4-BE49-F238E27FC236}">
                <a16:creationId xmlns:a16="http://schemas.microsoft.com/office/drawing/2014/main" id="{BDA2A361-785A-44D7-86F0-C9EED9F5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5562600"/>
            <a:ext cx="102870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mparison-shadow-0">
            <a:extLst xmlns:a="http://schemas.openxmlformats.org/drawingml/2006/main">
              <a:ext uri="{FF2B5EF4-FFF2-40B4-BE49-F238E27FC236}">
                <a16:creationId xmlns:a16="http://schemas.microsoft.com/office/drawing/2014/main" id="{AA075FA0-B0E7-464D-B2F2-6A04E29E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" y="1943100"/>
            <a:ext cx="4381500" cy="3790950"/>
          </a:xfrm>
          <a:prstGeom xmlns:a="http://schemas.openxmlformats.org/drawingml/2006/main" prst="roundRect">
            <a:avLst>
              <a:gd name="adj" fmla="val 3015"/>
            </a:avLst>
          </a:prstGeom>
          <a:solidFill xmlns:a="http://schemas.openxmlformats.org/drawingml/2006/main">
            <a:srgbClr val="DBE5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mparison-surface-0">
            <a:extLst xmlns:a="http://schemas.openxmlformats.org/drawingml/2006/main">
              <a:ext uri="{FF2B5EF4-FFF2-40B4-BE49-F238E27FC236}">
                <a16:creationId xmlns:a16="http://schemas.microsoft.com/office/drawing/2014/main" id="{EEAA09CB-AC6C-4EC8-AC6F-2C3C9028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1809750"/>
            <a:ext cx="4572000" cy="3810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comparison-cap-0">
            <a:extLst xmlns:a="http://schemas.openxmlformats.org/drawingml/2006/main">
              <a:ext uri="{FF2B5EF4-FFF2-40B4-BE49-F238E27FC236}">
                <a16:creationId xmlns:a16="http://schemas.microsoft.com/office/drawing/2014/main" id="{FCF93A2A-09CD-4829-A38B-5221326B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4375" y="1809750"/>
            <a:ext cx="45720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7784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mparison-title-0">
            <a:extLst xmlns:a="http://schemas.openxmlformats.org/drawingml/2006/main">
              <a:ext uri="{FF2B5EF4-FFF2-40B4-BE49-F238E27FC236}">
                <a16:creationId xmlns:a16="http://schemas.microsoft.com/office/drawing/2014/main" id="{85EFF51B-A8FE-43ED-B619-B49315E4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4425" y="1933575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传统工作方式</a:t>
            </a:r>
          </a:p>
        </p:txBody>
      </p:sp>
      <p:sp>
        <p:nvSpPr>
          <p:cNvPr id="7" name="comparison-row-0-0">
            <a:extLst xmlns:a="http://schemas.openxmlformats.org/drawingml/2006/main">
              <a:ext uri="{FF2B5EF4-FFF2-40B4-BE49-F238E27FC236}">
                <a16:creationId xmlns:a16="http://schemas.microsoft.com/office/drawing/2014/main" id="{C8F11668-5A16-462F-8F64-BBA5F276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" y="2776538"/>
            <a:ext cx="3924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9525">
            <a:solidFill>
              <a:srgbClr val="D4DAE1"/>
            </a:solidFill>
            <a:prstDash val="solid"/>
          </a:ln>
        </p:spPr>
      </p:sp>
      <p:sp>
        <p:nvSpPr>
          <p:cNvPr id="8" name="comparison-marker-0-0">
            <a:extLst xmlns:a="http://schemas.openxmlformats.org/drawingml/2006/main">
              <a:ext uri="{FF2B5EF4-FFF2-40B4-BE49-F238E27FC236}">
                <a16:creationId xmlns:a16="http://schemas.microsoft.com/office/drawing/2014/main" id="{4B9DC69C-781F-4354-B7F7-F59BF52F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2862263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773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mparison-symbol-0-0">
            <a:extLst xmlns:a="http://schemas.openxmlformats.org/drawingml/2006/main">
              <a:ext uri="{FF2B5EF4-FFF2-40B4-BE49-F238E27FC236}">
                <a16:creationId xmlns:a16="http://schemas.microsoft.com/office/drawing/2014/main" id="{EAD9D3DF-A748-4B4F-990A-472A1A84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2862263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0" name="comparison-row-text-0-0">
            <a:extLst xmlns:a="http://schemas.openxmlformats.org/drawingml/2006/main">
              <a:ext uri="{FF2B5EF4-FFF2-40B4-BE49-F238E27FC236}">
                <a16:creationId xmlns:a16="http://schemas.microsoft.com/office/drawing/2014/main" id="{C928C18B-A041-4E4B-8A6D-439A7FB5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2786063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rPr>
              <a:t>每页重新设计</a:t>
            </a:r>
          </a:p>
        </p:txBody>
      </p:sp>
      <p:sp>
        <p:nvSpPr>
          <p:cNvPr id="11" name="comparison-row-0-1">
            <a:extLst xmlns:a="http://schemas.openxmlformats.org/drawingml/2006/main">
              <a:ext uri="{FF2B5EF4-FFF2-40B4-BE49-F238E27FC236}">
                <a16:creationId xmlns:a16="http://schemas.microsoft.com/office/drawing/2014/main" id="{2BD0B925-C8A5-4AC7-8D12-58F2A11F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" y="3471863"/>
            <a:ext cx="3924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9525">
            <a:solidFill>
              <a:srgbClr val="D4DAE1"/>
            </a:solidFill>
            <a:prstDash val="solid"/>
          </a:ln>
        </p:spPr>
      </p:sp>
      <p:sp>
        <p:nvSpPr>
          <p:cNvPr id="12" name="comparison-marker-0-1">
            <a:extLst xmlns:a="http://schemas.openxmlformats.org/drawingml/2006/main">
              <a:ext uri="{FF2B5EF4-FFF2-40B4-BE49-F238E27FC236}">
                <a16:creationId xmlns:a16="http://schemas.microsoft.com/office/drawing/2014/main" id="{BFEE55FB-E32D-4E7C-B790-AFFA9B8C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3557588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773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mparison-symbol-0-1">
            <a:extLst xmlns:a="http://schemas.openxmlformats.org/drawingml/2006/main">
              <a:ext uri="{FF2B5EF4-FFF2-40B4-BE49-F238E27FC236}">
                <a16:creationId xmlns:a16="http://schemas.microsoft.com/office/drawing/2014/main" id="{303CF927-E728-4E1C-B50F-06FDFD17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3557588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4" name="comparison-row-text-0-1">
            <a:extLst xmlns:a="http://schemas.openxmlformats.org/drawingml/2006/main">
              <a:ext uri="{FF2B5EF4-FFF2-40B4-BE49-F238E27FC236}">
                <a16:creationId xmlns:a16="http://schemas.microsoft.com/office/drawing/2014/main" id="{8F6D2B37-71A4-487F-90D0-6A0F9D5B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3481388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rPr>
              <a:t>规范依赖记忆</a:t>
            </a:r>
          </a:p>
        </p:txBody>
      </p:sp>
      <p:sp>
        <p:nvSpPr>
          <p:cNvPr id="15" name="comparison-row-0-2">
            <a:extLst xmlns:a="http://schemas.openxmlformats.org/drawingml/2006/main">
              <a:ext uri="{FF2B5EF4-FFF2-40B4-BE49-F238E27FC236}">
                <a16:creationId xmlns:a16="http://schemas.microsoft.com/office/drawing/2014/main" id="{D0EC42C8-569A-4773-B267-32836316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" y="4167188"/>
            <a:ext cx="3924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9525">
            <a:solidFill>
              <a:srgbClr val="D4DAE1"/>
            </a:solidFill>
            <a:prstDash val="solid"/>
          </a:ln>
        </p:spPr>
      </p:sp>
      <p:sp>
        <p:nvSpPr>
          <p:cNvPr id="16" name="comparison-marker-0-2">
            <a:extLst xmlns:a="http://schemas.openxmlformats.org/drawingml/2006/main">
              <a:ext uri="{FF2B5EF4-FFF2-40B4-BE49-F238E27FC236}">
                <a16:creationId xmlns:a16="http://schemas.microsoft.com/office/drawing/2014/main" id="{AF696CB9-12D5-4440-B2E7-5E0E06D7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4252913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773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mparison-symbol-0-2">
            <a:extLst xmlns:a="http://schemas.openxmlformats.org/drawingml/2006/main">
              <a:ext uri="{FF2B5EF4-FFF2-40B4-BE49-F238E27FC236}">
                <a16:creationId xmlns:a16="http://schemas.microsoft.com/office/drawing/2014/main" id="{2CAA02D2-940C-4BB7-9C6F-B834429D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4252913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8" name="comparison-row-text-0-2">
            <a:extLst xmlns:a="http://schemas.openxmlformats.org/drawingml/2006/main">
              <a:ext uri="{FF2B5EF4-FFF2-40B4-BE49-F238E27FC236}">
                <a16:creationId xmlns:a16="http://schemas.microsoft.com/office/drawing/2014/main" id="{DA5A6B3C-E31A-4A50-8B97-7788CDAB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4176713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rPr>
              <a:t>稿件反复压缩</a:t>
            </a:r>
          </a:p>
        </p:txBody>
      </p:sp>
      <p:sp>
        <p:nvSpPr>
          <p:cNvPr id="19" name="comparison-row-0-3">
            <a:extLst xmlns:a="http://schemas.openxmlformats.org/drawingml/2006/main">
              <a:ext uri="{FF2B5EF4-FFF2-40B4-BE49-F238E27FC236}">
                <a16:creationId xmlns:a16="http://schemas.microsoft.com/office/drawing/2014/main" id="{176057C2-C5FA-4A8B-9EDA-1C4A9B14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8225" y="4862513"/>
            <a:ext cx="3924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9525">
            <a:solidFill>
              <a:srgbClr val="D4DAE1"/>
            </a:solidFill>
            <a:prstDash val="solid"/>
          </a:ln>
        </p:spPr>
      </p:sp>
      <p:sp>
        <p:nvSpPr>
          <p:cNvPr id="20" name="comparison-marker-0-3">
            <a:extLst xmlns:a="http://schemas.openxmlformats.org/drawingml/2006/main">
              <a:ext uri="{FF2B5EF4-FFF2-40B4-BE49-F238E27FC236}">
                <a16:creationId xmlns:a16="http://schemas.microsoft.com/office/drawing/2014/main" id="{1D0A3041-48AA-4E45-A985-A47C2876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4948238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773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mparison-symbol-0-3">
            <a:extLst xmlns:a="http://schemas.openxmlformats.org/drawingml/2006/main">
              <a:ext uri="{FF2B5EF4-FFF2-40B4-BE49-F238E27FC236}">
                <a16:creationId xmlns:a16="http://schemas.microsoft.com/office/drawing/2014/main" id="{6CAEFE6C-F0AD-4377-A6C1-EDBD70BD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95800" y="4948238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2" name="comparison-row-text-0-3">
            <a:extLst xmlns:a="http://schemas.openxmlformats.org/drawingml/2006/main">
              <a:ext uri="{FF2B5EF4-FFF2-40B4-BE49-F238E27FC236}">
                <a16:creationId xmlns:a16="http://schemas.microsoft.com/office/drawing/2014/main" id="{3049BBFE-D5CB-4DEB-AA4A-97F981A5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4872038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rPr>
              <a:t>质量波动明显</a:t>
            </a:r>
          </a:p>
        </p:txBody>
      </p:sp>
      <p:sp>
        <p:nvSpPr>
          <p:cNvPr id="23" name="comparison-shadow-1">
            <a:extLst xmlns:a="http://schemas.openxmlformats.org/drawingml/2006/main">
              <a:ext uri="{FF2B5EF4-FFF2-40B4-BE49-F238E27FC236}">
                <a16:creationId xmlns:a16="http://schemas.microsoft.com/office/drawing/2014/main" id="{C92B0E41-09C5-42BF-83AA-0705CE22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0875" y="1943100"/>
            <a:ext cx="4381500" cy="3790950"/>
          </a:xfrm>
          <a:prstGeom xmlns:a="http://schemas.openxmlformats.org/drawingml/2006/main" prst="roundRect">
            <a:avLst>
              <a:gd name="adj" fmla="val 3015"/>
            </a:avLst>
          </a:prstGeom>
          <a:solidFill xmlns:a="http://schemas.openxmlformats.org/drawingml/2006/main">
            <a:srgbClr val="DBE5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mparison-surface-1">
            <a:extLst xmlns:a="http://schemas.openxmlformats.org/drawingml/2006/main">
              <a:ext uri="{FF2B5EF4-FFF2-40B4-BE49-F238E27FC236}">
                <a16:creationId xmlns:a16="http://schemas.microsoft.com/office/drawing/2014/main" id="{91FA9C10-F396-46A4-92D5-657B8335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1809750"/>
            <a:ext cx="4572000" cy="3810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6E0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comparison-cap-1">
            <a:extLst xmlns:a="http://schemas.openxmlformats.org/drawingml/2006/main">
              <a:ext uri="{FF2B5EF4-FFF2-40B4-BE49-F238E27FC236}">
                <a16:creationId xmlns:a16="http://schemas.microsoft.com/office/drawing/2014/main" id="{ED325F95-C345-4F48-A782-C46AD260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1809750"/>
            <a:ext cx="45720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67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omparison-title-1">
            <a:extLst xmlns:a="http://schemas.openxmlformats.org/drawingml/2006/main">
              <a:ext uri="{FF2B5EF4-FFF2-40B4-BE49-F238E27FC236}">
                <a16:creationId xmlns:a16="http://schemas.microsoft.com/office/drawing/2014/main" id="{C5387185-4C87-45ED-A36B-A750859A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5675" y="1933575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受控生成系统</a:t>
            </a:r>
          </a:p>
        </p:txBody>
      </p:sp>
      <p:sp>
        <p:nvSpPr>
          <p:cNvPr id="27" name="comparison-row-1-0">
            <a:extLst xmlns:a="http://schemas.openxmlformats.org/drawingml/2006/main">
              <a:ext uri="{FF2B5EF4-FFF2-40B4-BE49-F238E27FC236}">
                <a16:creationId xmlns:a16="http://schemas.microsoft.com/office/drawing/2014/main" id="{8B8418CC-E719-43A5-9FE8-4B7DA670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29475" y="2776538"/>
            <a:ext cx="3924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9525">
            <a:solidFill>
              <a:srgbClr val="C7DFF7"/>
            </a:solidFill>
            <a:prstDash val="solid"/>
          </a:ln>
        </p:spPr>
      </p:sp>
      <p:sp>
        <p:nvSpPr>
          <p:cNvPr id="28" name="comparison-marker-1-0">
            <a:extLst xmlns:a="http://schemas.openxmlformats.org/drawingml/2006/main">
              <a:ext uri="{FF2B5EF4-FFF2-40B4-BE49-F238E27FC236}">
                <a16:creationId xmlns:a16="http://schemas.microsoft.com/office/drawing/2014/main" id="{874F1070-D4C5-4C40-AAA7-0A11FDE7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2862263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8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rison-symbol-1-0">
            <a:extLst xmlns:a="http://schemas.openxmlformats.org/drawingml/2006/main">
              <a:ext uri="{FF2B5EF4-FFF2-40B4-BE49-F238E27FC236}">
                <a16:creationId xmlns:a16="http://schemas.microsoft.com/office/drawing/2014/main" id="{076E6577-F3CD-49ED-9936-5A470231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2862263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0" name="comparison-row-text-1-0">
            <a:extLst xmlns:a="http://schemas.openxmlformats.org/drawingml/2006/main">
              <a:ext uri="{FF2B5EF4-FFF2-40B4-BE49-F238E27FC236}">
                <a16:creationId xmlns:a16="http://schemas.microsoft.com/office/drawing/2014/main" id="{478DF295-5DA4-4362-9271-586D1E1E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29550" y="2786063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rPr>
              <a:t>复用成熟结构</a:t>
            </a:r>
          </a:p>
        </p:txBody>
      </p:sp>
      <p:sp>
        <p:nvSpPr>
          <p:cNvPr id="31" name="comparison-row-1-1">
            <a:extLst xmlns:a="http://schemas.openxmlformats.org/drawingml/2006/main">
              <a:ext uri="{FF2B5EF4-FFF2-40B4-BE49-F238E27FC236}">
                <a16:creationId xmlns:a16="http://schemas.microsoft.com/office/drawing/2014/main" id="{6649C1D6-E272-48EC-A28E-6051B072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29475" y="3471863"/>
            <a:ext cx="3924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9525">
            <a:solidFill>
              <a:srgbClr val="C7DFF7"/>
            </a:solidFill>
            <a:prstDash val="solid"/>
          </a:ln>
        </p:spPr>
      </p:sp>
      <p:sp>
        <p:nvSpPr>
          <p:cNvPr id="32" name="comparison-marker-1-1">
            <a:extLst xmlns:a="http://schemas.openxmlformats.org/drawingml/2006/main">
              <a:ext uri="{FF2B5EF4-FFF2-40B4-BE49-F238E27FC236}">
                <a16:creationId xmlns:a16="http://schemas.microsoft.com/office/drawing/2014/main" id="{615544CE-6175-49CB-A57F-4E85E11A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3557588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8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comparison-symbol-1-1">
            <a:extLst xmlns:a="http://schemas.openxmlformats.org/drawingml/2006/main">
              <a:ext uri="{FF2B5EF4-FFF2-40B4-BE49-F238E27FC236}">
                <a16:creationId xmlns:a16="http://schemas.microsoft.com/office/drawing/2014/main" id="{A082572C-DC94-489F-BAA2-EB8199A5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3557588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4" name="comparison-row-text-1-1">
            <a:extLst xmlns:a="http://schemas.openxmlformats.org/drawingml/2006/main">
              <a:ext uri="{FF2B5EF4-FFF2-40B4-BE49-F238E27FC236}">
                <a16:creationId xmlns:a16="http://schemas.microsoft.com/office/drawing/2014/main" id="{A814B85C-1CAE-4EF5-9CEF-A4E5653E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29550" y="3481388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rPr>
              <a:t>规则统一执行</a:t>
            </a:r>
          </a:p>
        </p:txBody>
      </p:sp>
      <p:sp>
        <p:nvSpPr>
          <p:cNvPr id="35" name="comparison-row-1-2">
            <a:extLst xmlns:a="http://schemas.openxmlformats.org/drawingml/2006/main">
              <a:ext uri="{FF2B5EF4-FFF2-40B4-BE49-F238E27FC236}">
                <a16:creationId xmlns:a16="http://schemas.microsoft.com/office/drawing/2014/main" id="{6E41D250-061F-4F82-ACF2-799FAC9B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29475" y="4167188"/>
            <a:ext cx="3924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9525">
            <a:solidFill>
              <a:srgbClr val="C7DFF7"/>
            </a:solidFill>
            <a:prstDash val="solid"/>
          </a:ln>
        </p:spPr>
      </p:sp>
      <p:sp>
        <p:nvSpPr>
          <p:cNvPr id="36" name="comparison-marker-1-2">
            <a:extLst xmlns:a="http://schemas.openxmlformats.org/drawingml/2006/main">
              <a:ext uri="{FF2B5EF4-FFF2-40B4-BE49-F238E27FC236}">
                <a16:creationId xmlns:a16="http://schemas.microsoft.com/office/drawing/2014/main" id="{B6AC5C7A-8614-4ED0-B89F-B7DEDFDD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4252913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8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rison-symbol-1-2">
            <a:extLst xmlns:a="http://schemas.openxmlformats.org/drawingml/2006/main">
              <a:ext uri="{FF2B5EF4-FFF2-40B4-BE49-F238E27FC236}">
                <a16:creationId xmlns:a16="http://schemas.microsoft.com/office/drawing/2014/main" id="{8B096566-DE96-4D20-A6E0-E9065850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4252913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8" name="comparison-row-text-1-2">
            <a:extLst xmlns:a="http://schemas.openxmlformats.org/drawingml/2006/main">
              <a:ext uri="{FF2B5EF4-FFF2-40B4-BE49-F238E27FC236}">
                <a16:creationId xmlns:a16="http://schemas.microsoft.com/office/drawing/2014/main" id="{EC08188A-4E40-4D21-9164-D510AE64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29550" y="4176713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rPr>
              <a:t>容量提前判断</a:t>
            </a:r>
          </a:p>
        </p:txBody>
      </p:sp>
      <p:sp>
        <p:nvSpPr>
          <p:cNvPr id="39" name="comparison-row-1-3">
            <a:extLst xmlns:a="http://schemas.openxmlformats.org/drawingml/2006/main">
              <a:ext uri="{FF2B5EF4-FFF2-40B4-BE49-F238E27FC236}">
                <a16:creationId xmlns:a16="http://schemas.microsoft.com/office/drawing/2014/main" id="{A995296A-D6B6-4056-9DD5-9D13D8BE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29475" y="4862513"/>
            <a:ext cx="3924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9525">
            <a:solidFill>
              <a:srgbClr val="C7DFF7"/>
            </a:solidFill>
            <a:prstDash val="solid"/>
          </a:ln>
        </p:spPr>
      </p:sp>
      <p:sp>
        <p:nvSpPr>
          <p:cNvPr id="40" name="comparison-marker-1-3">
            <a:extLst xmlns:a="http://schemas.openxmlformats.org/drawingml/2006/main">
              <a:ext uri="{FF2B5EF4-FFF2-40B4-BE49-F238E27FC236}">
                <a16:creationId xmlns:a16="http://schemas.microsoft.com/office/drawing/2014/main" id="{FB6FB80A-4F8F-4624-8E02-82E2E5D6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4948238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8B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comparison-symbol-1-3">
            <a:extLst xmlns:a="http://schemas.openxmlformats.org/drawingml/2006/main">
              <a:ext uri="{FF2B5EF4-FFF2-40B4-BE49-F238E27FC236}">
                <a16:creationId xmlns:a16="http://schemas.microsoft.com/office/drawing/2014/main" id="{4BB70213-4958-474A-A2F5-D9796670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4948238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2" name="comparison-row-text-1-3">
            <a:extLst xmlns:a="http://schemas.openxmlformats.org/drawingml/2006/main">
              <a:ext uri="{FF2B5EF4-FFF2-40B4-BE49-F238E27FC236}">
                <a16:creationId xmlns:a16="http://schemas.microsoft.com/office/drawing/2014/main" id="{199CC4A6-BC2B-4318-9AED-EC4B93C5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29550" y="4872038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465462"/>
                </a:solidFill>
                <a:latin typeface="Microsoft YaHei"/>
                <a:ea typeface="Microsoft YaHei"/>
                <a:cs typeface="Microsoft YaHei"/>
              </a:rPr>
              <a:t>输出稳定可改</a:t>
            </a:r>
          </a:p>
        </p:txBody>
      </p:sp>
      <p:sp>
        <p:nvSpPr>
          <p:cNvPr id="43" name="comparison-knot-ring">
            <a:extLst xmlns:a="http://schemas.openxmlformats.org/drawingml/2006/main">
              <a:ext uri="{FF2B5EF4-FFF2-40B4-BE49-F238E27FC236}">
                <a16:creationId xmlns:a16="http://schemas.microsoft.com/office/drawing/2014/main" id="{E5F8389E-07AD-49E4-BE88-4364FDB0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76875" y="337185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EBFE1"/>
            </a:solidFill>
            <a:prstDash val="dash"/>
          </a:ln>
        </p:spPr>
      </p:sp>
      <p:sp>
        <p:nvSpPr>
          <p:cNvPr id="44" name="comparison-knot-halo">
            <a:extLst xmlns:a="http://schemas.openxmlformats.org/drawingml/2006/main">
              <a:ext uri="{FF2B5EF4-FFF2-40B4-BE49-F238E27FC236}">
                <a16:creationId xmlns:a16="http://schemas.microsoft.com/office/drawing/2014/main" id="{F15684EF-BA28-40A6-8C09-B047A532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3476625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F6FF"/>
          </a:solidFill>
          <a:ln xmlns:a="http://schemas.openxmlformats.org/drawingml/2006/main" w="9525">
            <a:solidFill>
              <a:srgbClr val="D4E5F6"/>
            </a:solidFill>
            <a:prstDash val="solid"/>
          </a:ln>
        </p:spPr>
      </p:sp>
      <p:sp>
        <p:nvSpPr>
          <p:cNvPr id="45" name="comparison-knot-core">
            <a:extLst xmlns:a="http://schemas.openxmlformats.org/drawingml/2006/main">
              <a:ext uri="{FF2B5EF4-FFF2-40B4-BE49-F238E27FC236}">
                <a16:creationId xmlns:a16="http://schemas.microsoft.com/office/drawing/2014/main" id="{2B6C000D-A6FC-4A6C-AC6D-E90D7BE5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425" y="35814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8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omparison-label">
            <a:extLst xmlns:a="http://schemas.openxmlformats.org/drawingml/2006/main">
              <a:ext uri="{FF2B5EF4-FFF2-40B4-BE49-F238E27FC236}">
                <a16:creationId xmlns:a16="http://schemas.microsoft.com/office/drawing/2014/main" id="{64CC46DC-8AEF-4E1C-B11C-F0CE66E8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86425" y="3581400"/>
            <a:ext cx="819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0325111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2026-08-17T12:47:46.6530000Z</dcterms:created>
  <dcterms:modified xsi:type="dcterms:W3CDTF">2026-08-17T12:47:46.6530000Z</dcterms:modified>
</coreProperties>
</file>