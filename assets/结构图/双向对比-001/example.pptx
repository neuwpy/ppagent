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657589bdfe4b1f" /><Relationship Type="http://schemas.openxmlformats.org/officeDocument/2006/relationships/extended-properties" Target="/docProps/app.xml" Id="Rdf696a2d1a734674" /><Relationship Type="http://schemas.openxmlformats.org/officeDocument/2006/relationships/officeDocument" Target="/ppt/presentation.xml" Id="R0ceb0457d47043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fb6c25c8b143dc"/>
  </p:sldMasterIdLst>
  <p:notesMasterIdLst>
    <p:notesMasterId xmlns:r="http://schemas.openxmlformats.org/officeDocument/2006/relationships" r:id="R48a36c652e3e4ef6"/>
  </p:notesMasterIdLst>
  <p:sldIdLst>
    <p:sldId xmlns:r="http://schemas.openxmlformats.org/officeDocument/2006/relationships" id="256" r:id="Rb11f8b3490c4453d"/>
    <p:sldId xmlns:r="http://schemas.openxmlformats.org/officeDocument/2006/relationships" id="257" r:id="Rfb019986d2284d72"/>
    <p:sldId xmlns:r="http://schemas.openxmlformats.org/officeDocument/2006/relationships" id="258" r:id="R4300050cc49a455e"/>
    <p:sldId xmlns:r="http://schemas.openxmlformats.org/officeDocument/2006/relationships" id="259" r:id="Rfb58143fd2fc467d"/>
    <p:sldId xmlns:r="http://schemas.openxmlformats.org/officeDocument/2006/relationships" id="260" r:id="Ra76ca56ff4f740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8e62ee2d37451f" /><Relationship Type="http://schemas.openxmlformats.org/officeDocument/2006/relationships/slideMaster" Target="/ppt/slideMasters/slideMaster1.xml" Id="R57fb6c25c8b143dc" /><Relationship Type="http://schemas.openxmlformats.org/officeDocument/2006/relationships/notesMaster" Target="/ppt/notesMasters/notesMaster1.xml" Id="R48a36c652e3e4ef6" /><Relationship Type="http://schemas.openxmlformats.org/officeDocument/2006/relationships/presProps" Target="/ppt/presProps.xml" Id="Rbc93859805c44a1a" /><Relationship Type="http://schemas.openxmlformats.org/officeDocument/2006/relationships/tableStyles" Target="/ppt/tableStyles.xml" Id="R13d0a1481306402f" /><Relationship Type="http://schemas.openxmlformats.org/officeDocument/2006/relationships/slide" Target="/ppt/slides/slide1.xml" Id="Rb11f8b3490c4453d" /><Relationship Type="http://schemas.openxmlformats.org/officeDocument/2006/relationships/slide" Target="/ppt/slides/slide2.xml" Id="Rfb019986d2284d72" /><Relationship Type="http://schemas.openxmlformats.org/officeDocument/2006/relationships/slide" Target="/ppt/slides/slide3.xml" Id="R4300050cc49a455e" /><Relationship Type="http://schemas.openxmlformats.org/officeDocument/2006/relationships/slide" Target="/ppt/slides/slide4.xml" Id="Rfb58143fd2fc467d" /><Relationship Type="http://schemas.openxmlformats.org/officeDocument/2006/relationships/slide" Target="/ppt/slides/slide5.xml" Id="Ra76ca56ff4f740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bb5791fc2345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bb5f4bc796463a" /><Relationship Type="http://schemas.openxmlformats.org/officeDocument/2006/relationships/notesMaster" Target="/ppt/notesMasters/notesMaster1.xml" Id="R0743ff9e25a24e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1ecc5fbc5c4df1" /><Relationship Type="http://schemas.openxmlformats.org/officeDocument/2006/relationships/notesMaster" Target="/ppt/notesMasters/notesMaster1.xml" Id="R4ed60067147c4d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8d17ec993b463b" /><Relationship Type="http://schemas.openxmlformats.org/officeDocument/2006/relationships/notesMaster" Target="/ppt/notesMasters/notesMaster1.xml" Id="R105bb20a003649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dc90da0fbf416e" /><Relationship Type="http://schemas.openxmlformats.org/officeDocument/2006/relationships/notesMaster" Target="/ppt/notesMasters/notesMaster1.xml" Id="Ra055cc532faf41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49b313f5754350" /><Relationship Type="http://schemas.openxmlformats.org/officeDocument/2006/relationships/notesMaster" Target="/ppt/notesMasters/notesMaster1.xml" Id="R31dfe3f170df49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bdc8f10d14b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d8ce973c774b52" /><Relationship Type="http://schemas.openxmlformats.org/officeDocument/2006/relationships/slideLayout" Target="/ppt/slideLayouts/slideLayout1.xml" Id="R0c2ddc00b7fa4a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2ddc00b7fa4a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a21057f6643e8" /><Relationship Type="http://schemas.openxmlformats.org/officeDocument/2006/relationships/notesSlide" Target="/ppt/notesSlides/notesSlide1.xml" Id="R630d5cfa8c1c49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5eb8476f942cf" /><Relationship Type="http://schemas.openxmlformats.org/officeDocument/2006/relationships/notesSlide" Target="/ppt/notesSlides/notesSlide2.xml" Id="R17c2106c7fe349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12fb14ef44c43" /><Relationship Type="http://schemas.openxmlformats.org/officeDocument/2006/relationships/notesSlide" Target="/ppt/notesSlides/notesSlide3.xml" Id="Rb791ef57917345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4ac9ac7c64103" /><Relationship Type="http://schemas.openxmlformats.org/officeDocument/2006/relationships/notesSlide" Target="/ppt/notesSlides/notesSlide4.xml" Id="Rc5a57411ceee47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ab35accbc41e2" /><Relationship Type="http://schemas.openxmlformats.org/officeDocument/2006/relationships/notesSlide" Target="/ppt/notesSlides/notesSlide5.xml" Id="Rab611fec3a4547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arison-floor-outer">
            <a:extLst xmlns:a="http://schemas.openxmlformats.org/drawingml/2006/main">
              <a:ext uri="{FF2B5EF4-FFF2-40B4-BE49-F238E27FC236}">
                <a16:creationId xmlns:a16="http://schemas.microsoft.com/office/drawing/2014/main" id="{9862F5AB-5F78-4472-8388-1858B904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753100"/>
            <a:ext cx="107251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AFD0"/>
            </a:solidFill>
            <a:prstDash val="dash"/>
          </a:ln>
        </p:spPr>
      </p:sp>
      <p:sp>
        <p:nvSpPr>
          <p:cNvPr id="2" name="comparison-floor-inner">
            <a:extLst xmlns:a="http://schemas.openxmlformats.org/drawingml/2006/main">
              <a:ext uri="{FF2B5EF4-FFF2-40B4-BE49-F238E27FC236}">
                <a16:creationId xmlns:a16="http://schemas.microsoft.com/office/drawing/2014/main" id="{BBB9EE04-48D5-4776-87FD-2178F858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819775"/>
            <a:ext cx="10191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FC7"/>
            </a:solidFill>
            <a:prstDash val="solid"/>
          </a:ln>
        </p:spPr>
      </p:sp>
      <p:sp>
        <p:nvSpPr>
          <p:cNvPr id="3" name="compare-left-card">
            <a:extLst xmlns:a="http://schemas.openxmlformats.org/drawingml/2006/main">
              <a:ext uri="{FF2B5EF4-FFF2-40B4-BE49-F238E27FC236}">
                <a16:creationId xmlns:a16="http://schemas.microsoft.com/office/drawing/2014/main" id="{40642961-CF05-45D2-93D4-C1CBB2DD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D6DCE3"/>
            </a:solidFill>
            <a:prstDash val="solid"/>
          </a:ln>
        </p:spPr>
      </p:sp>
      <p:sp>
        <p:nvSpPr>
          <p:cNvPr id="4" name="compare-left-heading">
            <a:extLst xmlns:a="http://schemas.openxmlformats.org/drawingml/2006/main">
              <a:ext uri="{FF2B5EF4-FFF2-40B4-BE49-F238E27FC236}">
                <a16:creationId xmlns:a16="http://schemas.microsoft.com/office/drawing/2014/main" id="{0FD167C8-F13A-41C3-AA0F-F21A6E69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27B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5" name="compare-left-item-0">
            <a:extLst xmlns:a="http://schemas.openxmlformats.org/drawingml/2006/main">
              <a:ext uri="{FF2B5EF4-FFF2-40B4-BE49-F238E27FC236}">
                <a16:creationId xmlns:a16="http://schemas.microsoft.com/office/drawing/2014/main" id="{AC1B64D5-6C0C-41DC-9036-CDF32F03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6" name="compare-right-card">
            <a:extLst xmlns:a="http://schemas.openxmlformats.org/drawingml/2006/main">
              <a:ext uri="{FF2B5EF4-FFF2-40B4-BE49-F238E27FC236}">
                <a16:creationId xmlns:a16="http://schemas.microsoft.com/office/drawing/2014/main" id="{D57785BC-17A9-4972-B148-8A8EC163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9D9FB"/>
            </a:solidFill>
            <a:prstDash val="solid"/>
          </a:ln>
        </p:spPr>
      </p:sp>
      <p:sp>
        <p:nvSpPr>
          <p:cNvPr id="7" name="compare-right-heading">
            <a:extLst xmlns:a="http://schemas.openxmlformats.org/drawingml/2006/main">
              <a:ext uri="{FF2B5EF4-FFF2-40B4-BE49-F238E27FC236}">
                <a16:creationId xmlns:a16="http://schemas.microsoft.com/office/drawing/2014/main" id="{C7F92069-C0FD-4D12-96DC-A1D0ADD0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682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8" name="compare-right-item-0">
            <a:extLst xmlns:a="http://schemas.openxmlformats.org/drawingml/2006/main">
              <a:ext uri="{FF2B5EF4-FFF2-40B4-BE49-F238E27FC236}">
                <a16:creationId xmlns:a16="http://schemas.microsoft.com/office/drawing/2014/main" id="{BDD35845-4B15-46E5-AC6B-105FD91D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9" name="comparison-center-orbit">
            <a:extLst xmlns:a="http://schemas.openxmlformats.org/drawingml/2006/main">
              <a:ext uri="{FF2B5EF4-FFF2-40B4-BE49-F238E27FC236}">
                <a16:creationId xmlns:a16="http://schemas.microsoft.com/office/drawing/2014/main" id="{0007C4FF-3D82-4C28-8E1C-C435688D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257550"/>
            <a:ext cx="12954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B8C7"/>
            </a:solidFill>
            <a:prstDash val="dash"/>
          </a:ln>
        </p:spPr>
      </p:sp>
      <p:sp>
        <p:nvSpPr>
          <p:cNvPr id="10" name="comparison-center">
            <a:extLst xmlns:a="http://schemas.openxmlformats.org/drawingml/2006/main">
              <a:ext uri="{FF2B5EF4-FFF2-40B4-BE49-F238E27FC236}">
                <a16:creationId xmlns:a16="http://schemas.microsoft.com/office/drawing/2014/main" id="{887D9EA8-2602-4401-A6D4-25A20473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34099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2D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97935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arison-floor-outer">
            <a:extLst xmlns:a="http://schemas.openxmlformats.org/drawingml/2006/main">
              <a:ext uri="{FF2B5EF4-FFF2-40B4-BE49-F238E27FC236}">
                <a16:creationId xmlns:a16="http://schemas.microsoft.com/office/drawing/2014/main" id="{48DBE5F8-4394-46C5-8380-9E906EA8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753100"/>
            <a:ext cx="107251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AFD0"/>
            </a:solidFill>
            <a:prstDash val="dash"/>
          </a:ln>
        </p:spPr>
      </p:sp>
      <p:sp>
        <p:nvSpPr>
          <p:cNvPr id="2" name="comparison-floor-inner">
            <a:extLst xmlns:a="http://schemas.openxmlformats.org/drawingml/2006/main">
              <a:ext uri="{FF2B5EF4-FFF2-40B4-BE49-F238E27FC236}">
                <a16:creationId xmlns:a16="http://schemas.microsoft.com/office/drawing/2014/main" id="{9D216B43-B1EC-4382-B41B-5EF7FB3F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819775"/>
            <a:ext cx="10191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FC7"/>
            </a:solidFill>
            <a:prstDash val="solid"/>
          </a:ln>
        </p:spPr>
      </p:sp>
      <p:sp>
        <p:nvSpPr>
          <p:cNvPr id="3" name="compare-left-card">
            <a:extLst xmlns:a="http://schemas.openxmlformats.org/drawingml/2006/main">
              <a:ext uri="{FF2B5EF4-FFF2-40B4-BE49-F238E27FC236}">
                <a16:creationId xmlns:a16="http://schemas.microsoft.com/office/drawing/2014/main" id="{D2925402-42F5-4B6A-805D-FC823B7B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D6DCE3"/>
            </a:solidFill>
            <a:prstDash val="solid"/>
          </a:ln>
        </p:spPr>
      </p:sp>
      <p:sp>
        <p:nvSpPr>
          <p:cNvPr id="4" name="compare-left-heading">
            <a:extLst xmlns:a="http://schemas.openxmlformats.org/drawingml/2006/main">
              <a:ext uri="{FF2B5EF4-FFF2-40B4-BE49-F238E27FC236}">
                <a16:creationId xmlns:a16="http://schemas.microsoft.com/office/drawing/2014/main" id="{DF80EE11-2FC2-4D07-80BB-39AE9454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27B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5" name="compare-left-item-0">
            <a:extLst xmlns:a="http://schemas.openxmlformats.org/drawingml/2006/main">
              <a:ext uri="{FF2B5EF4-FFF2-40B4-BE49-F238E27FC236}">
                <a16:creationId xmlns:a16="http://schemas.microsoft.com/office/drawing/2014/main" id="{A610BC99-685F-4E61-BE87-7E188478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4161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6" name="compare-left-item-1">
            <a:extLst xmlns:a="http://schemas.openxmlformats.org/drawingml/2006/main">
              <a:ext uri="{FF2B5EF4-FFF2-40B4-BE49-F238E27FC236}">
                <a16:creationId xmlns:a16="http://schemas.microsoft.com/office/drawing/2014/main" id="{AE130904-192E-4C5B-87B8-6CAD4B4A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45084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7" name="compare-right-card">
            <a:extLst xmlns:a="http://schemas.openxmlformats.org/drawingml/2006/main">
              <a:ext uri="{FF2B5EF4-FFF2-40B4-BE49-F238E27FC236}">
                <a16:creationId xmlns:a16="http://schemas.microsoft.com/office/drawing/2014/main" id="{B58A99EA-0D8F-430E-89A1-2EBEF408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9D9FB"/>
            </a:solidFill>
            <a:prstDash val="solid"/>
          </a:ln>
        </p:spPr>
      </p:sp>
      <p:sp>
        <p:nvSpPr>
          <p:cNvPr id="8" name="compare-right-heading">
            <a:extLst xmlns:a="http://schemas.openxmlformats.org/drawingml/2006/main">
              <a:ext uri="{FF2B5EF4-FFF2-40B4-BE49-F238E27FC236}">
                <a16:creationId xmlns:a16="http://schemas.microsoft.com/office/drawing/2014/main" id="{7A9CB098-F318-4EF9-800D-46F7DEC8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682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9" name="compare-right-item-0">
            <a:extLst xmlns:a="http://schemas.openxmlformats.org/drawingml/2006/main">
              <a:ext uri="{FF2B5EF4-FFF2-40B4-BE49-F238E27FC236}">
                <a16:creationId xmlns:a16="http://schemas.microsoft.com/office/drawing/2014/main" id="{3785F7A4-40F7-4A3A-9073-6F9291B9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4161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10" name="compare-right-item-1">
            <a:extLst xmlns:a="http://schemas.openxmlformats.org/drawingml/2006/main">
              <a:ext uri="{FF2B5EF4-FFF2-40B4-BE49-F238E27FC236}">
                <a16:creationId xmlns:a16="http://schemas.microsoft.com/office/drawing/2014/main" id="{0C9F485A-5B58-4116-BB17-3E9C8F0C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45084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11" name="comparison-center-orbit">
            <a:extLst xmlns:a="http://schemas.openxmlformats.org/drawingml/2006/main">
              <a:ext uri="{FF2B5EF4-FFF2-40B4-BE49-F238E27FC236}">
                <a16:creationId xmlns:a16="http://schemas.microsoft.com/office/drawing/2014/main" id="{6AA6228A-A24D-4D9A-84B5-E9251F18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257550"/>
            <a:ext cx="12954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B8C7"/>
            </a:solidFill>
            <a:prstDash val="dash"/>
          </a:ln>
        </p:spPr>
      </p:sp>
      <p:sp>
        <p:nvSpPr>
          <p:cNvPr id="12" name="comparison-center">
            <a:extLst xmlns:a="http://schemas.openxmlformats.org/drawingml/2006/main">
              <a:ext uri="{FF2B5EF4-FFF2-40B4-BE49-F238E27FC236}">
                <a16:creationId xmlns:a16="http://schemas.microsoft.com/office/drawing/2014/main" id="{4C0329F6-8FBC-4A31-8C31-459E951E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34099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2D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0984847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arison-floor-outer">
            <a:extLst xmlns:a="http://schemas.openxmlformats.org/drawingml/2006/main">
              <a:ext uri="{FF2B5EF4-FFF2-40B4-BE49-F238E27FC236}">
                <a16:creationId xmlns:a16="http://schemas.microsoft.com/office/drawing/2014/main" id="{AECF2972-D923-4A0E-B613-11F32105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753100"/>
            <a:ext cx="107251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AFD0"/>
            </a:solidFill>
            <a:prstDash val="dash"/>
          </a:ln>
        </p:spPr>
      </p:sp>
      <p:sp>
        <p:nvSpPr>
          <p:cNvPr id="2" name="comparison-floor-inner">
            <a:extLst xmlns:a="http://schemas.openxmlformats.org/drawingml/2006/main">
              <a:ext uri="{FF2B5EF4-FFF2-40B4-BE49-F238E27FC236}">
                <a16:creationId xmlns:a16="http://schemas.microsoft.com/office/drawing/2014/main" id="{399BFCD3-4CD3-4B07-B93D-45E01F8B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819775"/>
            <a:ext cx="10191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FC7"/>
            </a:solidFill>
            <a:prstDash val="solid"/>
          </a:ln>
        </p:spPr>
      </p:sp>
      <p:sp>
        <p:nvSpPr>
          <p:cNvPr id="3" name="compare-left-card">
            <a:extLst xmlns:a="http://schemas.openxmlformats.org/drawingml/2006/main">
              <a:ext uri="{FF2B5EF4-FFF2-40B4-BE49-F238E27FC236}">
                <a16:creationId xmlns:a16="http://schemas.microsoft.com/office/drawing/2014/main" id="{DFAD4385-75E9-4990-AD7F-B2D4FAD7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D6DCE3"/>
            </a:solidFill>
            <a:prstDash val="solid"/>
          </a:ln>
        </p:spPr>
      </p:sp>
      <p:sp>
        <p:nvSpPr>
          <p:cNvPr id="4" name="compare-left-heading">
            <a:extLst xmlns:a="http://schemas.openxmlformats.org/drawingml/2006/main">
              <a:ext uri="{FF2B5EF4-FFF2-40B4-BE49-F238E27FC236}">
                <a16:creationId xmlns:a16="http://schemas.microsoft.com/office/drawing/2014/main" id="{83690D1F-9249-4BF0-A67D-B557F195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27B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5" name="compare-left-item-0">
            <a:extLst xmlns:a="http://schemas.openxmlformats.org/drawingml/2006/main">
              <a:ext uri="{FF2B5EF4-FFF2-40B4-BE49-F238E27FC236}">
                <a16:creationId xmlns:a16="http://schemas.microsoft.com/office/drawing/2014/main" id="{3CA4EB4A-4EC5-49B9-8E7B-8E4A32B7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14325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6" name="compare-left-item-1">
            <a:extLst xmlns:a="http://schemas.openxmlformats.org/drawingml/2006/main">
              <a:ext uri="{FF2B5EF4-FFF2-40B4-BE49-F238E27FC236}">
                <a16:creationId xmlns:a16="http://schemas.microsoft.com/office/drawing/2014/main" id="{945CD336-DBAE-453D-978F-C2EC242A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7" name="compare-left-item-2">
            <a:extLst xmlns:a="http://schemas.openxmlformats.org/drawingml/2006/main">
              <a:ext uri="{FF2B5EF4-FFF2-40B4-BE49-F238E27FC236}">
                <a16:creationId xmlns:a16="http://schemas.microsoft.com/office/drawing/2014/main" id="{98A025BF-A7B2-49C4-91A6-A5C061AC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478155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8" name="compare-right-card">
            <a:extLst xmlns:a="http://schemas.openxmlformats.org/drawingml/2006/main">
              <a:ext uri="{FF2B5EF4-FFF2-40B4-BE49-F238E27FC236}">
                <a16:creationId xmlns:a16="http://schemas.microsoft.com/office/drawing/2014/main" id="{768F3D2A-5830-4251-B971-B0C680E1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9D9FB"/>
            </a:solidFill>
            <a:prstDash val="solid"/>
          </a:ln>
        </p:spPr>
      </p:sp>
      <p:sp>
        <p:nvSpPr>
          <p:cNvPr id="9" name="compare-right-heading">
            <a:extLst xmlns:a="http://schemas.openxmlformats.org/drawingml/2006/main">
              <a:ext uri="{FF2B5EF4-FFF2-40B4-BE49-F238E27FC236}">
                <a16:creationId xmlns:a16="http://schemas.microsoft.com/office/drawing/2014/main" id="{262D7C72-8396-48C0-9F81-C6D88370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682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10" name="compare-right-item-0">
            <a:extLst xmlns:a="http://schemas.openxmlformats.org/drawingml/2006/main">
              <a:ext uri="{FF2B5EF4-FFF2-40B4-BE49-F238E27FC236}">
                <a16:creationId xmlns:a16="http://schemas.microsoft.com/office/drawing/2014/main" id="{7635998B-287E-4222-9615-7E105AC3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14325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11" name="compare-right-item-1">
            <a:extLst xmlns:a="http://schemas.openxmlformats.org/drawingml/2006/main">
              <a:ext uri="{FF2B5EF4-FFF2-40B4-BE49-F238E27FC236}">
                <a16:creationId xmlns:a16="http://schemas.microsoft.com/office/drawing/2014/main" id="{2305700E-C092-4919-8D0B-C72588C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12" name="compare-right-item-2">
            <a:extLst xmlns:a="http://schemas.openxmlformats.org/drawingml/2006/main">
              <a:ext uri="{FF2B5EF4-FFF2-40B4-BE49-F238E27FC236}">
                <a16:creationId xmlns:a16="http://schemas.microsoft.com/office/drawing/2014/main" id="{3CF8E780-C09A-4FA0-BD11-67BC3403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478155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13" name="comparison-center-orbit">
            <a:extLst xmlns:a="http://schemas.openxmlformats.org/drawingml/2006/main">
              <a:ext uri="{FF2B5EF4-FFF2-40B4-BE49-F238E27FC236}">
                <a16:creationId xmlns:a16="http://schemas.microsoft.com/office/drawing/2014/main" id="{708073B1-8781-402F-87DE-98C16255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257550"/>
            <a:ext cx="12954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B8C7"/>
            </a:solidFill>
            <a:prstDash val="dash"/>
          </a:ln>
        </p:spPr>
      </p:sp>
      <p:sp>
        <p:nvSpPr>
          <p:cNvPr id="14" name="comparison-center">
            <a:extLst xmlns:a="http://schemas.openxmlformats.org/drawingml/2006/main">
              <a:ext uri="{FF2B5EF4-FFF2-40B4-BE49-F238E27FC236}">
                <a16:creationId xmlns:a16="http://schemas.microsoft.com/office/drawing/2014/main" id="{5660742D-C0E5-4861-9619-123627E0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34099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2D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38275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omparison-floor-outer">
            <a:extLst xmlns:a="http://schemas.openxmlformats.org/drawingml/2006/main">
              <a:ext uri="{FF2B5EF4-FFF2-40B4-BE49-F238E27FC236}">
                <a16:creationId xmlns:a16="http://schemas.microsoft.com/office/drawing/2014/main" id="{F48B959D-4A41-40CE-9BC9-2C1547C0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753100"/>
            <a:ext cx="107251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AFD0"/>
            </a:solidFill>
            <a:prstDash val="dash"/>
          </a:ln>
        </p:spPr>
      </p:sp>
      <p:sp>
        <p:nvSpPr>
          <p:cNvPr id="2" name="comparison-floor-inner">
            <a:extLst xmlns:a="http://schemas.openxmlformats.org/drawingml/2006/main">
              <a:ext uri="{FF2B5EF4-FFF2-40B4-BE49-F238E27FC236}">
                <a16:creationId xmlns:a16="http://schemas.microsoft.com/office/drawing/2014/main" id="{FE4B86E5-F403-4F0B-B520-A0937D99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819775"/>
            <a:ext cx="10191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FC7"/>
            </a:solidFill>
            <a:prstDash val="solid"/>
          </a:ln>
        </p:spPr>
      </p:sp>
      <p:sp>
        <p:nvSpPr>
          <p:cNvPr id="3" name="compare-left-card">
            <a:extLst xmlns:a="http://schemas.openxmlformats.org/drawingml/2006/main">
              <a:ext uri="{FF2B5EF4-FFF2-40B4-BE49-F238E27FC236}">
                <a16:creationId xmlns:a16="http://schemas.microsoft.com/office/drawing/2014/main" id="{B4DC9675-6442-417D-9A77-932FEE73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D6DCE3"/>
            </a:solidFill>
            <a:prstDash val="solid"/>
          </a:ln>
        </p:spPr>
      </p:sp>
      <p:sp>
        <p:nvSpPr>
          <p:cNvPr id="4" name="compare-left-heading">
            <a:extLst xmlns:a="http://schemas.openxmlformats.org/drawingml/2006/main">
              <a:ext uri="{FF2B5EF4-FFF2-40B4-BE49-F238E27FC236}">
                <a16:creationId xmlns:a16="http://schemas.microsoft.com/office/drawing/2014/main" id="{6324FC45-6929-48AB-9420-9596326A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27B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5" name="compare-left-item-0">
            <a:extLst xmlns:a="http://schemas.openxmlformats.org/drawingml/2006/main">
              <a:ext uri="{FF2B5EF4-FFF2-40B4-BE49-F238E27FC236}">
                <a16:creationId xmlns:a16="http://schemas.microsoft.com/office/drawing/2014/main" id="{BF57B666-22C3-470F-9D93-E1A23700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2979391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6" name="compare-left-item-1">
            <a:extLst xmlns:a="http://schemas.openxmlformats.org/drawingml/2006/main">
              <a:ext uri="{FF2B5EF4-FFF2-40B4-BE49-F238E27FC236}">
                <a16:creationId xmlns:a16="http://schemas.microsoft.com/office/drawing/2014/main" id="{DFF01F25-73AF-43A3-845E-B64FD797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634683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7" name="compare-left-item-2">
            <a:extLst xmlns:a="http://schemas.openxmlformats.org/drawingml/2006/main">
              <a:ext uri="{FF2B5EF4-FFF2-40B4-BE49-F238E27FC236}">
                <a16:creationId xmlns:a16="http://schemas.microsoft.com/office/drawing/2014/main" id="{40845091-F692-4888-97A2-20541B75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4289974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8" name="compare-left-item-3">
            <a:extLst xmlns:a="http://schemas.openxmlformats.org/drawingml/2006/main">
              <a:ext uri="{FF2B5EF4-FFF2-40B4-BE49-F238E27FC236}">
                <a16:creationId xmlns:a16="http://schemas.microsoft.com/office/drawing/2014/main" id="{A1F3D8CC-CE19-4EFD-B03E-6AA63485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494540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9" name="compare-right-card">
            <a:extLst xmlns:a="http://schemas.openxmlformats.org/drawingml/2006/main">
              <a:ext uri="{FF2B5EF4-FFF2-40B4-BE49-F238E27FC236}">
                <a16:creationId xmlns:a16="http://schemas.microsoft.com/office/drawing/2014/main" id="{D79C04F5-504A-4E11-967F-0179E0E3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9D9FB"/>
            </a:solidFill>
            <a:prstDash val="solid"/>
          </a:ln>
        </p:spPr>
      </p:sp>
      <p:sp>
        <p:nvSpPr>
          <p:cNvPr id="10" name="compare-right-heading">
            <a:extLst xmlns:a="http://schemas.openxmlformats.org/drawingml/2006/main">
              <a:ext uri="{FF2B5EF4-FFF2-40B4-BE49-F238E27FC236}">
                <a16:creationId xmlns:a16="http://schemas.microsoft.com/office/drawing/2014/main" id="{40AF03B9-E0C1-496B-8C41-3A861CD9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682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11" name="compare-right-item-0">
            <a:extLst xmlns:a="http://schemas.openxmlformats.org/drawingml/2006/main">
              <a:ext uri="{FF2B5EF4-FFF2-40B4-BE49-F238E27FC236}">
                <a16:creationId xmlns:a16="http://schemas.microsoft.com/office/drawing/2014/main" id="{0E543464-8840-45E0-9F30-00283F3F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2979391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12" name="compare-right-item-1">
            <a:extLst xmlns:a="http://schemas.openxmlformats.org/drawingml/2006/main">
              <a:ext uri="{FF2B5EF4-FFF2-40B4-BE49-F238E27FC236}">
                <a16:creationId xmlns:a16="http://schemas.microsoft.com/office/drawing/2014/main" id="{6964F275-1F55-4EBF-9750-CF2A8DBC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634683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13" name="compare-right-item-2">
            <a:extLst xmlns:a="http://schemas.openxmlformats.org/drawingml/2006/main">
              <a:ext uri="{FF2B5EF4-FFF2-40B4-BE49-F238E27FC236}">
                <a16:creationId xmlns:a16="http://schemas.microsoft.com/office/drawing/2014/main" id="{34FBAD9A-1431-4412-A11D-444D42E6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4289974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14" name="compare-right-item-3">
            <a:extLst xmlns:a="http://schemas.openxmlformats.org/drawingml/2006/main">
              <a:ext uri="{FF2B5EF4-FFF2-40B4-BE49-F238E27FC236}">
                <a16:creationId xmlns:a16="http://schemas.microsoft.com/office/drawing/2014/main" id="{ECA51DBE-F957-40FD-B17C-84D2EF0C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494540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15" name="comparison-center-orbit">
            <a:extLst xmlns:a="http://schemas.openxmlformats.org/drawingml/2006/main">
              <a:ext uri="{FF2B5EF4-FFF2-40B4-BE49-F238E27FC236}">
                <a16:creationId xmlns:a16="http://schemas.microsoft.com/office/drawing/2014/main" id="{87F86725-6556-4A46-8D83-8305AEAD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257550"/>
            <a:ext cx="12954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B8C7"/>
            </a:solidFill>
            <a:prstDash val="dash"/>
          </a:ln>
        </p:spPr>
      </p:sp>
      <p:sp>
        <p:nvSpPr>
          <p:cNvPr id="16" name="comparison-center">
            <a:extLst xmlns:a="http://schemas.openxmlformats.org/drawingml/2006/main">
              <a:ext uri="{FF2B5EF4-FFF2-40B4-BE49-F238E27FC236}">
                <a16:creationId xmlns:a16="http://schemas.microsoft.com/office/drawing/2014/main" id="{41797F39-4B78-4E2A-B13C-3AA3FD78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34099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2D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5804478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omparison-floor-outer">
            <a:extLst xmlns:a="http://schemas.openxmlformats.org/drawingml/2006/main">
              <a:ext uri="{FF2B5EF4-FFF2-40B4-BE49-F238E27FC236}">
                <a16:creationId xmlns:a16="http://schemas.microsoft.com/office/drawing/2014/main" id="{57143ADE-7EBB-4892-8362-026C7D19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753100"/>
            <a:ext cx="107251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AFD0"/>
            </a:solidFill>
            <a:prstDash val="dash"/>
          </a:ln>
        </p:spPr>
      </p:sp>
      <p:sp>
        <p:nvSpPr>
          <p:cNvPr id="2" name="comparison-floor-inner">
            <a:extLst xmlns:a="http://schemas.openxmlformats.org/drawingml/2006/main">
              <a:ext uri="{FF2B5EF4-FFF2-40B4-BE49-F238E27FC236}">
                <a16:creationId xmlns:a16="http://schemas.microsoft.com/office/drawing/2014/main" id="{8B03BF42-8DC2-49B9-9A74-B517CF2F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5819775"/>
            <a:ext cx="10191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FC7"/>
            </a:solidFill>
            <a:prstDash val="solid"/>
          </a:ln>
        </p:spPr>
      </p:sp>
      <p:sp>
        <p:nvSpPr>
          <p:cNvPr id="3" name="compare-left-card">
            <a:extLst xmlns:a="http://schemas.openxmlformats.org/drawingml/2006/main">
              <a:ext uri="{FF2B5EF4-FFF2-40B4-BE49-F238E27FC236}">
                <a16:creationId xmlns:a16="http://schemas.microsoft.com/office/drawing/2014/main" id="{AEF6035B-EA0F-4A96-BA63-07730387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D6DCE3"/>
            </a:solidFill>
            <a:prstDash val="solid"/>
          </a:ln>
        </p:spPr>
      </p:sp>
      <p:sp>
        <p:nvSpPr>
          <p:cNvPr id="4" name="compare-left-heading">
            <a:extLst xmlns:a="http://schemas.openxmlformats.org/drawingml/2006/main">
              <a:ext uri="{FF2B5EF4-FFF2-40B4-BE49-F238E27FC236}">
                <a16:creationId xmlns:a16="http://schemas.microsoft.com/office/drawing/2014/main" id="{A6232921-B621-47D7-919E-492396F3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27B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5" name="compare-left-item-0">
            <a:extLst xmlns:a="http://schemas.openxmlformats.org/drawingml/2006/main">
              <a:ext uri="{FF2B5EF4-FFF2-40B4-BE49-F238E27FC236}">
                <a16:creationId xmlns:a16="http://schemas.microsoft.com/office/drawing/2014/main" id="{B38F52B9-8F90-40A4-8E5E-BD0F39B1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28701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6" name="compare-left-item-1">
            <a:extLst xmlns:a="http://schemas.openxmlformats.org/drawingml/2006/main">
              <a:ext uri="{FF2B5EF4-FFF2-40B4-BE49-F238E27FC236}">
                <a16:creationId xmlns:a16="http://schemas.microsoft.com/office/drawing/2014/main" id="{CE469888-F90B-4313-A809-F1ED05EB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4161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7" name="compare-left-item-2">
            <a:extLst xmlns:a="http://schemas.openxmlformats.org/drawingml/2006/main">
              <a:ext uri="{FF2B5EF4-FFF2-40B4-BE49-F238E27FC236}">
                <a16:creationId xmlns:a16="http://schemas.microsoft.com/office/drawing/2014/main" id="{F209DF35-3DDD-439F-96BB-5E912A41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8" name="compare-left-item-3">
            <a:extLst xmlns:a="http://schemas.openxmlformats.org/drawingml/2006/main">
              <a:ext uri="{FF2B5EF4-FFF2-40B4-BE49-F238E27FC236}">
                <a16:creationId xmlns:a16="http://schemas.microsoft.com/office/drawing/2014/main" id="{F4DB172D-ED87-4976-AE4A-2E947C87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45084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9" name="compare-left-item-4">
            <a:extLst xmlns:a="http://schemas.openxmlformats.org/drawingml/2006/main">
              <a:ext uri="{FF2B5EF4-FFF2-40B4-BE49-F238E27FC236}">
                <a16:creationId xmlns:a16="http://schemas.microsoft.com/office/drawing/2014/main" id="{4F424DC0-DFD4-4E84-977E-FBA405F8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50544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7A818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维护成本较高</a:t>
            </a:r>
          </a:p>
        </p:txBody>
      </p:sp>
      <p:sp>
        <p:nvSpPr>
          <p:cNvPr id="10" name="compare-right-card">
            <a:extLst xmlns:a="http://schemas.openxmlformats.org/drawingml/2006/main">
              <a:ext uri="{FF2B5EF4-FFF2-40B4-BE49-F238E27FC236}">
                <a16:creationId xmlns:a16="http://schemas.microsoft.com/office/drawing/2014/main" id="{974ADCAD-C60A-4EC4-AB48-E9D60EDC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752600"/>
            <a:ext cx="4095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9525">
            <a:solidFill>
              <a:srgbClr val="B9D9FB"/>
            </a:solidFill>
            <a:prstDash val="solid"/>
          </a:ln>
        </p:spPr>
      </p:sp>
      <p:sp>
        <p:nvSpPr>
          <p:cNvPr id="11" name="compare-right-heading">
            <a:extLst xmlns:a="http://schemas.openxmlformats.org/drawingml/2006/main">
              <a:ext uri="{FF2B5EF4-FFF2-40B4-BE49-F238E27FC236}">
                <a16:creationId xmlns:a16="http://schemas.microsoft.com/office/drawing/2014/main" id="{0385511D-AC24-4246-98E9-EF268E94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4275" y="1981200"/>
            <a:ext cx="3638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682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12" name="compare-right-item-0">
            <a:extLst xmlns:a="http://schemas.openxmlformats.org/drawingml/2006/main">
              <a:ext uri="{FF2B5EF4-FFF2-40B4-BE49-F238E27FC236}">
                <a16:creationId xmlns:a16="http://schemas.microsoft.com/office/drawing/2014/main" id="{10AF3FA6-B7F3-4D7D-B483-9C5B6B56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28701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13" name="compare-right-item-1">
            <a:extLst xmlns:a="http://schemas.openxmlformats.org/drawingml/2006/main">
              <a:ext uri="{FF2B5EF4-FFF2-40B4-BE49-F238E27FC236}">
                <a16:creationId xmlns:a16="http://schemas.microsoft.com/office/drawing/2014/main" id="{1F6C607A-79A3-46C4-809D-DBDA01D1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4161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14" name="compare-right-item-2">
            <a:extLst xmlns:a="http://schemas.openxmlformats.org/drawingml/2006/main">
              <a:ext uri="{FF2B5EF4-FFF2-40B4-BE49-F238E27FC236}">
                <a16:creationId xmlns:a16="http://schemas.microsoft.com/office/drawing/2014/main" id="{1E78DEB5-8E3B-4FF6-B449-A38B675A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3962400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15" name="compare-right-item-3">
            <a:extLst xmlns:a="http://schemas.openxmlformats.org/drawingml/2006/main">
              <a:ext uri="{FF2B5EF4-FFF2-40B4-BE49-F238E27FC236}">
                <a16:creationId xmlns:a16="http://schemas.microsoft.com/office/drawing/2014/main" id="{15F67658-F3FD-43A7-8372-6661FAEC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4508449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16" name="compare-right-item-4">
            <a:extLst xmlns:a="http://schemas.openxmlformats.org/drawingml/2006/main">
              <a:ext uri="{FF2B5EF4-FFF2-40B4-BE49-F238E27FC236}">
                <a16:creationId xmlns:a16="http://schemas.microsoft.com/office/drawing/2014/main" id="{EC8114D1-A336-4774-90BD-62DC3155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9525" y="5054498"/>
            <a:ext cx="34480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维护责任明确</a:t>
            </a:r>
          </a:p>
        </p:txBody>
      </p:sp>
      <p:sp>
        <p:nvSpPr>
          <p:cNvPr id="17" name="comparison-center-orbit">
            <a:extLst xmlns:a="http://schemas.openxmlformats.org/drawingml/2006/main">
              <a:ext uri="{FF2B5EF4-FFF2-40B4-BE49-F238E27FC236}">
                <a16:creationId xmlns:a16="http://schemas.microsoft.com/office/drawing/2014/main" id="{C5FEC6C3-4518-43DB-B0CB-196E41BA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3257550"/>
            <a:ext cx="1295400" cy="1295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AB8C7"/>
            </a:solidFill>
            <a:prstDash val="dash"/>
          </a:ln>
        </p:spPr>
      </p:sp>
      <p:sp>
        <p:nvSpPr>
          <p:cNvPr id="18" name="comparison-center">
            <a:extLst xmlns:a="http://schemas.openxmlformats.org/drawingml/2006/main">
              <a:ext uri="{FF2B5EF4-FFF2-40B4-BE49-F238E27FC236}">
                <a16:creationId xmlns:a16="http://schemas.microsoft.com/office/drawing/2014/main" id="{416B6CF7-0AA4-4D7C-8D45-9F2E142C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34099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2D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8890947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2026-08-16T02:07:10.9000000Z</dcterms:created>
  <dcterms:modified xsi:type="dcterms:W3CDTF">2026-08-16T02:07:10.9000000Z</dcterms:modified>
</coreProperties>
</file>