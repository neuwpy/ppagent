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c3f250c022452d" /><Relationship Type="http://schemas.openxmlformats.org/officeDocument/2006/relationships/extended-properties" Target="/docProps/app.xml" Id="R606d559c6ab0409f" /><Relationship Type="http://schemas.openxmlformats.org/officeDocument/2006/relationships/officeDocument" Target="/ppt/presentation.xml" Id="Rd072cbc621ce4d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81eccd4e2a4706"/>
  </p:sldMasterIdLst>
  <p:notesMasterIdLst>
    <p:notesMasterId xmlns:r="http://schemas.openxmlformats.org/officeDocument/2006/relationships" r:id="R981f4ed708504fac"/>
  </p:notesMasterIdLst>
  <p:sldIdLst>
    <p:sldId xmlns:r="http://schemas.openxmlformats.org/officeDocument/2006/relationships" id="256" r:id="R839a8f4316ac40e5"/>
    <p:sldId xmlns:r="http://schemas.openxmlformats.org/officeDocument/2006/relationships" id="257" r:id="Rb49cc59b59e24a66"/>
    <p:sldId xmlns:r="http://schemas.openxmlformats.org/officeDocument/2006/relationships" id="258" r:id="R463f9549dbb747d6"/>
    <p:sldId xmlns:r="http://schemas.openxmlformats.org/officeDocument/2006/relationships" id="259" r:id="Re42a8a7fde2749cc"/>
    <p:sldId xmlns:r="http://schemas.openxmlformats.org/officeDocument/2006/relationships" id="260" r:id="R7b2e115c5dc14a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e65fa377714afc" /><Relationship Type="http://schemas.openxmlformats.org/officeDocument/2006/relationships/slideMaster" Target="/ppt/slideMasters/slideMaster1.xml" Id="R1b81eccd4e2a4706" /><Relationship Type="http://schemas.openxmlformats.org/officeDocument/2006/relationships/notesMaster" Target="/ppt/notesMasters/notesMaster1.xml" Id="R981f4ed708504fac" /><Relationship Type="http://schemas.openxmlformats.org/officeDocument/2006/relationships/presProps" Target="/ppt/presProps.xml" Id="R765a15bf39654fd0" /><Relationship Type="http://schemas.openxmlformats.org/officeDocument/2006/relationships/tableStyles" Target="/ppt/tableStyles.xml" Id="R48265f26728c49c3" /><Relationship Type="http://schemas.openxmlformats.org/officeDocument/2006/relationships/slide" Target="/ppt/slides/slide1.xml" Id="R839a8f4316ac40e5" /><Relationship Type="http://schemas.openxmlformats.org/officeDocument/2006/relationships/slide" Target="/ppt/slides/slide2.xml" Id="Rb49cc59b59e24a66" /><Relationship Type="http://schemas.openxmlformats.org/officeDocument/2006/relationships/slide" Target="/ppt/slides/slide3.xml" Id="R463f9549dbb747d6" /><Relationship Type="http://schemas.openxmlformats.org/officeDocument/2006/relationships/slide" Target="/ppt/slides/slide4.xml" Id="Re42a8a7fde2749cc" /><Relationship Type="http://schemas.openxmlformats.org/officeDocument/2006/relationships/slide" Target="/ppt/slides/slide5.xml" Id="R7b2e115c5dc14a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8c8cf10fe248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9dabf4f1384b41" /><Relationship Type="http://schemas.openxmlformats.org/officeDocument/2006/relationships/notesMaster" Target="/ppt/notesMasters/notesMaster1.xml" Id="Rf824c03e815d45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27a2656d0f4880" /><Relationship Type="http://schemas.openxmlformats.org/officeDocument/2006/relationships/notesMaster" Target="/ppt/notesMasters/notesMaster1.xml" Id="R8910c2c856fd41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8d648cdf404e2f" /><Relationship Type="http://schemas.openxmlformats.org/officeDocument/2006/relationships/notesMaster" Target="/ppt/notesMasters/notesMaster1.xml" Id="R4b78338ef7824a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456a202640426f" /><Relationship Type="http://schemas.openxmlformats.org/officeDocument/2006/relationships/notesMaster" Target="/ppt/notesMasters/notesMaster1.xml" Id="R357de3af079146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428435109e4da5" /><Relationship Type="http://schemas.openxmlformats.org/officeDocument/2006/relationships/notesMaster" Target="/ppt/notesMasters/notesMaster1.xml" Id="Rda90dba9368b44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2aa82bcc0149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74fede6574404c" /><Relationship Type="http://schemas.openxmlformats.org/officeDocument/2006/relationships/slideLayout" Target="/ppt/slideLayouts/slideLayout1.xml" Id="R070baafeaf6242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0baafeaf6242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bc91f71ce64fa6" /><Relationship Type="http://schemas.openxmlformats.org/officeDocument/2006/relationships/notesSlide" Target="/ppt/notesSlides/notesSlide1.xml" Id="R231f81ecffb34d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6d6b77bbff4e68" /><Relationship Type="http://schemas.openxmlformats.org/officeDocument/2006/relationships/notesSlide" Target="/ppt/notesSlides/notesSlide2.xml" Id="Re3ce8ec5b79544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effd67c074794" /><Relationship Type="http://schemas.openxmlformats.org/officeDocument/2006/relationships/notesSlide" Target="/ppt/notesSlides/notesSlide3.xml" Id="R1cfba348712d43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65b32d5a74de0" /><Relationship Type="http://schemas.openxmlformats.org/officeDocument/2006/relationships/notesSlide" Target="/ppt/notesSlides/notesSlide4.xml" Id="R8b344494b13948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47f1055b14c00" /><Relationship Type="http://schemas.openxmlformats.org/officeDocument/2006/relationships/notesSlide" Target="/ppt/notesSlides/notesSlide5.xml" Id="R569702e297ea4e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999BCC-9DB3-44D6-88AF-F496DE0E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两种路线的差异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6810F8-0A4C-419B-B7F4-1E276FEA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双向对比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03DC3-6144-44AA-9493-813CB5FE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85875"/>
            <a:ext cx="11430000" cy="4953000"/>
          </a:xfrm>
          <a:prstGeom xmlns:a="http://schemas.openxmlformats.org/drawingml/2006/main" prst="roundRect">
            <a:avLst>
              <a:gd name="adj" fmla="val 0"/>
            </a:avLst>
          </a:prstGeom>
          <a:gradFill xmlns:a="http://schemas.openxmlformats.org/drawingml/2006/main">
            <a:gsLst>
              <a:gs pos="0">
                <a:srgbClr val="FFFFFF"/>
              </a:gs>
              <a:gs pos="52000">
                <a:srgbClr val="EEF6FC"/>
              </a:gs>
              <a:gs pos="100000">
                <a:srgbClr val="FFFFF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EA0C01-4884-4C16-9B6D-DF2A7018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62625"/>
            <a:ext cx="1101090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4CBD1"/>
            </a:solidFill>
            <a:prstDash val="dash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DC22A-245E-404A-A4D4-EA80D3EE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6" name="PPAGENT_QA|parent=comparison-lef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10200446-3F8D-4CC4-80F4-C02D529D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PPAGENT_QA|within=comparison-lef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7C7D8564-27B5-42BD-90B0-0AD37A92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PPAGENT_QA|within=comparison-lef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0B698E28-C23C-4BF8-8829-46C95692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9" name="PPAGENT_QA|parent=comparison-left-row-0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AA581276-D289-4F2E-AE7C-BDDE829F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52750"/>
            <a:ext cx="3467100" cy="12573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PPAGENT_QA|within=comparison-lef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8A8AC6D0-6493-4694-9AFB-082E3BE2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385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1" name="PPAGENT_QA|within=comparison-lef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AA0798BF-39FF-42C6-8115-B4F54CC0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009900"/>
            <a:ext cx="2724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12" name="PPAGENT_QA|parent=comparison-righ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DC5A54A6-BBF9-4BB4-9BF5-8B8BC3D1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PPAGENT_QA|within=comparison-righ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B3047FB1-80B7-40DB-9B22-5BA5115F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PPAGENT_QA|within=comparison-righ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7A75211A-4A06-45D7-9CCB-7CDB9845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15" name="PPAGENT_QA|parent=comparison-right-row-0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FFA8C0CC-BA46-4669-9BFB-930A3AA3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52750"/>
            <a:ext cx="3467100" cy="12573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PPAGENT_QA|within=comparison-righ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FD25D2E9-D1DB-4004-B164-8002816C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385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7" name="PPAGENT_QA|within=comparison-righ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9C642E50-AA2F-4116-B037-BE55B929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09900"/>
            <a:ext cx="2724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18" name="PPAGENT_QA|parent=comparison-center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55F757E6-14D8-432B-9CD0-13147F97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57500"/>
            <a:ext cx="1333500" cy="133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AB8C7"/>
            </a:solidFill>
            <a:prstDash val="dash"/>
          </a:ln>
        </p:spPr>
      </p:sp>
      <p:sp>
        <p:nvSpPr>
          <p:cNvPr id="19" name="PPAGENT_QA|within=comparison-center|role=center-disc">
            <a:extLst xmlns:a="http://schemas.openxmlformats.org/drawingml/2006/main">
              <a:ext uri="{FF2B5EF4-FFF2-40B4-BE49-F238E27FC236}">
                <a16:creationId xmlns:a16="http://schemas.microsoft.com/office/drawing/2014/main" id="{4BE046D4-5B84-4605-BEE7-6BDB2349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028700" cy="10287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00A8D8"/>
              </a:gs>
            </a:gsLst>
            <a:lin ang="8100000"/>
          </a:gra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20917843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599E8E-4A92-466B-A81F-0C525A79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两种路线的差异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DE0B24-418A-468C-B9C3-222DEF77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双向对比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938520-EAB7-4FC9-9765-40494714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85875"/>
            <a:ext cx="11430000" cy="4953000"/>
          </a:xfrm>
          <a:prstGeom xmlns:a="http://schemas.openxmlformats.org/drawingml/2006/main" prst="roundRect">
            <a:avLst>
              <a:gd name="adj" fmla="val 0"/>
            </a:avLst>
          </a:prstGeom>
          <a:gradFill xmlns:a="http://schemas.openxmlformats.org/drawingml/2006/main">
            <a:gsLst>
              <a:gs pos="0">
                <a:srgbClr val="FFFFFF"/>
              </a:gs>
              <a:gs pos="52000">
                <a:srgbClr val="EEF6FC"/>
              </a:gs>
              <a:gs pos="100000">
                <a:srgbClr val="FFFFF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B8D41-3005-45EA-BB42-2AC95915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62625"/>
            <a:ext cx="1101090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4CBD1"/>
            </a:solidFill>
            <a:prstDash val="dash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2D148-7891-411F-85E5-090C066A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6" name="PPAGENT_QA|parent=comparison-lef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0F105651-E50D-43CA-BFF9-490AA42B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PPAGENT_QA|within=comparison-lef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1AA3E79A-64DD-43D9-BFD7-0F59E9B8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PPAGENT_QA|within=comparison-lef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C9B31BBE-8368-4424-8D2D-E7DBCDFB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9" name="PPAGENT_QA|parent=comparison-left-row-0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EF6DAFB4-227F-4269-AD19-D529AE27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71750"/>
            <a:ext cx="3467100" cy="8763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PPAGENT_QA|within=comparison-lef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44675E38-4310-4FB3-8539-43AFE8DA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67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1" name="PPAGENT_QA|within=comparison-lef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6E7E3A76-665C-4707-B370-377CE0B4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628900"/>
            <a:ext cx="2724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12" name="PPAGENT_QA|parent=comparison-left-row-1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557EA068-B2BE-4588-982A-0730A8C9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14800"/>
            <a:ext cx="3467100" cy="8763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PPAGENT_QA|within=comparison-lef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532FF08B-BFEF-46F0-84B9-7A30B000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10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4" name="PPAGENT_QA|within=comparison-lef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B5F75C02-D37F-412D-A915-691D6775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171950"/>
            <a:ext cx="2724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结果难以复现</a:t>
            </a:r>
          </a:p>
        </p:txBody>
      </p:sp>
      <p:sp>
        <p:nvSpPr>
          <p:cNvPr id="15" name="PPAGENT_QA|parent=comparison-righ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BBA90B9A-ED8F-4555-AEDB-750724E6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PPAGENT_QA|within=comparison-righ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10411DE8-4BC5-4F6A-9863-D2F58970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PPAGENT_QA|within=comparison-righ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BED17AF7-BCD2-4A33-A5EA-4178B8B5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18" name="PPAGENT_QA|parent=comparison-right-row-0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3A77D72C-2AA3-47C4-BCC6-57A287F9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571750"/>
            <a:ext cx="3467100" cy="8763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PPAGENT_QA|within=comparison-righ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0FBCE998-8623-42A7-9345-5E949BEA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67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0" name="PPAGENT_QA|within=comparison-righ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DBB4663D-BBFE-41AA-A7C4-3EBF3B73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28900"/>
            <a:ext cx="2724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21" name="PPAGENT_QA|parent=comparison-right-row-1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EAC23DA1-B454-4B70-81CC-C1500EA3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14800"/>
            <a:ext cx="3467100" cy="87630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PPAGENT_QA|within=comparison-righ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3EC77C55-D861-40E0-8A2E-69B2BEDE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10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PPAGENT_QA|within=comparison-righ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26B656BC-86F8-4490-80DD-2050740A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171950"/>
            <a:ext cx="27241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边界清楚可验</a:t>
            </a:r>
          </a:p>
        </p:txBody>
      </p:sp>
      <p:sp>
        <p:nvSpPr>
          <p:cNvPr id="24" name="PPAGENT_QA|parent=comparison-center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A4C7F2D3-AC95-4FB5-B4E2-0A1D37F2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57500"/>
            <a:ext cx="1333500" cy="133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AB8C7"/>
            </a:solidFill>
            <a:prstDash val="dash"/>
          </a:ln>
        </p:spPr>
      </p:sp>
      <p:sp>
        <p:nvSpPr>
          <p:cNvPr id="25" name="PPAGENT_QA|within=comparison-center|role=center-disc">
            <a:extLst xmlns:a="http://schemas.openxmlformats.org/drawingml/2006/main">
              <a:ext uri="{FF2B5EF4-FFF2-40B4-BE49-F238E27FC236}">
                <a16:creationId xmlns:a16="http://schemas.microsoft.com/office/drawing/2014/main" id="{48AED770-CA43-495C-A5DF-019BC4F2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028700" cy="10287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00A8D8"/>
              </a:gs>
            </a:gsLst>
            <a:lin ang="8100000"/>
          </a:gra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953766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6045FF-4414-48C5-A724-E5400B28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两种路线的差异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0A78F-F7CB-4B18-AA86-DD65C879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双向对比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5AE025-0CA3-4ECB-A7B0-1D9D3F9A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85875"/>
            <a:ext cx="11430000" cy="4953000"/>
          </a:xfrm>
          <a:prstGeom xmlns:a="http://schemas.openxmlformats.org/drawingml/2006/main" prst="roundRect">
            <a:avLst>
              <a:gd name="adj" fmla="val 0"/>
            </a:avLst>
          </a:prstGeom>
          <a:gradFill xmlns:a="http://schemas.openxmlformats.org/drawingml/2006/main">
            <a:gsLst>
              <a:gs pos="0">
                <a:srgbClr val="FFFFFF"/>
              </a:gs>
              <a:gs pos="52000">
                <a:srgbClr val="EEF6FC"/>
              </a:gs>
              <a:gs pos="100000">
                <a:srgbClr val="FFFFF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EEEFF-1788-46C3-B430-FAD0344E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62625"/>
            <a:ext cx="1101090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4CBD1"/>
            </a:solidFill>
            <a:prstDash val="dash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C3DF25-7A05-4D9D-AEEF-197F38C9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6" name="PPAGENT_QA|parent=comparison-lef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D476738A-1D6B-46B0-8A31-73EE865A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PPAGENT_QA|within=comparison-lef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922D754C-A3E0-40BF-944D-835C90A8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PPAGENT_QA|within=comparison-lef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0EFF9A1E-55EA-418D-A568-88752F2B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9" name="PPAGENT_QA|parent=comparison-left-row-0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E0B46856-A80D-47F4-A3AD-70C76387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00300"/>
            <a:ext cx="3467100" cy="6667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PPAGENT_QA|within=comparison-lef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FB00CD5A-FB67-44DF-847C-F042A150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90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1" name="PPAGENT_QA|within=comparison-lef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DE14FAAA-41E5-4831-8466-4F7D1D11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45745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12" name="PPAGENT_QA|parent=comparison-left-row-1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8276F8B1-327B-4B6D-A9C8-8450DC00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95675"/>
            <a:ext cx="3467100" cy="6667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PPAGENT_QA|within=comparison-lef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AEF33DA8-4341-42AF-BF77-92F2B642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86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4" name="PPAGENT_QA|within=comparison-lef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27CBE0A3-18F8-45E3-885C-316F2FDD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552825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结果难以复现</a:t>
            </a:r>
          </a:p>
        </p:txBody>
      </p:sp>
      <p:sp>
        <p:nvSpPr>
          <p:cNvPr id="15" name="PPAGENT_QA|parent=comparison-left-row-2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56CD0FA4-FBD4-4286-A8C1-4CEF0C0C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91050"/>
            <a:ext cx="3467100" cy="6667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PPAGENT_QA|within=comparison-left-row-2|role=status-marker">
            <a:extLst xmlns:a="http://schemas.openxmlformats.org/drawingml/2006/main">
              <a:ext uri="{FF2B5EF4-FFF2-40B4-BE49-F238E27FC236}">
                <a16:creationId xmlns:a16="http://schemas.microsoft.com/office/drawing/2014/main" id="{C0A3E4D8-474B-4AFE-80F2-ACA1CCF0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81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7" name="PPAGENT_QA|within=comparison-left-row-2|role=item-text">
            <a:extLst xmlns:a="http://schemas.openxmlformats.org/drawingml/2006/main">
              <a:ext uri="{FF2B5EF4-FFF2-40B4-BE49-F238E27FC236}">
                <a16:creationId xmlns:a16="http://schemas.microsoft.com/office/drawing/2014/main" id="{39F3EE78-9BD8-46E8-8263-3A1BEA29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4820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反复消耗判断</a:t>
            </a:r>
          </a:p>
        </p:txBody>
      </p:sp>
      <p:sp>
        <p:nvSpPr>
          <p:cNvPr id="18" name="PPAGENT_QA|parent=comparison-righ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15857F24-2C4D-462B-8C43-E8773552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PPAGENT_QA|within=comparison-righ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17216867-D647-4662-8EA0-2263964F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PPAGENT_QA|within=comparison-righ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EF768629-3017-46C0-9291-D951C909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21" name="PPAGENT_QA|parent=comparison-right-row-0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5787D6D6-93ED-4838-9EB1-4B41B52F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00300"/>
            <a:ext cx="3467100" cy="6667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PPAGENT_QA|within=comparison-righ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580743CA-AB4E-4249-9022-0515918A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90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PPAGENT_QA|within=comparison-righ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7814C73C-92A1-4BCF-8184-FB6BE771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5745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24" name="PPAGENT_QA|parent=comparison-right-row-1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B7D553CE-E41E-4272-AE8E-7C3D8B06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95675"/>
            <a:ext cx="3467100" cy="6667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5" name="PPAGENT_QA|within=comparison-righ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2106EE57-D7C1-4F6E-AD11-AF62FF72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86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6" name="PPAGENT_QA|within=comparison-righ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7E4A77A2-9BEA-4115-8C6B-12A995BE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52825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边界清楚可验</a:t>
            </a:r>
          </a:p>
        </p:txBody>
      </p:sp>
      <p:sp>
        <p:nvSpPr>
          <p:cNvPr id="27" name="PPAGENT_QA|parent=comparison-right-row-2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DE371ED7-C6AA-424B-A1C0-3CBEFC8A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591050"/>
            <a:ext cx="3467100" cy="6667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PPAGENT_QA|within=comparison-right-row-2|role=status-marker">
            <a:extLst xmlns:a="http://schemas.openxmlformats.org/drawingml/2006/main">
              <a:ext uri="{FF2B5EF4-FFF2-40B4-BE49-F238E27FC236}">
                <a16:creationId xmlns:a16="http://schemas.microsoft.com/office/drawing/2014/main" id="{2AD33511-C213-42E3-B2E6-8954A1A6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81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9" name="PPAGENT_QA|within=comparison-right-row-2|role=item-text">
            <a:extLst xmlns:a="http://schemas.openxmlformats.org/drawingml/2006/main">
              <a:ext uri="{FF2B5EF4-FFF2-40B4-BE49-F238E27FC236}">
                <a16:creationId xmlns:a16="http://schemas.microsoft.com/office/drawing/2014/main" id="{7AE5894F-D5D7-4FD9-B40B-50DE4F29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问题可以回归</a:t>
            </a:r>
          </a:p>
        </p:txBody>
      </p:sp>
      <p:sp>
        <p:nvSpPr>
          <p:cNvPr id="30" name="PPAGENT_QA|parent=comparison-center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E15446A3-9BF8-4941-A6FD-5B448A64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57500"/>
            <a:ext cx="1333500" cy="133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AB8C7"/>
            </a:solidFill>
            <a:prstDash val="dash"/>
          </a:ln>
        </p:spPr>
      </p:sp>
      <p:sp>
        <p:nvSpPr>
          <p:cNvPr id="31" name="PPAGENT_QA|within=comparison-center|role=center-disc">
            <a:extLst xmlns:a="http://schemas.openxmlformats.org/drawingml/2006/main">
              <a:ext uri="{FF2B5EF4-FFF2-40B4-BE49-F238E27FC236}">
                <a16:creationId xmlns:a16="http://schemas.microsoft.com/office/drawing/2014/main" id="{9D0A12EC-9A07-4283-B559-2C694F50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028700" cy="10287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00A8D8"/>
              </a:gs>
            </a:gsLst>
            <a:lin ang="8100000"/>
          </a:gra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6624773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A4F632-030A-40A3-B982-92D2BF60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两种路线的差异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D05540-97D6-4935-84CD-87EC2B1B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双向对比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78C0E-7AA4-4E79-9761-6A15730A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85875"/>
            <a:ext cx="11430000" cy="4953000"/>
          </a:xfrm>
          <a:prstGeom xmlns:a="http://schemas.openxmlformats.org/drawingml/2006/main" prst="roundRect">
            <a:avLst>
              <a:gd name="adj" fmla="val 0"/>
            </a:avLst>
          </a:prstGeom>
          <a:gradFill xmlns:a="http://schemas.openxmlformats.org/drawingml/2006/main">
            <a:gsLst>
              <a:gs pos="0">
                <a:srgbClr val="FFFFFF"/>
              </a:gs>
              <a:gs pos="52000">
                <a:srgbClr val="EEF6FC"/>
              </a:gs>
              <a:gs pos="100000">
                <a:srgbClr val="FFFFF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A4074-9A50-4029-A8DB-72F4C487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62625"/>
            <a:ext cx="1101090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4CBD1"/>
            </a:solidFill>
            <a:prstDash val="dash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3C56D5-5156-45FB-962D-74808E69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6" name="PPAGENT_QA|parent=comparison-lef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6ECAC18A-DE39-4862-8F8D-199509BE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PPAGENT_QA|within=comparison-lef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56C58082-7468-4B2E-B151-042CACDE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PPAGENT_QA|within=comparison-lef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E8978F31-F46F-4837-9CA0-998D2F31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9" name="PPAGENT_QA|parent=comparison-left-row-0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11E07E63-63BA-4157-9CA8-25E9800B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431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PPAGENT_QA|within=comparison-lef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30AA6DD0-16D0-415C-B3D1-9B8448C0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1" name="PPAGENT_QA|within=comparison-lef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26FCC557-D4C8-45DB-B7E4-FDE6105D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4003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12" name="PPAGENT_QA|parent=comparison-left-row-1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90397794-3C42-42C6-AF0B-9BE51743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813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PPAGENT_QA|within=comparison-lef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41E533FD-716A-4B47-91D2-6C4BB9AD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956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4" name="PPAGENT_QA|within=comparison-lef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EC77E483-A490-4710-970E-7BB8231C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2385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结果难以复现</a:t>
            </a:r>
          </a:p>
        </p:txBody>
      </p:sp>
      <p:sp>
        <p:nvSpPr>
          <p:cNvPr id="15" name="PPAGENT_QA|parent=comparison-left-row-2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005CC63F-8402-48B1-9D1C-2F1D38FD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PPAGENT_QA|within=comparison-left-row-2|role=status-marker">
            <a:extLst xmlns:a="http://schemas.openxmlformats.org/drawingml/2006/main">
              <a:ext uri="{FF2B5EF4-FFF2-40B4-BE49-F238E27FC236}">
                <a16:creationId xmlns:a16="http://schemas.microsoft.com/office/drawing/2014/main" id="{6C8726A5-F5E9-4608-86A0-D915CDDB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338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7" name="PPAGENT_QA|within=comparison-left-row-2|role=item-text">
            <a:extLst xmlns:a="http://schemas.openxmlformats.org/drawingml/2006/main">
              <a:ext uri="{FF2B5EF4-FFF2-40B4-BE49-F238E27FC236}">
                <a16:creationId xmlns:a16="http://schemas.microsoft.com/office/drawing/2014/main" id="{0434F707-8467-40C4-8EAC-E4A080E0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76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反复消耗判断</a:t>
            </a:r>
          </a:p>
        </p:txBody>
      </p:sp>
      <p:sp>
        <p:nvSpPr>
          <p:cNvPr id="18" name="PPAGENT_QA|parent=comparison-left-row-3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58BC38CB-9308-4738-87D4-25121B26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577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PPAGENT_QA|within=comparison-left-row-3|role=status-marker">
            <a:extLst xmlns:a="http://schemas.openxmlformats.org/drawingml/2006/main">
              <a:ext uri="{FF2B5EF4-FFF2-40B4-BE49-F238E27FC236}">
                <a16:creationId xmlns:a16="http://schemas.microsoft.com/office/drawing/2014/main" id="{4C461FE1-1B35-4B3C-83CF-6736EB34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720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0" name="PPAGENT_QA|within=comparison-left-row-3|role=item-text">
            <a:extLst xmlns:a="http://schemas.openxmlformats.org/drawingml/2006/main">
              <a:ext uri="{FF2B5EF4-FFF2-40B4-BE49-F238E27FC236}">
                <a16:creationId xmlns:a16="http://schemas.microsoft.com/office/drawing/2014/main" id="{AF8E7C92-C8A1-4079-8CAF-1A1C875A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914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经验难以沉淀</a:t>
            </a:r>
          </a:p>
        </p:txBody>
      </p:sp>
      <p:sp>
        <p:nvSpPr>
          <p:cNvPr id="21" name="PPAGENT_QA|parent=comparison-righ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2D1A2B51-5906-4162-9E28-EBF91FF0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PPAGENT_QA|within=comparison-righ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0771D63D-DBA7-43CF-8B6A-F3842203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PPAGENT_QA|within=comparison-righ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1CFB2225-B157-4198-8B08-E1870250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24" name="PPAGENT_QA|parent=comparison-right-row-0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3FAEB1EE-907B-4948-A308-06191F86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431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5" name="PPAGENT_QA|within=comparison-righ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72D1E960-5A45-4F2A-8C0C-4D28A08C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57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6" name="PPAGENT_QA|within=comparison-righ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DE3A5DA7-CEDB-4ACE-B675-622EDA34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003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27" name="PPAGENT_QA|parent=comparison-right-row-1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1A7ABDF5-B8FF-433D-B66D-F0D389F4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813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PPAGENT_QA|within=comparison-righ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CF22F7FD-24B3-4FDA-BBCD-80A9F96E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956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9" name="PPAGENT_QA|within=comparison-righ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CF4C6C4B-887B-4F1D-BF81-A5D53204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385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边界清楚可验</a:t>
            </a:r>
          </a:p>
        </p:txBody>
      </p:sp>
      <p:sp>
        <p:nvSpPr>
          <p:cNvPr id="30" name="PPAGENT_QA|parent=comparison-right-row-2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3326158D-D71F-4BC7-89B5-AD3B2694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195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1" name="PPAGENT_QA|within=comparison-right-row-2|role=status-marker">
            <a:extLst xmlns:a="http://schemas.openxmlformats.org/drawingml/2006/main">
              <a:ext uri="{FF2B5EF4-FFF2-40B4-BE49-F238E27FC236}">
                <a16:creationId xmlns:a16="http://schemas.microsoft.com/office/drawing/2014/main" id="{B62674AD-05DF-4A5D-9A5D-137DDD36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338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2" name="PPAGENT_QA|within=comparison-right-row-2|role=item-text">
            <a:extLst xmlns:a="http://schemas.openxmlformats.org/drawingml/2006/main">
              <a:ext uri="{FF2B5EF4-FFF2-40B4-BE49-F238E27FC236}">
                <a16:creationId xmlns:a16="http://schemas.microsoft.com/office/drawing/2014/main" id="{1FF28461-D695-484B-A7E3-88EEAE52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76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问题可以回归</a:t>
            </a:r>
          </a:p>
        </p:txBody>
      </p:sp>
      <p:sp>
        <p:nvSpPr>
          <p:cNvPr id="33" name="PPAGENT_QA|parent=comparison-right-row-3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AA799CB0-2F85-4CD0-AB8F-EED0685D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857750"/>
            <a:ext cx="3467100" cy="514350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4" name="PPAGENT_QA|within=comparison-right-row-3|role=status-marker">
            <a:extLst xmlns:a="http://schemas.openxmlformats.org/drawingml/2006/main">
              <a:ext uri="{FF2B5EF4-FFF2-40B4-BE49-F238E27FC236}">
                <a16:creationId xmlns:a16="http://schemas.microsoft.com/office/drawing/2014/main" id="{8B3BC7BB-C306-4D61-B4A2-150C6060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720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5" name="PPAGENT_QA|within=comparison-right-row-3|role=item-text">
            <a:extLst xmlns:a="http://schemas.openxmlformats.org/drawingml/2006/main">
              <a:ext uri="{FF2B5EF4-FFF2-40B4-BE49-F238E27FC236}">
                <a16:creationId xmlns:a16="http://schemas.microsoft.com/office/drawing/2014/main" id="{A500DACC-E5AC-43B4-8970-1D5B989A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149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能力持续积累</a:t>
            </a:r>
          </a:p>
        </p:txBody>
      </p:sp>
      <p:sp>
        <p:nvSpPr>
          <p:cNvPr id="36" name="PPAGENT_QA|parent=comparison-center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3C85E66A-A1C6-419B-8F5A-AE3B13A8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57500"/>
            <a:ext cx="1333500" cy="133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AB8C7"/>
            </a:solidFill>
            <a:prstDash val="dash"/>
          </a:ln>
        </p:spPr>
      </p:sp>
      <p:sp>
        <p:nvSpPr>
          <p:cNvPr id="37" name="PPAGENT_QA|within=comparison-center|role=center-disc">
            <a:extLst xmlns:a="http://schemas.openxmlformats.org/drawingml/2006/main">
              <a:ext uri="{FF2B5EF4-FFF2-40B4-BE49-F238E27FC236}">
                <a16:creationId xmlns:a16="http://schemas.microsoft.com/office/drawing/2014/main" id="{E2E2C847-6EE0-44E5-8922-CEFA1B5D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028700" cy="10287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00A8D8"/>
              </a:gs>
            </a:gsLst>
            <a:lin ang="8100000"/>
          </a:gra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6941039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6896D5-91D2-4EFB-A66E-D38E60E5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两种路线的差异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C941D-3A14-4EDA-9A1C-22091672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双向对比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33DF44-DDEF-4071-BB17-9F889C3C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85875"/>
            <a:ext cx="11430000" cy="4953000"/>
          </a:xfrm>
          <a:prstGeom xmlns:a="http://schemas.openxmlformats.org/drawingml/2006/main" prst="roundRect">
            <a:avLst>
              <a:gd name="adj" fmla="val 0"/>
            </a:avLst>
          </a:prstGeom>
          <a:gradFill xmlns:a="http://schemas.openxmlformats.org/drawingml/2006/main">
            <a:gsLst>
              <a:gs pos="0">
                <a:srgbClr val="FFFFFF"/>
              </a:gs>
              <a:gs pos="52000">
                <a:srgbClr val="EEF6FC"/>
              </a:gs>
              <a:gs pos="100000">
                <a:srgbClr val="FFFFFF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23A3D0-080B-40BA-9412-DC9F8BFF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62625"/>
            <a:ext cx="11010900" cy="400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4CBD1"/>
            </a:solidFill>
            <a:prstDash val="dash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5C7EB-E106-466E-AF6A-278EC800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6" name="PPAGENT_QA|parent=comparison-lef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7892E43D-3FC8-42E0-9B0D-6A8D9469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PPAGENT_QA|within=comparison-lef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5F2AC0B0-428B-4302-A7DF-3E1C9643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PPAGENT_QA|within=comparison-lef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2BCED4E8-0601-47FD-AE76-3D2F4F2E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自由生成</a:t>
            </a:r>
          </a:p>
        </p:txBody>
      </p:sp>
      <p:sp>
        <p:nvSpPr>
          <p:cNvPr id="9" name="PPAGENT_QA|parent=comparison-left-row-0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191094B1-7C5D-4ADA-876B-B15E668F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05050"/>
            <a:ext cx="3467100" cy="42862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PPAGENT_QA|within=comparison-lef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791C3EBF-2E3B-457E-8017-D3A177C1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76488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1" name="PPAGENT_QA|within=comparison-lef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5F2A026D-D62A-4BA2-93D6-11007186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362200"/>
            <a:ext cx="272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版式质量波动</a:t>
            </a:r>
          </a:p>
        </p:txBody>
      </p:sp>
      <p:sp>
        <p:nvSpPr>
          <p:cNvPr id="12" name="PPAGENT_QA|parent=comparison-left-row-1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9E91B173-6942-4146-9C5F-19B73C85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71800"/>
            <a:ext cx="3467100" cy="42862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PPAGENT_QA|within=comparison-lef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F63F733E-CEFE-4C20-BC12-238DCE6C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3238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4" name="PPAGENT_QA|within=comparison-lef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C760679B-7404-4BFE-A22D-0A4A7D13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028950"/>
            <a:ext cx="272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结果难以复现</a:t>
            </a:r>
          </a:p>
        </p:txBody>
      </p:sp>
      <p:sp>
        <p:nvSpPr>
          <p:cNvPr id="15" name="PPAGENT_QA|parent=comparison-left-row-2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3C0D7834-0164-4F98-830B-6D2362F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3467100" cy="42862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PPAGENT_QA|within=comparison-left-row-2|role=status-marker">
            <a:extLst xmlns:a="http://schemas.openxmlformats.org/drawingml/2006/main">
              <a:ext uri="{FF2B5EF4-FFF2-40B4-BE49-F238E27FC236}">
                <a16:creationId xmlns:a16="http://schemas.microsoft.com/office/drawing/2014/main" id="{9C791326-C569-4456-9819-CC484C8A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09988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17" name="PPAGENT_QA|within=comparison-left-row-2|role=item-text">
            <a:extLst xmlns:a="http://schemas.openxmlformats.org/drawingml/2006/main">
              <a:ext uri="{FF2B5EF4-FFF2-40B4-BE49-F238E27FC236}">
                <a16:creationId xmlns:a16="http://schemas.microsoft.com/office/drawing/2014/main" id="{CD211B40-2077-41EE-828D-177D25FA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695700"/>
            <a:ext cx="272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反复消耗判断</a:t>
            </a:r>
          </a:p>
        </p:txBody>
      </p:sp>
      <p:sp>
        <p:nvSpPr>
          <p:cNvPr id="18" name="PPAGENT_QA|parent=comparison-left-row-3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86CA385F-577C-40F3-B7B5-E1C3A87C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05300"/>
            <a:ext cx="3467100" cy="42862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PPAGENT_QA|within=comparison-left-row-3|role=status-marker">
            <a:extLst xmlns:a="http://schemas.openxmlformats.org/drawingml/2006/main">
              <a:ext uri="{FF2B5EF4-FFF2-40B4-BE49-F238E27FC236}">
                <a16:creationId xmlns:a16="http://schemas.microsoft.com/office/drawing/2014/main" id="{4FE531D4-81CE-48BE-9023-0EBC3FAF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76738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0" name="PPAGENT_QA|within=comparison-left-row-3|role=item-text">
            <a:extLst xmlns:a="http://schemas.openxmlformats.org/drawingml/2006/main">
              <a:ext uri="{FF2B5EF4-FFF2-40B4-BE49-F238E27FC236}">
                <a16:creationId xmlns:a16="http://schemas.microsoft.com/office/drawing/2014/main" id="{A86CC88D-48DD-4CE2-A9C5-92AB237B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362450"/>
            <a:ext cx="272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经验难以沉淀</a:t>
            </a:r>
          </a:p>
        </p:txBody>
      </p:sp>
      <p:sp>
        <p:nvSpPr>
          <p:cNvPr id="21" name="PPAGENT_QA|parent=comparison-left-row-4|domains=comparison-left-rows">
            <a:extLst xmlns:a="http://schemas.openxmlformats.org/drawingml/2006/main">
              <a:ext uri="{FF2B5EF4-FFF2-40B4-BE49-F238E27FC236}">
                <a16:creationId xmlns:a16="http://schemas.microsoft.com/office/drawing/2014/main" id="{5898F5A2-E23C-409B-A4FF-D58FF586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72050"/>
            <a:ext cx="3467100" cy="42862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3F7FD6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PPAGENT_QA|within=comparison-left-row-4|role=status-marker">
            <a:extLst xmlns:a="http://schemas.openxmlformats.org/drawingml/2006/main">
              <a:ext uri="{FF2B5EF4-FFF2-40B4-BE49-F238E27FC236}">
                <a16:creationId xmlns:a16="http://schemas.microsoft.com/office/drawing/2014/main" id="{A3D0BF94-D9D6-4E4C-90E3-B3DFDDBD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43488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3" name="PPAGENT_QA|within=comparison-left-row-4|role=item-text">
            <a:extLst xmlns:a="http://schemas.openxmlformats.org/drawingml/2006/main">
              <a:ext uri="{FF2B5EF4-FFF2-40B4-BE49-F238E27FC236}">
                <a16:creationId xmlns:a16="http://schemas.microsoft.com/office/drawing/2014/main" id="{8B1DE777-46A9-4FBD-A205-DC2ADE39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029200"/>
            <a:ext cx="272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维护成本较高</a:t>
            </a:r>
          </a:p>
        </p:txBody>
      </p:sp>
      <p:sp>
        <p:nvSpPr>
          <p:cNvPr id="24" name="PPAGENT_QA|parent=comparison-right-panel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4592D8C3-7378-4F36-B872-1B81BC87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440055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14288">
            <a:solidFill>
              <a:srgbClr val="A7B4C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5" name="PPAGENT_QA|within=comparison-right-panel|role=header-surface">
            <a:extLst xmlns:a="http://schemas.openxmlformats.org/drawingml/2006/main">
              <a:ext uri="{FF2B5EF4-FFF2-40B4-BE49-F238E27FC236}">
                <a16:creationId xmlns:a16="http://schemas.microsoft.com/office/drawing/2014/main" id="{6C6C78B2-88BD-4222-9865-AAA771F0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85900"/>
            <a:ext cx="4191000" cy="6858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6" name="PPAGENT_QA|within=comparison-right-panel|role=header-title">
            <a:extLst xmlns:a="http://schemas.openxmlformats.org/drawingml/2006/main">
              <a:ext uri="{FF2B5EF4-FFF2-40B4-BE49-F238E27FC236}">
                <a16:creationId xmlns:a16="http://schemas.microsoft.com/office/drawing/2014/main" id="{5CAEF1A4-A634-44F1-93BC-FCB21EDC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8115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</a:t>
            </a:r>
          </a:p>
        </p:txBody>
      </p:sp>
      <p:sp>
        <p:nvSpPr>
          <p:cNvPr id="27" name="PPAGENT_QA|parent=comparison-right-row-0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7D46E98F-50E8-443C-9938-6BD01158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05050"/>
            <a:ext cx="3467100" cy="42862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PPAGENT_QA|within=comparison-right-row-0|role=status-marker">
            <a:extLst xmlns:a="http://schemas.openxmlformats.org/drawingml/2006/main">
              <a:ext uri="{FF2B5EF4-FFF2-40B4-BE49-F238E27FC236}">
                <a16:creationId xmlns:a16="http://schemas.microsoft.com/office/drawing/2014/main" id="{EA763869-0579-4A3A-84CF-8DE6C3B9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76488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29" name="PPAGENT_QA|within=comparison-right-row-0|role=item-text">
            <a:extLst xmlns:a="http://schemas.openxmlformats.org/drawingml/2006/main">
              <a:ext uri="{FF2B5EF4-FFF2-40B4-BE49-F238E27FC236}">
                <a16:creationId xmlns:a16="http://schemas.microsoft.com/office/drawing/2014/main" id="{A0B0C1F2-4329-4301-A82D-5454986D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272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输出稳定可靠</a:t>
            </a:r>
          </a:p>
        </p:txBody>
      </p:sp>
      <p:sp>
        <p:nvSpPr>
          <p:cNvPr id="30" name="PPAGENT_QA|parent=comparison-right-row-1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6C96E9AC-5BF6-4D76-9896-7A8BCDFA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71800"/>
            <a:ext cx="3467100" cy="42862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1" name="PPAGENT_QA|within=comparison-right-row-1|role=status-marker">
            <a:extLst xmlns:a="http://schemas.openxmlformats.org/drawingml/2006/main">
              <a:ext uri="{FF2B5EF4-FFF2-40B4-BE49-F238E27FC236}">
                <a16:creationId xmlns:a16="http://schemas.microsoft.com/office/drawing/2014/main" id="{884DCE1D-5CE7-4C57-B39E-E4EC1C76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43238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2" name="PPAGENT_QA|within=comparison-right-row-1|role=item-text">
            <a:extLst xmlns:a="http://schemas.openxmlformats.org/drawingml/2006/main">
              <a:ext uri="{FF2B5EF4-FFF2-40B4-BE49-F238E27FC236}">
                <a16:creationId xmlns:a16="http://schemas.microsoft.com/office/drawing/2014/main" id="{D28EE7DA-CAA7-4F5B-BBA0-856C4255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28950"/>
            <a:ext cx="272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边界清楚可验</a:t>
            </a:r>
          </a:p>
        </p:txBody>
      </p:sp>
      <p:sp>
        <p:nvSpPr>
          <p:cNvPr id="33" name="PPAGENT_QA|parent=comparison-right-row-2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867BDAD6-9ACA-45FC-AE7C-3E1CFEEE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638550"/>
            <a:ext cx="3467100" cy="42862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4" name="PPAGENT_QA|within=comparison-right-row-2|role=status-marker">
            <a:extLst xmlns:a="http://schemas.openxmlformats.org/drawingml/2006/main">
              <a:ext uri="{FF2B5EF4-FFF2-40B4-BE49-F238E27FC236}">
                <a16:creationId xmlns:a16="http://schemas.microsoft.com/office/drawing/2014/main" id="{BF525A15-2256-4154-B58F-E3859D5E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09988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5" name="PPAGENT_QA|within=comparison-right-row-2|role=item-text">
            <a:extLst xmlns:a="http://schemas.openxmlformats.org/drawingml/2006/main">
              <a:ext uri="{FF2B5EF4-FFF2-40B4-BE49-F238E27FC236}">
                <a16:creationId xmlns:a16="http://schemas.microsoft.com/office/drawing/2014/main" id="{71BB2CF3-6B4C-446B-A25D-F5CE57CF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95700"/>
            <a:ext cx="272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问题可以回归</a:t>
            </a:r>
          </a:p>
        </p:txBody>
      </p:sp>
      <p:sp>
        <p:nvSpPr>
          <p:cNvPr id="36" name="PPAGENT_QA|parent=comparison-right-row-3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D1CEB622-F026-4F20-BEE9-78DD1317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305300"/>
            <a:ext cx="3467100" cy="42862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7" name="PPAGENT_QA|within=comparison-right-row-3|role=status-marker">
            <a:extLst xmlns:a="http://schemas.openxmlformats.org/drawingml/2006/main">
              <a:ext uri="{FF2B5EF4-FFF2-40B4-BE49-F238E27FC236}">
                <a16:creationId xmlns:a16="http://schemas.microsoft.com/office/drawing/2014/main" id="{1EA1CB2E-12FD-4CA2-91B2-D0CE06FE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76738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38" name="PPAGENT_QA|within=comparison-right-row-3|role=item-text">
            <a:extLst xmlns:a="http://schemas.openxmlformats.org/drawingml/2006/main">
              <a:ext uri="{FF2B5EF4-FFF2-40B4-BE49-F238E27FC236}">
                <a16:creationId xmlns:a16="http://schemas.microsoft.com/office/drawing/2014/main" id="{F10CACDB-41CF-4507-A8B5-4B52EE94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62450"/>
            <a:ext cx="272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能力持续积累</a:t>
            </a:r>
          </a:p>
        </p:txBody>
      </p:sp>
      <p:sp>
        <p:nvSpPr>
          <p:cNvPr id="39" name="PPAGENT_QA|parent=comparison-right-row-4|domains=comparison-right-rows">
            <a:extLst xmlns:a="http://schemas.openxmlformats.org/drawingml/2006/main">
              <a:ext uri="{FF2B5EF4-FFF2-40B4-BE49-F238E27FC236}">
                <a16:creationId xmlns:a16="http://schemas.microsoft.com/office/drawing/2014/main" id="{5F00897B-9E8E-4D43-BD76-83D4A89C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972050"/>
            <a:ext cx="3467100" cy="428625"/>
          </a:xfrm>
          <a:prstGeom xmlns:a="http://schemas.openxmlformats.org/drawingml/2006/main" prst="roundRect">
            <a:avLst>
              <a:gd name="adj" fmla="val 50000"/>
            </a:avLst>
          </a:prstGeom>
          <a:gradFill xmlns:a="http://schemas.openxmlformats.org/drawingml/2006/main">
            <a:gsLst>
              <a:gs pos="0">
                <a:srgbClr val="00A8D8"/>
              </a:gs>
              <a:gs pos="100000">
                <a:srgbClr val="379BEF"/>
              </a:gs>
            </a:gsLst>
            <a:lin ang="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0" name="PPAGENT_QA|within=comparison-right-row-4|role=status-marker">
            <a:extLst xmlns:a="http://schemas.openxmlformats.org/drawingml/2006/main">
              <a:ext uri="{FF2B5EF4-FFF2-40B4-BE49-F238E27FC236}">
                <a16:creationId xmlns:a16="http://schemas.microsoft.com/office/drawing/2014/main" id="{525D934F-E13F-4FC6-8888-D6BC7BB6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043488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•</a:t>
            </a:r>
          </a:p>
        </p:txBody>
      </p:sp>
      <p:sp>
        <p:nvSpPr>
          <p:cNvPr id="41" name="PPAGENT_QA|within=comparison-right-row-4|role=item-text">
            <a:extLst xmlns:a="http://schemas.openxmlformats.org/drawingml/2006/main">
              <a:ext uri="{FF2B5EF4-FFF2-40B4-BE49-F238E27FC236}">
                <a16:creationId xmlns:a16="http://schemas.microsoft.com/office/drawing/2014/main" id="{6A9AE0C3-236B-4C41-ACF3-D32D8B39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29200"/>
            <a:ext cx="27241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维护责任明确</a:t>
            </a:r>
          </a:p>
        </p:txBody>
      </p:sp>
      <p:sp>
        <p:nvSpPr>
          <p:cNvPr id="42" name="PPAGENT_QA|parent=comparison-center|domains=comparison-panels">
            <a:extLst xmlns:a="http://schemas.openxmlformats.org/drawingml/2006/main">
              <a:ext uri="{FF2B5EF4-FFF2-40B4-BE49-F238E27FC236}">
                <a16:creationId xmlns:a16="http://schemas.microsoft.com/office/drawing/2014/main" id="{0E52E425-6981-4C91-B004-2840BD18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57500"/>
            <a:ext cx="1333500" cy="133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AB8C7"/>
            </a:solidFill>
            <a:prstDash val="dash"/>
          </a:ln>
        </p:spPr>
      </p:sp>
      <p:sp>
        <p:nvSpPr>
          <p:cNvPr id="43" name="PPAGENT_QA|within=comparison-center|role=center-disc">
            <a:extLst xmlns:a="http://schemas.openxmlformats.org/drawingml/2006/main">
              <a:ext uri="{FF2B5EF4-FFF2-40B4-BE49-F238E27FC236}">
                <a16:creationId xmlns:a16="http://schemas.microsoft.com/office/drawing/2014/main" id="{EDAD28C4-BF3A-4E53-8989-251A8F74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028700" cy="10287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677C8"/>
              </a:gs>
              <a:gs pos="100000">
                <a:srgbClr val="00A8D8"/>
              </a:gs>
            </a:gsLst>
            <a:lin ang="8100000"/>
          </a:gra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75951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2026-08-15T13:33:21.4160000Z</dcterms:created>
  <dcterms:modified xsi:type="dcterms:W3CDTF">2026-08-15T13:33:21.4160000Z</dcterms:modified>
</coreProperties>
</file>