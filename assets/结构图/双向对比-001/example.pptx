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9964ce3a374438" /><Relationship Type="http://schemas.openxmlformats.org/officeDocument/2006/relationships/extended-properties" Target="/docProps/app.xml" Id="R0bd31f267ffb4148" /><Relationship Type="http://schemas.openxmlformats.org/officeDocument/2006/relationships/officeDocument" Target="/ppt/presentation.xml" Id="R7ba550bcf5b648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c67214f65146d6"/>
  </p:sldMasterIdLst>
  <p:notesMasterIdLst>
    <p:notesMasterId xmlns:r="http://schemas.openxmlformats.org/officeDocument/2006/relationships" r:id="R558e440bfbdc466d"/>
  </p:notesMasterIdLst>
  <p:sldIdLst>
    <p:sldId xmlns:r="http://schemas.openxmlformats.org/officeDocument/2006/relationships" id="256" r:id="Rf4058441a5c842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929589f0bd4f95" /><Relationship Type="http://schemas.openxmlformats.org/officeDocument/2006/relationships/slideMaster" Target="/ppt/slideMasters/slideMaster1.xml" Id="R5cc67214f65146d6" /><Relationship Type="http://schemas.openxmlformats.org/officeDocument/2006/relationships/notesMaster" Target="/ppt/notesMasters/notesMaster1.xml" Id="R558e440bfbdc466d" /><Relationship Type="http://schemas.openxmlformats.org/officeDocument/2006/relationships/presProps" Target="/ppt/presProps.xml" Id="Ra73e3199cf5044a5" /><Relationship Type="http://schemas.openxmlformats.org/officeDocument/2006/relationships/tableStyles" Target="/ppt/tableStyles.xml" Id="Rab01f2c38b5e49d3" /><Relationship Type="http://schemas.openxmlformats.org/officeDocument/2006/relationships/slide" Target="/ppt/slides/slide1.xml" Id="Rf4058441a5c842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38909608944a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e51c22cd554fe9" /><Relationship Type="http://schemas.openxmlformats.org/officeDocument/2006/relationships/notesMaster" Target="/ppt/notesMasters/notesMaster1.xml" Id="R97262600d68847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88836edc54e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52eca0e9284c32" /><Relationship Type="http://schemas.openxmlformats.org/officeDocument/2006/relationships/slideLayout" Target="/ppt/slideLayouts/slideLayout1.xml" Id="R907dc395f1a04d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7dc395f1a04d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8935351364286" /><Relationship Type="http://schemas.openxmlformats.org/officeDocument/2006/relationships/notesSlide" Target="/ppt/notesSlides/notesSlide1.xml" Id="R325af948e71f4b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5059AD-9E0C-4C30-887D-AB19FE51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两种生成路线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D899E-4B23-4A8C-A64C-0BA55F12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双向对比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EFC6B-9A46-4588-BEBF-F1DAD17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49530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3113E9B0-ED82-460A-9BF9-3B19263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191000" cy="44005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226F58EF-8545-429E-B63E-30B435B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191000" cy="68580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25B30635-4EA6-4338-9EE2-43E2F3E6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自由生成</a:t>
            </a:r>
          </a:p>
        </p:txBody>
      </p:sp>
      <p:sp>
        <p:nvSpPr>
          <p:cNvPr id="7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3B4E1FAD-B956-422C-8DD3-1E6E5A1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3467100" cy="5143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E327C22B-0849-404B-B669-294A7C21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9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86677A1F-4169-435F-8FC8-1802C7C5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00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结果难以复现</a:t>
            </a:r>
          </a:p>
        </p:txBody>
      </p:sp>
      <p:sp>
        <p:nvSpPr>
          <p:cNvPr id="10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084123B6-72B4-48E2-B831-8C4FCB82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3467100" cy="5143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D0F08242-F938-417F-8CBB-588A8233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2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02D931D8-B846-43BA-88C9-54599971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385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版式质量波动</a:t>
            </a:r>
          </a:p>
        </p:txBody>
      </p:sp>
      <p:sp>
        <p:nvSpPr>
          <p:cNvPr id="13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98575C32-B334-4F40-9111-48D99789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3467100" cy="5143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0E74AA73-ED0B-45D9-99C3-742FC6BD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60E5B597-4E18-4D2C-A8ED-FC8D352F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767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反复消耗判断</a:t>
            </a:r>
          </a:p>
        </p:txBody>
      </p:sp>
      <p:sp>
        <p:nvSpPr>
          <p:cNvPr id="16" name="PPAGENT_QA|parent=comparison-left-row-3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85438051-EDF5-4FEF-ABAC-3CD5BF81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3467100" cy="5143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within=comparison-left-row-3|role=status-marker">
            <a:extLst xmlns:a="http://schemas.openxmlformats.org/drawingml/2006/main">
              <a:ext uri="{FF2B5EF4-FFF2-40B4-BE49-F238E27FC236}">
                <a16:creationId xmlns:a16="http://schemas.microsoft.com/office/drawing/2014/main" id="{74FB307A-F48D-4CBE-A42C-504C3678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72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8" name="PPAGENT_QA|within=comparison-left-row-3|role=item-text">
            <a:extLst xmlns:a="http://schemas.openxmlformats.org/drawingml/2006/main">
              <a:ext uri="{FF2B5EF4-FFF2-40B4-BE49-F238E27FC236}">
                <a16:creationId xmlns:a16="http://schemas.microsoft.com/office/drawing/2014/main" id="{D0DDE376-67D0-4210-B43B-080728D8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149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经验难以沉淀</a:t>
            </a:r>
          </a:p>
        </p:txBody>
      </p:sp>
      <p:sp>
        <p:nvSpPr>
          <p:cNvPr id="19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D29BDB7C-81F5-4FAD-9209-C8CE5236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85900"/>
            <a:ext cx="4191000" cy="44005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FE2EDE99-CF8E-4AF6-B0A8-D56287C1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85900"/>
            <a:ext cx="4191000" cy="68580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00A8D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B3B3F979-E268-4E6E-89CD-8FA20C89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8115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受控生成</a:t>
            </a:r>
          </a:p>
        </p:txBody>
      </p:sp>
      <p:sp>
        <p:nvSpPr>
          <p:cNvPr id="22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C9491781-CC7E-432B-8A2B-7A60AEFC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43150"/>
            <a:ext cx="3467100" cy="5143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00A8D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14CB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0DF6B9B-5C63-453A-AF1E-C1D2218E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95AB2F53-ACC7-40FD-8475-BC4BB0B9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00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输出稳定可靠</a:t>
            </a:r>
          </a:p>
        </p:txBody>
      </p:sp>
      <p:sp>
        <p:nvSpPr>
          <p:cNvPr id="25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0784BC26-4596-4B66-AE53-57BB745C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81350"/>
            <a:ext cx="3467100" cy="5143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00A8D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14CB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1D5579B-84C4-45A1-B96C-2F079491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95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5D205F09-BEB7-455A-83C4-2487BD26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版式边界明确</a:t>
            </a:r>
          </a:p>
        </p:txBody>
      </p:sp>
      <p:sp>
        <p:nvSpPr>
          <p:cNvPr id="28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ABA50DCA-C9BE-43A3-8475-AD8EBB65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3467100" cy="5143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00A8D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14CB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E325F6B-24E2-4163-98AA-DFC8C5F2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33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E5C97171-F905-4BB4-A7A0-2FB1E1FE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问题可以回归</a:t>
            </a:r>
          </a:p>
        </p:txBody>
      </p:sp>
      <p:sp>
        <p:nvSpPr>
          <p:cNvPr id="31" name="PPAGENT_QA|parent=comparison-right-row-3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7E84FC59-5139-411E-8A56-625BECB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57750"/>
            <a:ext cx="3467100" cy="5143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00A8D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14CB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comparison-right-row-3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8C4DA99-C186-47D4-B905-F9CC66CF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72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PPAGENT_QA|within=comparison-right-row-3|role=item-text">
            <a:extLst xmlns:a="http://schemas.openxmlformats.org/drawingml/2006/main">
              <a:ext uri="{FF2B5EF4-FFF2-40B4-BE49-F238E27FC236}">
                <a16:creationId xmlns:a16="http://schemas.microsoft.com/office/drawing/2014/main" id="{0F875966-BAC9-4E07-ADDF-308F7A00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能力持续积累</a:t>
            </a:r>
          </a:p>
        </p:txBody>
      </p:sp>
      <p:sp>
        <p:nvSpPr>
          <p:cNvPr id="34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D77BF1A5-8D3E-4544-9BB4-4400CD8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35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D34A4A4D-80C9-409A-8D51-6622CC25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9900"/>
            <a:ext cx="10287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7C8"/>
              </a:gs>
              <a:gs pos="100000">
                <a:srgbClr val="00A8D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E5C83F-AD62-47E9-88D1-0D3FB7DE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1101090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4CBD1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4E6AD4-22F0-4E2F-A7AC-E2CB9BE1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3073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2026-08-10T06:13:07.9000000Z</dcterms:created>
  <dcterms:modified xsi:type="dcterms:W3CDTF">2026-08-10T06:13:07.9010000Z</dcterms:modified>
</coreProperties>
</file>