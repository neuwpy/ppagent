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5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ab604c5b4243da" /><Relationship Type="http://schemas.openxmlformats.org/officeDocument/2006/relationships/extended-properties" Target="/docProps/app.xml" Id="R5d7a989940cb4f95" /><Relationship Type="http://schemas.openxmlformats.org/officeDocument/2006/relationships/officeDocument" Target="/ppt/presentation.xml" Id="Re550e876749a47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7d4ad4cd2f4c4b"/>
    <p:sldMasterId xmlns:r="http://schemas.openxmlformats.org/officeDocument/2006/relationships" id="2147483660" r:id="R41089e09020d4870"/>
    <p:sldMasterId xmlns:r="http://schemas.openxmlformats.org/officeDocument/2006/relationships" id="2147483663" r:id="Reb487eca2d0541a9"/>
  </p:sldMasterIdLst>
  <p:notesMasterIdLst>
    <p:notesMasterId xmlns:r="http://schemas.openxmlformats.org/officeDocument/2006/relationships" r:id="Rf97484d2ed0e4d68"/>
  </p:notesMasterIdLst>
  <p:sldIdLst>
    <p:sldId xmlns:r="http://schemas.openxmlformats.org/officeDocument/2006/relationships" id="256" r:id="Rff94594704da4d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E3753D0-92AB-4620-8DB3-57A31C4D162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TxStyle/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bg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1"/>
          </a:solidFill>
        </a:fill>
      </a:tcStyle>
    </a:firstRow>
    <a:n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ne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34b440048d4fea" /><Relationship Type="http://schemas.openxmlformats.org/officeDocument/2006/relationships/slideMaster" Target="/ppt/slideMasters/slideMaster1.xml" Id="R7d7d4ad4cd2f4c4b" /><Relationship Type="http://schemas.openxmlformats.org/officeDocument/2006/relationships/slideMaster" Target="/ppt/slideMasters/slideMaster2.xml" Id="R41089e09020d4870" /><Relationship Type="http://schemas.openxmlformats.org/officeDocument/2006/relationships/slideMaster" Target="/ppt/slideMasters/slideMaster3.xml" Id="Reb487eca2d0541a9" /><Relationship Type="http://schemas.openxmlformats.org/officeDocument/2006/relationships/notesMaster" Target="/ppt/notesMasters/notesMaster1.xml" Id="Rf97484d2ed0e4d68" /><Relationship Type="http://schemas.openxmlformats.org/officeDocument/2006/relationships/presProps" Target="/ppt/presProps.xml" Id="R33d783da9f8944d0" /><Relationship Type="http://schemas.openxmlformats.org/officeDocument/2006/relationships/viewProps" Target="/ppt/viewProps.xml" Id="R1a4eac3e930142cb" /><Relationship Type="http://schemas.openxmlformats.org/officeDocument/2006/relationships/tableStyles" Target="/ppt/tableStyles.xml" Id="Re353719fff4246e1" /><Relationship Type="http://schemas.openxmlformats.org/officeDocument/2006/relationships/slide" Target="/ppt/slides/slide1.xml" Id="Rff94594704da4d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5.xml" Id="R3c6cf3276c1946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3eeb54e72c485d" /><Relationship Type="http://schemas.openxmlformats.org/officeDocument/2006/relationships/notesMaster" Target="/ppt/notesMasters/notesMaster1.xml" Id="R1e0a3e37e2984d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Shell：PPT源/PPT模板-封面正文尾页.pptx 第 3 页</a:t>
            </a:r>
            <a:endParaRPr/>
          </a:p>
          <a:p xmlns:a="http://schemas.openxmlformats.org/drawingml/2006/main">
            <a:r>
              <a:t>- Style Group 来源：PPT源/狗哥蓝色-精美逻辑图PPT模板.pptx#135</a:t>
            </a:r>
            <a:endParaRPr/>
          </a:p>
          <a:p xmlns:a="http://schemas.openxmlformats.org/drawingml/2006/main">
            <a:r>
              <a:t>- 结构：parallel / parallel-cards-p135 / 4项</a:t>
            </a:r>
            <a:endParaRPr/>
          </a:p>
          <a:p xmlns:a="http://schemas.openxmlformats.org/drawingml/2006/main">
            <a:r>
              <a:t>- 媒体契约：no-image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17388736dd479d" /><Relationship Type="http://schemas.openxmlformats.org/officeDocument/2006/relationships/image" Target="/ppt/media/image.jpeg" Id="Rdd3ac22b4ce64d97" /><Relationship Type="http://schemas.openxmlformats.org/officeDocument/2006/relationships/image" Target="/ppt/media/image.png" Id="R66b172256131472e" /><Relationship Type="http://schemas.openxmlformats.org/officeDocument/2006/relationships/image" Target="/ppt/media/image2.png" Id="R63ca68d05c7c4ea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33a3e97062466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1d48438b9d427c" /><Relationship Type="http://schemas.openxmlformats.org/officeDocument/2006/relationships/image" Target="/ppt/media/image3.png" Id="R827637ed0da0478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631dbc33bb499b" /><Relationship Type="http://schemas.openxmlformats.org/officeDocument/2006/relationships/image" Target="/ppt/media/image4.png" Id="Ra33872054ea64be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91a0fc837044b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5a42201d264eb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3a5a764039481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58d5bed71a455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f9dd576fcc427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f19ea991674ae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b6858f0b4044fa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ba6f5158e7942b2" /><Relationship Type="http://schemas.openxmlformats.org/officeDocument/2006/relationships/image" Target="/ppt/media/image5.png" Id="R8c7f5e7baa4143b2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d70f346d3174c8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b85c75a9e2654ee7" /><Relationship Type="http://schemas.openxmlformats.org/officeDocument/2006/relationships/image" Target="/ppt/media/image5.png" Id="Rf1a4d3d4bb7d47bc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d3edd8dfd7314210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3ac22b4ce64d97">
            <a:alphaModFix amt="20000"/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-375" t="36417" r="375" b="177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88953" y="3125718"/>
            <a:ext cx="12697941" cy="4114800"/>
          </a:xfrm>
          <a:prstGeom xmlns:a="http://schemas.openxmlformats.org/drawingml/2006/main" prst="rect">
            <a:avLst/>
          </a:prstGeom>
        </p:spPr>
      </p:pic>
      <p:pic>
        <p:nvPicPr>
          <p:cNvPr id="5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b172256131472e"/>
          <a:srcRect xmlns:a="http://schemas.openxmlformats.org/drawingml/2006/main" l="0" t="0" r="0" b="608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584" y="72497"/>
            <a:ext cx="3337845" cy="708895"/>
          </a:xfrm>
          <a:prstGeom xmlns:a="http://schemas.openxmlformats.org/drawingml/2006/main" prst="rect">
            <a:avLst/>
          </a:prstGeom>
        </p:spPr>
      </p:pic>
      <p:pic>
        <p:nvPicPr>
          <p:cNvPr id="6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a68d05c7c4e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9206" y="72497"/>
            <a:ext cx="5102794" cy="91447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3" name="矩形 332">
            <a:extLst xmlns:a="http://schemas.openxmlformats.org/drawingml/2006/main">
              <a:ext uri="{FF2B5EF4-FFF2-40B4-BE49-F238E27FC236}">
                <a16:creationId xmlns:a16="http://schemas.microsoft.com/office/drawing/2014/main" id="{2758DE98-D5A0-4D04-B6F9-7A500169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833952"/>
            <a:ext cx="11522073" cy="499299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17500">
                <a:srgbClr val="3E84EC"/>
              </a:gs>
              <a:gs pos="100000">
                <a:schemeClr val="accent1">
                  <a:lumMod val="75000"/>
                </a:schemeClr>
              </a:gs>
              <a:gs pos="0">
                <a:srgbClr val="0268FE">
                  <a:lumMod val="75000"/>
                  <a:lumOff val="25000"/>
                  <a:alpha val="69000"/>
                </a:srgbClr>
              </a:gs>
            </a:gsLst>
            <a:path path="circle">
              <a:fillToRect l="100000" t="0" r="0" b="100000"/>
            </a:path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pic>
        <p:nvPicPr>
          <p:cNvPr id="336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7637ed0da04788"/>
          <a:srcRect xmlns:a="http://schemas.openxmlformats.org/drawingml/2006/main" l="0" t="0" r="0" b="591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74637" y="198304"/>
            <a:ext cx="2675956" cy="593304"/>
          </a:xfrm>
          <a:prstGeom xmlns:a="http://schemas.openxmlformats.org/drawingml/2006/main" prst="rect">
            <a:avLst/>
          </a:prstGeom>
        </p:spPr>
      </p:pic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B91F53A2-4C76-4312-8DF7-6498634A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6564990"/>
            <a:ext cx="11522076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chemeClr val="accent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A7A5BEDC-1E45-49E9-B12D-61144AF0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3" y="1402294"/>
            <a:ext cx="1152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gradFill rotWithShape="1">
              <a:gsLst>
                <a:gs pos="100000">
                  <a:schemeClr val="accent1">
                    <a:lumMod val="97000"/>
                  </a:schemeClr>
                </a:gs>
                <a:gs pos="0">
                  <a:schemeClr val="accent1">
                    <a:alpha val="0"/>
                  </a:schemeClr>
                </a:gs>
              </a:gsLst>
              <a:lin ang="10800000" scaled="1"/>
              <a:tileRect/>
            </a:gradFill>
            <a:tailEnd type="none" w="med" len="sm"/>
          </a:ln>
          <a:effectLst xmlns:a="http://schemas.openxmlformats.org/drawingml/2006/main">
            <a:outerShdw blurRad="63500" dist="50800" dir="4800000" sx="102000" sy="102000" algn="ctr" rotWithShape="0">
              <a:schemeClr val="accent1">
                <a:alpha val="40000"/>
              </a:scheme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</p:sp>
    </p:spTree>
  </p:cSld>
</p:sldLayout>
</file>

<file path=ppt/slideLayouts/slideLayout4.xml><?xml version="1.0" encoding="utf-8"?>
<p:sldLayout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" name="任意多边形: 形状 86">
            <a:extLst xmlns:a="http://schemas.openxmlformats.org/drawingml/2006/main">
              <a:ext uri="{FF2B5EF4-FFF2-40B4-BE49-F238E27FC236}">
                <a16:creationId xmlns:a16="http://schemas.microsoft.com/office/drawing/2014/main" id="{DA9A128E-109A-4353-9024-530C951E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562" y="10535"/>
            <a:ext cx="4440577" cy="2998608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sp>
        <p:nvSpPr>
          <p:cNvPr id="89" name="文本框 88">
            <a:extLst xmlns:a="http://schemas.openxmlformats.org/drawingml/2006/main">
              <a:ext uri="{FF2B5EF4-FFF2-40B4-BE49-F238E27FC236}">
                <a16:creationId xmlns:a16="http://schemas.microsoft.com/office/drawing/2014/main" id="{CBF6074C-C97E-4C30-B3BC-4C4A47D1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9985" y="1085380"/>
            <a:ext cx="3262303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4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CONTENT</a:t>
            </a:r>
            <a:endParaRPr sz="4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5" name="图片 1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872054ea64be8">
            <a:alphaModFix amt="70000"/>
          </a:blip>
          <a:srcRect xmlns:a="http://schemas.openxmlformats.org/drawingml/2006/main" l="0" t="0" r="0" b="588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962" y="3707963"/>
            <a:ext cx="3024288" cy="2020666"/>
          </a:xfrm>
          <a:prstGeom xmlns:a="http://schemas.openxmlformats.org/drawingml/2006/main" prst="rect">
            <a:avLst/>
          </a:prstGeom>
        </p:spPr>
      </p:pic>
      <p:sp>
        <p:nvSpPr>
          <p:cNvPr id="88" name="文本框 87">
            <a:extLst xmlns:a="http://schemas.openxmlformats.org/drawingml/2006/main">
              <a:ext uri="{FF2B5EF4-FFF2-40B4-BE49-F238E27FC236}">
                <a16:creationId xmlns:a16="http://schemas.microsoft.com/office/drawing/2014/main" id="{1519D6E5-D136-48C8-AB10-44F73831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667" y="1479325"/>
            <a:ext cx="2646878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>
            <a:lvl1pPr>
              <a:buNone/>
              <a:defRPr sz="7200">
                <a:gradFill flip="none" rotWithShape="1">
                  <a:gsLst>
                    <a:gs pos="0">
                      <a:schemeClr val="accent1">
                        <a:lumMod val="80000"/>
                        <a:lumOff val="2000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  <a:tileRect/>
                </a:gradFill>
                <a:latin typeface="思源宋体 CN Heavy"/>
                <a:ea typeface="思源宋体 CN Heavy"/>
                <a:cs typeface="思源宋体 CN Heavy"/>
              </a:defRPr>
            </a:lvl1pPr>
          </a:lstStyle>
          <a:p xmlns:a="http://schemas.openxmlformats.org/drawingml/2006/main">
            <a:pPr marL="0" marR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800" b="0" i="0" u="none" cap="none" spc="0">
                <a:ln>
                  <a:noFill/>
                </a:ln>
                <a:gradFill rotWithShape="1">
                  <a:gsLst>
                    <a:gs pos="0">
                      <a:srgbClr val="0268FE">
                        <a:lumMod val="80000"/>
                        <a:lumOff val="20000"/>
                      </a:srgbClr>
                    </a:gs>
                    <a:gs pos="100000">
                      <a:srgbClr val="0268FE"/>
                    </a:gs>
                  </a:gsLst>
                  <a:lin ang="5400000" scaled="1"/>
                  <a:tileRect/>
                </a:gradFill>
                <a:latin typeface="汉仪粗宋简"/>
                <a:ea typeface="汉仪粗宋简"/>
                <a:cs typeface="汉仪粗宋简"/>
              </a:rPr>
              <a:t>汇报提纲</a:t>
            </a:r>
          </a:p>
        </p:txBody>
      </p:sp>
      <p:sp>
        <p:nvSpPr>
          <p:cNvPr id="131" name="任意多边形: 形状 130">
            <a:extLst xmlns:a="http://schemas.openxmlformats.org/drawingml/2006/main">
              <a:ext uri="{FF2B5EF4-FFF2-40B4-BE49-F238E27FC236}">
                <a16:creationId xmlns:a16="http://schemas.microsoft.com/office/drawing/2014/main" id="{D136D3EE-081A-49D1-9506-38E1B1A2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335" y="4602588"/>
            <a:ext cx="3296666" cy="2255412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DD71B3E-E7BB-4A91-8723-3D4D03F2A0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A7B0279-5A8E-4BE4-BE43-542616D70A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92E6B805-09F1-44B6-9A68-612479C56C8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099862F6-230B-4A3D-84E8-43253C1C2A0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67362CB8-4CED-4914-B3A7-DFD84D61824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03961E07-10CD-44C3-8416-A967B01087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E17A85E4-456D-4DAE-AAC8-5F388929B0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1081B8E5-10E5-43F8-84D2-282E76D88B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2C5406A-F660-44DD-96CD-E0F49B25FB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25077712-3436-48CD-B69B-591F3046EB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374904B4-02D6-45E1-BC08-689A64BD6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10DEF11F-7F1E-4217-8CC7-DF404533C3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77C40515-429F-4416-B503-699E02A64E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73758940-0518-4887-8D17-E98BA24C86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5401F09F-57E1-46F7-80CC-6624F652BF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2CBB853-1DA9-459D-BC79-FD0C6DE41F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040FC84-B276-4DD0-99A8-B5CCC964A19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CC4875-3F26-47EB-8DE1-DC1A78F39E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62ADC1BD-49BC-4617-94DD-E17E461723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0AFF0A32-0376-4849-8C4D-3AFD16569F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8EAB2A01-AFDE-462D-8F86-C6B22C3F4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47B14B8-5BFA-457A-BF3A-B54DABFF23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163062AA-DA77-45F0-B8DB-7A38D82590A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1B3C59-37B5-430B-A29A-9241204EF3E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B89C033C-01FC-44B5-8672-3C621F5E2B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39D56847-625C-4964-AB64-246C5CD92D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AD9C350E-B4AF-464E-A86A-B69CE7AFDE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DFB291A-61D6-4D3D-8825-B11D9FD436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374A710E-2331-4C75-AD97-05BBC8B975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E525E9E6-489D-48DF-98B4-8D62FE9E91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BF8C246-6583-48EC-87BF-4B727B5C96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2B31F33-7C1C-4413-B763-1A1FE16148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463ED077-1038-4CCB-A58F-2B46457CD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F1E81820-00CA-46BD-87AF-EF42F0638A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62322561-297A-4894-A2B6-C70C014992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D3B0073-AA2B-4211-9DDB-2797FAD372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0511962-D10A-40A8-BDF5-AD6E219111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7f5e7baa4143b2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E147CA5D-5D93-4DB2-A3D0-9018994B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DEE3068-45EC-4DFF-A52C-D5BDCB7F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4439DB34-7F99-49C5-932C-5A718AC0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49EB4AF1-E121-477D-8848-E546B93A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3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4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4d3d4bb7d47bc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44B39580-6C16-4FD3-94D8-E59E73CF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EC6B982-7612-40F6-9113-753E430E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EEF429FB-8A7B-4645-BAF1-7CAC533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63A3A579-0B27-4649-9F93-3EEDA2B4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5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18d976ac494878" /><Relationship Type="http://schemas.openxmlformats.org/officeDocument/2006/relationships/slideLayout" Target="/ppt/slideLayouts/slideLayout1.xml" Id="Re702752c45b4431c" /><Relationship Type="http://schemas.openxmlformats.org/officeDocument/2006/relationships/slideLayout" Target="/ppt/slideLayouts/slideLayout2.xml" Id="R1edaac7e68164529" /><Relationship Type="http://schemas.openxmlformats.org/officeDocument/2006/relationships/slideLayout" Target="/ppt/slideLayouts/slideLayout3.xml" Id="R0d2e9efa899c4951" /><Relationship Type="http://schemas.openxmlformats.org/officeDocument/2006/relationships/slideLayout" Target="/ppt/slideLayouts/slideLayout4.xml" Id="R97b0a801bacf4af5" /><Relationship Type="http://schemas.openxmlformats.org/officeDocument/2006/relationships/slideLayout" Target="/ppt/slideLayouts/slideLayout5.xml" Id="R56643560ea5b4e04" /><Relationship Type="http://schemas.openxmlformats.org/officeDocument/2006/relationships/slideLayout" Target="/ppt/slideLayouts/slideLayout6.xml" Id="R796a37db169b442a" /><Relationship Type="http://schemas.openxmlformats.org/officeDocument/2006/relationships/slideLayout" Target="/ppt/slideLayouts/slideLayout7.xml" Id="R196f33d05e1340de" /><Relationship Type="http://schemas.openxmlformats.org/officeDocument/2006/relationships/slideLayout" Target="/ppt/slideLayouts/slideLayout8.xml" Id="Rb6af026d1c914a61" /><Relationship Type="http://schemas.openxmlformats.org/officeDocument/2006/relationships/slideLayout" Target="/ppt/slideLayouts/slideLayout9.xml" Id="R38131423fe0e49d3" /><Relationship Type="http://schemas.openxmlformats.org/officeDocument/2006/relationships/slideLayout" Target="/ppt/slideLayouts/slideLayout10.xml" Id="R147cd304965e4fdb" /><Relationship Type="http://schemas.openxmlformats.org/officeDocument/2006/relationships/slideLayout" Target="/ppt/slideLayouts/slideLayout11.xml" Id="R1c672c711d0d4fe7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1371d5753b4c4615" /><Relationship Type="http://schemas.openxmlformats.org/officeDocument/2006/relationships/slideLayout" Target="/ppt/slideLayouts/slideLayout12.xml" Id="Rdd33cdef89354999" /><Relationship Type="http://schemas.openxmlformats.org/officeDocument/2006/relationships/slideLayout" Target="/ppt/slideLayouts/slideLayout13.xml" Id="R749f212fce864d0b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theme" Target="/ppt/slideMasters/theme/theme4.xml" Id="R128707f647534107" /><Relationship Type="http://schemas.openxmlformats.org/officeDocument/2006/relationships/slideLayout" Target="/ppt/slideLayouts/slideLayout14.xml" Id="R9e485cc2205849e8" /><Relationship Type="http://schemas.openxmlformats.org/officeDocument/2006/relationships/slideLayout" Target="/ppt/slideLayouts/slideLayout15.xml" Id="R78b34200ee6c467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443A70AB-23B6-4E3A-BE9A-1ADEE63929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0201AFD-D46B-40EE-A238-2613F7775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1E10013-E327-4DB6-8C73-9204F518D54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C499D8FD-215C-403B-A9CF-8EA73647FFD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4D809B7-4D90-4FBF-8205-0D2EE229E60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02752c45b4431c"/>
    <p:sldLayoutId xmlns:r="http://schemas.openxmlformats.org/officeDocument/2006/relationships" id="2147483650" r:id="R1edaac7e68164529"/>
    <p:sldLayoutId xmlns:r="http://schemas.openxmlformats.org/officeDocument/2006/relationships" id="2147483651" r:id="R0d2e9efa899c4951"/>
    <p:sldLayoutId xmlns:r="http://schemas.openxmlformats.org/officeDocument/2006/relationships" id="2147483652" r:id="R97b0a801bacf4af5"/>
    <p:sldLayoutId xmlns:r="http://schemas.openxmlformats.org/officeDocument/2006/relationships" id="2147483653" r:id="R56643560ea5b4e04"/>
    <p:sldLayoutId xmlns:r="http://schemas.openxmlformats.org/officeDocument/2006/relationships" id="2147483654" r:id="R796a37db169b442a"/>
    <p:sldLayoutId xmlns:r="http://schemas.openxmlformats.org/officeDocument/2006/relationships" id="2147483655" r:id="R196f33d05e1340de"/>
    <p:sldLayoutId xmlns:r="http://schemas.openxmlformats.org/officeDocument/2006/relationships" id="2147483656" r:id="Rb6af026d1c914a61"/>
    <p:sldLayoutId xmlns:r="http://schemas.openxmlformats.org/officeDocument/2006/relationships" id="2147483657" r:id="R38131423fe0e49d3"/>
    <p:sldLayoutId xmlns:r="http://schemas.openxmlformats.org/officeDocument/2006/relationships" id="2147483658" r:id="R147cd304965e4fdb"/>
    <p:sldLayoutId xmlns:r="http://schemas.openxmlformats.org/officeDocument/2006/relationships" id="2147483659" r:id="R1c672c711d0d4fe7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694631D6-B35F-42F5-B1AB-5A4B8546F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CB73376-BAEC-4CD7-BFDE-EDD8ADBDAF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7D6EC4F-207A-418C-ABB6-5F154266304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76FF324-1DA8-4061-AA98-14471244CE8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38D201D-F7EC-4336-8ACC-C1213BED645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6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dd33cdef89354999"/>
    <p:sldLayoutId xmlns:r="http://schemas.openxmlformats.org/officeDocument/2006/relationships" id="2147483662" r:id="R749f212fce864d0b"/>
  </p:sldLayoutIdLst>
  <p:txStyles>
    <p:titleStyle>
      <a:lvl1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6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2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8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4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900" indent="-215900" algn="l" defTabSz="865505">
        <a:lnSpc>
          <a:spcPct val="90000"/>
        </a:lnSpc>
        <a:spcBef>
          <a:spcPts val="955"/>
        </a:spcBef>
        <a:spcAft>
          <a:spcPct val="0"/>
        </a:spcAft>
        <a:buFont typeface="Arial"/>
        <a:buChar char="•"/>
        <a:defRPr sz="266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226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86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74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5008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42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49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200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90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70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77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8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418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25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96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66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73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C741A79C-7AC7-4302-A7F2-FF6027DA47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E298E8F-9AEF-49A1-A5BB-C466E6C6AF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5AE51F2-BF13-44FB-B6EE-C805CE8192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C3C0833-64E6-4AAE-80AE-D8AC8644652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A99096A-1382-4351-9721-A174A78990F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3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4" r:id="R9e485cc2205849e8"/>
    <p:sldLayoutId xmlns:r="http://schemas.openxmlformats.org/officeDocument/2006/relationships" id="2147483665" r:id="R78b34200ee6c467e"/>
  </p:sldLayoutIdLst>
  <p:txStyles>
    <p:titleStyle>
      <a:lvl1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585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170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754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339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895" indent="-215895" algn="l" defTabSz="865272">
        <a:lnSpc>
          <a:spcPct val="90000"/>
        </a:lnSpc>
        <a:spcBef>
          <a:spcPts val="953"/>
        </a:spcBef>
        <a:spcAft>
          <a:spcPct val="0"/>
        </a:spcAft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24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2267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13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867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49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4982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154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636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119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601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48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96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4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393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41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89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37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86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2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3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bdb3f694abc4d51" /><Relationship Type="http://schemas.openxmlformats.org/officeDocument/2006/relationships/notesSlide" Target="/ppt/notesSlides/notesSlide1.xml" Id="Rcdf8dd625d104ef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A32DC30-C2A0-B777-A0BD-E3A71B04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40" y="846307"/>
            <a:ext cx="11911467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323850">
              <a:buNone/>
              <a:defRPr sz="2250" b="1">
                <a:latin typeface="HYWenRunSongYun U"/>
                <a:ea typeface="HYWenRunSongYun U"/>
                <a:cs typeface="HYWenRunSongYun U"/>
              </a:defRPr>
            </a:pPr>
            <a:r>
              <a:rPr sz="2250" b="1" spc="-150">
                <a:solidFill>
                  <a:schemeClr val="bg1"/>
                </a:solidFill>
                <a:latin typeface="HYWenRunSongYun U"/>
                <a:ea typeface="HYWenRunSongYun U"/>
                <a:cs typeface="HYWenRunSongYun U"/>
              </a:rPr>
              <a:t>同级能力的数量扩展｜4项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E5C6A7C2-09F8-0206-1327-C63D0456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07" y="303885"/>
            <a:ext cx="1694813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2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并列关系</a:t>
            </a:r>
            <a:endParaRPr sz="2200">
              <a:solidFill>
                <a:schemeClr val="tx1">
                  <a:lumMod val="75000"/>
                  <a:lumOff val="25000"/>
                </a:schemeClr>
              </a:solidFill>
              <a:latin typeface="汉仪粗宋简"/>
              <a:ea typeface="汉仪粗宋简"/>
              <a:cs typeface="汉仪粗宋简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A50741FC-80B9-4243-99EF-BD50B86F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195" y="400251"/>
            <a:ext cx="0" cy="26769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>
                <a:lumMod val="5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054E96B-96ED-9B43-5394-020B05B5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64" y="303885"/>
            <a:ext cx="678422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02</a:t>
            </a: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8E3A9D33-0809-B306-6EFD-C4FD9D6F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68" y="2211309"/>
            <a:ext cx="3850462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BAB466-8A1B-4675-9B58-BEDFFC15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2533650" cy="37147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13335">
            <a:solidFill>
              <a:srgbClr val="A8CB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B9ECF1-0DCA-49E8-9057-5CFA7315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2533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A918C8-52A6-45C1-831A-90CC7FCC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14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DFBC01-DA1A-4831-934D-EFD85DFC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527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rPr>
              <a:t>数据基础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B0522C-F044-4520-8E30-4EF6710C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38550"/>
            <a:ext cx="2114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统一数据标准与治理口径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2ED50C-41D5-4014-9292-128D16A7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09750"/>
            <a:ext cx="2533650" cy="37147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13335">
            <a:solidFill>
              <a:srgbClr val="7EB7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A71893-E99B-40CD-B52F-A0C64D4E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09750"/>
            <a:ext cx="2533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6737CF-E6F3-469D-8EDD-D8465106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14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88E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BCE6BD-657E-4863-886E-E807C1C9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527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rPr>
              <a:t>模型能力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864C48-A6C9-41C6-AF77-186418AD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38550"/>
            <a:ext cx="2114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沉淀可复用的建模方法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0ECD90-AA83-4C96-ADE2-46C93558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2533650" cy="37147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13335">
            <a:solidFill>
              <a:srgbClr val="A8CB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298313-9BA9-46C4-8FAA-30689C3B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2533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38F275-2100-4C71-8AFB-FB609C11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1A08F6-86E0-4BC1-AB5C-21A53053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rPr>
              <a:t>验证体系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08B79F-D798-4A76-BF50-7945F1A1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38550"/>
            <a:ext cx="2114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形成稳定实验与评估流程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DD58C4-28BB-4DD6-8BF4-0AEFD1C0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809750"/>
            <a:ext cx="2533650" cy="37147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13335">
            <a:solidFill>
              <a:srgbClr val="7EB7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769F87-F472-44F1-A6AD-52F4F5FB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809750"/>
            <a:ext cx="2533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519FC2-E10D-473D-BEF3-A3DFF188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88E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ED2610-698A-45EA-9412-7189956B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9527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rPr>
              <a:t>工程交付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8B5C82-2A1A-468B-A79E-E7D25D57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2114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把研究能力转化为可用系统</a:t>
            </a:r>
          </a:p>
        </p:txBody>
      </p:sp>
    </p:spTree>
    <p:extLst>
      <p:ext uri="{BB962C8B-B14F-4D97-AF65-F5344CB8AC3E}">
        <p14:creationId xmlns:p14="http://schemas.microsoft.com/office/powerpoint/2010/main" val="2761379775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2026-08-13T06:11:42.0400000Z</dcterms:created>
  <dcterms:modified xsi:type="dcterms:W3CDTF">2026-08-13T06:11:42.0400000Z</dcterms:modified>
</coreProperties>
</file>