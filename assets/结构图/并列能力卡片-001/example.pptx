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710d269484e68" /><Relationship Type="http://schemas.openxmlformats.org/officeDocument/2006/relationships/extended-properties" Target="/docProps/app.xml" Id="R57e1ed77f2c94e4f" /><Relationship Type="http://schemas.openxmlformats.org/officeDocument/2006/relationships/officeDocument" Target="/ppt/presentation.xml" Id="R744af3762ad1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f1a0dca0f94252"/>
  </p:sldMasterIdLst>
  <p:notesMasterIdLst>
    <p:notesMasterId xmlns:r="http://schemas.openxmlformats.org/officeDocument/2006/relationships" r:id="R4ae3159a2af74740"/>
  </p:notesMasterIdLst>
  <p:sldIdLst>
    <p:sldId xmlns:r="http://schemas.openxmlformats.org/officeDocument/2006/relationships" id="256" r:id="R431f9dab46944086"/>
    <p:sldId xmlns:r="http://schemas.openxmlformats.org/officeDocument/2006/relationships" id="257" r:id="R93b4fdc771374013"/>
    <p:sldId xmlns:r="http://schemas.openxmlformats.org/officeDocument/2006/relationships" id="258" r:id="R89c1f50b143943de"/>
    <p:sldId xmlns:r="http://schemas.openxmlformats.org/officeDocument/2006/relationships" id="259" r:id="Rd96c2787899d447a"/>
    <p:sldId xmlns:r="http://schemas.openxmlformats.org/officeDocument/2006/relationships" id="260" r:id="Re38baa00948643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29caf573f44430" /><Relationship Type="http://schemas.openxmlformats.org/officeDocument/2006/relationships/slideMaster" Target="/ppt/slideMasters/slideMaster1.xml" Id="Ra3f1a0dca0f94252" /><Relationship Type="http://schemas.openxmlformats.org/officeDocument/2006/relationships/notesMaster" Target="/ppt/notesMasters/notesMaster1.xml" Id="R4ae3159a2af74740" /><Relationship Type="http://schemas.openxmlformats.org/officeDocument/2006/relationships/presProps" Target="/ppt/presProps.xml" Id="R97d086dd773845de" /><Relationship Type="http://schemas.openxmlformats.org/officeDocument/2006/relationships/tableStyles" Target="/ppt/tableStyles.xml" Id="Re60a75dbe8b9468b" /><Relationship Type="http://schemas.openxmlformats.org/officeDocument/2006/relationships/slide" Target="/ppt/slides/slide1.xml" Id="R431f9dab46944086" /><Relationship Type="http://schemas.openxmlformats.org/officeDocument/2006/relationships/slide" Target="/ppt/slides/slide2.xml" Id="R93b4fdc771374013" /><Relationship Type="http://schemas.openxmlformats.org/officeDocument/2006/relationships/slide" Target="/ppt/slides/slide3.xml" Id="R89c1f50b143943de" /><Relationship Type="http://schemas.openxmlformats.org/officeDocument/2006/relationships/slide" Target="/ppt/slides/slide4.xml" Id="Rd96c2787899d447a" /><Relationship Type="http://schemas.openxmlformats.org/officeDocument/2006/relationships/slide" Target="/ppt/slides/slide5.xml" Id="Re38baa00948643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54102f126740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281b2be0b46dc" /><Relationship Type="http://schemas.openxmlformats.org/officeDocument/2006/relationships/notesMaster" Target="/ppt/notesMasters/notesMaster1.xml" Id="R68d52fbb7dbf42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e91caff074446c" /><Relationship Type="http://schemas.openxmlformats.org/officeDocument/2006/relationships/notesMaster" Target="/ppt/notesMasters/notesMaster1.xml" Id="R288b4879204e42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6e3bbec9c344b9" /><Relationship Type="http://schemas.openxmlformats.org/officeDocument/2006/relationships/notesMaster" Target="/ppt/notesMasters/notesMaster1.xml" Id="Rbbb1090ddf6c4d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c34916699d47f4" /><Relationship Type="http://schemas.openxmlformats.org/officeDocument/2006/relationships/notesMaster" Target="/ppt/notesMasters/notesMaster1.xml" Id="R5a1bc0d5560845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1a0a40abb44001" /><Relationship Type="http://schemas.openxmlformats.org/officeDocument/2006/relationships/notesMaster" Target="/ppt/notesMasters/notesMaster1.xml" Id="R489ebb14300c46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d5ae2cff84a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a9b893f92d47b2" /><Relationship Type="http://schemas.openxmlformats.org/officeDocument/2006/relationships/slideLayout" Target="/ppt/slideLayouts/slideLayout1.xml" Id="R3bd08b1e9d124c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08b1e9d124c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0dddba2094286" /><Relationship Type="http://schemas.openxmlformats.org/officeDocument/2006/relationships/notesSlide" Target="/ppt/notesSlides/notesSlide1.xml" Id="R04c5674b833549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86f681b094024" /><Relationship Type="http://schemas.openxmlformats.org/officeDocument/2006/relationships/notesSlide" Target="/ppt/notesSlides/notesSlide2.xml" Id="Rddeca910d83c4f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97e6463b54625" /><Relationship Type="http://schemas.openxmlformats.org/officeDocument/2006/relationships/notesSlide" Target="/ppt/notesSlides/notesSlide3.xml" Id="Rc6a3427c14ec49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2ed75dbb34040" /><Relationship Type="http://schemas.openxmlformats.org/officeDocument/2006/relationships/notesSlide" Target="/ppt/notesSlides/notesSlide4.xml" Id="Rc5e8647fa05642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e536420654f6f" /><Relationship Type="http://schemas.openxmlformats.org/officeDocument/2006/relationships/notesSlide" Target="/ppt/notesSlides/notesSlide5.xml" Id="Rd7e5b8086ee7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174D5-3073-4476-83C3-E3697AE2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同级能力建设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D4E96-BF79-4B9D-A87A-57C30218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并列关系 · 同级能力</a:t>
            </a:r>
          </a:p>
        </p:txBody>
      </p:sp>
      <p:sp>
        <p:nvSpPr>
          <p:cNvPr id="3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1BD9C37-827D-4A89-A975-0225C067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816F3168-1F41-4046-A40F-3ADB3D62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1A7FDF84-BA04-4A12-9590-EBADEEAA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5AEC67D7-5A84-4BFC-AB58-14E49BF1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7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B7664D0E-AEBC-40E7-B412-CB2D457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8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1CA73E0F-4420-4885-939B-0D25AC7E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E0D3D3AA-10BF-4417-BE8C-C96331A4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83585B4A-67A7-40FF-9F19-292304FA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9147FDB9-FDF4-4D12-920D-CE5529B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12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9F592BC5-57CB-49E7-9E09-90E55B6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13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E5145B38-9360-44EC-A9CC-F8E423FD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3B3306AC-9DEB-4B2F-A5BF-B057077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E6726662-3445-4401-889B-427BB94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3757D2EA-D531-4565-A8DA-E2F8F175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17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C0DC5EB3-27CB-430A-8E3C-A14D148B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</p:spTree>
    <p:extLst>
      <p:ext uri="{BB962C8B-B14F-4D97-AF65-F5344CB8AC3E}">
        <p14:creationId xmlns:p14="http://schemas.microsoft.com/office/powerpoint/2010/main" val="1968522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72160-ED00-4174-BFE1-22CB0BB9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同级能力建设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7E7D8-98C3-4F75-9340-0C906C3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并列关系 · 同级能力</a:t>
            </a:r>
          </a:p>
        </p:txBody>
      </p:sp>
      <p:sp>
        <p:nvSpPr>
          <p:cNvPr id="3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1B0CDFB2-B469-42B1-8602-67803D96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0A02CA45-96FA-410A-B45D-4439A403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0B5D2A6A-C1FB-40A9-B45B-CCB6FD6D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0A31507A-91D1-4DED-A2C1-E15B9954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7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DFEAD2C5-A27D-4073-8376-5E225036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8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4AD08D46-9D6F-4404-AB2F-1B649CBF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0CAC8063-EA45-4FB8-BC64-1549B360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36C33FC0-5F9E-46BF-ACD7-EF8C6DB5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5694C271-380B-458B-9108-02C6D677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12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47560F89-E269-4FE6-953F-3421F571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13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8021AA6-F2EC-4070-9075-6509BC20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AAD7CED4-4AE3-4D54-8E64-E0702A20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6EE2EFF8-BE88-4D24-9EAC-F9FAB823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E730FD63-9C19-4CAE-BA19-9145D91A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17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B36355DB-BA9D-4537-A50B-6D086C4E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  <p:sp>
        <p:nvSpPr>
          <p:cNvPr id="18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37755627-24EC-4859-B635-3E08448C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24ED7FFE-86E5-495E-9FDC-D879F37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8D91ECB4-EA90-4D83-A7C6-95D1D5CC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2472FF8A-948B-437A-A729-0C2EAAAF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22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0D234B48-629F-41C4-A39F-2C26847A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把研究能力转化为可用系统</a:t>
            </a:r>
          </a:p>
        </p:txBody>
      </p:sp>
    </p:spTree>
    <p:extLst>
      <p:ext uri="{BB962C8B-B14F-4D97-AF65-F5344CB8AC3E}">
        <p14:creationId xmlns:p14="http://schemas.microsoft.com/office/powerpoint/2010/main" val="1764960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17E25-45D8-45D6-B3AE-EE533681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同级能力建设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7FA6B-C617-4241-BD00-762EEAC3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并列关系 · 同级能力</a:t>
            </a:r>
          </a:p>
        </p:txBody>
      </p:sp>
      <p:sp>
        <p:nvSpPr>
          <p:cNvPr id="3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266E85F8-B847-4880-9892-1CB375D4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A513F7F1-411A-4E04-8FED-BDEB1EB6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D94328C5-01B1-424E-B988-9A0A27B9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E762150A-A033-4EA4-B9DF-745B690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7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E1A66CE8-669F-49D5-B1FD-EDB6EB31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8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93ED5EBC-D433-430F-86F9-5A36B536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2E81DCF1-C0C7-4B55-9415-6CBA9B49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76E8D6DF-E24F-4F6B-A0AB-48F90D06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74CA3C28-E1AB-48DF-93A1-06C0AF2D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12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5A962D40-B132-471A-BE87-5A5FE20E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13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D9781DD0-4461-45E7-9FB7-DB5D3E85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02AC6A7D-0464-4EEC-B519-BF23DDEC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E4E8F979-55D1-4865-B1F7-B831C288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521752F5-1CF1-4935-86B4-E0F30CF8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17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BCF2EFF8-72A8-4E9A-A2D1-4BBB4AE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  <p:sp>
        <p:nvSpPr>
          <p:cNvPr id="18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E908E7B3-0E47-4399-A410-81ADA7A2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1829847B-C5F4-46AA-8F87-1642B93E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D9CCDD33-4899-4499-A562-4850A77B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6939C310-65E9-4681-BAEC-F18E2309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22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0B3F6AB0-6DF8-4A4F-8D0A-D349FF5A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把研究能力转化为可用系统</a:t>
            </a:r>
          </a:p>
        </p:txBody>
      </p:sp>
      <p:sp>
        <p:nvSpPr>
          <p:cNvPr id="23" name="PPAGENT_QA|parent=parallel-card-4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15AD06D8-2B52-4B48-93B9-30B43B9A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PPAGENT_QA|within=parallel-card-4|role=accent-rail">
            <a:extLst xmlns:a="http://schemas.openxmlformats.org/drawingml/2006/main">
              <a:ext uri="{FF2B5EF4-FFF2-40B4-BE49-F238E27FC236}">
                <a16:creationId xmlns:a16="http://schemas.microsoft.com/office/drawing/2014/main" id="{7C762731-15B8-442D-B2DE-870A78DE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parallel-card-4|role=index">
            <a:extLst xmlns:a="http://schemas.openxmlformats.org/drawingml/2006/main">
              <a:ext uri="{FF2B5EF4-FFF2-40B4-BE49-F238E27FC236}">
                <a16:creationId xmlns:a16="http://schemas.microsoft.com/office/drawing/2014/main" id="{1B421D14-36B8-49DE-AADD-AD5B43E9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PPAGENT_QA|within=parallel-card-4|role=title">
            <a:extLst xmlns:a="http://schemas.openxmlformats.org/drawingml/2006/main">
              <a:ext uri="{FF2B5EF4-FFF2-40B4-BE49-F238E27FC236}">
                <a16:creationId xmlns:a16="http://schemas.microsoft.com/office/drawing/2014/main" id="{E5824FD4-A806-4F56-9BE8-15E81560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协同机制</a:t>
            </a:r>
          </a:p>
        </p:txBody>
      </p:sp>
      <p:sp>
        <p:nvSpPr>
          <p:cNvPr id="27" name="PPAGENT_QA|within=parallel-card-4|role=body">
            <a:extLst xmlns:a="http://schemas.openxmlformats.org/drawingml/2006/main">
              <a:ext uri="{FF2B5EF4-FFF2-40B4-BE49-F238E27FC236}">
                <a16:creationId xmlns:a16="http://schemas.microsoft.com/office/drawing/2014/main" id="{450129C9-72B1-4466-B006-1BB0BF9D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让角色分工和信息接口清晰可见</a:t>
            </a:r>
          </a:p>
        </p:txBody>
      </p:sp>
    </p:spTree>
    <p:extLst>
      <p:ext uri="{BB962C8B-B14F-4D97-AF65-F5344CB8AC3E}">
        <p14:creationId xmlns:p14="http://schemas.microsoft.com/office/powerpoint/2010/main" val="1484664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BB2B45-2856-4EB8-A752-CCAD5470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同级能力建设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15570-6E08-4A51-9D1E-2BCD949C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并列关系 · 同级能力</a:t>
            </a:r>
          </a:p>
        </p:txBody>
      </p:sp>
      <p:sp>
        <p:nvSpPr>
          <p:cNvPr id="3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71C95C9D-29E1-4CD0-A307-A417E381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261FDD56-E828-4A6A-8FB2-381DC823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549C9D47-E387-43F5-913D-2660A1FB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7CEDF2C5-4A91-4050-9BBF-B06C909F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7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72ED8473-19F2-4BC6-97E7-4CCA8155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8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220D406D-28B7-4775-8996-F6E7B67D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0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3E7CCC2B-E81C-4299-93D2-27C2588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0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40CDBFEF-8F85-4B9F-BC10-C35AD5DE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5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AE204634-CD8E-490A-AE50-107D1313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5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12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3E9093A1-9EA4-4132-B1E1-3C3363CD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13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04C8E8ED-C144-487F-ABC2-4E63A68B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3C20357B-09AB-4D5C-98EE-3AD8A5B4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FC421CE0-A942-4144-BDD8-6881168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CE7EC3DE-9BBC-49A7-BF5A-58D1E526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17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DD279182-8640-4BFC-8F10-E05242ED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  <p:sp>
        <p:nvSpPr>
          <p:cNvPr id="18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5DDAE44-9D93-4E39-A84F-D4F0BADF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42FFF0F6-55B9-4983-B8B4-8712BD4D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B0E37A3D-5A61-435A-A900-A6321CDF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BA0AD214-E248-46CC-9A2D-3A08C320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22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E04672A9-AFA5-4820-B1BD-69DBAB9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把研究能力转化为可用系统</a:t>
            </a:r>
          </a:p>
        </p:txBody>
      </p:sp>
      <p:sp>
        <p:nvSpPr>
          <p:cNvPr id="23" name="PPAGENT_QA|parent=parallel-card-4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B26F3DF1-1E8C-4FE5-8094-5884C5A7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PPAGENT_QA|within=parallel-card-4|role=accent-rail">
            <a:extLst xmlns:a="http://schemas.openxmlformats.org/drawingml/2006/main">
              <a:ext uri="{FF2B5EF4-FFF2-40B4-BE49-F238E27FC236}">
                <a16:creationId xmlns:a16="http://schemas.microsoft.com/office/drawing/2014/main" id="{7FA0E444-84A6-4D73-8448-1AD06A60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parallel-card-4|role=index">
            <a:extLst xmlns:a="http://schemas.openxmlformats.org/drawingml/2006/main">
              <a:ext uri="{FF2B5EF4-FFF2-40B4-BE49-F238E27FC236}">
                <a16:creationId xmlns:a16="http://schemas.microsoft.com/office/drawing/2014/main" id="{70654357-E880-4ED7-A07B-DF8EBC20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PPAGENT_QA|within=parallel-card-4|role=title">
            <a:extLst xmlns:a="http://schemas.openxmlformats.org/drawingml/2006/main">
              <a:ext uri="{FF2B5EF4-FFF2-40B4-BE49-F238E27FC236}">
                <a16:creationId xmlns:a16="http://schemas.microsoft.com/office/drawing/2014/main" id="{B529C9DF-054A-4021-868F-EB77DD54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协同机制</a:t>
            </a:r>
          </a:p>
        </p:txBody>
      </p:sp>
      <p:sp>
        <p:nvSpPr>
          <p:cNvPr id="27" name="PPAGENT_QA|within=parallel-card-4|role=body">
            <a:extLst xmlns:a="http://schemas.openxmlformats.org/drawingml/2006/main">
              <a:ext uri="{FF2B5EF4-FFF2-40B4-BE49-F238E27FC236}">
                <a16:creationId xmlns:a16="http://schemas.microsoft.com/office/drawing/2014/main" id="{D087C7DA-E433-4D87-B98C-25931DAF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让角色分工和信息接口清晰可见</a:t>
            </a:r>
          </a:p>
        </p:txBody>
      </p:sp>
      <p:sp>
        <p:nvSpPr>
          <p:cNvPr id="28" name="PPAGENT_QA|parent=parallel-card-5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BF2F176C-C56A-410F-B3F4-0D63471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PPAGENT_QA|within=parallel-card-5|role=accent-rail">
            <a:extLst xmlns:a="http://schemas.openxmlformats.org/drawingml/2006/main">
              <a:ext uri="{FF2B5EF4-FFF2-40B4-BE49-F238E27FC236}">
                <a16:creationId xmlns:a16="http://schemas.microsoft.com/office/drawing/2014/main" id="{32EE0127-1080-4197-A4BD-494D107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parallel-card-5|role=index">
            <a:extLst xmlns:a="http://schemas.openxmlformats.org/drawingml/2006/main">
              <a:ext uri="{FF2B5EF4-FFF2-40B4-BE49-F238E27FC236}">
                <a16:creationId xmlns:a16="http://schemas.microsoft.com/office/drawing/2014/main" id="{889B53EA-4A11-4BF9-ADB0-561E8C03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PPAGENT_QA|within=parallel-card-5|role=title">
            <a:extLst xmlns:a="http://schemas.openxmlformats.org/drawingml/2006/main">
              <a:ext uri="{FF2B5EF4-FFF2-40B4-BE49-F238E27FC236}">
                <a16:creationId xmlns:a16="http://schemas.microsoft.com/office/drawing/2014/main" id="{900862FD-B7C1-4FF1-AFB3-0E5D9205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质量控制</a:t>
            </a:r>
          </a:p>
        </p:txBody>
      </p:sp>
      <p:sp>
        <p:nvSpPr>
          <p:cNvPr id="32" name="PPAGENT_QA|within=parallel-card-5|role=body">
            <a:extLst xmlns:a="http://schemas.openxmlformats.org/drawingml/2006/main">
              <a:ext uri="{FF2B5EF4-FFF2-40B4-BE49-F238E27FC236}">
                <a16:creationId xmlns:a16="http://schemas.microsoft.com/office/drawing/2014/main" id="{143DAC47-FE02-4965-B25B-AA5E6F17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在交付前识别容量与几何风险</a:t>
            </a:r>
          </a:p>
        </p:txBody>
      </p:sp>
    </p:spTree>
    <p:extLst>
      <p:ext uri="{BB962C8B-B14F-4D97-AF65-F5344CB8AC3E}">
        <p14:creationId xmlns:p14="http://schemas.microsoft.com/office/powerpoint/2010/main" val="893387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E161D4-AC74-480B-934C-1748344C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同级能力建设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CB743-90B7-4971-8AB3-E47E44EB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并列关系 · 同级能力</a:t>
            </a:r>
          </a:p>
        </p:txBody>
      </p:sp>
      <p:sp>
        <p:nvSpPr>
          <p:cNvPr id="3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3B7A3E59-DE40-4446-9FAF-D501D505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918A05A4-9422-4C34-B26B-A026A98B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FE275F18-C4C5-436B-880E-AC61F7DD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3DAB680D-6EF1-484A-B8AB-158B7BD2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7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005DA010-BF04-4B8D-A971-55EB3618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8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FE5A1E0-4893-439A-80DD-BD968E2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07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E851FD19-D923-43C2-B020-CF0B0DFC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07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3201FF70-70C3-408D-AA6C-3EB9C355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07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BF10087A-84CA-45BC-8DCA-CDFA8D03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07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12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638145DE-8E34-4A2F-BE94-DE4C903A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157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13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7C40A29-5FAE-4311-B7B2-D93A2884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64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F050FC6C-AFCC-4F6F-9E4C-22CF67C8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64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717B47AC-DC99-438F-B85F-FA26A12B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764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8A976555-195C-4776-9F71-2833091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764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17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46F4FD38-27EC-4A36-AFD1-81160C76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814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  <p:sp>
        <p:nvSpPr>
          <p:cNvPr id="18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F228DEA7-3ED1-47B3-AD4A-D81C2036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E2C92FB2-70BE-455B-8823-09A86751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68D676CD-0B74-47EC-BF47-F3BB431F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421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52FCAF99-4617-4FD2-8434-9904C01C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421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22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5C91C941-DD6B-4021-B948-AA7C04AB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471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把研究能力转化为可用系统</a:t>
            </a:r>
          </a:p>
        </p:txBody>
      </p:sp>
      <p:sp>
        <p:nvSpPr>
          <p:cNvPr id="23" name="PPAGENT_QA|parent=parallel-card-4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21467131-5B68-46AB-A899-B73424C8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PPAGENT_QA|within=parallel-card-4|role=accent-rail">
            <a:extLst xmlns:a="http://schemas.openxmlformats.org/drawingml/2006/main">
              <a:ext uri="{FF2B5EF4-FFF2-40B4-BE49-F238E27FC236}">
                <a16:creationId xmlns:a16="http://schemas.microsoft.com/office/drawing/2014/main" id="{A1ECC166-85DE-4DA7-93D4-5A39271C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parallel-card-4|role=index">
            <a:extLst xmlns:a="http://schemas.openxmlformats.org/drawingml/2006/main">
              <a:ext uri="{FF2B5EF4-FFF2-40B4-BE49-F238E27FC236}">
                <a16:creationId xmlns:a16="http://schemas.microsoft.com/office/drawing/2014/main" id="{4AB24085-0624-40A9-B511-AE6BA525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079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PPAGENT_QA|within=parallel-card-4|role=title">
            <a:extLst xmlns:a="http://schemas.openxmlformats.org/drawingml/2006/main">
              <a:ext uri="{FF2B5EF4-FFF2-40B4-BE49-F238E27FC236}">
                <a16:creationId xmlns:a16="http://schemas.microsoft.com/office/drawing/2014/main" id="{CE5DE50D-CE52-47FF-8A21-79190BED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079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协同机制</a:t>
            </a:r>
          </a:p>
        </p:txBody>
      </p:sp>
      <p:sp>
        <p:nvSpPr>
          <p:cNvPr id="27" name="PPAGENT_QA|within=parallel-card-4|role=body">
            <a:extLst xmlns:a="http://schemas.openxmlformats.org/drawingml/2006/main">
              <a:ext uri="{FF2B5EF4-FFF2-40B4-BE49-F238E27FC236}">
                <a16:creationId xmlns:a16="http://schemas.microsoft.com/office/drawing/2014/main" id="{F6FF0F77-3242-427A-8F8F-A3A06C95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129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让角色分工和信息接口清晰可见</a:t>
            </a:r>
          </a:p>
        </p:txBody>
      </p:sp>
      <p:sp>
        <p:nvSpPr>
          <p:cNvPr id="28" name="PPAGENT_QA|parent=parallel-card-5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D72894FC-A621-4ECC-9D88-FED530EC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236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PPAGENT_QA|within=parallel-card-5|role=accent-rail">
            <a:extLst xmlns:a="http://schemas.openxmlformats.org/drawingml/2006/main">
              <a:ext uri="{FF2B5EF4-FFF2-40B4-BE49-F238E27FC236}">
                <a16:creationId xmlns:a16="http://schemas.microsoft.com/office/drawing/2014/main" id="{93927EEC-725C-4C4E-BE5A-4AFCBB2A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236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parallel-card-5|role=index">
            <a:extLst xmlns:a="http://schemas.openxmlformats.org/drawingml/2006/main">
              <a:ext uri="{FF2B5EF4-FFF2-40B4-BE49-F238E27FC236}">
                <a16:creationId xmlns:a16="http://schemas.microsoft.com/office/drawing/2014/main" id="{37534F15-EB04-4096-BCE3-53E05DA8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736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PPAGENT_QA|within=parallel-card-5|role=title">
            <a:extLst xmlns:a="http://schemas.openxmlformats.org/drawingml/2006/main">
              <a:ext uri="{FF2B5EF4-FFF2-40B4-BE49-F238E27FC236}">
                <a16:creationId xmlns:a16="http://schemas.microsoft.com/office/drawing/2014/main" id="{622B534D-E04E-4528-A4B7-DA5C8B04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736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质量控制</a:t>
            </a:r>
          </a:p>
        </p:txBody>
      </p:sp>
      <p:sp>
        <p:nvSpPr>
          <p:cNvPr id="32" name="PPAGENT_QA|within=parallel-card-5|role=body">
            <a:extLst xmlns:a="http://schemas.openxmlformats.org/drawingml/2006/main">
              <a:ext uri="{FF2B5EF4-FFF2-40B4-BE49-F238E27FC236}">
                <a16:creationId xmlns:a16="http://schemas.microsoft.com/office/drawing/2014/main" id="{EEA819A4-062C-441D-99EC-EA6DC31A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786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在交付前识别容量与几何风险</a:t>
            </a:r>
          </a:p>
        </p:txBody>
      </p:sp>
      <p:sp>
        <p:nvSpPr>
          <p:cNvPr id="33" name="PPAGENT_QA|parent=parallel-card-6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EB71BE9C-7B97-4698-A862-057EB2A4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893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PPAGENT_QA|within=parallel-card-6|role=accent-rail">
            <a:extLst xmlns:a="http://schemas.openxmlformats.org/drawingml/2006/main">
              <a:ext uri="{FF2B5EF4-FFF2-40B4-BE49-F238E27FC236}">
                <a16:creationId xmlns:a16="http://schemas.microsoft.com/office/drawing/2014/main" id="{BAAD7BBC-997D-40BC-8A39-6D09A9E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893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PAGENT_QA|within=parallel-card-6|role=index">
            <a:extLst xmlns:a="http://schemas.openxmlformats.org/drawingml/2006/main">
              <a:ext uri="{FF2B5EF4-FFF2-40B4-BE49-F238E27FC236}">
                <a16:creationId xmlns:a16="http://schemas.microsoft.com/office/drawing/2014/main" id="{D976BAC9-D8E5-4531-85A1-5E0257D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393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6" name="PPAGENT_QA|within=parallel-card-6|role=title">
            <a:extLst xmlns:a="http://schemas.openxmlformats.org/drawingml/2006/main">
              <a:ext uri="{FF2B5EF4-FFF2-40B4-BE49-F238E27FC236}">
                <a16:creationId xmlns:a16="http://schemas.microsoft.com/office/drawing/2014/main" id="{10D84BF2-0873-4475-90D7-0E86D7EB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393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持续迭代</a:t>
            </a:r>
          </a:p>
        </p:txBody>
      </p:sp>
      <p:sp>
        <p:nvSpPr>
          <p:cNvPr id="37" name="PPAGENT_QA|within=parallel-card-6|role=body">
            <a:extLst xmlns:a="http://schemas.openxmlformats.org/drawingml/2006/main">
              <a:ext uri="{FF2B5EF4-FFF2-40B4-BE49-F238E27FC236}">
                <a16:creationId xmlns:a16="http://schemas.microsoft.com/office/drawing/2014/main" id="{7076D4C8-1087-4831-B2DA-75032C6D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443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把一次成果沉淀为下一次可调用能力</a:t>
            </a:r>
          </a:p>
        </p:txBody>
      </p:sp>
    </p:spTree>
    <p:extLst>
      <p:ext uri="{BB962C8B-B14F-4D97-AF65-F5344CB8AC3E}">
        <p14:creationId xmlns:p14="http://schemas.microsoft.com/office/powerpoint/2010/main" val="1947159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2026-08-15T13:33:23.2550000Z</dcterms:created>
  <dcterms:modified xsi:type="dcterms:W3CDTF">2026-08-15T13:33:23.2550000Z</dcterms:modified>
</coreProperties>
</file>