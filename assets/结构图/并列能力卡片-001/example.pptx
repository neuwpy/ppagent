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c8a35f6c2a4c16" /><Relationship Type="http://schemas.openxmlformats.org/officeDocument/2006/relationships/extended-properties" Target="/docProps/app.xml" Id="Re4b805c52d7945b3" /><Relationship Type="http://schemas.openxmlformats.org/officeDocument/2006/relationships/officeDocument" Target="/ppt/presentation.xml" Id="R483b07bb36944c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c30eee8ba34995"/>
  </p:sldMasterIdLst>
  <p:notesMasterIdLst>
    <p:notesMasterId xmlns:r="http://schemas.openxmlformats.org/officeDocument/2006/relationships" r:id="Rb3d0c8a057284b82"/>
  </p:notesMasterIdLst>
  <p:sldIdLst>
    <p:sldId xmlns:r="http://schemas.openxmlformats.org/officeDocument/2006/relationships" id="256" r:id="R23866f6e07a84e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4d4a69342d4979" /><Relationship Type="http://schemas.openxmlformats.org/officeDocument/2006/relationships/slideMaster" Target="/ppt/slideMasters/slideMaster1.xml" Id="R17c30eee8ba34995" /><Relationship Type="http://schemas.openxmlformats.org/officeDocument/2006/relationships/notesMaster" Target="/ppt/notesMasters/notesMaster1.xml" Id="Rb3d0c8a057284b82" /><Relationship Type="http://schemas.openxmlformats.org/officeDocument/2006/relationships/presProps" Target="/ppt/presProps.xml" Id="R803c31b4963847c4" /><Relationship Type="http://schemas.openxmlformats.org/officeDocument/2006/relationships/tableStyles" Target="/ppt/tableStyles.xml" Id="R62419c5bb77a4498" /><Relationship Type="http://schemas.openxmlformats.org/officeDocument/2006/relationships/slide" Target="/ppt/slides/slide1.xml" Id="R23866f6e07a84e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d0464678cb49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eab0ee59ee44ff" /><Relationship Type="http://schemas.openxmlformats.org/officeDocument/2006/relationships/notesMaster" Target="/ppt/notesMasters/notesMaster1.xml" Id="Rff08c60bf7f642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d33dd4616741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39ba561db14b46" /><Relationship Type="http://schemas.openxmlformats.org/officeDocument/2006/relationships/slideLayout" Target="/ppt/slideLayouts/slideLayout1.xml" Id="R89547421fa124b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547421fa124b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f09011a214cc6" /><Relationship Type="http://schemas.openxmlformats.org/officeDocument/2006/relationships/notesSlide" Target="/ppt/notesSlides/notesSlide1.xml" Id="R64e9644ecce44f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495CB-F867-40CA-BA70-7BBC443E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同级能力建设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BC88D-2188-4D20-92D4-B7FF3BF7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并列关系 · 同级能力</a:t>
            </a:r>
          </a:p>
        </p:txBody>
      </p:sp>
      <p:sp>
        <p:nvSpPr>
          <p:cNvPr id="3" name="PPAGENT_QA|parent=parallel-card-0|domains=parallel-card,parallel-content">
            <a:extLst xmlns:a="http://schemas.openxmlformats.org/drawingml/2006/main">
              <a:ext uri="{FF2B5EF4-FFF2-40B4-BE49-F238E27FC236}">
                <a16:creationId xmlns:a16="http://schemas.microsoft.com/office/drawing/2014/main" id="{6D335748-C80A-49B5-80F5-8278E6CC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3335">
            <a:solidFill>
              <a:srgbClr val="A8CB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PPAGENT_QA|within=parallel-card-0|role=accent-rail">
            <a:extLst xmlns:a="http://schemas.openxmlformats.org/drawingml/2006/main">
              <a:ext uri="{FF2B5EF4-FFF2-40B4-BE49-F238E27FC236}">
                <a16:creationId xmlns:a16="http://schemas.microsoft.com/office/drawing/2014/main" id="{13889A51-BFE8-4F7D-A289-2F133135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PAGENT_QA|within=parallel-card-0|role=index">
            <a:extLst xmlns:a="http://schemas.openxmlformats.org/drawingml/2006/main">
              <a:ext uri="{FF2B5EF4-FFF2-40B4-BE49-F238E27FC236}">
                <a16:creationId xmlns:a16="http://schemas.microsoft.com/office/drawing/2014/main" id="{FBA9DC3B-6438-459C-9A11-257A17B4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PPAGENT_QA|within=parallel-card-0|role=title">
            <a:extLst xmlns:a="http://schemas.openxmlformats.org/drawingml/2006/main">
              <a:ext uri="{FF2B5EF4-FFF2-40B4-BE49-F238E27FC236}">
                <a16:creationId xmlns:a16="http://schemas.microsoft.com/office/drawing/2014/main" id="{F568D579-0A7E-48B1-8AA1-9427DE2F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数据基础</a:t>
            </a:r>
          </a:p>
        </p:txBody>
      </p:sp>
      <p:sp>
        <p:nvSpPr>
          <p:cNvPr id="7" name="PPAGENT_QA|within=parallel-card-0|role=body">
            <a:extLst xmlns:a="http://schemas.openxmlformats.org/drawingml/2006/main">
              <a:ext uri="{FF2B5EF4-FFF2-40B4-BE49-F238E27FC236}">
                <a16:creationId xmlns:a16="http://schemas.microsoft.com/office/drawing/2014/main" id="{E8A35F1E-8D77-482A-9245-907CF4C9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统一数据标准与治理口径</a:t>
            </a:r>
          </a:p>
        </p:txBody>
      </p:sp>
      <p:sp>
        <p:nvSpPr>
          <p:cNvPr id="8" name="PPAGENT_QA|parent=parallel-card-1|domains=parallel-card,parallel-content">
            <a:extLst xmlns:a="http://schemas.openxmlformats.org/drawingml/2006/main">
              <a:ext uri="{FF2B5EF4-FFF2-40B4-BE49-F238E27FC236}">
                <a16:creationId xmlns:a16="http://schemas.microsoft.com/office/drawing/2014/main" id="{1E4B49A0-80B6-4FF2-AAAB-C4B53172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13335">
            <a:solidFill>
              <a:srgbClr val="7EB7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PPAGENT_QA|within=parallel-card-1|role=accent-rail">
            <a:extLst xmlns:a="http://schemas.openxmlformats.org/drawingml/2006/main">
              <a:ext uri="{FF2B5EF4-FFF2-40B4-BE49-F238E27FC236}">
                <a16:creationId xmlns:a16="http://schemas.microsoft.com/office/drawing/2014/main" id="{57D040C3-B463-43C1-A1DC-D2FDBC49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PAGENT_QA|within=parallel-card-1|role=index">
            <a:extLst xmlns:a="http://schemas.openxmlformats.org/drawingml/2006/main">
              <a:ext uri="{FF2B5EF4-FFF2-40B4-BE49-F238E27FC236}">
                <a16:creationId xmlns:a16="http://schemas.microsoft.com/office/drawing/2014/main" id="{B6825B11-BA89-40E3-A843-BC5E0D33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PPAGENT_QA|within=parallel-card-1|role=title">
            <a:extLst xmlns:a="http://schemas.openxmlformats.org/drawingml/2006/main">
              <a:ext uri="{FF2B5EF4-FFF2-40B4-BE49-F238E27FC236}">
                <a16:creationId xmlns:a16="http://schemas.microsoft.com/office/drawing/2014/main" id="{E0383467-A2A2-477F-8344-AA3F25B7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模型能力</a:t>
            </a:r>
          </a:p>
        </p:txBody>
      </p:sp>
      <p:sp>
        <p:nvSpPr>
          <p:cNvPr id="12" name="PPAGENT_QA|within=parallel-card-1|role=body">
            <a:extLst xmlns:a="http://schemas.openxmlformats.org/drawingml/2006/main">
              <a:ext uri="{FF2B5EF4-FFF2-40B4-BE49-F238E27FC236}">
                <a16:creationId xmlns:a16="http://schemas.microsoft.com/office/drawing/2014/main" id="{84D846FC-1049-42BE-B947-E6D9FBE6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沉淀可复用的建模方法</a:t>
            </a:r>
          </a:p>
        </p:txBody>
      </p:sp>
      <p:sp>
        <p:nvSpPr>
          <p:cNvPr id="13" name="PPAGENT_QA|parent=parallel-card-2|domains=parallel-card,parallel-content">
            <a:extLst xmlns:a="http://schemas.openxmlformats.org/drawingml/2006/main">
              <a:ext uri="{FF2B5EF4-FFF2-40B4-BE49-F238E27FC236}">
                <a16:creationId xmlns:a16="http://schemas.microsoft.com/office/drawing/2014/main" id="{C5623156-6BF8-4D1D-9679-5A4791FB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13335">
            <a:solidFill>
              <a:srgbClr val="A8CB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PPAGENT_QA|within=parallel-card-2|role=accent-rail">
            <a:extLst xmlns:a="http://schemas.openxmlformats.org/drawingml/2006/main">
              <a:ext uri="{FF2B5EF4-FFF2-40B4-BE49-F238E27FC236}">
                <a16:creationId xmlns:a16="http://schemas.microsoft.com/office/drawing/2014/main" id="{70509181-EB1F-4EB4-B97F-0CFCD7E2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PAGENT_QA|within=parallel-card-2|role=index">
            <a:extLst xmlns:a="http://schemas.openxmlformats.org/drawingml/2006/main">
              <a:ext uri="{FF2B5EF4-FFF2-40B4-BE49-F238E27FC236}">
                <a16:creationId xmlns:a16="http://schemas.microsoft.com/office/drawing/2014/main" id="{348D03ED-90BF-41E2-A3FF-DA6D8F3E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PPAGENT_QA|within=parallel-card-2|role=title">
            <a:extLst xmlns:a="http://schemas.openxmlformats.org/drawingml/2006/main">
              <a:ext uri="{FF2B5EF4-FFF2-40B4-BE49-F238E27FC236}">
                <a16:creationId xmlns:a16="http://schemas.microsoft.com/office/drawing/2014/main" id="{D3842683-2A0B-4550-AF53-6D759C6A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验证体系</a:t>
            </a:r>
          </a:p>
        </p:txBody>
      </p:sp>
      <p:sp>
        <p:nvSpPr>
          <p:cNvPr id="17" name="PPAGENT_QA|within=parallel-card-2|role=body">
            <a:extLst xmlns:a="http://schemas.openxmlformats.org/drawingml/2006/main">
              <a:ext uri="{FF2B5EF4-FFF2-40B4-BE49-F238E27FC236}">
                <a16:creationId xmlns:a16="http://schemas.microsoft.com/office/drawing/2014/main" id="{5524CBE5-2966-4D62-81B1-60C9BAAD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形成稳定实验与评估流程</a:t>
            </a:r>
          </a:p>
        </p:txBody>
      </p:sp>
      <p:sp>
        <p:nvSpPr>
          <p:cNvPr id="18" name="PPAGENT_QA|parent=parallel-card-3|domains=parallel-card,parallel-content">
            <a:extLst xmlns:a="http://schemas.openxmlformats.org/drawingml/2006/main">
              <a:ext uri="{FF2B5EF4-FFF2-40B4-BE49-F238E27FC236}">
                <a16:creationId xmlns:a16="http://schemas.microsoft.com/office/drawing/2014/main" id="{33CBAA75-3FA2-4D3E-AE26-099CBC0C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2533650" cy="37147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F1F8FF"/>
          </a:solidFill>
          <a:ln xmlns:a="http://schemas.openxmlformats.org/drawingml/2006/main" w="13335">
            <a:solidFill>
              <a:srgbClr val="7EB7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PPAGENT_QA|within=parallel-card-3|role=accent-rail">
            <a:extLst xmlns:a="http://schemas.openxmlformats.org/drawingml/2006/main">
              <a:ext uri="{FF2B5EF4-FFF2-40B4-BE49-F238E27FC236}">
                <a16:creationId xmlns:a16="http://schemas.microsoft.com/office/drawing/2014/main" id="{7D8CE2BA-3D7F-4A0C-8CF2-664C8761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2533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PAGENT_QA|within=parallel-card-3|role=index">
            <a:extLst xmlns:a="http://schemas.openxmlformats.org/drawingml/2006/main">
              <a:ext uri="{FF2B5EF4-FFF2-40B4-BE49-F238E27FC236}">
                <a16:creationId xmlns:a16="http://schemas.microsoft.com/office/drawing/2014/main" id="{1D0A8463-485F-463B-BCCF-3771EAB2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PPAGENT_QA|within=parallel-card-3|role=title">
            <a:extLst xmlns:a="http://schemas.openxmlformats.org/drawingml/2006/main">
              <a:ext uri="{FF2B5EF4-FFF2-40B4-BE49-F238E27FC236}">
                <a16:creationId xmlns:a16="http://schemas.microsoft.com/office/drawing/2014/main" id="{CCE9230D-E0EC-4891-91B5-D7FC6D0B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527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4D87"/>
                </a:solidFill>
                <a:latin typeface="Microsoft YaHei"/>
                <a:ea typeface="Microsoft YaHei"/>
                <a:cs typeface="Microsoft YaHei"/>
              </a:rPr>
              <a:t>工程交付</a:t>
            </a:r>
          </a:p>
        </p:txBody>
      </p:sp>
      <p:sp>
        <p:nvSpPr>
          <p:cNvPr id="22" name="PPAGENT_QA|within=parallel-card-3|role=body">
            <a:extLst xmlns:a="http://schemas.openxmlformats.org/drawingml/2006/main">
              <a:ext uri="{FF2B5EF4-FFF2-40B4-BE49-F238E27FC236}">
                <a16:creationId xmlns:a16="http://schemas.microsoft.com/office/drawing/2014/main" id="{5CAC4021-9B30-42D1-8612-C73CA7C2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2114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把研究能力转化为可用系统</a:t>
            </a:r>
          </a:p>
        </p:txBody>
      </p:sp>
    </p:spTree>
    <p:extLst>
      <p:ext uri="{BB962C8B-B14F-4D97-AF65-F5344CB8AC3E}">
        <p14:creationId xmlns:p14="http://schemas.microsoft.com/office/powerpoint/2010/main" val="17088342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2026-08-15T04:07:25.4090000Z</dcterms:created>
  <dcterms:modified xsi:type="dcterms:W3CDTF">2026-08-15T04:07:25.4090000Z</dcterms:modified>
</coreProperties>
</file>