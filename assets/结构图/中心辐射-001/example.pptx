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b84a923044b4e" /><Relationship Type="http://schemas.openxmlformats.org/officeDocument/2006/relationships/extended-properties" Target="/docProps/app.xml" Id="R13106bcac4ee479f" /><Relationship Type="http://schemas.openxmlformats.org/officeDocument/2006/relationships/officeDocument" Target="/ppt/presentation.xml" Id="R8e90287ba0f748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0adc4716e24840"/>
  </p:sldMasterIdLst>
  <p:notesMasterIdLst>
    <p:notesMasterId xmlns:r="http://schemas.openxmlformats.org/officeDocument/2006/relationships" r:id="Rc7682089f1f045f0"/>
  </p:notesMasterIdLst>
  <p:sldIdLst>
    <p:sldId xmlns:r="http://schemas.openxmlformats.org/officeDocument/2006/relationships" id="256" r:id="R82e0029aa49c4d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c19b4cd1c4603" /><Relationship Type="http://schemas.openxmlformats.org/officeDocument/2006/relationships/slideMaster" Target="/ppt/slideMasters/slideMaster1.xml" Id="Re10adc4716e24840" /><Relationship Type="http://schemas.openxmlformats.org/officeDocument/2006/relationships/notesMaster" Target="/ppt/notesMasters/notesMaster1.xml" Id="Rc7682089f1f045f0" /><Relationship Type="http://schemas.openxmlformats.org/officeDocument/2006/relationships/presProps" Target="/ppt/presProps.xml" Id="R933ffebc8c1e4453" /><Relationship Type="http://schemas.openxmlformats.org/officeDocument/2006/relationships/tableStyles" Target="/ppt/tableStyles.xml" Id="Rb25f32c8688a4879" /><Relationship Type="http://schemas.openxmlformats.org/officeDocument/2006/relationships/slide" Target="/ppt/slides/slide1.xml" Id="R82e0029aa49c4d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d71f2df27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9f7ad4b194175" /><Relationship Type="http://schemas.openxmlformats.org/officeDocument/2006/relationships/notesMaster" Target="/ppt/notesMasters/notesMaster1.xml" Id="R337f39e90de5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26de6af3a46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fda677ebaf4afc" /><Relationship Type="http://schemas.openxmlformats.org/officeDocument/2006/relationships/slideLayout" Target="/ppt/slideLayouts/slideLayout1.xml" Id="Rccee0cd9bb92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e0cd9bb92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4554be7db45f1" /><Relationship Type="http://schemas.openxmlformats.org/officeDocument/2006/relationships/image" Target="/ppt/media/image.png" Id="Rb26e370fd0d04824" /><Relationship Type="http://schemas.openxmlformats.org/officeDocument/2006/relationships/image" Target="/ppt/media/image.svg" Id="Rc52934ac505c4c4c" /><Relationship Type="http://schemas.openxmlformats.org/officeDocument/2006/relationships/image" Target="/ppt/media/image2.png" Id="Rddee48b03e8744a6" /><Relationship Type="http://schemas.openxmlformats.org/officeDocument/2006/relationships/image" Target="/ppt/media/image2.svg" Id="Re117199f025a494d" /><Relationship Type="http://schemas.openxmlformats.org/officeDocument/2006/relationships/image" Target="/ppt/media/image3.png" Id="R1578eac4fd0845d7" /><Relationship Type="http://schemas.openxmlformats.org/officeDocument/2006/relationships/image" Target="/ppt/media/image3.svg" Id="Rb3846f54870e4214" /><Relationship Type="http://schemas.openxmlformats.org/officeDocument/2006/relationships/image" Target="/ppt/media/image4.png" Id="Rf59bec86e3424ff4" /><Relationship Type="http://schemas.openxmlformats.org/officeDocument/2006/relationships/image" Target="/ppt/media/image4.svg" Id="Rf8d518ea2ded4430" /><Relationship Type="http://schemas.openxmlformats.org/officeDocument/2006/relationships/image" Target="/ppt/media/image5.png" Id="R8c8395243aa84d0e" /><Relationship Type="http://schemas.openxmlformats.org/officeDocument/2006/relationships/image" Target="/ppt/media/image5.svg" Id="Re3bf4ac30beb4687" /><Relationship Type="http://schemas.openxmlformats.org/officeDocument/2006/relationships/image" Target="/ppt/media/image6.png" Id="R63189c165c0f4eb0" /><Relationship Type="http://schemas.openxmlformats.org/officeDocument/2006/relationships/image" Target="/ppt/media/image6.svg" Id="R4e320f96e81c4267" /><Relationship Type="http://schemas.openxmlformats.org/officeDocument/2006/relationships/notesSlide" Target="/ppt/notesSlides/notesSlide1.xml" Id="Re99bacdf176d4d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AC064F3C-C267-4D81-885F-493FE29D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FC99B59B-8397-4901-ABD6-EE9AA58F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68610452-193F-46EB-BDD5-04019DC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0C870782-7903-4769-976F-BB403836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94DB3F39-4036-433A-BA60-5CFDB987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647DEA7E-AC86-418D-957B-89E96A7E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BBF31A01-130D-4766-AFCC-2B380868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8EADCFEF-5C57-4756-B54A-4EC137A2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2AB44288-3F68-4C06-8CF1-F0B8D82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FB809016-3E0B-40D8-94BF-A0DBF76F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5C27BF00-9F65-40EA-BAE9-86669F20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BC5350E0-ED9D-44CC-AD5F-A10B0DC9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FA44890C-E3DF-4937-AD45-7C1EFC7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643AFD8C-C42B-43EA-A773-696BE97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75AF064A-C117-44E7-B7F4-1609F6DE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24F9F01A-5538-4355-9550-91E290E4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B1C9C9F1-273B-46B6-AB27-654F77D0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C0511D90-9E8B-4F11-8829-F2134A12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DF480497-AD0B-44AF-A157-E14A806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9267322C-2824-4011-9B20-B53F1DA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5F8A423E-6E0A-4959-ABF9-8D909922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DE9C2460-AC8B-444D-8D8F-3FB5DC3F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CA2337B7-FF24-40E6-8F21-97FB24E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1DC6F752-3375-4A26-8D2A-4E2B1AB9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C4A5BD05-AEAD-4BC0-94A0-EA9F618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AC97789B-C162-4057-9F38-BC6F9CDE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F9FD9BB8-1ABD-4A34-A625-A0CC160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5CC2C2E4-D20E-4293-96C2-E7549689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EAE82A47-A461-4F11-899E-D4C7ED63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2A110289-0FAD-4D3B-A949-66B26EEE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B32F2B47-64EF-4D26-959C-5F30B01E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A4F88927-3570-4CCE-86F3-D6D05008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94E53193-1EC5-455E-B804-FCBF1BC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2EE379EC-629F-429B-B0BD-CDD7E359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579BE03E-0675-4F5A-B215-07B177EA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FC884BD1-6D73-46E2-969F-F500179A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9956BCDE-3F32-4F06-8773-9D926469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507FB684-3066-432D-8B66-7C32E6B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4229304C-5662-43CE-B33B-A0B7A76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65DA45F7-494B-40A2-8AA9-999D1EB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625CC70F-28F7-4F59-8315-36F41B7B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4FB7F866-5B1F-4A8A-B99A-F758B75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17CB6444-14E5-4017-A137-28C92F5E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9C1F0231-F742-4E20-B39D-8D00600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E218308F-E267-4427-A10E-40F35B70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F51A5557-C066-40D2-B08D-B3FC4C2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EAC58D52-465C-4CE6-A445-F007929C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DC7FEB8E-B151-46FF-AD6A-05D200BF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88F88C91-7567-431E-A25E-1F06243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AD25B849-4D18-4D2E-A06E-EEBC52E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47AF6794-789E-4BEC-90F6-93C1802F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4C8717EE-7A0D-4C06-8B14-D0E05C2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8ABC448C-62B0-48BF-989A-AABA118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1B423530-37C5-4FEB-8B03-3B712422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819FECB0-052B-445B-BD34-CF449121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9D9EB93F-A0DB-4028-9E37-D091397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44C44095-A75D-4E54-BD2C-A5600923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9F8F4334-131B-41F3-87D5-E45DE590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668504E1-D215-49C1-BD43-298469E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7BE986C6-3048-4A18-8894-FA56ADEC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A3D01581-6ACE-4785-BEA6-2915293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05F22237-EFD4-4D69-9352-6C37869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16DECE7C-8868-4657-8EEF-872E680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B83D1B31-13A6-470E-AC71-CA63C54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CBA7BCC0-3ADC-4F6E-AF94-C9805E89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209E2AF0-94B7-40B3-BFFB-FD79151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B7B7D793-0967-4F97-A693-29B416C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97804D27-35C4-462E-9113-04EEF981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44F1A1E3-599D-48B6-8598-085588BB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80120356-8F25-432B-B9DC-C69B3BC2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59ADBA1E-22A3-4C4D-86B7-C0B96BD6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52483D9D-F7BD-4AAB-8358-687E2A29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E1C8E63B-C79A-4A0D-A842-4DB1E69D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F1493D88-266C-4029-AAE9-278D6CAC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972A67F5-4131-4400-8B7C-BF4CBFF9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812EA21A-1A55-488C-9C05-1189465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1EFE3253-D411-4F27-B397-8AE17A3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84B0FC68-4831-4E34-A92B-959ED0E9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5F7941AE-7BF4-4C43-80EC-C0CF5F5C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8E828ED3-16B4-49D7-8D58-A2443F7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DDE2BC6D-50BE-498E-9CA0-A9DC5F2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D6CF7E75-05A0-4F99-B79D-2D6A7B06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0EAF0E45-6E66-41A7-AE9A-4957788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14B43A4B-A28B-4F14-B655-0128A291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DC194159-8D77-4B87-9AE1-97142F22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53714C61-4A7D-454D-91EB-37D2FE8C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5BAA5241-2E7F-4E65-BE26-8278886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F2771547-7C02-4982-ADBA-D583B5B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F65D1478-F63B-425C-9E72-F3A8DD8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63A83C05-265B-4C56-9CFD-1E336E7D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C9230D38-4422-437C-BCC0-C4862CC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71A2D0CB-557D-4B82-BE15-1007DFAB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F05FA813-E389-4B80-B210-D470F0A7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4C111925-B791-42FF-8793-46BA7AA8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6A8F12C4-0D5C-488D-8543-5A50BEBA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F625C906-F54A-486C-95F8-B45BDA8A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54F4DA52-16C0-4991-8E80-F4DC4D3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14E2F3EF-F1E9-43BB-A5E5-FA7781EA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352B0A3A-5294-4607-B3B0-B984D70C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70664C91-876D-4C5B-A02E-2E8A2087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FDE796B5-9C84-4EFA-81A8-2019AA51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9BEEE379-F1FB-43D4-AC91-7E9F9B03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555F300F-2ECD-4536-B55B-5F704DB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E2F9C40D-4492-4A5A-BE58-3DFFD360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059F649A-6A1B-4888-A6B6-B50E131B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3D1B26F4-FFB5-441E-A663-867F87D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D30A7554-B63C-4805-A3A1-2A751F8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CDE1B302-B580-41B1-90DB-96C07842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ED30829D-451C-4545-8462-141FE5D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10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3005FAEF-2BEA-4DD1-B6A3-3B3A6CF7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11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504CADBF-B99B-4A0B-BDCE-56CB637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2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F73EDA74-8244-432C-8828-0E65655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562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13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BD0E326C-3AAC-4536-80C7-5EAC489D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9624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统一目标 · 协同资源</a:t>
            </a:r>
          </a:p>
        </p:txBody>
      </p:sp>
      <p:sp>
        <p:nvSpPr>
          <p:cNvPr id="114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8A8D374C-88E2-48BD-9F4A-2BE04AD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47900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E825089E-BB66-4D2D-B041-B974B84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00275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6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76A963A3-20D9-49D0-A8AE-ECFCC9B2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17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F31C57F0-C122-4D6C-96D5-4C342AA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e370fd0d04824">
            <a:extLst>
              <a:ext uri="{96DAC541-7B7A-43D3-8B79-37D633B846F1}">
                <asvg:svgBlip xmlns:asvg="http://schemas.microsoft.com/office/drawing/2016/SVG/main" r:embed="Rc52934ac505c4c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4479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9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ED50F7D3-DE76-4283-A254-3CC99DDB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2955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战略牵引</a:t>
            </a:r>
          </a:p>
        </p:txBody>
      </p:sp>
      <p:sp>
        <p:nvSpPr>
          <p:cNvPr id="120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827E9EB7-9A97-4D90-A952-48E7D246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5812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明确方向并形成共同目标</a:t>
            </a:r>
          </a:p>
        </p:txBody>
      </p:sp>
      <p:sp>
        <p:nvSpPr>
          <p:cNvPr id="121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98C6CC65-C480-4DB8-A057-BBD554C7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62350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56F267A8-08CF-43E4-B063-140BA1A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14725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3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DFCCE989-C8C1-49B7-A37A-BD61ECF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338E3065-3D4E-4766-858D-4FA90B5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e48b03e8744a6">
            <a:extLst>
              <a:ext uri="{96DAC541-7B7A-43D3-8B79-37D633B846F1}">
                <asvg:svgBlip xmlns:asvg="http://schemas.microsoft.com/office/drawing/2016/SVG/main" r:embed="Re117199f025a49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762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6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D5F2DF75-184D-4868-8D97-5158B7BC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6099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数据支撑</a:t>
            </a:r>
          </a:p>
        </p:txBody>
      </p:sp>
      <p:sp>
        <p:nvSpPr>
          <p:cNvPr id="127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21827A62-2CA4-48A9-BE79-3CC9DC5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8957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汇集信息并提供可靠依据</a:t>
            </a:r>
          </a:p>
        </p:txBody>
      </p:sp>
      <p:sp>
        <p:nvSpPr>
          <p:cNvPr id="128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18956991-BD2C-4EAF-ACA5-0E6E989D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76800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169C04F8-8F48-4162-8123-61C64522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29175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F2E16B23-A909-4771-931F-897CF45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31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0EC9D95B-2D62-4206-9572-F35E494C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8eac4fd0845d7">
            <a:extLst>
              <a:ext uri="{96DAC541-7B7A-43D3-8B79-37D633B846F1}">
                <asvg:svgBlip xmlns:asvg="http://schemas.microsoft.com/office/drawing/2016/SVG/main" r:embed="Rb3846f54870e42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3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3036CCB1-4453-4DEA-9CE9-E9CBC7E4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924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平台赋能</a:t>
            </a:r>
          </a:p>
        </p:txBody>
      </p:sp>
      <p:sp>
        <p:nvSpPr>
          <p:cNvPr id="134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09D98AEE-BAE0-4EC4-89B8-184CA05D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10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连接资源并提升协同效率</a:t>
            </a:r>
          </a:p>
        </p:txBody>
      </p:sp>
      <p:sp>
        <p:nvSpPr>
          <p:cNvPr id="135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61EE829D-D8B5-4941-8C1E-4042133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47900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20AB6D44-8AD5-4771-9F23-010E4A2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00275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7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30F13503-CFFE-4F56-B8F6-23455067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38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712C4C2F-1288-4EC5-AC41-63E7D83D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bec86e3424ff4">
            <a:extLst>
              <a:ext uri="{96DAC541-7B7A-43D3-8B79-37D633B846F1}">
                <asvg:svgBlip xmlns:asvg="http://schemas.microsoft.com/office/drawing/2016/SVG/main" r:embed="Rf8d518ea2ded44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4479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0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CB5502EC-1943-406A-9CDF-3861FF5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2955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机制保障</a:t>
            </a:r>
          </a:p>
        </p:txBody>
      </p:sp>
      <p:sp>
        <p:nvSpPr>
          <p:cNvPr id="141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63BA7153-BE50-436B-B6DB-4BDFB74B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5812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以规则保障稳定有序运行</a:t>
            </a:r>
          </a:p>
        </p:txBody>
      </p:sp>
      <p:sp>
        <p:nvSpPr>
          <p:cNvPr id="142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758C22B0-2D9F-4772-B2E4-2809D07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62350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CEF73DAC-265B-4F03-A799-3C8F41A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14725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4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8C895F4C-2E02-4FCB-8FC7-AA14A76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45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C1425F04-11CE-4083-925A-CBD2BB7C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395243aa84d0e">
            <a:extLst>
              <a:ext uri="{96DAC541-7B7A-43D3-8B79-37D633B846F1}">
                <asvg:svgBlip xmlns:asvg="http://schemas.microsoft.com/office/drawing/2016/SVG/main" r:embed="Re3bf4ac30beb46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762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7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2D5FD1AC-8524-40C0-BDCA-49A2766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099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服务触达</a:t>
            </a:r>
          </a:p>
        </p:txBody>
      </p:sp>
      <p:sp>
        <p:nvSpPr>
          <p:cNvPr id="148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E89643ED-A1C0-4FCE-874D-591225AA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8957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把能力转化为实际体验</a:t>
            </a:r>
          </a:p>
        </p:txBody>
      </p:sp>
      <p:sp>
        <p:nvSpPr>
          <p:cNvPr id="149" name="hub-item-underlay-5">
            <a:extLst xmlns:a="http://schemas.openxmlformats.org/drawingml/2006/main">
              <a:ext uri="{FF2B5EF4-FFF2-40B4-BE49-F238E27FC236}">
                <a16:creationId xmlns:a16="http://schemas.microsoft.com/office/drawing/2014/main" id="{65CF52A6-C328-43DE-9E63-A3A922C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76800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hub-item-surface-5">
            <a:extLst xmlns:a="http://schemas.openxmlformats.org/drawingml/2006/main">
              <a:ext uri="{FF2B5EF4-FFF2-40B4-BE49-F238E27FC236}">
                <a16:creationId xmlns:a16="http://schemas.microsoft.com/office/drawing/2014/main" id="{4185B07E-B6A3-43E7-BB5C-3507599A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29175"/>
            <a:ext cx="297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1" name="hub-icon-halo-5">
            <a:extLst xmlns:a="http://schemas.openxmlformats.org/drawingml/2006/main">
              <a:ext uri="{FF2B5EF4-FFF2-40B4-BE49-F238E27FC236}">
                <a16:creationId xmlns:a16="http://schemas.microsoft.com/office/drawing/2014/main" id="{40F3F38C-F31E-4304-B6A8-0220DA68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52" name="hub-icon-core-5">
            <a:extLst xmlns:a="http://schemas.openxmlformats.org/drawingml/2006/main">
              <a:ext uri="{FF2B5EF4-FFF2-40B4-BE49-F238E27FC236}">
                <a16:creationId xmlns:a16="http://schemas.microsoft.com/office/drawing/2014/main" id="{3242D03C-957F-4D71-8EA5-D6C527B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89c165c0f4eb0">
            <a:extLst>
              <a:ext uri="{96DAC541-7B7A-43D3-8B79-37D633B846F1}">
                <asvg:svgBlip xmlns:asvg="http://schemas.microsoft.com/office/drawing/2016/SVG/main" r:embed="R4e320f96e81c42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4" name="hub-item-title-5">
            <a:extLst xmlns:a="http://schemas.openxmlformats.org/drawingml/2006/main">
              <a:ext uri="{FF2B5EF4-FFF2-40B4-BE49-F238E27FC236}">
                <a16:creationId xmlns:a16="http://schemas.microsoft.com/office/drawing/2014/main" id="{50F3901D-59B0-4F2B-8C77-3D6ADBA0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924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人才协同</a:t>
            </a:r>
          </a:p>
        </p:txBody>
      </p:sp>
      <p:sp>
        <p:nvSpPr>
          <p:cNvPr id="155" name="hub-item-body-5">
            <a:extLst xmlns:a="http://schemas.openxmlformats.org/drawingml/2006/main">
              <a:ext uri="{FF2B5EF4-FFF2-40B4-BE49-F238E27FC236}">
                <a16:creationId xmlns:a16="http://schemas.microsoft.com/office/drawing/2014/main" id="{10783A65-849B-4695-934B-4B2D148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10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汇聚多元角色共同参与</a:t>
            </a:r>
          </a:p>
        </p:txBody>
      </p:sp>
    </p:spTree>
    <p:extLst>
      <p:ext uri="{BB962C8B-B14F-4D97-AF65-F5344CB8AC3E}">
        <p14:creationId xmlns:p14="http://schemas.microsoft.com/office/powerpoint/2010/main" val="1032492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2026-08-17T14:42:42.9350000Z</dcterms:created>
  <dcterms:modified xsi:type="dcterms:W3CDTF">2026-08-17T14:42:42.9360000Z</dcterms:modified>
</coreProperties>
</file>