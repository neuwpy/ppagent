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1f1333b73343ef" /><Relationship Type="http://schemas.openxmlformats.org/officeDocument/2006/relationships/extended-properties" Target="/docProps/app.xml" Id="R764e77366aa2470a" /><Relationship Type="http://schemas.openxmlformats.org/officeDocument/2006/relationships/officeDocument" Target="/ppt/presentation.xml" Id="Rff93a758516544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d5ccee0b34d85"/>
  </p:sldMasterIdLst>
  <p:notesMasterIdLst>
    <p:notesMasterId xmlns:r="http://schemas.openxmlformats.org/officeDocument/2006/relationships" r:id="R79dff9dcf60245bb"/>
  </p:notesMasterIdLst>
  <p:sldIdLst>
    <p:sldId xmlns:r="http://schemas.openxmlformats.org/officeDocument/2006/relationships" id="256" r:id="Ra859c455da4e4582"/>
    <p:sldId xmlns:r="http://schemas.openxmlformats.org/officeDocument/2006/relationships" id="257" r:id="R9d58e9114cff43b6"/>
    <p:sldId xmlns:r="http://schemas.openxmlformats.org/officeDocument/2006/relationships" id="258" r:id="R5cf715a20dfe4546"/>
    <p:sldId xmlns:r="http://schemas.openxmlformats.org/officeDocument/2006/relationships" id="259" r:id="R5a9c0a93ad4944b3"/>
    <p:sldId xmlns:r="http://schemas.openxmlformats.org/officeDocument/2006/relationships" id="260" r:id="R355e1db0555b4486"/>
    <p:sldId xmlns:r="http://schemas.openxmlformats.org/officeDocument/2006/relationships" id="261" r:id="R1909c4d8eb0d43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6b375e60714b68" /><Relationship Type="http://schemas.openxmlformats.org/officeDocument/2006/relationships/slideMaster" Target="/ppt/slideMasters/slideMaster1.xml" Id="R264d5ccee0b34d85" /><Relationship Type="http://schemas.openxmlformats.org/officeDocument/2006/relationships/notesMaster" Target="/ppt/notesMasters/notesMaster1.xml" Id="R79dff9dcf60245bb" /><Relationship Type="http://schemas.openxmlformats.org/officeDocument/2006/relationships/presProps" Target="/ppt/presProps.xml" Id="R914b643d692e4be2" /><Relationship Type="http://schemas.openxmlformats.org/officeDocument/2006/relationships/tableStyles" Target="/ppt/tableStyles.xml" Id="R5c21cad9bee248af" /><Relationship Type="http://schemas.openxmlformats.org/officeDocument/2006/relationships/slide" Target="/ppt/slides/slide1.xml" Id="Ra859c455da4e4582" /><Relationship Type="http://schemas.openxmlformats.org/officeDocument/2006/relationships/slide" Target="/ppt/slides/slide2.xml" Id="R9d58e9114cff43b6" /><Relationship Type="http://schemas.openxmlformats.org/officeDocument/2006/relationships/slide" Target="/ppt/slides/slide3.xml" Id="R5cf715a20dfe4546" /><Relationship Type="http://schemas.openxmlformats.org/officeDocument/2006/relationships/slide" Target="/ppt/slides/slide4.xml" Id="R5a9c0a93ad4944b3" /><Relationship Type="http://schemas.openxmlformats.org/officeDocument/2006/relationships/slide" Target="/ppt/slides/slide5.xml" Id="R355e1db0555b4486" /><Relationship Type="http://schemas.openxmlformats.org/officeDocument/2006/relationships/slide" Target="/ppt/slides/slide6.xml" Id="R1909c4d8eb0d43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b7471fce9242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96f8388c354150" /><Relationship Type="http://schemas.openxmlformats.org/officeDocument/2006/relationships/notesMaster" Target="/ppt/notesMasters/notesMaster1.xml" Id="R4c557ab9034b40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f1c9f878934cef" /><Relationship Type="http://schemas.openxmlformats.org/officeDocument/2006/relationships/notesMaster" Target="/ppt/notesMasters/notesMaster1.xml" Id="R7a39052436444f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8fa1a0e3d74bc6" /><Relationship Type="http://schemas.openxmlformats.org/officeDocument/2006/relationships/notesMaster" Target="/ppt/notesMasters/notesMaster1.xml" Id="R3d6d8ee9135c41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c423a157174b69" /><Relationship Type="http://schemas.openxmlformats.org/officeDocument/2006/relationships/notesMaster" Target="/ppt/notesMasters/notesMaster1.xml" Id="R77167ba87c2146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4b8f76f5174312" /><Relationship Type="http://schemas.openxmlformats.org/officeDocument/2006/relationships/notesMaster" Target="/ppt/notesMasters/notesMaster1.xml" Id="R718b2379811941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9215ec2f544637" /><Relationship Type="http://schemas.openxmlformats.org/officeDocument/2006/relationships/notesMaster" Target="/ppt/notesMasters/notesMaster1.xml" Id="Rbf2a9297eb0840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ebb6e34824b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33a415cbca4cf8" /><Relationship Type="http://schemas.openxmlformats.org/officeDocument/2006/relationships/slideLayout" Target="/ppt/slideLayouts/slideLayout1.xml" Id="R3288d7b770d744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88d7b770d744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f367892474fe3" /><Relationship Type="http://schemas.openxmlformats.org/officeDocument/2006/relationships/image" Target="/ppt/media/image.png" Id="Rc78a4b7911814d51" /><Relationship Type="http://schemas.openxmlformats.org/officeDocument/2006/relationships/image" Target="/ppt/media/image.svg" Id="Rbfb4bd02f4184afc" /><Relationship Type="http://schemas.openxmlformats.org/officeDocument/2006/relationships/image" Target="/ppt/media/image2.png" Id="Ref9ff4ade03c4521" /><Relationship Type="http://schemas.openxmlformats.org/officeDocument/2006/relationships/image" Target="/ppt/media/image2.svg" Id="Rd741222870e94ee2" /><Relationship Type="http://schemas.openxmlformats.org/officeDocument/2006/relationships/image" Target="/ppt/media/image3.png" Id="R01e3839a932741d0" /><Relationship Type="http://schemas.openxmlformats.org/officeDocument/2006/relationships/image" Target="/ppt/media/image3.svg" Id="R37be78c38cee4fb3" /><Relationship Type="http://schemas.openxmlformats.org/officeDocument/2006/relationships/notesSlide" Target="/ppt/notesSlides/notesSlide1.xml" Id="R7e898dc14f9b41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0b92bb6374310" /><Relationship Type="http://schemas.openxmlformats.org/officeDocument/2006/relationships/image" Target="/ppt/media/image4.png" Id="R20513317ca8e4278" /><Relationship Type="http://schemas.openxmlformats.org/officeDocument/2006/relationships/image" Target="/ppt/media/image4.svg" Id="R289c2d3675af41d6" /><Relationship Type="http://schemas.openxmlformats.org/officeDocument/2006/relationships/image" Target="/ppt/media/image5.png" Id="Rd754238ff435421f" /><Relationship Type="http://schemas.openxmlformats.org/officeDocument/2006/relationships/image" Target="/ppt/media/image5.svg" Id="Rae80619d8f5f4ccc" /><Relationship Type="http://schemas.openxmlformats.org/officeDocument/2006/relationships/image" Target="/ppt/media/image6.png" Id="R9596333bb51c4a61" /><Relationship Type="http://schemas.openxmlformats.org/officeDocument/2006/relationships/image" Target="/ppt/media/image6.svg" Id="R8527c0dcaeb54767" /><Relationship Type="http://schemas.openxmlformats.org/officeDocument/2006/relationships/image" Target="/ppt/media/image7.png" Id="R58408a88f9c84a15" /><Relationship Type="http://schemas.openxmlformats.org/officeDocument/2006/relationships/image" Target="/ppt/media/image7.svg" Id="Rd48542bcc1834f68" /><Relationship Type="http://schemas.openxmlformats.org/officeDocument/2006/relationships/notesSlide" Target="/ppt/notesSlides/notesSlide2.xml" Id="R47a2edafe18c46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4a605c04a46f8" /><Relationship Type="http://schemas.openxmlformats.org/officeDocument/2006/relationships/image" Target="/ppt/media/image8.png" Id="R287f17d01c974ff2" /><Relationship Type="http://schemas.openxmlformats.org/officeDocument/2006/relationships/image" Target="/ppt/media/image8.svg" Id="Rd00874030922448a" /><Relationship Type="http://schemas.openxmlformats.org/officeDocument/2006/relationships/image" Target="/ppt/media/image9.png" Id="R3f41adc1b77b460f" /><Relationship Type="http://schemas.openxmlformats.org/officeDocument/2006/relationships/image" Target="/ppt/media/image9.svg" Id="Rb437e126713b4869" /><Relationship Type="http://schemas.openxmlformats.org/officeDocument/2006/relationships/image" Target="/ppt/media/image10.png" Id="R61f3c93a73fa42cf" /><Relationship Type="http://schemas.openxmlformats.org/officeDocument/2006/relationships/image" Target="/ppt/media/image10.svg" Id="R1d7702afeb5441dd" /><Relationship Type="http://schemas.openxmlformats.org/officeDocument/2006/relationships/image" Target="/ppt/media/image11.png" Id="R1dd4a3cf9dc6481c" /><Relationship Type="http://schemas.openxmlformats.org/officeDocument/2006/relationships/image" Target="/ppt/media/image11.svg" Id="Rdc13d08c24ef4a0e" /><Relationship Type="http://schemas.openxmlformats.org/officeDocument/2006/relationships/image" Target="/ppt/media/image12.png" Id="R72073f72c60948c4" /><Relationship Type="http://schemas.openxmlformats.org/officeDocument/2006/relationships/image" Target="/ppt/media/image12.svg" Id="R25283e931fcd4e2c" /><Relationship Type="http://schemas.openxmlformats.org/officeDocument/2006/relationships/notesSlide" Target="/ppt/notesSlides/notesSlide3.xml" Id="Rdb84db55824845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ed5de056c4ee0" /><Relationship Type="http://schemas.openxmlformats.org/officeDocument/2006/relationships/image" Target="/ppt/media/image13.png" Id="R60ca87c83d0e41fa" /><Relationship Type="http://schemas.openxmlformats.org/officeDocument/2006/relationships/image" Target="/ppt/media/image13.svg" Id="Rde4533f59cd741f9" /><Relationship Type="http://schemas.openxmlformats.org/officeDocument/2006/relationships/image" Target="/ppt/media/image14.png" Id="Re830710bb5b349b5" /><Relationship Type="http://schemas.openxmlformats.org/officeDocument/2006/relationships/image" Target="/ppt/media/image14.svg" Id="R11c1190cda7f47fc" /><Relationship Type="http://schemas.openxmlformats.org/officeDocument/2006/relationships/image" Target="/ppt/media/image15.png" Id="Re2e70d51e5524062" /><Relationship Type="http://schemas.openxmlformats.org/officeDocument/2006/relationships/image" Target="/ppt/media/image15.svg" Id="R6e396963f4de4c34" /><Relationship Type="http://schemas.openxmlformats.org/officeDocument/2006/relationships/image" Target="/ppt/media/image16.png" Id="R20cecb805f324dfc" /><Relationship Type="http://schemas.openxmlformats.org/officeDocument/2006/relationships/image" Target="/ppt/media/image16.svg" Id="Rbb74f0f7e1d44637" /><Relationship Type="http://schemas.openxmlformats.org/officeDocument/2006/relationships/image" Target="/ppt/media/image17.png" Id="R5f9e4b757866408d" /><Relationship Type="http://schemas.openxmlformats.org/officeDocument/2006/relationships/image" Target="/ppt/media/image17.svg" Id="R1f4617dd067149e7" /><Relationship Type="http://schemas.openxmlformats.org/officeDocument/2006/relationships/image" Target="/ppt/media/image18.png" Id="Rfcae3d4facbd4bd2" /><Relationship Type="http://schemas.openxmlformats.org/officeDocument/2006/relationships/image" Target="/ppt/media/image18.svg" Id="R58fe4968c9ae4211" /><Relationship Type="http://schemas.openxmlformats.org/officeDocument/2006/relationships/notesSlide" Target="/ppt/notesSlides/notesSlide4.xml" Id="R94e74fddfeea49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3d4918f3e4a11" /><Relationship Type="http://schemas.openxmlformats.org/officeDocument/2006/relationships/image" Target="/ppt/media/image19.png" Id="Ra95a2f4e52f14fec" /><Relationship Type="http://schemas.openxmlformats.org/officeDocument/2006/relationships/image" Target="/ppt/media/image19.svg" Id="R9b13458bf99d4156" /><Relationship Type="http://schemas.openxmlformats.org/officeDocument/2006/relationships/image" Target="/ppt/media/image20.png" Id="Re2ed0ef0eee24f67" /><Relationship Type="http://schemas.openxmlformats.org/officeDocument/2006/relationships/image" Target="/ppt/media/image20.svg" Id="R0f65ddc02c7644a3" /><Relationship Type="http://schemas.openxmlformats.org/officeDocument/2006/relationships/image" Target="/ppt/media/image21.png" Id="Rad79b36411e94c35" /><Relationship Type="http://schemas.openxmlformats.org/officeDocument/2006/relationships/image" Target="/ppt/media/image21.svg" Id="R5c933994e7b2414e" /><Relationship Type="http://schemas.openxmlformats.org/officeDocument/2006/relationships/image" Target="/ppt/media/image22.png" Id="R13cab8db4ee44065" /><Relationship Type="http://schemas.openxmlformats.org/officeDocument/2006/relationships/image" Target="/ppt/media/image22.svg" Id="R8e6fa4588d034502" /><Relationship Type="http://schemas.openxmlformats.org/officeDocument/2006/relationships/image" Target="/ppt/media/image23.png" Id="R39a19131f2d34fbb" /><Relationship Type="http://schemas.openxmlformats.org/officeDocument/2006/relationships/image" Target="/ppt/media/image23.svg" Id="R2f30f35214104905" /><Relationship Type="http://schemas.openxmlformats.org/officeDocument/2006/relationships/image" Target="/ppt/media/image24.png" Id="Rdc1e7385e3e14674" /><Relationship Type="http://schemas.openxmlformats.org/officeDocument/2006/relationships/image" Target="/ppt/media/image24.svg" Id="Re31e502f2bbe4f0b" /><Relationship Type="http://schemas.openxmlformats.org/officeDocument/2006/relationships/image" Target="/ppt/media/image25.png" Id="R7f73c6e400f2498d" /><Relationship Type="http://schemas.openxmlformats.org/officeDocument/2006/relationships/image" Target="/ppt/media/image25.svg" Id="Rb3b802bf57bf4f64" /><Relationship Type="http://schemas.openxmlformats.org/officeDocument/2006/relationships/notesSlide" Target="/ppt/notesSlides/notesSlide5.xml" Id="R01dc7475861347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9bdd962634965" /><Relationship Type="http://schemas.openxmlformats.org/officeDocument/2006/relationships/image" Target="/ppt/media/image26.png" Id="Raa91ea18918c4702" /><Relationship Type="http://schemas.openxmlformats.org/officeDocument/2006/relationships/image" Target="/ppt/media/image26.svg" Id="Rb1e05c16a60a4fbf" /><Relationship Type="http://schemas.openxmlformats.org/officeDocument/2006/relationships/image" Target="/ppt/media/image27.png" Id="R40500e7a9af6420f" /><Relationship Type="http://schemas.openxmlformats.org/officeDocument/2006/relationships/image" Target="/ppt/media/image27.svg" Id="R75676cf910764b09" /><Relationship Type="http://schemas.openxmlformats.org/officeDocument/2006/relationships/image" Target="/ppt/media/image28.png" Id="R012653cb9a084aca" /><Relationship Type="http://schemas.openxmlformats.org/officeDocument/2006/relationships/image" Target="/ppt/media/image28.svg" Id="R6d8f253a4253460a" /><Relationship Type="http://schemas.openxmlformats.org/officeDocument/2006/relationships/image" Target="/ppt/media/image29.png" Id="R1ac72dc629044fb4" /><Relationship Type="http://schemas.openxmlformats.org/officeDocument/2006/relationships/image" Target="/ppt/media/image29.svg" Id="R9703c2df92d4490d" /><Relationship Type="http://schemas.openxmlformats.org/officeDocument/2006/relationships/image" Target="/ppt/media/image30.png" Id="R8722575ddf9f42bd" /><Relationship Type="http://schemas.openxmlformats.org/officeDocument/2006/relationships/image" Target="/ppt/media/image30.svg" Id="Re735ce72fc224f80" /><Relationship Type="http://schemas.openxmlformats.org/officeDocument/2006/relationships/image" Target="/ppt/media/image31.png" Id="R5254de17f31b490c" /><Relationship Type="http://schemas.openxmlformats.org/officeDocument/2006/relationships/image" Target="/ppt/media/image31.svg" Id="R3559d4f827ce48f3" /><Relationship Type="http://schemas.openxmlformats.org/officeDocument/2006/relationships/image" Target="/ppt/media/image32.png" Id="R4f42543d0f494945" /><Relationship Type="http://schemas.openxmlformats.org/officeDocument/2006/relationships/image" Target="/ppt/media/image32.svg" Id="R0c288fe30cd7491e" /><Relationship Type="http://schemas.openxmlformats.org/officeDocument/2006/relationships/image" Target="/ppt/media/image33.png" Id="R501ec0690cc7444e" /><Relationship Type="http://schemas.openxmlformats.org/officeDocument/2006/relationships/image" Target="/ppt/media/image33.svg" Id="R014a252efbfa41a5" /><Relationship Type="http://schemas.openxmlformats.org/officeDocument/2006/relationships/notesSlide" Target="/ppt/notesSlides/notesSlide6.xml" Id="Ra1d4f2399f3941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01FAF33D-FCAA-45C3-8E4C-7111836B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979FF55A-172F-4727-A3E1-711DB18E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7A51AC3F-48EA-4810-A87B-41D367EF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F7B8E5E5-9399-4636-911F-245B1718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0FD730DB-8BC9-4496-99DF-837C750B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4BDBACD6-A1E2-46CF-A149-41BC26B4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D4BA3AEC-8ACE-46BB-AD72-812A56C6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01546339-0BCB-44A7-A592-2E154BB5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E842CB03-1894-454D-A0EE-873BD7B2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5948D439-F13E-45E6-A78D-10186FC9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FEC33EFE-1F5C-4697-8F6F-FD904044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FFC08D6C-838B-4C47-A71B-C8CB02BD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452E2368-660F-4480-9B75-0C0CB79C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06A8085D-C22E-4A19-A2F1-96FC3C50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894C80DF-0DFB-409B-AE5C-515EA354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7CDA12D3-8A64-4256-A712-0D3CF207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A63E5740-0485-47E9-AF81-4F3C7414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AE0D5529-3D86-4246-96AF-C19FB06E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99D98BB7-F9F8-467F-8A36-F8665176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3422242B-4D2B-430F-8422-237545C1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A3F98A01-031C-487E-B8A9-53BC3068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8B8331B4-264A-429C-B9C1-9CBCEA3B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FCA32720-B79D-42D4-A825-2F69C71E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8FF3B572-9892-44FE-985C-C466F258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8238D070-C2B8-4F20-8BC4-D8D901A7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A18DA51D-1388-4B13-B275-7753992D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5A753441-47B5-4035-85EC-ABC7AF7F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9E26EF84-BA49-4D45-AB4D-12BF5A39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3149B01E-B09B-4D34-8A2B-CA441AF1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B36559C1-771E-4FDD-A1D7-221932C7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A933C885-2996-4102-8E62-8B83E119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7766CF5B-38FA-4005-8A62-94662CFE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954F8AA8-5EB2-45C8-970A-B72C6049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F62E6A00-BA27-4B4A-B7A4-92753883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697FEFD1-B95F-405B-8C1E-FFE08BD7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5569011F-74DA-4766-98EB-F5D6411B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9B8348F5-B0F9-4A3A-94EF-FEDE8780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432ADEBD-35A9-4D79-AE4A-19D99CE9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0D6C823D-1A84-475D-9E8B-3065F693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957BFE94-C8A6-4B19-ADF1-E9C91D0B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A1662BD4-C7B2-4AB2-9D3D-78978D5A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48D7580A-D650-40EC-9EF8-1F00C80B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8543A1C0-97B5-4963-B9C9-27D7DF70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B44D4D2A-8C40-42F1-A8F9-B20F2255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0914403B-3C85-4DEF-B487-92653C16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032E9668-1B06-43FF-8421-9749533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E1EEE995-B7E5-493D-9A7A-F9EBB705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8F568FB7-7A0D-4F0C-9CC2-5CE06ABD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17C98C5E-2339-4AB2-A38B-8F3384D0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84D87E2D-DCD7-42D7-8DCC-EA7C07A7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52548BD6-AA0C-4EE5-A18A-3A6D4011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798FAB8F-3D3B-4B7F-987C-1DE19FF3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E3BA24BC-1774-415A-88E0-FC5AB78C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469EE505-A46E-4014-87ED-B676A693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F6310A54-90E6-41F3-B6A7-56DFE3C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97BC3394-74FA-456E-9924-7E11CB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429A32A5-5D72-4358-B04B-190E6B14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AB3E1336-3972-4733-9F78-FF53F958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F0C72D1D-8382-4DA8-92AC-BF85310D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CF790878-D596-45E6-9274-F1094F95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9AB6A142-15E4-44C1-999C-650486E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2FEE50AB-44D3-4986-BF0D-1C2731A7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351F04A3-B8DC-41CC-AF8A-0A38D6E9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2DC005AD-17DF-4D8B-9AA6-741C51A7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70D2D32F-2F02-4E28-A28C-6D2E0024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16800F7D-0F65-4243-84B0-17163AC0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09F7C4FD-AADE-47F5-A727-0233FB60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4BA03C21-E328-41F3-A4EC-A04C0D80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D4A769D8-1E9D-42D3-A181-E810900C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2F1BD020-DD31-415A-B029-E4B4FF55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F8A5D38D-12C9-4B92-9973-A6757EC4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678991C1-076F-4578-8986-ABE709ED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7E4AB3FD-4B1E-40D1-9910-3F988416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ED5EB1A2-27BF-4077-A03E-11D13E6F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AC148098-2581-4D2A-AC37-268E528B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ADDE8F76-6DA8-4053-B39C-FDDB2EAF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A84154E1-CC4E-4455-9839-EE4C9FB3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EF47EE2C-DD68-481B-A8C0-FE9746E7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333D1ECB-44D9-43BE-819D-CF22EA81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B7306A13-24CB-41D8-B88C-BD28BB55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38CCD9C4-071E-4A3D-8DA0-8F031659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E8CE7A9F-D450-43A6-A6D0-BD470F88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F2B71CE5-62F2-4FD5-A073-66B2F05C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E626AEDC-CEAA-4610-9803-BACD098F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9EACD049-B45F-4D41-A28D-1F630024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4C77AF21-3E1B-4195-96FF-990097F8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EBE42283-D336-4F07-9DB4-8EC13D75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2A8C3DEC-89CA-49EF-8724-295B6BFE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F549F609-70A0-4EAF-AC0D-340D9641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B860BA6E-6444-40C4-A508-A8F8EC85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5E3E4B7B-C523-4DCE-8ACD-85B5273E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29CAD6F5-EEBA-4863-A0E8-F2924AFE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AA0EDE5D-CAFA-4B27-98A7-03A0B99E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B94B813E-2FBC-4053-8451-966FE4EF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026DA49F-57B8-4FBB-8B11-38D6BC87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55B73855-FA40-4A8A-A1BD-19240C78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0B5A5F71-622D-4A3C-A530-1BECA726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8152B0B0-33A4-4BEB-93C7-EE0E098C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640EBEFE-077D-47DB-8016-8592779E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7D60FDDD-8E37-4A50-A25E-54AD0B48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CD6D54BA-8077-4908-9548-C80D9A24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4475E1F5-CD31-4001-B909-05AB27D9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AA0C42DB-0337-4EE3-A301-2123A529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36540E79-85FA-42A1-A5AB-C5A8701E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FE028EEE-1015-4390-8A3C-1B3643FB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1E5B2366-F576-4767-902F-BD53276A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57C75392-8FF6-4A13-92CC-DA885936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1879D33D-9C1C-4D93-9EB6-5B9CD0F5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B1BB9322-630A-4AFB-AB10-44024304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3031484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C3D6851A-64BB-4A71-A4C3-B43609B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3193409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C5054083-F03A-4256-84C4-536396A1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3288659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73CF18D7-B58B-4865-89A3-528FC512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02878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F27F70A1-9632-4B4D-A2EB-67EFCB55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419305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EB6A3C63-E6D7-4AC6-AFDA-9FBEC40C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10269BAE-1D3D-4754-B7C4-D8E3E2A0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2C8CA3A0-BEF8-4F4B-BEEA-14416852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4A1CF249-D96C-414D-A0B7-86785899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6FA29018-B27C-4427-B339-46EB0284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CC62BA5A-602A-4D8B-B33F-FD8EB481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226BDD0B-DCF5-428E-9136-3EA8F6E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1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A88E7311-6C2E-4EC4-8C3E-B8CCAC82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2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E7E7B2F0-024E-416D-8657-E51D71B0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3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DB4B9F22-0700-4EC4-AFCE-04F23C49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ED5E7712-821A-416F-8C7C-E3B9579A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BBF9C7AB-ED78-4753-AAF6-EDEF60B7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a4b7911814d51">
            <a:extLst>
              <a:ext uri="{96DAC541-7B7A-43D3-8B79-37D633B846F1}">
                <asvg:svgBlip xmlns:asvg="http://schemas.microsoft.com/office/drawing/2016/SVG/main" r:embed="Rbfb4bd02f4184a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ff4ade03c4521">
            <a:extLst>
              <a:ext uri="{96DAC541-7B7A-43D3-8B79-37D633B846F1}">
                <asvg:svgBlip xmlns:asvg="http://schemas.microsoft.com/office/drawing/2016/SVG/main" r:embed="Rd741222870e94e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3839a932741d0">
            <a:extLst>
              <a:ext uri="{96DAC541-7B7A-43D3-8B79-37D633B846F1}">
                <asvg:svgBlip xmlns:asvg="http://schemas.microsoft.com/office/drawing/2016/SVG/main" r:embed="R37be78c38cee4f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2576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2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CFBA0E5D-0C47-405D-9D76-E0D1BB80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17624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3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F10CA506-3435-4209-A5B6-16E4D8B3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89394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3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D204A83A-B027-49AE-9F78-A4A9FB37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108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3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657D41D7-043E-413E-B0F9-8E88193A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480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3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B625789B-6F93-47FD-8289-521F624E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108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3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DF46BAF3-B861-495A-ACB7-0094B3A1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480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</p:spTree>
    <p:extLst>
      <p:ext uri="{BB962C8B-B14F-4D97-AF65-F5344CB8AC3E}">
        <p14:creationId xmlns:p14="http://schemas.microsoft.com/office/powerpoint/2010/main" val="12211163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2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D0892D36-8AFB-4470-83BE-1B3EBA04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2C5B5B7F-8C65-4EBA-BBBB-4D77A516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B7A0D16A-5E8B-4880-86A2-6DCDD5D0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CCFBA434-DE3C-4AA0-ACEE-29471A60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94D05B4A-7AAB-4B2A-8F3D-E41DA6F3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75C1DE11-8B37-4481-98E6-487DB29A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ADBA1A2C-37FF-4BAB-9452-6C5791E5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CA7BDF65-D11A-40E3-B72A-E57F617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273A628B-9F7A-4AF4-90DF-6F5C8D69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5D72AA04-35F7-4BC0-B27E-380D5498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BB3D2A73-58F0-4144-A7FE-4660DDD3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99349614-6486-43CE-9D5E-C9E376AC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338EED6B-51BD-4ADD-9A7F-6BF8992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78290E52-9BA5-462A-8EBB-79E0FDCF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286B34F4-46D3-4D8C-8544-C2674004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541265D7-6251-46CB-B454-05C41EF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56FABDE1-5760-4CC4-9866-AA6422F7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4C5C1D6E-58AB-465A-A5C4-B8EF0E7D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BDE79B39-B462-4FD7-BCAB-CE480228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08B0243D-C851-4073-B61C-40080013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F79EB7DE-EEFE-48D6-B3B8-2AC41A91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A6EDBD9D-1496-4C49-BB68-84EE76CE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1C9ABCEE-FAF2-45D0-B369-453A3B01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4426457A-D110-43CD-B87E-A5116A04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52EE3E4E-9E48-4221-9122-184CA1E6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0FB541B9-9F55-4D6B-96AB-83CD8D44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99BA7A55-7C90-40D3-8E25-BF8F61C1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832244DC-E410-4280-98D3-FE61CCC6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BF3A0AB1-B1AF-4775-B402-346FEDE0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AEE16EE6-9596-4D08-8A59-476C7C93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90BC4C7B-DEB3-4C56-9C6F-78C3C773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565352B4-6ADA-45DE-8132-21393FD2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FCF7BB00-1647-42CD-9394-311A9DD5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E45FDCD2-C011-466B-8444-ED117473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63BE962D-20ED-403F-8155-376BB288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4EF5F1B8-4706-4DA4-8A45-65CD8D0D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63EC6FE2-E18C-4375-A9FD-67859EFC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AFC38C7E-2CF8-4A04-B734-9DADD23D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531E09D3-41E2-4E1B-966D-9CFE039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D52BF3F7-8FF4-472D-8A34-6A2A4A26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B3257E62-4558-4FA8-9BDB-3F19C1BE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38209CD9-B75C-4441-AA35-7DD59548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E6FD1DCE-9C0A-4942-BC1C-89978F11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1C185CB7-88AF-415A-8210-C9BAF2FE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6F276963-66AD-4F38-A460-8FC78422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1395BB6C-6BF4-4382-A33A-5ED7AA9C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B6E45993-C308-4F1E-8156-9C163EBE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D558D29C-764D-4DBD-8F60-9130E707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37EA520E-2078-4CCD-8E48-EE442D21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B8E615E5-85E6-4CC4-AF97-503C271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345312E2-655E-494F-9D53-553C294C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B0CBF39C-5B71-4E6D-BC03-EA7F3E04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BA1F9AB0-DB08-4FFB-B9A9-003869CF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E8D31AA2-C89B-401B-BA74-3BB4CE6B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8B901E71-8FEF-46FB-86BD-8A91E5FB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7E02F2F8-634B-42AD-B22C-802EB461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93701BAB-5797-4DCB-9505-B54697AF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44EAF707-3815-4BF6-9D60-8A2B6379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F9E8C9FF-1AAD-421B-8888-D6ACF6ED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0367C454-19B3-4F57-912A-50E2C137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2B62FF20-76C4-48B8-A773-8BC970EE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A6EBE1B6-6F18-4CAA-824C-0BF0D794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7DE42108-3BF4-4108-899E-78200535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93C832FF-F2B4-48BD-ABAF-76B88D6D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BEA895A0-833A-4C04-A932-6EC61BAC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9E350394-1070-4305-AEF0-78A05770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AFAC5B13-45AF-4550-881D-C296B9A5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662D36E8-3682-4E38-86DA-E4E9CF5A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53D53312-C707-4EFF-A3A4-E1923E64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E29FE6AD-4A58-4478-B782-E3259B28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F4BF35F9-3917-4014-8C9C-CBFA5AD2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3480D2FF-A59B-43E9-8DBD-C2B3846C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FDF288E1-0F1C-4CC1-AECC-E65CC0F5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F62643E7-6DDE-4F27-84AB-E7951E19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E33C1BD8-65D9-4833-B23A-083AA0CF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7CEC53E8-72B6-494C-80E6-85C13D4F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F50E8CAA-3C6C-45A9-BC20-908504A8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F0471347-4398-46BA-ADF6-3C014533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93633080-8C13-4E94-A6BB-0E7B75F6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0E284B2D-575C-4604-8CA1-54D81E8F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B31F4463-EC5C-4835-A35D-2A321F22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7AE24EB1-122F-47D4-83B6-06F2051C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62473252-653D-496E-AE03-BD9BBAD9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53259A30-68F7-45F5-A34E-515A7646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CF4EDFF1-BE81-42BB-A38E-B11E7053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B972D5E8-FA19-41F9-9279-FE9CC1CD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1E50774F-5949-4003-8706-3C11378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29DBB401-E82D-41E2-A3F1-995D5027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25F91BB7-6104-48A8-AA11-EE6C9D50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691BCB49-6DD8-4814-999B-FE90AC04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94BA80B7-8AFE-4CD9-9871-336BDF7B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969EB005-794B-4C89-8B8B-1E7477BD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FE4F5EFF-05A9-47F9-B258-263D769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FB6581E9-DBF4-43E8-A584-787FEC52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7C051B37-640C-474A-9593-856356A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FB9BF27D-D3CA-4E3F-9A2C-0993B238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B8591C75-83FD-4E53-B5C5-C7EF823B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AD94BAEE-F2D4-4C8E-A62C-39D92307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C7D803C5-57A5-4326-AB41-0823077D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AAF25C1E-6C14-4332-A614-3469326F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97A422DB-9D5B-4D8A-A011-985C225E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9D019681-398B-4AB7-A98C-B14436E4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EEF1FD6F-F251-4FE6-8FFC-5C124A1F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5D0E3A29-2F07-4E55-B445-D9F691A4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96F59510-B0A8-4A38-876F-35D8FA90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7D7161D3-9F31-4E8D-ABAD-B97231D0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F9496841-F866-49F3-80AE-BE887210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7576F24B-0979-40A7-BECC-21C99DD1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8A8B6EE1-FCE9-4B27-8D79-800A0909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609850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B344C01D-CF64-42FE-BBC9-D0D781A8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2771775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DF3436B3-0B33-423E-9FEB-83A8D0F7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2867025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DAABB528-D159-4A40-A74B-9B94B0B3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607146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7DDDEC9F-E4A6-4E16-90AA-EE27137D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997671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F82F671D-BAAC-42C7-B598-131B593B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70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961FE034-3766-4A00-ACA8-975279F1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193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14C974DF-F0A3-405D-AC72-CDCA8555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57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94AA9E5F-550F-409C-BFC6-1F7D0BD9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10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C983791E-BE0F-4580-B627-7FAAA4AF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6670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3536FF57-B825-4851-91FA-F1D69689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6193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F56A26D1-C81C-49BC-BD9F-F8D0316F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457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27473FAE-EF51-4162-9CE8-5BAFE5F7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410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FFE1028A-BE11-46C9-B646-86B700F9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6765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3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7A1923E0-B3B7-4503-95B9-D9600DB9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467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4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1A97CEEA-902C-4452-BFD9-4F81E376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6765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5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754E91AF-4E4D-4260-BFA3-A24408C6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467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6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128323B0-3B77-4E0F-9471-7A044B79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7717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6BF33351-25AC-449A-816C-99329256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562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6A36DFD6-1A7F-4011-BAC4-CAC4DE44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27717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E246ADE8-8D5E-4DE0-9340-DAB9DBAA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562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13317ca8e4278">
            <a:extLst>
              <a:ext uri="{96DAC541-7B7A-43D3-8B79-37D633B846F1}">
                <asvg:svgBlip xmlns:asvg="http://schemas.microsoft.com/office/drawing/2016/SVG/main" r:embed="R289c2d3675af41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28670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54238ff435421f">
            <a:extLst>
              <a:ext uri="{96DAC541-7B7A-43D3-8B79-37D633B846F1}">
                <asvg:svgBlip xmlns:asvg="http://schemas.microsoft.com/office/drawing/2016/SVG/main" r:embed="Rae80619d8f5f4c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657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6333bb51c4a61">
            <a:extLst>
              <a:ext uri="{96DAC541-7B7A-43D3-8B79-37D633B846F1}">
                <asvg:svgBlip xmlns:asvg="http://schemas.microsoft.com/office/drawing/2016/SVG/main" r:embed="R8527c0dcaeb547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28670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408a88f9c84a15">
            <a:extLst>
              <a:ext uri="{96DAC541-7B7A-43D3-8B79-37D633B846F1}">
                <asvg:svgBlip xmlns:asvg="http://schemas.microsoft.com/office/drawing/2016/SVG/main" r:embed="Rd48542bcc1834f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657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18CD92B8-3755-40B9-8D06-AA38936B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7177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3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1277C601-E610-4B20-BB50-56CFF3CC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0895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3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BDACF403-E530-4911-8FDD-D7DEDF38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508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3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D0A65EEA-7C30-4264-BD05-678F0D9D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880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3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49494F68-8DC6-4438-B2A0-737A0F07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7177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3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18CED113-D465-4F88-9EEB-DBDCF9C3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0895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4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0E57CBF9-84B8-47B4-BDB2-F38DDB52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508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4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4E0E161D-34AC-44F7-8377-A51C84A0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880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</p:spTree>
    <p:extLst>
      <p:ext uri="{BB962C8B-B14F-4D97-AF65-F5344CB8AC3E}">
        <p14:creationId xmlns:p14="http://schemas.microsoft.com/office/powerpoint/2010/main" val="6938964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60EFB2DF-D61A-425B-B277-B153F859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1C2DE88B-625B-46B7-B6D9-7715D5D9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473BC9E5-667D-482F-A849-87FBEFA3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ABC79774-40FC-4299-89C1-C868657E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AAA03039-6E9A-4674-A8A2-A8C2C4FB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5808D635-6341-4379-8180-A8C194E5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DE837592-AE3D-4B35-978C-B14FAA3E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6420089E-E613-45A7-BAFC-0D085A2F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F0D8DD57-6767-438F-B705-D052837B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208C64EA-8814-41A6-B0AC-49774616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D5DB7212-9214-4CDD-B98C-4F787BE2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11977CA3-E433-481F-A34D-AFADD587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87752F00-B7F0-4DE1-8856-E9AFB287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241E0EDA-CF6E-4F77-9459-DD927FE2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86E063C4-CE23-458F-B770-D0C2342F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FD3D9EC6-F38E-44A5-AEEA-EB5F9C6B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0737D85E-19CE-4FC1-BEEC-45F9BBCF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FD379B38-773C-47B9-8474-88BC8057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EF56F13B-6DB4-4C24-B22A-3D727D34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881C67E1-50AC-4B88-9C4C-DC101E0D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EE8999FB-88F9-404B-A41C-DA85B6B0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5C14A02D-8C20-4ABC-9BD7-9909222D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E5D37AFD-B881-4A37-9801-C38D03B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34BAB0B0-5E39-472C-802C-17D4B9AC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C7E0C9F3-2BC5-445C-BB96-EBA6245F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A7FEC7B0-8B76-4F5A-8FCF-CDA82D50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F16DD9A8-5D79-46CE-AE3D-6C0B2F59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72408FBD-6E8C-4290-9085-8BDC95D2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E787BAEA-8AB9-4152-8908-F551D639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6030D473-5590-4188-B8AB-86E395B7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02783120-74C9-46A4-99CA-FB3ED73A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017E33A8-7636-4DB7-A3F1-8DC8AE5D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F758AB92-09F6-47E2-B124-344319BE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2C60C6E3-F3A6-4EAB-9245-925DE1E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D5FEDCDA-E7FD-4CB6-BA53-8940D68C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72049B81-FBD1-4792-AF52-7401B1E8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644D80D4-2767-4B96-A921-CC177ADB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EE78665C-D0C3-4179-818B-1528FFC0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1E59FDD3-466D-4B18-A005-F2E05F4C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13329DBC-24F5-4635-9858-F2B3ABED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CDBFB5DA-D80E-4AF1-8BF0-7896FF6F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653DA979-068D-482C-886B-91715CFF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5C4664AB-73C0-460A-B4D4-537E4B31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7DFE44FC-F5AF-4A12-B3E1-1E341426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D549D265-9A30-452A-A229-35016641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00D021CF-02DC-4835-BE88-D611C8E8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3CB2BB2E-B1D0-4BAD-BE0F-EA894A9C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B0BD74AB-AAED-4393-BFF9-11630912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CBB44E49-5236-42B5-96DE-06956DAF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C88EC09A-2CD6-4B45-B3B9-6C6F1E8B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F13342C1-55F8-4EDB-9C9F-F7A214F4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AF4A1169-333C-48FC-905A-08CDD080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F2345478-2C8F-459B-BF0E-2F7986B4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55655793-B2B5-449A-8FBF-D287B614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8F2945A5-E41E-4F51-94B8-D85BE186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CFB05B5F-00BD-46C8-B1D6-499C44BE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7B8E1F39-96D7-4E4D-8D1C-B1F54EC2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E47FF44F-6C4A-4BD2-A915-B5345E88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B833F29C-8314-4E02-8F19-9D86941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7A30138D-0C39-426A-884C-2C4D9CF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1F24F069-3903-4BB9-8681-5BE36DC4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B496A80A-9AE1-434D-9371-1C095C0D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89B041F2-A978-4D57-81F1-8E9425CC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D4920B18-E7AB-46B9-A685-5FBCF0FE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C9C85172-6D49-4D24-B6A1-A064095C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04404337-3D92-4541-A7EA-6ABD8B62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96ED0514-9004-456A-AEFD-BCC8EC07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429A0687-1D59-4B07-B579-5C6B84C1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1AA4BD57-2656-4D29-8BE7-1BA2E7F9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125C9F0B-DB45-47DC-974B-FFFFB8AC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ADA78ED9-61AA-485C-AAA9-092776C0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73B9B5C6-1A5B-44AB-8F6B-8ACD4F1A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106182B1-6C9B-4442-A2F6-879BA677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66E7B110-DA90-462E-8484-B730CFE7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B2AE9556-1E6A-4C44-B98B-C7E9D409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EB10F3B3-6267-49CA-931B-EFF45EB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4CAF6AA8-8C94-470B-9213-625D0FEC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AD8CF07C-974B-4ED4-B0B8-91B2BD53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568CE778-6BA8-4238-A71E-D2DF6C9A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FEA48971-A5EC-463E-8EAE-B25BF012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9E8D518E-96D0-42C1-9542-88932CF9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82C616A0-4CE1-4A1C-B0B4-3093B72B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988E4FD6-0D85-42C4-9559-EFC80A0A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5CFD018B-A7BA-43B4-80CD-042B2F21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508B8D86-1670-4430-8061-EDB7836C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B6F988EF-F0B7-4044-9C56-ED8F70FE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84B5FBB4-3837-41DB-B10B-49F414A4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51398BE7-342E-439C-9D5A-AD5DDF84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8DFEABAB-FEE6-4611-877D-A5D95EFF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E87C184B-C72E-45A5-B95F-31178987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0DF5A513-0853-438B-B1CC-5E7284AD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6724B96E-59FD-4C56-BFE9-08DF233A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A39B6490-3C3F-4F62-B202-A22C9792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437ECFF0-0AFC-455C-90C2-18285C47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6527438F-89AF-4FDB-8480-91FCFB07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8F546681-CE7B-4B9B-8AD8-BF41C6D4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48A590A3-6B56-4BCF-9EC4-61B45773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B73F5E89-68FB-44F5-8967-F5F48E2C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D8E0AF66-40EE-487A-AEA2-6371FBD6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83D7D023-E00F-4ACD-A037-5951E4E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F0D7DB3E-4E22-4BE4-AC5B-8AC29AA7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6CAC88F8-5F80-4224-9671-7EBB6E4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C1AFF03D-6E2E-45E7-A75F-439D3C97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27A9A29C-6D05-4DF7-9AEA-B232AF85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1A45D4C7-405E-4684-B2D0-B3A8AF2E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5F13BAA5-7C87-422B-89A0-EA63DDC4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8B2D02DD-CFA6-4DB1-BDE4-B8E23737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B68E0DFF-BCA1-47F8-93B4-5089E1DC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DF067DAA-918B-4690-BA1A-86938266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3031484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517362BC-227B-4AC4-BB70-CEDC662C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3193409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36B71092-93BC-4099-A0DA-E96AA9AF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3288659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FB078DF1-71BB-4DBE-8348-1E142B65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02878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9F9A1BF3-1C8B-41BF-B141-E66794F7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419305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F730434E-4994-4B6A-A4E4-79CB487C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4E267E9E-8861-427F-B2D0-47ABE893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4CB02ED8-7F44-4C7E-85CD-7457FF85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9910DACE-0BC0-4513-B906-33F6C519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E30025CF-7E28-41FE-A7CB-EBFA158A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61989464-F8F2-47EA-B1CD-AED2FD88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DDB5E1F8-DA2E-4CC5-B96E-0F3854D6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DE81FCE6-6778-494B-9877-D460E537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E0FB18DB-4671-4824-AAE2-0DE692F9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87476D4B-A70A-4BCE-9E10-12540E6E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321E0796-EC60-47A2-9574-F8B89C79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5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D1582948-CDEE-4A22-8067-B40FB054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6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1DD3381C-AFE4-469B-B45E-65556CFA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7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614F6C20-63ED-463A-80BA-5D82185C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8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4F8CE750-420B-4220-AE5B-1D9F9AD4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D64497FC-8E0A-4D05-9927-EBF44999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8E04D14D-3B87-45E5-88F5-8EEE96A1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3BF42FA1-057E-4385-8045-9BEA8424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109E510D-59EF-4E33-86F0-BE4C187B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FC4BE230-A554-4C10-9001-EFD7CFD1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f17d01c974ff2">
            <a:extLst>
              <a:ext uri="{96DAC541-7B7A-43D3-8B79-37D633B846F1}">
                <asvg:svgBlip xmlns:asvg="http://schemas.microsoft.com/office/drawing/2016/SVG/main" r:embed="Rd0087403092244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1adc1b77b460f">
            <a:extLst>
              <a:ext uri="{96DAC541-7B7A-43D3-8B79-37D633B846F1}">
                <asvg:svgBlip xmlns:asvg="http://schemas.microsoft.com/office/drawing/2016/SVG/main" r:embed="Rb437e126713b48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3c93a73fa42cf">
            <a:extLst>
              <a:ext uri="{96DAC541-7B7A-43D3-8B79-37D633B846F1}">
                <asvg:svgBlip xmlns:asvg="http://schemas.microsoft.com/office/drawing/2016/SVG/main" r:embed="R1d7702afeb5441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419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4a3cf9dc6481c">
            <a:extLst>
              <a:ext uri="{96DAC541-7B7A-43D3-8B79-37D633B846F1}">
                <asvg:svgBlip xmlns:asvg="http://schemas.microsoft.com/office/drawing/2016/SVG/main" r:embed="Rdc13d08c24ef4a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73f72c60948c4">
            <a:extLst>
              <a:ext uri="{96DAC541-7B7A-43D3-8B79-37D633B846F1}">
                <asvg:svgBlip xmlns:asvg="http://schemas.microsoft.com/office/drawing/2016/SVG/main" r:embed="R25283e931fcd4e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419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7086F80B-FE3F-4EBF-8AC9-B1A7B95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17624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4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FBA7B770-3807-42FA-A08B-54A5162D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89394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4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2A44E061-3661-4290-BAB9-B73818B4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9463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4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7AFB2E02-F2B9-472E-974A-91F6FAB1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181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4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ACB07D89-3B02-42F9-BC8A-D1301171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70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4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0FB2A19E-4036-4BBA-9B62-55744F51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642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45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B3A8F7FA-F719-4F70-A22D-867D6649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9463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46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05059497-2ECB-4DDB-A453-F6428EBC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181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47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23F29627-FEBC-45E9-A556-A7516FEA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70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48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105DC1A7-2D3D-4649-B1D9-064E924C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642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</p:spTree>
    <p:extLst>
      <p:ext uri="{BB962C8B-B14F-4D97-AF65-F5344CB8AC3E}">
        <p14:creationId xmlns:p14="http://schemas.microsoft.com/office/powerpoint/2010/main" val="1775495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96201653-8EED-4FC5-BBBF-51B586FD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4F219B8B-61FD-4A9C-A034-FC6B89BF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B4FF267A-1240-4E9B-9BE2-C1AE6960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2B08604F-EFFB-417C-BE44-1A25D0B5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1F945D5B-A3C3-4803-B1EE-2808C9CA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647AABEA-93E3-43C9-9344-C1B8685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F37BFE5E-25B8-4BD0-95F9-E8E6419D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AFD71671-3F33-4932-B975-A8A194D3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1D741DB1-C0E0-4EAE-8D69-5F565CB5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C8FA6B39-CCA9-49AB-82C9-4E819759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708138AD-A640-4D69-8A84-F757C9BB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74F0DACC-38F2-4F77-AF8E-FA10C69B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D31D5273-4023-4026-AF32-584D6438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135D64C6-96C2-408C-9274-73CADC52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665F1C57-6D78-4564-BB43-AD0940E3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7C71220E-27C2-430E-92EB-6B854106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AA39F644-97D5-4665-88CF-0C6E5B9F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5BBDA506-E61F-47FC-93E4-53F550AF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3AF9F2BC-39F1-4F95-9938-DCCC6C7D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B8CCF9F2-1007-4ED6-A080-116C62E2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D7BA088E-B75E-4D76-9443-3FA82F24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2DEDD9C0-F381-47ED-8C49-BD64EB8E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B272AD34-A2E6-47CB-8980-3F078CD6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D91F3093-12E1-4FAE-8A0D-901E3B3B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B71FD5F6-C3F2-4B8C-A454-94BD4891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465D4587-0168-4D0D-8FE3-19BF9F27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F7644479-847B-498D-BDA2-B44C6E96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0EB1F697-E373-4A3C-99DE-FEC2A0EB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DCAEC0B3-3571-4CBE-AAFD-850FB880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76C2A6B9-D253-4AD1-839C-6CD7D11B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BF53CE7A-9C33-4F33-A204-781C7C30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AC74A8FF-C495-429A-9675-7588B0E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99537284-8DAA-49AC-8BF2-FA09702D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113B871C-741B-482D-B287-69E459D9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2709A92D-E772-433B-A86C-8A7FA9AD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C1C60DF6-BE21-42D4-80BF-C0EFEE8D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7FCA1096-08F0-4050-87D6-78F8E73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AF8C3544-3007-4CFD-A2F4-8C1DF225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17546D36-EF0F-44A9-B2D2-3389D05D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2093D86C-941E-456E-B0D2-58A5D9B5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AE04D23E-5C55-495F-AA82-C4AA1B1C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30192662-58BF-4F8C-9ED9-CF54A8BF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60B54A35-82CA-4865-9C6B-D484CFAD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72D0F95B-CCFA-4B4B-A22C-2E888409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BDFC5B1E-F0DE-4799-B077-B86E8017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C4171B21-6D80-44FC-BF7A-2DD0FF54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45A58982-47D6-47D5-824E-8FD6E1E9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EC62CA2B-65F5-4A5A-B3A4-53F1A2A6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555F9235-4F04-4231-9EFE-CB1C71EE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38277CA7-3D67-4FED-BD73-E268609D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4FA2C841-A7A9-4806-A26B-A7C45B75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22BCC809-AD22-472F-A121-6B94C90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F20923F3-FC61-4482-A33D-FE9BF14B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BBF81964-EB08-4E86-8AC3-77251C51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4BA655C8-A879-4043-B761-77184D85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AD7C95D5-6867-42BD-8645-E595F36F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1DA1C41C-7A02-40B3-97C8-2AE3807E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F87C70B3-DA37-41E1-BD77-05B12530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9C2BF988-DF6C-4815-BC04-442A08BA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0FF6C9BB-CACD-4AB3-93B4-080F07BC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C1E078C2-92CA-4582-8205-37EC8B03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33635E65-CB60-457A-B697-F163AA25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AE872337-E364-4D4A-AC23-2357444A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2AC7A3B8-29DC-43E9-AB0A-6E2A1562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802DCEB2-12E6-4D02-94D2-F8CC933B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EAD2C362-5C32-46B2-A3A5-ECDC20F1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09548161-6E1C-414D-BC12-5A72D64C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94D13B7E-24D2-40A2-AF3F-D32C3E23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C179BE04-125E-4073-AAAC-4A470CA1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3255EADB-109C-4124-97ED-EAE8394F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579957CF-41EE-483C-B448-C33FF553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72D7DF11-8A5C-4F03-96DA-FB934007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8F52CF5D-8C34-408C-9740-4CE0B2A2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50BE0B08-AA43-47A9-A250-0B4B7094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8B924433-28D8-442F-960B-594025E7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53CA6636-91F2-4167-B4D2-144132F1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31453F83-1333-46B9-888D-060C8167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968A9C54-2414-4E0C-A163-AD6B2EFD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A5570FF1-08F3-42E9-A00B-C11A9741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27DDCFB9-36BE-4FB3-81DC-0E98D544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49D556D3-C653-4414-870E-7B2085C3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B9A146ED-1AA0-41DC-B1AF-8748FC7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6A0342BB-559E-4D3D-81DB-B217D044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E14CA6C7-5A0A-4468-8D60-46FA0230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1A8F4798-C8C9-42F1-B5AC-78BA8FEE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75C62D8C-F0FC-4637-8BBE-F9D8D7C0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EEEE2386-3614-42D9-89DD-5556F566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D24D0B94-ED07-4BE9-981B-F7A257C5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1CC70849-E50C-41C6-B589-EA844541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B1E0EA24-7C7B-4AA3-A3A4-80B89A32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DC3BA468-001A-417E-96CF-98049004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1A4F063E-0DD9-4FDC-9311-5C272326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2F15C80A-5CFD-426A-8C23-3C147564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EDC01064-BF27-43FA-ACF2-328AEA25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6991899F-253E-45D9-8DBD-99871A22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2E081ADA-F9B5-457F-9FD4-F0B9CFC5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B2CD8DAF-1043-4A19-B4C4-F4D644DC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9CC76FC5-0BE7-484B-923A-5FAAAEBA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EBF12548-6AA0-4610-9107-24C89965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05D21ADC-7058-4A6E-A9B9-A04F92E1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D3C8E755-B76A-4586-BF50-E0F74061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5385F85E-1154-4EB0-9DC8-D75DCBBB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5E05F406-2664-4351-888A-6E3BDD54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4D77AEE2-9714-4353-AE8D-4FFEC564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6587EFA8-C988-478B-B36C-CEA94FC6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A39082D7-3207-4B4B-AEFC-26F29F8E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AB7EFC75-89C3-4504-BCEA-7135F879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731FA50E-BB5B-4B8C-8948-AA1F65CC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84CAE261-5438-4B4F-9963-6D935F4D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609850"/>
            <a:ext cx="2628900" cy="2628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E24DC997-AC8C-4208-990D-AB56981F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2771775"/>
            <a:ext cx="2305050" cy="2305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EE8A28C3-F38C-4496-9E9C-274CB2C6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38725" y="2867025"/>
            <a:ext cx="2114550" cy="2114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500F2685-1288-4F10-9B4D-16AFC3AE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607146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90BAF8C1-B7A7-47CC-929B-A967BADE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997671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7E2E9C51-0A54-4CA3-9017-A3316BF8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2479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6D5384C3-290F-47FA-93A2-60931071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2002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0214A138-DDF8-4B3C-AF0C-E4E782C8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5623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A1FA721F-831A-42BD-B54E-D9C0B4F9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5147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127779FB-6608-4F48-ADCA-894CEB7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768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C0DEB7D6-A7DE-4ED4-9A46-050CB152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291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F4149DC4-115A-4206-AFB7-FC4958E1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2479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24EABC56-0D74-40D7-9FE9-D6B7DA1A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2002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A105891E-155F-4688-A633-A655EA6B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35623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B8705CB9-5DDE-4868-B18A-F26C4A28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35147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3CDDA5DD-506E-49EA-BBAF-A91E190E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8768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20EBFC93-6A89-46C7-AEA2-B1B25DB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8291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D9C90EAF-7866-420F-8246-AE63E51E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2574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7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7E94646D-2F22-4CE5-8B1D-2EC1CEDE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3571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8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5679DA19-583F-4F5A-8744-D34E3A4D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8863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B6D5BB2F-A2F6-4425-953B-9B9A7353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2574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0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9D7F00FD-49BC-439C-A579-F2B3F0C8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3571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58AF11E1-BD32-474F-9302-5082C70F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8863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AB0AE709-C773-4B5E-89F7-8C979F49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23526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6811A1C0-056E-4A8E-8407-4FFA1EED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667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FF67C47B-2CC1-4FA7-95A5-B156A8FC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981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F94C8844-C6B9-4B84-8073-D56D96E0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23526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98677766-24C9-428D-A403-39A62E90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667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E71BAFA6-C926-47B7-B6B5-9E6276DB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981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a87c83d0e41fa">
            <a:extLst>
              <a:ext uri="{96DAC541-7B7A-43D3-8B79-37D633B846F1}">
                <asvg:svgBlip xmlns:asvg="http://schemas.microsoft.com/office/drawing/2016/SVG/main" r:embed="Rde4533f59cd741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24479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0710bb5b349b5">
            <a:extLst>
              <a:ext uri="{96DAC541-7B7A-43D3-8B79-37D633B846F1}">
                <asvg:svgBlip xmlns:asvg="http://schemas.microsoft.com/office/drawing/2016/SVG/main" r:embed="R11c1190cda7f47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7623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70d51e5524062">
            <a:extLst>
              <a:ext uri="{96DAC541-7B7A-43D3-8B79-37D633B846F1}">
                <asvg:svgBlip xmlns:asvg="http://schemas.microsoft.com/office/drawing/2016/SVG/main" r:embed="R6e396963f4de4c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0768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ecb805f324dfc">
            <a:extLst>
              <a:ext uri="{96DAC541-7B7A-43D3-8B79-37D633B846F1}">
                <asvg:svgBlip xmlns:asvg="http://schemas.microsoft.com/office/drawing/2016/SVG/main" r:embed="Rbb74f0f7e1d446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24479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e4b757866408d">
            <a:extLst>
              <a:ext uri="{96DAC541-7B7A-43D3-8B79-37D633B846F1}">
                <asvg:svgBlip xmlns:asvg="http://schemas.microsoft.com/office/drawing/2016/SVG/main" r:embed="R1f4617dd067149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7623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2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e3d4facbd4bd2">
            <a:extLst>
              <a:ext uri="{96DAC541-7B7A-43D3-8B79-37D633B846F1}">
                <asvg:svgBlip xmlns:asvg="http://schemas.microsoft.com/office/drawing/2016/SVG/main" r:embed="R58fe4968c9ae42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076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1652D0FE-118F-43C8-92A6-3528DDE7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2986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4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4CDDEDD8-083F-454A-9FC0-A0A125DA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6704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4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283285B4-AB69-44B5-9465-8D8610EA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6130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4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EC0A4A78-B4B0-4201-887E-9FF05E5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9848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4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4201E81B-5612-4C98-8A94-89A1F1B4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9275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4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B391345B-2B49-4081-86C1-E0C80753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993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5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16BE55F2-F28C-4E8A-83D1-DA9480CC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2986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5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C7EAB622-0AE9-4AE0-B0BF-E0313846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6704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52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8EAAAB4B-E446-451B-B37C-09F04E08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6130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53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806A5361-A785-42DE-B3FB-7E29D08E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9848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54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D95D554A-6334-4535-BB51-FB2FEF3B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9275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55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8F884525-82B9-426F-B831-85861F9C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993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</p:spTree>
    <p:extLst>
      <p:ext uri="{BB962C8B-B14F-4D97-AF65-F5344CB8AC3E}">
        <p14:creationId xmlns:p14="http://schemas.microsoft.com/office/powerpoint/2010/main" val="4227610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E0E1C5EA-CBB7-4A56-9392-DB3624CF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D41D5232-1AC5-4C3F-AE8A-9CF5B815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3C697930-2AB8-4CAC-A11B-CCD24680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7D564460-8AE7-4947-A889-C29BCD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8F15AFB8-A5AE-4B60-B4E7-1CB570FE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20F7638C-99C3-40D0-A8EE-A2E45BC5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D175FAD4-B94F-40B5-BBB0-8208BC0A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945C6956-1B10-416D-867D-89251285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5794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99E8FE8F-2363-451C-8FD9-688D33C7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54319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EFD9F37C-39BC-437C-9A5A-666710CE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446938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5F407A19-0164-49C2-91EF-665AECF5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529547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B5E5CEFD-E0C3-45AF-AD5D-40B6F263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509637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4C7B5964-EE9B-4C66-AC4C-023D0C7D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859665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CBDB47E2-01EF-4A78-990C-C1DB26FE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59718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B270C9F6-F702-43D7-8283-807E825D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43221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30266A84-F7AE-433D-8997-8E382783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E6068B49-100A-4F18-99D6-28EFD5EA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5C6D1E1D-077E-406C-B54B-1B3C7B0C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A0E48962-044B-4404-8AE3-9396D08C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A77D8BEC-1EB3-4450-AACB-4DBA8582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274B720C-952E-446F-986C-530854B2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6EB5013B-FB82-44AD-9F3C-217D3B7D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3064821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44E5C5D7-1998-4A7F-A8A2-227FCA97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309163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E54A486F-113A-4A0E-BDAF-5CB322F7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3181350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52F91D4C-7857-4DB5-9016-8317EB68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3329464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7CB7CE11-11B4-4F2B-8528-058A111D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528555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BDE0F072-1D0A-4D65-94A9-5BC80F94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768623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5082D18F-FB9A-40CA-8C47-5FE253B7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037648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AD1BFCFE-8863-4D93-977D-FDBAE55D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15733204-3520-4063-8013-334E6CAE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4738926D-F780-4C00-950A-69DD09DE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46FE884F-15DB-4686-8F81-9B9B5162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871C06FD-4C02-4D69-B168-15CAA1F6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983D3906-9101-4856-874C-C7921CD4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7945B350-02D2-4401-9AC3-5BEC1196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784FF28A-CCB6-4CD0-90F6-84187B65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1ECE6C3A-5953-42AB-8AD8-02FE42BE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8615AEC5-CB59-48B1-B042-80A29378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7556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51F12ED2-74BF-409C-A323-F5057BF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73090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E6BCBDF2-DBED-40FF-8FEA-94ECAF03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664098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467D0272-F663-4E04-99B5-A2AEF160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557237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A5229282-6406-4F5F-AE61-9EC9AEBA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541358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6E56A07D-E8FF-4575-BB96-4384CAF5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5237474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B220FBF9-EE02-4106-B78A-643AC38F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503428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B26D053A-3E05-488B-AE1E-64903652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810173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3AF969FD-B208-44C7-8D61-07F1D050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57196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EF7EEC90-71C4-4CDF-81D3-607B69A5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32688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EC002426-2EE8-4C06-A7AC-595B7335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3A3F33FB-7485-44D3-B612-4CEBFCCE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853C9043-8A48-477C-B81F-7F8176FC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64050085-716C-4430-8107-C2DCBB3E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21B94359-10E7-4A2D-9D08-D9DF812D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C9C8424A-C164-42C5-82C3-6A02E5EE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DA5B5ACE-CBA6-4C5F-9A83-D9682E0F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97E7EF9D-F898-4212-B9E7-AFA1FBB5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8A1F05D6-79FF-4DDF-B946-635161D1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898134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D4197E5F-B109-4CC5-AA8A-28731E25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916822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5F538465-37C1-4273-8F6A-D600297B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97892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972AE3D8-C4F8-4339-8AC1-5FF6ABBF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308257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21251FC6-A412-4176-A53E-BEB96892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3224603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C463C748-87ED-49E8-8846-046D6136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3400711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FBF09AC5-F6B5-458C-8E1A-B5615DDC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605536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891BE17F-93C6-4EAC-970D-193C0655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832850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9969F911-0A02-453D-A8DA-716FC1BA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075757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5D0C783D-306C-415B-B9BF-B0E6660C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D8B112FE-4A5D-4C09-9B59-599A3FEF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EF50D8A4-6ACF-4DFD-B6C5-137B4090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85A71340-62A9-4D57-994A-43DCA07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F5E7219C-FF13-4749-AFDA-E54DC0C5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5564834F-AA28-4A79-906D-863E012B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03DF8F3A-83F2-49DF-BF84-3B971C17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27447904-081D-419E-9837-500062DF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92BF3FC4-7E84-4FE7-9C13-9E4CCF65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56E7F1A9-6AF2-4E6C-A90E-B6BEA08D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7E308F79-2B0C-47ED-AF02-9B394064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9ECC9976-1EC0-4BC9-8E5C-E0D92769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9318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A9056919-DDD4-43CF-8E7E-AFE3551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91366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34CD577B-B973-46AB-84AF-492C9B8E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86357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5DA35F37-37B6-4A53-92D0-04FBB6B5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782599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CEBFBFC4-BE1B-43C2-9745-29D6140A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67236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B0F270C2-BDB0-4674-8A75-C4C53D4F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535130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6C8514F0-7F8E-4E59-9281-252F276F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5373681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65E75A65-0940-4C9A-A894-A6E8CA4B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5191316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EBCB0797-AB16-4FA8-9C76-21F9A793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991738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CC71ADB1-3E0D-431C-B24F-CA67BE28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779035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845A822D-3F8C-4747-AD05-F1936377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557493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AA1B1B15-36EE-47D8-AB69-4B20A873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43316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78E5C433-5825-4B0C-AFD6-7732FD41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751C04D5-4E1D-4EDD-96DF-A0E6C229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D4A8A154-B4DC-453D-BFCF-0D1F0E9F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0740AE5F-FB10-471C-AB0C-5B4439BB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8AD5E662-1B1E-4DE5-A2AA-DACF9285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6746FA84-560D-4F13-981A-6B8C4A7E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FB95071A-054A-4B52-A911-8E91D38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F80F8D23-39B2-4B6E-92F7-A8AAE402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80F96207-9C21-4561-BF3E-E882EB1F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2BD2994E-4D6A-4DEA-A7D0-C820C77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372ACD07-BE66-41F4-A87D-27F9BCD2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731446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1D8688D1-8C3C-444E-B5D9-A0BDAAC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745838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53F66308-26CD-4590-829E-C1EDF5BD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792816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B04299B0-B3E8-42C0-92BE-EA06E336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87139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E4B79E48-48BF-4994-AC14-716B1A10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98001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716F22CA-8B0D-4C0D-8306-1F6EA1F4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311642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E6A3AEDC-967D-4ED7-9EE3-175592C3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3277867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25A90339-6370-411B-8FA7-41603DB3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461061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87439D37-FB63-4FBE-A89B-0698C7A6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662267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CDEB8834-9DDE-46B6-81D7-F879C621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877361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CE0BF273-1904-45A7-B771-04DB1EDC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02017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9BD9FCE5-D769-44F2-B0D5-15CBB32C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3107684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8C405613-5926-4F7D-B8CC-FF25BA4D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00625" y="3250559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896936DC-DCAC-4E78-AC3F-ABC4BB63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5875" y="3345809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EDCBA9EA-70EF-4E5D-9CC3-430E3AD8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028780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046C54D4-467E-4D06-9403-367FC875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4419305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C5A9A851-0008-4ED7-94E9-384F1FD2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66875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1BEE3AF9-D8BA-4D9C-A5DF-927610A3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619250"/>
            <a:ext cx="283845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55CF64B1-F59B-4962-8716-3945224E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F2FFBE32-5C31-4E06-8F16-80613476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B2997ED1-ECF5-4B68-863B-9875EACA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C652B6AE-23E9-4C84-A983-7C29A4D4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56F4A7ED-AAF9-491B-8D55-3D938690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00A402C4-A508-4C10-B7D6-0BCB4BDA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E6139026-3BE5-4C23-A8AE-3C4866BE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956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6658DB1A-4CF0-4B92-9D7A-1A8492C7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8479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4228A007-B5CB-4381-952F-64382E8C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57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0A07A4BA-892C-4C5F-84F2-EDE4E8BC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010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tem-underlay-6">
            <a:extLst xmlns:a="http://schemas.openxmlformats.org/drawingml/2006/main">
              <a:ext uri="{FF2B5EF4-FFF2-40B4-BE49-F238E27FC236}">
                <a16:creationId xmlns:a16="http://schemas.microsoft.com/office/drawing/2014/main" id="{64FA8323-FBFA-4227-9CE2-BB3DEF5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21970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tem-surface-6">
            <a:extLst xmlns:a="http://schemas.openxmlformats.org/drawingml/2006/main">
              <a:ext uri="{FF2B5EF4-FFF2-40B4-BE49-F238E27FC236}">
                <a16:creationId xmlns:a16="http://schemas.microsoft.com/office/drawing/2014/main" id="{5C42CDFD-01B3-4B31-B82C-04EF70CB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17207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8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FE093A66-70EC-4542-A926-9E6C4DBE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05300" y="16764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29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96D8C129-8CB7-43FB-B1A0-C43CF828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0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2F454411-1B8C-4D7B-BD84-4CB57EFE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4C93DC92-ACE5-4D6F-AA55-EED7B182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C864E163-CEED-4FE5-939D-7C24259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05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3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3BB638E7-0C20-453D-BC05-0B3892C7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067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4" name="hub-icon-halo-6">
            <a:extLst xmlns:a="http://schemas.openxmlformats.org/drawingml/2006/main">
              <a:ext uri="{FF2B5EF4-FFF2-40B4-BE49-F238E27FC236}">
                <a16:creationId xmlns:a16="http://schemas.microsoft.com/office/drawing/2014/main" id="{8905BAE5-3681-4273-AE3A-2397835E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2292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5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D4B548A1-45B1-42E6-A208-D1CFC594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00550" y="1771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D5AC8F17-14A8-455C-8DFD-1F632B69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3FD3FAFF-18CC-43DA-8787-4F369470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82548616-D36F-4C9F-AB5C-ADFFECD2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BE12AF26-9C08-4441-8BF3-A9F173F5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00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6EABAFCE-17B5-46D1-AFC3-E3A2EB02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162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hub-icon-core-6">
            <a:extLst xmlns:a="http://schemas.openxmlformats.org/drawingml/2006/main">
              <a:ext uri="{FF2B5EF4-FFF2-40B4-BE49-F238E27FC236}">
                <a16:creationId xmlns:a16="http://schemas.microsoft.com/office/drawing/2014/main" id="{CE8203F6-9DFA-4CDA-86DD-AA5B1DEC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324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a2f4e52f14fec">
            <a:extLst>
              <a:ext uri="{96DAC541-7B7A-43D3-8B79-37D633B846F1}">
                <asvg:svgBlip xmlns:asvg="http://schemas.microsoft.com/office/drawing/2016/SVG/main" r:embed="R9b13458bf99d41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1866900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d0ef0eee24f67">
            <a:extLst>
              <a:ext uri="{96DAC541-7B7A-43D3-8B79-37D633B846F1}">
                <asvg:svgBlip xmlns:asvg="http://schemas.microsoft.com/office/drawing/2016/SVG/main" r:embed="R0f65ddc02c7644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9b36411e94c35">
            <a:extLst>
              <a:ext uri="{96DAC541-7B7A-43D3-8B79-37D633B846F1}">
                <asvg:svgBlip xmlns:asvg="http://schemas.microsoft.com/office/drawing/2016/SVG/main" r:embed="R5c933994e7b241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ab8db4ee44065">
            <a:extLst>
              <a:ext uri="{96DAC541-7B7A-43D3-8B79-37D633B846F1}">
                <asvg:svgBlip xmlns:asvg="http://schemas.microsoft.com/office/drawing/2016/SVG/main" r:embed="R8e6fa4588d0345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4197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19131f2d34fbb">
            <a:extLst>
              <a:ext uri="{96DAC541-7B7A-43D3-8B79-37D633B846F1}">
                <asvg:svgBlip xmlns:asvg="http://schemas.microsoft.com/office/drawing/2016/SVG/main" r:embed="R2f30f352141049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09562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e7385e3e14674">
            <a:extLst>
              <a:ext uri="{96DAC541-7B7A-43D3-8B79-37D633B846F1}">
                <asvg:svgBlip xmlns:asvg="http://schemas.microsoft.com/office/drawing/2016/SVG/main" r:embed="Re31e502f2bbe4f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257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73c6e400f2498d">
            <a:extLst>
              <a:ext uri="{96DAC541-7B7A-43D3-8B79-37D633B846F1}">
                <asvg:svgBlip xmlns:asvg="http://schemas.microsoft.com/office/drawing/2016/SVG/main" r:embed="Rb3b802bf57bf4f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4197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9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37C0D763-3359-4E04-B65C-DBF53526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1717624"/>
            <a:ext cx="24574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50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15029588-D1B7-41C1-BB21-F6C63520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57800" y="2089394"/>
            <a:ext cx="24574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51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AC951A3C-591B-425E-A158-4FDD852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9463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52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15A4B28A-ACDB-486E-B031-3D6E0B2B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181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53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067B05DE-3616-4775-B6A4-F03D99BA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108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54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011F34E5-BE13-4EA4-9328-F429E5A0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480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55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F4C72803-4D0E-4437-8521-A720CB6A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270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56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BDDC5EB6-EFD2-42DA-AF96-6604C986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642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57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A658EEDB-DDFC-48AE-8427-5B4A7115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9463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58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8533543C-BF51-4F91-8059-ACF66936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181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59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A7C14133-DD3A-4EC1-BA92-461AD09A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108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60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B0439AFA-1A65-479C-8350-AFC53F2A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480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  <p:sp>
        <p:nvSpPr>
          <p:cNvPr id="161" name="hub-item-title-6">
            <a:extLst xmlns:a="http://schemas.openxmlformats.org/drawingml/2006/main">
              <a:ext uri="{FF2B5EF4-FFF2-40B4-BE49-F238E27FC236}">
                <a16:creationId xmlns:a16="http://schemas.microsoft.com/office/drawing/2014/main" id="{8A11FBF8-1D55-4034-91A5-E523798A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27044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创新驱动</a:t>
            </a:r>
          </a:p>
        </p:txBody>
      </p:sp>
      <p:sp>
        <p:nvSpPr>
          <p:cNvPr id="162" name="hub-item-body-6">
            <a:extLst xmlns:a="http://schemas.openxmlformats.org/drawingml/2006/main">
              <a:ext uri="{FF2B5EF4-FFF2-40B4-BE49-F238E27FC236}">
                <a16:creationId xmlns:a16="http://schemas.microsoft.com/office/drawing/2014/main" id="{343D1CC5-9C9B-4405-8DBA-6872B9A9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64221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持续探索新的解决路径</a:t>
            </a:r>
          </a:p>
        </p:txBody>
      </p:sp>
    </p:spTree>
    <p:extLst>
      <p:ext uri="{BB962C8B-B14F-4D97-AF65-F5344CB8AC3E}">
        <p14:creationId xmlns:p14="http://schemas.microsoft.com/office/powerpoint/2010/main" val="4913229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hub-orbit-dot-0-0">
            <a:extLst xmlns:a="http://schemas.openxmlformats.org/drawingml/2006/main">
              <a:ext uri="{FF2B5EF4-FFF2-40B4-BE49-F238E27FC236}">
                <a16:creationId xmlns:a16="http://schemas.microsoft.com/office/drawing/2014/main" id="{85E6E8B3-7F49-49ED-BE04-EC4A0F59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94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hub-orbit-dot-0-1">
            <a:extLst xmlns:a="http://schemas.openxmlformats.org/drawingml/2006/main">
              <a:ext uri="{FF2B5EF4-FFF2-40B4-BE49-F238E27FC236}">
                <a16:creationId xmlns:a16="http://schemas.microsoft.com/office/drawing/2014/main" id="{BD86F079-5EE3-45FA-9729-DA04D036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hub-orbit-dot-0-2">
            <a:extLst xmlns:a="http://schemas.openxmlformats.org/drawingml/2006/main">
              <a:ext uri="{FF2B5EF4-FFF2-40B4-BE49-F238E27FC236}">
                <a16:creationId xmlns:a16="http://schemas.microsoft.com/office/drawing/2014/main" id="{C04BC78F-D9AC-4704-BB79-AA45D31F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hub-orbit-dot-0-3">
            <a:extLst xmlns:a="http://schemas.openxmlformats.org/drawingml/2006/main">
              <a:ext uri="{FF2B5EF4-FFF2-40B4-BE49-F238E27FC236}">
                <a16:creationId xmlns:a16="http://schemas.microsoft.com/office/drawing/2014/main" id="{899BED02-97A9-479E-BE23-AED1EC4F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hub-orbit-dot-0-4">
            <a:extLst xmlns:a="http://schemas.openxmlformats.org/drawingml/2006/main">
              <a:ext uri="{FF2B5EF4-FFF2-40B4-BE49-F238E27FC236}">
                <a16:creationId xmlns:a16="http://schemas.microsoft.com/office/drawing/2014/main" id="{0D055AEE-2182-46AB-965F-D87AB8D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ub-orbit-dot-0-5">
            <a:extLst xmlns:a="http://schemas.openxmlformats.org/drawingml/2006/main">
              <a:ext uri="{FF2B5EF4-FFF2-40B4-BE49-F238E27FC236}">
                <a16:creationId xmlns:a16="http://schemas.microsoft.com/office/drawing/2014/main" id="{52BD83AC-20AC-4675-817A-5B09508B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ub-orbit-dot-0-6">
            <a:extLst xmlns:a="http://schemas.openxmlformats.org/drawingml/2006/main">
              <a:ext uri="{FF2B5EF4-FFF2-40B4-BE49-F238E27FC236}">
                <a16:creationId xmlns:a16="http://schemas.microsoft.com/office/drawing/2014/main" id="{6364B912-F743-4B9F-A787-037F5371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ub-orbit-dot-0-7">
            <a:extLst xmlns:a="http://schemas.openxmlformats.org/drawingml/2006/main">
              <a:ext uri="{FF2B5EF4-FFF2-40B4-BE49-F238E27FC236}">
                <a16:creationId xmlns:a16="http://schemas.microsoft.com/office/drawing/2014/main" id="{3DDF03CB-BD7B-4628-8AC5-86E2C0FA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51577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hub-orbit-dot-0-8">
            <a:extLst xmlns:a="http://schemas.openxmlformats.org/drawingml/2006/main">
              <a:ext uri="{FF2B5EF4-FFF2-40B4-BE49-F238E27FC236}">
                <a16:creationId xmlns:a16="http://schemas.microsoft.com/office/drawing/2014/main" id="{DC167EE4-F660-48FE-946D-8A0C3ED8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512156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ub-orbit-dot-0-9">
            <a:extLst xmlns:a="http://schemas.openxmlformats.org/drawingml/2006/main">
              <a:ext uri="{FF2B5EF4-FFF2-40B4-BE49-F238E27FC236}">
                <a16:creationId xmlns:a16="http://schemas.microsoft.com/office/drawing/2014/main" id="{8086B263-EA14-4C95-B7BB-828D4DEA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5025304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hub-orbit-dot-0-10">
            <a:extLst xmlns:a="http://schemas.openxmlformats.org/drawingml/2006/main">
              <a:ext uri="{FF2B5EF4-FFF2-40B4-BE49-F238E27FC236}">
                <a16:creationId xmlns:a16="http://schemas.microsoft.com/office/drawing/2014/main" id="{600DB46D-35AC-4D48-BE29-FAD89982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4873838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ub-orbit-dot-0-11">
            <a:extLst xmlns:a="http://schemas.openxmlformats.org/drawingml/2006/main">
              <a:ext uri="{FF2B5EF4-FFF2-40B4-BE49-F238E27FC236}">
                <a16:creationId xmlns:a16="http://schemas.microsoft.com/office/drawing/2014/main" id="{B44DB518-4131-4D1C-86AB-3602E1BE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4674746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hub-orbit-dot-0-12">
            <a:extLst xmlns:a="http://schemas.openxmlformats.org/drawingml/2006/main">
              <a:ext uri="{FF2B5EF4-FFF2-40B4-BE49-F238E27FC236}">
                <a16:creationId xmlns:a16="http://schemas.microsoft.com/office/drawing/2014/main" id="{9946F29F-13C2-453E-88DF-DEF8CFB2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4438031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ub-orbit-dot-0-13">
            <a:extLst xmlns:a="http://schemas.openxmlformats.org/drawingml/2006/main">
              <a:ext uri="{FF2B5EF4-FFF2-40B4-BE49-F238E27FC236}">
                <a16:creationId xmlns:a16="http://schemas.microsoft.com/office/drawing/2014/main" id="{491CB5A6-DEC3-4743-B8AF-1729405E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417556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hub-orbit-dot-0-14">
            <a:extLst xmlns:a="http://schemas.openxmlformats.org/drawingml/2006/main">
              <a:ext uri="{FF2B5EF4-FFF2-40B4-BE49-F238E27FC236}">
                <a16:creationId xmlns:a16="http://schemas.microsoft.com/office/drawing/2014/main" id="{84F5666E-48AF-415B-9F1A-F040D54D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4888" y="3900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b-orbit-dot-0-15">
            <a:extLst xmlns:a="http://schemas.openxmlformats.org/drawingml/2006/main">
              <a:ext uri="{FF2B5EF4-FFF2-40B4-BE49-F238E27FC236}">
                <a16:creationId xmlns:a16="http://schemas.microsoft.com/office/drawing/2014/main" id="{E84348FD-FCDB-42A2-8C3B-15A1D775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710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hub-orbit-dot-0-16">
            <a:extLst xmlns:a="http://schemas.openxmlformats.org/drawingml/2006/main">
              <a:ext uri="{FF2B5EF4-FFF2-40B4-BE49-F238E27FC236}">
                <a16:creationId xmlns:a16="http://schemas.microsoft.com/office/drawing/2014/main" id="{A4B14232-BF1B-40CA-9D46-E324B191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1426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hub-orbit-dot-0-17">
            <a:extLst xmlns:a="http://schemas.openxmlformats.org/drawingml/2006/main">
              <a:ext uri="{FF2B5EF4-FFF2-40B4-BE49-F238E27FC236}">
                <a16:creationId xmlns:a16="http://schemas.microsoft.com/office/drawing/2014/main" id="{790D73B6-AB5C-4386-B0C6-4FB4C8DF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79530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hub-orbit-dot-0-18">
            <a:extLst xmlns:a="http://schemas.openxmlformats.org/drawingml/2006/main">
              <a:ext uri="{FF2B5EF4-FFF2-40B4-BE49-F238E27FC236}">
                <a16:creationId xmlns:a16="http://schemas.microsoft.com/office/drawing/2014/main" id="{95E41408-8403-4F4D-BD8D-AF671404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78631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hub-orbit-dot-0-19">
            <a:extLst xmlns:a="http://schemas.openxmlformats.org/drawingml/2006/main">
              <a:ext uri="{FF2B5EF4-FFF2-40B4-BE49-F238E27FC236}">
                <a16:creationId xmlns:a16="http://schemas.microsoft.com/office/drawing/2014/main" id="{66E7D5C0-96F0-42C7-9A2C-C069EE64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18699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ub-orbit-dot-0-20">
            <a:extLst xmlns:a="http://schemas.openxmlformats.org/drawingml/2006/main">
              <a:ext uri="{FF2B5EF4-FFF2-40B4-BE49-F238E27FC236}">
                <a16:creationId xmlns:a16="http://schemas.microsoft.com/office/drawing/2014/main" id="{1CB7698A-A95F-410B-932B-085B5811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7714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hub-orbit-dot-0-21">
            <a:extLst xmlns:a="http://schemas.openxmlformats.org/drawingml/2006/main">
              <a:ext uri="{FF2B5EF4-FFF2-40B4-BE49-F238E27FC236}">
                <a16:creationId xmlns:a16="http://schemas.microsoft.com/office/drawing/2014/main" id="{F1BFC60A-0FBA-42AA-82D3-1944215D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2188" y="26431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hub-orbit-dot-0-22">
            <a:extLst xmlns:a="http://schemas.openxmlformats.org/drawingml/2006/main">
              <a:ext uri="{FF2B5EF4-FFF2-40B4-BE49-F238E27FC236}">
                <a16:creationId xmlns:a16="http://schemas.microsoft.com/office/drawing/2014/main" id="{A64888F3-86A8-4697-BF75-D2D26BC0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47260" y="2670010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hub-orbit-dot-0-23">
            <a:extLst xmlns:a="http://schemas.openxmlformats.org/drawingml/2006/main">
              <a:ext uri="{FF2B5EF4-FFF2-40B4-BE49-F238E27FC236}">
                <a16:creationId xmlns:a16="http://schemas.microsoft.com/office/drawing/2014/main" id="{D563B5BA-7AE7-43DC-B8D4-D598B39C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09731" y="2759726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hub-orbit-dot-0-24">
            <a:extLst xmlns:a="http://schemas.openxmlformats.org/drawingml/2006/main">
              <a:ext uri="{FF2B5EF4-FFF2-40B4-BE49-F238E27FC236}">
                <a16:creationId xmlns:a16="http://schemas.microsoft.com/office/drawing/2014/main" id="{4EB8FF58-C0C3-4FBA-9251-61B1C50C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446" y="2907830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hub-orbit-dot-0-25">
            <a:extLst xmlns:a="http://schemas.openxmlformats.org/drawingml/2006/main">
              <a:ext uri="{FF2B5EF4-FFF2-40B4-BE49-F238E27FC236}">
                <a16:creationId xmlns:a16="http://schemas.microsoft.com/office/drawing/2014/main" id="{32929683-53A2-41DF-8AC2-D18E7F30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5538" y="3106931"/>
            <a:ext cx="66932" cy="669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hub-orbit-dot-0-26">
            <a:extLst xmlns:a="http://schemas.openxmlformats.org/drawingml/2006/main">
              <a:ext uri="{FF2B5EF4-FFF2-40B4-BE49-F238E27FC236}">
                <a16:creationId xmlns:a16="http://schemas.microsoft.com/office/drawing/2014/main" id="{EAD64324-9C91-4B2A-BEC3-935552AB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97004" y="3346999"/>
            <a:ext cx="63570" cy="6357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hub-orbit-dot-0-27">
            <a:extLst xmlns:a="http://schemas.openxmlformats.org/drawingml/2006/main">
              <a:ext uri="{FF2B5EF4-FFF2-40B4-BE49-F238E27FC236}">
                <a16:creationId xmlns:a16="http://schemas.microsoft.com/office/drawing/2014/main" id="{7C113CF2-3D09-4565-8DAB-DCA8AD8B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3264" y="3616014"/>
            <a:ext cx="57026" cy="57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3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hub-orbit-dot-1-0">
            <a:extLst xmlns:a="http://schemas.openxmlformats.org/drawingml/2006/main">
              <a:ext uri="{FF2B5EF4-FFF2-40B4-BE49-F238E27FC236}">
                <a16:creationId xmlns:a16="http://schemas.microsoft.com/office/drawing/2014/main" id="{8FF4FCD8-F88F-488B-8CB2-888D8789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57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hub-orbit-dot-1-1">
            <a:extLst xmlns:a="http://schemas.openxmlformats.org/drawingml/2006/main">
              <a:ext uri="{FF2B5EF4-FFF2-40B4-BE49-F238E27FC236}">
                <a16:creationId xmlns:a16="http://schemas.microsoft.com/office/drawing/2014/main" id="{66C2B8F6-D30E-46BF-94A4-340681A4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hub-orbit-dot-1-2">
            <a:extLst xmlns:a="http://schemas.openxmlformats.org/drawingml/2006/main">
              <a:ext uri="{FF2B5EF4-FFF2-40B4-BE49-F238E27FC236}">
                <a16:creationId xmlns:a16="http://schemas.microsoft.com/office/drawing/2014/main" id="{A4FA9AF2-4F43-4F61-BDAD-E956608D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hub-orbit-dot-1-3">
            <a:extLst xmlns:a="http://schemas.openxmlformats.org/drawingml/2006/main">
              <a:ext uri="{FF2B5EF4-FFF2-40B4-BE49-F238E27FC236}">
                <a16:creationId xmlns:a16="http://schemas.microsoft.com/office/drawing/2014/main" id="{A86F20B1-0F6D-4C3A-8B8A-208AFA95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hub-orbit-dot-1-4">
            <a:extLst xmlns:a="http://schemas.openxmlformats.org/drawingml/2006/main">
              <a:ext uri="{FF2B5EF4-FFF2-40B4-BE49-F238E27FC236}">
                <a16:creationId xmlns:a16="http://schemas.microsoft.com/office/drawing/2014/main" id="{377DC8DE-5DC3-43CC-AE59-0C5589C6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ub-orbit-dot-1-5">
            <a:extLst xmlns:a="http://schemas.openxmlformats.org/drawingml/2006/main">
              <a:ext uri="{FF2B5EF4-FFF2-40B4-BE49-F238E27FC236}">
                <a16:creationId xmlns:a16="http://schemas.microsoft.com/office/drawing/2014/main" id="{927C18D7-13E4-4D73-BBDC-9B2A52AE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ub-orbit-dot-1-6">
            <a:extLst xmlns:a="http://schemas.openxmlformats.org/drawingml/2006/main">
              <a:ext uri="{FF2B5EF4-FFF2-40B4-BE49-F238E27FC236}">
                <a16:creationId xmlns:a16="http://schemas.microsoft.com/office/drawing/2014/main" id="{7CA2279E-4537-4819-806A-D6C30592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ub-orbit-dot-1-7">
            <a:extLst xmlns:a="http://schemas.openxmlformats.org/drawingml/2006/main">
              <a:ext uri="{FF2B5EF4-FFF2-40B4-BE49-F238E27FC236}">
                <a16:creationId xmlns:a16="http://schemas.microsoft.com/office/drawing/2014/main" id="{B73F2E40-57E1-488B-95ED-C654D1FC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ub-orbit-dot-1-8">
            <a:extLst xmlns:a="http://schemas.openxmlformats.org/drawingml/2006/main">
              <a:ext uri="{FF2B5EF4-FFF2-40B4-BE49-F238E27FC236}">
                <a16:creationId xmlns:a16="http://schemas.microsoft.com/office/drawing/2014/main" id="{BDA8DC35-23A3-4615-8CC7-B66CB67D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ub-orbit-dot-1-9">
            <a:extLst xmlns:a="http://schemas.openxmlformats.org/drawingml/2006/main">
              <a:ext uri="{FF2B5EF4-FFF2-40B4-BE49-F238E27FC236}">
                <a16:creationId xmlns:a16="http://schemas.microsoft.com/office/drawing/2014/main" id="{402BF7C9-1661-4BBB-B862-ECA4F9F8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53340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ub-orbit-dot-1-10">
            <a:extLst xmlns:a="http://schemas.openxmlformats.org/drawingml/2006/main">
              <a:ext uri="{FF2B5EF4-FFF2-40B4-BE49-F238E27FC236}">
                <a16:creationId xmlns:a16="http://schemas.microsoft.com/office/drawing/2014/main" id="{811FA46D-D31C-4118-A28D-A8D61CA5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530927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ub-orbit-dot-1-11">
            <a:extLst xmlns:a="http://schemas.openxmlformats.org/drawingml/2006/main">
              <a:ext uri="{FF2B5EF4-FFF2-40B4-BE49-F238E27FC236}">
                <a16:creationId xmlns:a16="http://schemas.microsoft.com/office/drawing/2014/main" id="{2BE45A23-E3FE-4E8A-9BE1-B1B666DF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5242465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ub-orbit-dot-1-12">
            <a:extLst xmlns:a="http://schemas.openxmlformats.org/drawingml/2006/main">
              <a:ext uri="{FF2B5EF4-FFF2-40B4-BE49-F238E27FC236}">
                <a16:creationId xmlns:a16="http://schemas.microsoft.com/office/drawing/2014/main" id="{6939B1F8-D5BF-40C6-A7E3-7E49FD3C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513561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ub-orbit-dot-1-13">
            <a:extLst xmlns:a="http://schemas.openxmlformats.org/drawingml/2006/main">
              <a:ext uri="{FF2B5EF4-FFF2-40B4-BE49-F238E27FC236}">
                <a16:creationId xmlns:a16="http://schemas.microsoft.com/office/drawing/2014/main" id="{CAF85DD5-603A-4CC8-8D5D-BC5CCE6C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4991948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ub-orbit-dot-1-14">
            <a:extLst xmlns:a="http://schemas.openxmlformats.org/drawingml/2006/main">
              <a:ext uri="{FF2B5EF4-FFF2-40B4-BE49-F238E27FC236}">
                <a16:creationId xmlns:a16="http://schemas.microsoft.com/office/drawing/2014/main" id="{14082D3F-D68C-4F74-BFE8-878ABAB0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4815840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ub-orbit-dot-1-15">
            <a:extLst xmlns:a="http://schemas.openxmlformats.org/drawingml/2006/main">
              <a:ext uri="{FF2B5EF4-FFF2-40B4-BE49-F238E27FC236}">
                <a16:creationId xmlns:a16="http://schemas.microsoft.com/office/drawing/2014/main" id="{CF5C38B5-5B29-4E4C-81B2-0B91FD7D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461265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ub-orbit-dot-1-16">
            <a:extLst xmlns:a="http://schemas.openxmlformats.org/drawingml/2006/main">
              <a:ext uri="{FF2B5EF4-FFF2-40B4-BE49-F238E27FC236}">
                <a16:creationId xmlns:a16="http://schemas.microsoft.com/office/drawing/2014/main" id="{6C9E6EDB-E38A-4EE2-B664-DD0D710A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4388549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ub-orbit-dot-1-17">
            <a:extLst xmlns:a="http://schemas.openxmlformats.org/drawingml/2006/main">
              <a:ext uri="{FF2B5EF4-FFF2-40B4-BE49-F238E27FC236}">
                <a16:creationId xmlns:a16="http://schemas.microsoft.com/office/drawing/2014/main" id="{ACD8DD73-CCEA-47CE-BD9F-47FE85F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415032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ub-orbit-dot-1-18">
            <a:extLst xmlns:a="http://schemas.openxmlformats.org/drawingml/2006/main">
              <a:ext uri="{FF2B5EF4-FFF2-40B4-BE49-F238E27FC236}">
                <a16:creationId xmlns:a16="http://schemas.microsoft.com/office/drawing/2014/main" id="{EB8123EE-073E-400E-B5E9-2964DE5D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390525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ub-orbit-dot-1-19">
            <a:extLst xmlns:a="http://schemas.openxmlformats.org/drawingml/2006/main">
              <a:ext uri="{FF2B5EF4-FFF2-40B4-BE49-F238E27FC236}">
                <a16:creationId xmlns:a16="http://schemas.microsoft.com/office/drawing/2014/main" id="{E06F7BC5-B0D8-4E12-8D25-072CE570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6888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ub-orbit-dot-1-20">
            <a:extLst xmlns:a="http://schemas.openxmlformats.org/drawingml/2006/main">
              <a:ext uri="{FF2B5EF4-FFF2-40B4-BE49-F238E27FC236}">
                <a16:creationId xmlns:a16="http://schemas.microsoft.com/office/drawing/2014/main" id="{A6855354-3199-4B7F-94BE-30411587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9001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ub-orbit-dot-1-21">
            <a:extLst xmlns:a="http://schemas.openxmlformats.org/drawingml/2006/main">
              <a:ext uri="{FF2B5EF4-FFF2-40B4-BE49-F238E27FC236}">
                <a16:creationId xmlns:a16="http://schemas.microsoft.com/office/drawing/2014/main" id="{67E15AEB-2C54-4FB0-8511-801F1EE0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32642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ub-orbit-dot-1-22">
            <a:extLst xmlns:a="http://schemas.openxmlformats.org/drawingml/2006/main">
              <a:ext uri="{FF2B5EF4-FFF2-40B4-BE49-F238E27FC236}">
                <a16:creationId xmlns:a16="http://schemas.microsoft.com/office/drawing/2014/main" id="{FDD57F7F-6447-40AB-9CC0-C1F060C3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4679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ub-orbit-dot-1-23">
            <a:extLst xmlns:a="http://schemas.openxmlformats.org/drawingml/2006/main">
              <a:ext uri="{FF2B5EF4-FFF2-40B4-BE49-F238E27FC236}">
                <a16:creationId xmlns:a16="http://schemas.microsoft.com/office/drawing/2014/main" id="{3E1810D1-7A90-406C-9259-AAE61ED1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0777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ub-orbit-dot-1-24">
            <a:extLst xmlns:a="http://schemas.openxmlformats.org/drawingml/2006/main">
              <a:ext uri="{FF2B5EF4-FFF2-40B4-BE49-F238E27FC236}">
                <a16:creationId xmlns:a16="http://schemas.microsoft.com/office/drawing/2014/main" id="{413B21BF-4B71-4E6C-90B0-0237E50C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5560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ub-orbit-dot-1-25">
            <a:extLst xmlns:a="http://schemas.openxmlformats.org/drawingml/2006/main">
              <a:ext uri="{FF2B5EF4-FFF2-40B4-BE49-F238E27FC236}">
                <a16:creationId xmlns:a16="http://schemas.microsoft.com/office/drawing/2014/main" id="{B555F96F-81FA-4B3F-B7A3-C1AF0A13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2926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ub-orbit-dot-1-26">
            <a:extLst xmlns:a="http://schemas.openxmlformats.org/drawingml/2006/main">
              <a:ext uri="{FF2B5EF4-FFF2-40B4-BE49-F238E27FC236}">
                <a16:creationId xmlns:a16="http://schemas.microsoft.com/office/drawing/2014/main" id="{8867AAE3-87F3-4FF1-B88A-9A33D358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5833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ub-orbit-dot-1-27">
            <a:extLst xmlns:a="http://schemas.openxmlformats.org/drawingml/2006/main">
              <a:ext uri="{FF2B5EF4-FFF2-40B4-BE49-F238E27FC236}">
                <a16:creationId xmlns:a16="http://schemas.microsoft.com/office/drawing/2014/main" id="{31A5916D-6018-4B48-B976-C09393E5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476500"/>
            <a:ext cx="38100" cy="3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ub-orbit-dot-1-28">
            <a:extLst xmlns:a="http://schemas.openxmlformats.org/drawingml/2006/main">
              <a:ext uri="{FF2B5EF4-FFF2-40B4-BE49-F238E27FC236}">
                <a16:creationId xmlns:a16="http://schemas.microsoft.com/office/drawing/2014/main" id="{E0886457-1EDB-411E-84BF-EC6A3D3F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2028" y="2495188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ub-orbit-dot-1-29">
            <a:extLst xmlns:a="http://schemas.openxmlformats.org/drawingml/2006/main">
              <a:ext uri="{FF2B5EF4-FFF2-40B4-BE49-F238E27FC236}">
                <a16:creationId xmlns:a16="http://schemas.microsoft.com/office/drawing/2014/main" id="{956DB186-1E99-45D9-9D0B-A2B08042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0249" y="2557301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ub-orbit-dot-1-30">
            <a:extLst xmlns:a="http://schemas.openxmlformats.org/drawingml/2006/main">
              <a:ext uri="{FF2B5EF4-FFF2-40B4-BE49-F238E27FC236}">
                <a16:creationId xmlns:a16="http://schemas.microsoft.com/office/drawing/2014/main" id="{69F3DFE9-10E1-48AE-812D-3C4E277C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84353" y="2660942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ub-orbit-dot-1-31">
            <a:extLst xmlns:a="http://schemas.openxmlformats.org/drawingml/2006/main">
              <a:ext uri="{FF2B5EF4-FFF2-40B4-BE49-F238E27FC236}">
                <a16:creationId xmlns:a16="http://schemas.microsoft.com/office/drawing/2014/main" id="{D408A128-6AC4-4629-9766-3055F79B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87540" y="2802979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ub-orbit-dot-1-32">
            <a:extLst xmlns:a="http://schemas.openxmlformats.org/drawingml/2006/main">
              <a:ext uri="{FF2B5EF4-FFF2-40B4-BE49-F238E27FC236}">
                <a16:creationId xmlns:a16="http://schemas.microsoft.com/office/drawing/2014/main" id="{9F2D5092-A316-4A0B-901E-506E29C2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63648" y="2979077"/>
            <a:ext cx="53673" cy="5367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ub-orbit-dot-1-33">
            <a:extLst xmlns:a="http://schemas.openxmlformats.org/drawingml/2006/main">
              <a:ext uri="{FF2B5EF4-FFF2-40B4-BE49-F238E27FC236}">
                <a16:creationId xmlns:a16="http://schemas.microsoft.com/office/drawing/2014/main" id="{A0DFA534-5D4D-472D-BC45-FD031349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313" y="3183903"/>
            <a:ext cx="52045" cy="520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ub-orbit-dot-1-34">
            <a:extLst xmlns:a="http://schemas.openxmlformats.org/drawingml/2006/main">
              <a:ext uri="{FF2B5EF4-FFF2-40B4-BE49-F238E27FC236}">
                <a16:creationId xmlns:a16="http://schemas.microsoft.com/office/drawing/2014/main" id="{80A194B2-26A1-46C5-B1D9-83652D49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4174" y="3411226"/>
            <a:ext cx="48835" cy="4883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ub-orbit-dot-1-35">
            <a:extLst xmlns:a="http://schemas.openxmlformats.org/drawingml/2006/main">
              <a:ext uri="{FF2B5EF4-FFF2-40B4-BE49-F238E27FC236}">
                <a16:creationId xmlns:a16="http://schemas.microsoft.com/office/drawing/2014/main" id="{5717E4BD-10F7-4A60-B9E8-198C924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80973" y="3654133"/>
            <a:ext cx="44139" cy="441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2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ub-orbit-dot-2-0">
            <a:extLst xmlns:a="http://schemas.openxmlformats.org/drawingml/2006/main">
              <a:ext uri="{FF2B5EF4-FFF2-40B4-BE49-F238E27FC236}">
                <a16:creationId xmlns:a16="http://schemas.microsoft.com/office/drawing/2014/main" id="{669BE5B0-F8F2-4A25-85E5-13DC42FD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19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hub-orbit-dot-2-1">
            <a:extLst xmlns:a="http://schemas.openxmlformats.org/drawingml/2006/main">
              <a:ext uri="{FF2B5EF4-FFF2-40B4-BE49-F238E27FC236}">
                <a16:creationId xmlns:a16="http://schemas.microsoft.com/office/drawing/2014/main" id="{B11CD266-3A11-40F2-8471-F52D67F2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hub-orbit-dot-2-2">
            <a:extLst xmlns:a="http://schemas.openxmlformats.org/drawingml/2006/main">
              <a:ext uri="{FF2B5EF4-FFF2-40B4-BE49-F238E27FC236}">
                <a16:creationId xmlns:a16="http://schemas.microsoft.com/office/drawing/2014/main" id="{678C5BBF-8A3F-47CE-95BA-50B994BA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hub-orbit-dot-2-3">
            <a:extLst xmlns:a="http://schemas.openxmlformats.org/drawingml/2006/main">
              <a:ext uri="{FF2B5EF4-FFF2-40B4-BE49-F238E27FC236}">
                <a16:creationId xmlns:a16="http://schemas.microsoft.com/office/drawing/2014/main" id="{C88C2E83-45BA-4C7C-B822-FC75F190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hub-orbit-dot-2-4">
            <a:extLst xmlns:a="http://schemas.openxmlformats.org/drawingml/2006/main">
              <a:ext uri="{FF2B5EF4-FFF2-40B4-BE49-F238E27FC236}">
                <a16:creationId xmlns:a16="http://schemas.microsoft.com/office/drawing/2014/main" id="{6A297443-31CD-475A-8278-25C5934E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hub-orbit-dot-2-5">
            <a:extLst xmlns:a="http://schemas.openxmlformats.org/drawingml/2006/main">
              <a:ext uri="{FF2B5EF4-FFF2-40B4-BE49-F238E27FC236}">
                <a16:creationId xmlns:a16="http://schemas.microsoft.com/office/drawing/2014/main" id="{5CE5771D-9B3D-4128-B5EC-951FF3E2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hub-orbit-dot-2-6">
            <a:extLst xmlns:a="http://schemas.openxmlformats.org/drawingml/2006/main">
              <a:ext uri="{FF2B5EF4-FFF2-40B4-BE49-F238E27FC236}">
                <a16:creationId xmlns:a16="http://schemas.microsoft.com/office/drawing/2014/main" id="{084FC12A-93C9-4801-882E-42073153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hub-orbit-dot-2-7">
            <a:extLst xmlns:a="http://schemas.openxmlformats.org/drawingml/2006/main">
              <a:ext uri="{FF2B5EF4-FFF2-40B4-BE49-F238E27FC236}">
                <a16:creationId xmlns:a16="http://schemas.microsoft.com/office/drawing/2014/main" id="{6F628FC1-568F-4D2C-8665-53E68B2A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ub-orbit-dot-2-8">
            <a:extLst xmlns:a="http://schemas.openxmlformats.org/drawingml/2006/main">
              <a:ext uri="{FF2B5EF4-FFF2-40B4-BE49-F238E27FC236}">
                <a16:creationId xmlns:a16="http://schemas.microsoft.com/office/drawing/2014/main" id="{9E22201F-8FAF-446B-850B-4C15CBF8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hub-orbit-dot-2-9">
            <a:extLst xmlns:a="http://schemas.openxmlformats.org/drawingml/2006/main">
              <a:ext uri="{FF2B5EF4-FFF2-40B4-BE49-F238E27FC236}">
                <a16:creationId xmlns:a16="http://schemas.microsoft.com/office/drawing/2014/main" id="{FA3E981B-6093-44CD-8131-583444A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hub-orbit-dot-2-10">
            <a:extLst xmlns:a="http://schemas.openxmlformats.org/drawingml/2006/main">
              <a:ext uri="{FF2B5EF4-FFF2-40B4-BE49-F238E27FC236}">
                <a16:creationId xmlns:a16="http://schemas.microsoft.com/office/drawing/2014/main" id="{4FFAD4BB-9521-477C-A145-D862B10E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hub-orbit-dot-2-11">
            <a:extLst xmlns:a="http://schemas.openxmlformats.org/drawingml/2006/main">
              <a:ext uri="{FF2B5EF4-FFF2-40B4-BE49-F238E27FC236}">
                <a16:creationId xmlns:a16="http://schemas.microsoft.com/office/drawing/2014/main" id="{66EA114E-EC8F-4C9B-B592-DF89DB66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55102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hub-orbit-dot-2-12">
            <a:extLst xmlns:a="http://schemas.openxmlformats.org/drawingml/2006/main">
              <a:ext uri="{FF2B5EF4-FFF2-40B4-BE49-F238E27FC236}">
                <a16:creationId xmlns:a16="http://schemas.microsoft.com/office/drawing/2014/main" id="{218F2E22-96A3-480D-A554-41C72D8E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5492039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hub-orbit-dot-2-13">
            <a:extLst xmlns:a="http://schemas.openxmlformats.org/drawingml/2006/main">
              <a:ext uri="{FF2B5EF4-FFF2-40B4-BE49-F238E27FC236}">
                <a16:creationId xmlns:a16="http://schemas.microsoft.com/office/drawing/2014/main" id="{F5809EB9-3E8C-4013-A051-D29F99C2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544194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hub-orbit-dot-2-14">
            <a:extLst xmlns:a="http://schemas.openxmlformats.org/drawingml/2006/main">
              <a:ext uri="{FF2B5EF4-FFF2-40B4-BE49-F238E27FC236}">
                <a16:creationId xmlns:a16="http://schemas.microsoft.com/office/drawing/2014/main" id="{A773C235-CD62-475B-A4BA-3922DCC7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536096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hub-orbit-dot-2-15">
            <a:extLst xmlns:a="http://schemas.openxmlformats.org/drawingml/2006/main">
              <a:ext uri="{FF2B5EF4-FFF2-40B4-BE49-F238E27FC236}">
                <a16:creationId xmlns:a16="http://schemas.microsoft.com/office/drawing/2014/main" id="{81E66630-324A-4404-ABBC-04867B54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525073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hub-orbit-dot-2-16">
            <a:extLst xmlns:a="http://schemas.openxmlformats.org/drawingml/2006/main">
              <a:ext uri="{FF2B5EF4-FFF2-40B4-BE49-F238E27FC236}">
                <a16:creationId xmlns:a16="http://schemas.microsoft.com/office/drawing/2014/main" id="{58346F3A-6E28-4E78-BD57-76F62359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5113496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hub-orbit-dot-2-17">
            <a:extLst xmlns:a="http://schemas.openxmlformats.org/drawingml/2006/main">
              <a:ext uri="{FF2B5EF4-FFF2-40B4-BE49-F238E27FC236}">
                <a16:creationId xmlns:a16="http://schemas.microsoft.com/office/drawing/2014/main" id="{69F12DCD-49B4-4312-9D4C-81E0AFD2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4952048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hub-orbit-dot-2-18">
            <a:extLst xmlns:a="http://schemas.openxmlformats.org/drawingml/2006/main">
              <a:ext uri="{FF2B5EF4-FFF2-40B4-BE49-F238E27FC236}">
                <a16:creationId xmlns:a16="http://schemas.microsoft.com/office/drawing/2014/main" id="{37D3FD95-83D9-42AB-A364-11E354FE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4769682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hub-orbit-dot-2-19">
            <a:extLst xmlns:a="http://schemas.openxmlformats.org/drawingml/2006/main">
              <a:ext uri="{FF2B5EF4-FFF2-40B4-BE49-F238E27FC236}">
                <a16:creationId xmlns:a16="http://schemas.microsoft.com/office/drawing/2014/main" id="{5BCB78D9-9791-4F6A-9D76-069B0931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4570105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hub-orbit-dot-2-20">
            <a:extLst xmlns:a="http://schemas.openxmlformats.org/drawingml/2006/main">
              <a:ext uri="{FF2B5EF4-FFF2-40B4-BE49-F238E27FC236}">
                <a16:creationId xmlns:a16="http://schemas.microsoft.com/office/drawing/2014/main" id="{28559289-E387-4DE8-AF16-4697D9F3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435740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hub-orbit-dot-2-21">
            <a:extLst xmlns:a="http://schemas.openxmlformats.org/drawingml/2006/main">
              <a:ext uri="{FF2B5EF4-FFF2-40B4-BE49-F238E27FC236}">
                <a16:creationId xmlns:a16="http://schemas.microsoft.com/office/drawing/2014/main" id="{D9F0D655-E2FF-4F57-98B1-308839C8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4135860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hub-orbit-dot-2-22">
            <a:extLst xmlns:a="http://schemas.openxmlformats.org/drawingml/2006/main">
              <a:ext uri="{FF2B5EF4-FFF2-40B4-BE49-F238E27FC236}">
                <a16:creationId xmlns:a16="http://schemas.microsoft.com/office/drawing/2014/main" id="{94259A6A-2B36-4AEF-BCFE-3778ACDA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81513" y="39100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hub-orbit-dot-2-23">
            <a:extLst xmlns:a="http://schemas.openxmlformats.org/drawingml/2006/main">
              <a:ext uri="{FF2B5EF4-FFF2-40B4-BE49-F238E27FC236}">
                <a16:creationId xmlns:a16="http://schemas.microsoft.com/office/drawing/2014/main" id="{04E93E7E-14FD-4087-9E94-04B8FD8B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914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hub-orbit-dot-2-24">
            <a:extLst xmlns:a="http://schemas.openxmlformats.org/drawingml/2006/main">
              <a:ext uri="{FF2B5EF4-FFF2-40B4-BE49-F238E27FC236}">
                <a16:creationId xmlns:a16="http://schemas.microsoft.com/office/drawing/2014/main" id="{5BCDA6EF-7C68-4D1C-A971-57F06196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2892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hub-orbit-dot-2-25">
            <a:extLst xmlns:a="http://schemas.openxmlformats.org/drawingml/2006/main">
              <a:ext uri="{FF2B5EF4-FFF2-40B4-BE49-F238E27FC236}">
                <a16:creationId xmlns:a16="http://schemas.microsoft.com/office/drawing/2014/main" id="{8B434A12-55C3-4765-B20E-BBD015F5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1473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hub-orbit-dot-2-26">
            <a:extLst xmlns:a="http://schemas.openxmlformats.org/drawingml/2006/main">
              <a:ext uri="{FF2B5EF4-FFF2-40B4-BE49-F238E27FC236}">
                <a16:creationId xmlns:a16="http://schemas.microsoft.com/office/drawing/2014/main" id="{D0371F14-811F-4BA5-8E6A-CC063866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30077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hub-orbit-dot-2-27">
            <a:extLst xmlns:a="http://schemas.openxmlformats.org/drawingml/2006/main">
              <a:ext uri="{FF2B5EF4-FFF2-40B4-BE49-F238E27FC236}">
                <a16:creationId xmlns:a16="http://schemas.microsoft.com/office/drawing/2014/main" id="{6E98214E-17D7-408A-81F4-619361A1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66494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hub-orbit-dot-2-28">
            <a:extLst xmlns:a="http://schemas.openxmlformats.org/drawingml/2006/main">
              <a:ext uri="{FF2B5EF4-FFF2-40B4-BE49-F238E27FC236}">
                <a16:creationId xmlns:a16="http://schemas.microsoft.com/office/drawing/2014/main" id="{2C01FCAF-A16B-40CC-9A81-BF6F502D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7943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hub-orbit-dot-2-29">
            <a:extLst xmlns:a="http://schemas.openxmlformats.org/drawingml/2006/main">
              <a:ext uri="{FF2B5EF4-FFF2-40B4-BE49-F238E27FC236}">
                <a16:creationId xmlns:a16="http://schemas.microsoft.com/office/drawing/2014/main" id="{96C5F9CA-16E4-4374-B3DF-B3F15310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1128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hub-orbit-dot-2-30">
            <a:extLst xmlns:a="http://schemas.openxmlformats.org/drawingml/2006/main">
              <a:ext uri="{FF2B5EF4-FFF2-40B4-BE49-F238E27FC236}">
                <a16:creationId xmlns:a16="http://schemas.microsoft.com/office/drawing/2014/main" id="{414362C9-3984-47D8-98BA-8AAE449C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2334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hub-orbit-dot-2-31">
            <a:extLst xmlns:a="http://schemas.openxmlformats.org/drawingml/2006/main">
              <a:ext uri="{FF2B5EF4-FFF2-40B4-BE49-F238E27FC236}">
                <a16:creationId xmlns:a16="http://schemas.microsoft.com/office/drawing/2014/main" id="{6CD39A9A-D00E-4AB2-A060-CD9448BD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27427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hub-orbit-dot-2-32">
            <a:extLst xmlns:a="http://schemas.openxmlformats.org/drawingml/2006/main">
              <a:ext uri="{FF2B5EF4-FFF2-40B4-BE49-F238E27FC236}">
                <a16:creationId xmlns:a16="http://schemas.microsoft.com/office/drawing/2014/main" id="{15026D49-8249-47BA-A696-6CFE70F1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084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hub-orbit-dot-2-33">
            <a:extLst xmlns:a="http://schemas.openxmlformats.org/drawingml/2006/main">
              <a:ext uri="{FF2B5EF4-FFF2-40B4-BE49-F238E27FC236}">
                <a16:creationId xmlns:a16="http://schemas.microsoft.com/office/drawing/2014/main" id="{B9C3220A-C3E9-474D-9847-C54926F3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1713" y="2309813"/>
            <a:ext cx="28575" cy="28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hub-orbit-dot-2-34">
            <a:extLst xmlns:a="http://schemas.openxmlformats.org/drawingml/2006/main">
              <a:ext uri="{FF2B5EF4-FFF2-40B4-BE49-F238E27FC236}">
                <a16:creationId xmlns:a16="http://schemas.microsoft.com/office/drawing/2014/main" id="{7D7BCDB3-A2F3-48BF-97B0-4659BCBC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7560" y="232421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hub-orbit-dot-2-35">
            <a:extLst xmlns:a="http://schemas.openxmlformats.org/drawingml/2006/main">
              <a:ext uri="{FF2B5EF4-FFF2-40B4-BE49-F238E27FC236}">
                <a16:creationId xmlns:a16="http://schemas.microsoft.com/office/drawing/2014/main" id="{6C8CD9A4-BA22-48D9-B657-D6CAFC53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29102" y="2371192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hub-orbit-dot-2-36">
            <a:extLst xmlns:a="http://schemas.openxmlformats.org/drawingml/2006/main">
              <a:ext uri="{FF2B5EF4-FFF2-40B4-BE49-F238E27FC236}">
                <a16:creationId xmlns:a16="http://schemas.microsoft.com/office/drawing/2014/main" id="{ACF5A4E5-1932-400A-B8EE-81B05319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1805" y="2449773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hub-orbit-dot-2-37">
            <a:extLst xmlns:a="http://schemas.openxmlformats.org/drawingml/2006/main">
              <a:ext uri="{FF2B5EF4-FFF2-40B4-BE49-F238E27FC236}">
                <a16:creationId xmlns:a16="http://schemas.microsoft.com/office/drawing/2014/main" id="{1796F636-3EEE-4015-82AD-93A98E22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1382" y="2558377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hub-orbit-dot-2-38">
            <a:extLst xmlns:a="http://schemas.openxmlformats.org/drawingml/2006/main">
              <a:ext uri="{FF2B5EF4-FFF2-40B4-BE49-F238E27FC236}">
                <a16:creationId xmlns:a16="http://schemas.microsoft.com/office/drawing/2014/main" id="{E863BD73-C112-4D83-807E-CD375809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757" y="2694794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hub-orbit-dot-2-39">
            <a:extLst xmlns:a="http://schemas.openxmlformats.org/drawingml/2006/main">
              <a:ext uri="{FF2B5EF4-FFF2-40B4-BE49-F238E27FC236}">
                <a16:creationId xmlns:a16="http://schemas.microsoft.com/office/drawing/2014/main" id="{0AC36CCA-93E5-41B0-91E5-4B72DD00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5196" y="2856243"/>
            <a:ext cx="40310" cy="403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hub-orbit-dot-2-40">
            <a:extLst xmlns:a="http://schemas.openxmlformats.org/drawingml/2006/main">
              <a:ext uri="{FF2B5EF4-FFF2-40B4-BE49-F238E27FC236}">
                <a16:creationId xmlns:a16="http://schemas.microsoft.com/office/drawing/2014/main" id="{D530699B-61F0-4E1F-860C-E4606815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2432" y="3039428"/>
            <a:ext cx="39491" cy="3949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hub-orbit-dot-2-41">
            <a:extLst xmlns:a="http://schemas.openxmlformats.org/drawingml/2006/main">
              <a:ext uri="{FF2B5EF4-FFF2-40B4-BE49-F238E27FC236}">
                <a16:creationId xmlns:a16="http://schemas.microsoft.com/office/drawing/2014/main" id="{EAD28EC4-4A8B-4989-B384-3211DB53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2665" y="3240634"/>
            <a:ext cx="37862" cy="3786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hub-orbit-dot-2-42">
            <a:extLst xmlns:a="http://schemas.openxmlformats.org/drawingml/2006/main">
              <a:ext uri="{FF2B5EF4-FFF2-40B4-BE49-F238E27FC236}">
                <a16:creationId xmlns:a16="http://schemas.microsoft.com/office/drawing/2014/main" id="{805B5DA7-35B8-4D08-BAE1-68731F47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3647" y="3455727"/>
            <a:ext cx="35471" cy="3547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hub-orbit-dot-2-43">
            <a:extLst xmlns:a="http://schemas.openxmlformats.org/drawingml/2006/main">
              <a:ext uri="{FF2B5EF4-FFF2-40B4-BE49-F238E27FC236}">
                <a16:creationId xmlns:a16="http://schemas.microsoft.com/office/drawing/2014/main" id="{AEC99A2D-9C02-45DE-AA15-34844C33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63739" y="3680384"/>
            <a:ext cx="32347" cy="3234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AF2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hub-center-halo">
            <a:extLst xmlns:a="http://schemas.openxmlformats.org/drawingml/2006/main">
              <a:ext uri="{FF2B5EF4-FFF2-40B4-BE49-F238E27FC236}">
                <a16:creationId xmlns:a16="http://schemas.microsoft.com/office/drawing/2014/main" id="{7B31D416-92C2-4324-B412-0D18C1B8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26860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10" name="hub-center-ring">
            <a:extLst xmlns:a="http://schemas.openxmlformats.org/drawingml/2006/main">
              <a:ext uri="{FF2B5EF4-FFF2-40B4-BE49-F238E27FC236}">
                <a16:creationId xmlns:a16="http://schemas.microsoft.com/office/drawing/2014/main" id="{B351EAF9-C7DE-4EDD-A8BE-54459BE8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00625" y="2828925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AEEF"/>
            </a:solidFill>
            <a:prstDash val="solid"/>
          </a:ln>
        </p:spPr>
      </p:sp>
      <p:sp>
        <p:nvSpPr>
          <p:cNvPr id="111" name="hub-center-core">
            <a:extLst xmlns:a="http://schemas.openxmlformats.org/drawingml/2006/main">
              <a:ext uri="{FF2B5EF4-FFF2-40B4-BE49-F238E27FC236}">
                <a16:creationId xmlns:a16="http://schemas.microsoft.com/office/drawing/2014/main" id="{3C95D861-FB5A-4E6A-9594-AF42A3C4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5875" y="2924175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2" name="hub-center-title">
            <a:extLst xmlns:a="http://schemas.openxmlformats.org/drawingml/2006/main">
              <a:ext uri="{FF2B5EF4-FFF2-40B4-BE49-F238E27FC236}">
                <a16:creationId xmlns:a16="http://schemas.microsoft.com/office/drawing/2014/main" id="{7D08878E-65C8-4C59-AAA9-77E09EA2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607146"/>
            <a:ext cx="188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113" name="hub-center-body">
            <a:extLst xmlns:a="http://schemas.openxmlformats.org/drawingml/2006/main">
              <a:ext uri="{FF2B5EF4-FFF2-40B4-BE49-F238E27FC236}">
                <a16:creationId xmlns:a16="http://schemas.microsoft.com/office/drawing/2014/main" id="{EF18D804-2DF9-410B-994C-AD5E398F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53025" y="3997671"/>
            <a:ext cx="18859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统一目标 · 协同资源</a:t>
            </a:r>
          </a:p>
        </p:txBody>
      </p:sp>
      <p:sp>
        <p:nvSpPr>
          <p:cNvPr id="114" name="hub-item-underlay-0">
            <a:extLst xmlns:a="http://schemas.openxmlformats.org/drawingml/2006/main">
              <a:ext uri="{FF2B5EF4-FFF2-40B4-BE49-F238E27FC236}">
                <a16:creationId xmlns:a16="http://schemas.microsoft.com/office/drawing/2014/main" id="{3136C9DC-377E-48ED-9E29-773C9DE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771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hub-item-surface-0">
            <a:extLst xmlns:a="http://schemas.openxmlformats.org/drawingml/2006/main">
              <a:ext uri="{FF2B5EF4-FFF2-40B4-BE49-F238E27FC236}">
                <a16:creationId xmlns:a16="http://schemas.microsoft.com/office/drawing/2014/main" id="{86E2A72C-63B5-43FB-9AE6-443EF866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724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6" name="hub-item-underlay-1">
            <a:extLst xmlns:a="http://schemas.openxmlformats.org/drawingml/2006/main">
              <a:ext uri="{FF2B5EF4-FFF2-40B4-BE49-F238E27FC236}">
                <a16:creationId xmlns:a16="http://schemas.microsoft.com/office/drawing/2014/main" id="{F44320E8-F34A-4008-B0F6-048198B5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965399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hub-item-surface-1">
            <a:extLst xmlns:a="http://schemas.openxmlformats.org/drawingml/2006/main">
              <a:ext uri="{FF2B5EF4-FFF2-40B4-BE49-F238E27FC236}">
                <a16:creationId xmlns:a16="http://schemas.microsoft.com/office/drawing/2014/main" id="{E15A5462-7F3B-458C-87E1-E6FB2D8D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917774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18" name="hub-item-underlay-2">
            <a:extLst xmlns:a="http://schemas.openxmlformats.org/drawingml/2006/main">
              <a:ext uri="{FF2B5EF4-FFF2-40B4-BE49-F238E27FC236}">
                <a16:creationId xmlns:a16="http://schemas.microsoft.com/office/drawing/2014/main" id="{2CDD7844-DA79-41E7-97F6-364B728B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59148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hub-item-surface-2">
            <a:extLst xmlns:a="http://schemas.openxmlformats.org/drawingml/2006/main">
              <a:ext uri="{FF2B5EF4-FFF2-40B4-BE49-F238E27FC236}">
                <a16:creationId xmlns:a16="http://schemas.microsoft.com/office/drawing/2014/main" id="{7E16FE0B-496C-40D9-B06B-8C465D91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11523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0" name="hub-item-underlay-3">
            <a:extLst xmlns:a="http://schemas.openxmlformats.org/drawingml/2006/main">
              <a:ext uri="{FF2B5EF4-FFF2-40B4-BE49-F238E27FC236}">
                <a16:creationId xmlns:a16="http://schemas.microsoft.com/office/drawing/2014/main" id="{6ABAC65D-3003-4FDA-8D2D-921DE19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530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hub-item-surface-3">
            <a:extLst xmlns:a="http://schemas.openxmlformats.org/drawingml/2006/main">
              <a:ext uri="{FF2B5EF4-FFF2-40B4-BE49-F238E27FC236}">
                <a16:creationId xmlns:a16="http://schemas.microsoft.com/office/drawing/2014/main" id="{50D1672B-5493-45FE-94F3-8475A151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054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2" name="hub-item-underlay-4">
            <a:extLst xmlns:a="http://schemas.openxmlformats.org/drawingml/2006/main">
              <a:ext uri="{FF2B5EF4-FFF2-40B4-BE49-F238E27FC236}">
                <a16:creationId xmlns:a16="http://schemas.microsoft.com/office/drawing/2014/main" id="{5AED3552-6A78-4A96-8143-6EAF42D5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17716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hub-item-surface-4">
            <a:extLst xmlns:a="http://schemas.openxmlformats.org/drawingml/2006/main">
              <a:ext uri="{FF2B5EF4-FFF2-40B4-BE49-F238E27FC236}">
                <a16:creationId xmlns:a16="http://schemas.microsoft.com/office/drawing/2014/main" id="{65C870BD-0AB5-48A8-A1F9-46A2399D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17240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4" name="hub-item-underlay-5">
            <a:extLst xmlns:a="http://schemas.openxmlformats.org/drawingml/2006/main">
              <a:ext uri="{FF2B5EF4-FFF2-40B4-BE49-F238E27FC236}">
                <a16:creationId xmlns:a16="http://schemas.microsoft.com/office/drawing/2014/main" id="{6936E337-7DC2-44B1-AF2A-531AAAB8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965399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hub-item-surface-5">
            <a:extLst xmlns:a="http://schemas.openxmlformats.org/drawingml/2006/main">
              <a:ext uri="{FF2B5EF4-FFF2-40B4-BE49-F238E27FC236}">
                <a16:creationId xmlns:a16="http://schemas.microsoft.com/office/drawing/2014/main" id="{495E480C-57C7-4CD5-BB2A-D7E6D7E2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2917774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6" name="hub-item-underlay-6">
            <a:extLst xmlns:a="http://schemas.openxmlformats.org/drawingml/2006/main">
              <a:ext uri="{FF2B5EF4-FFF2-40B4-BE49-F238E27FC236}">
                <a16:creationId xmlns:a16="http://schemas.microsoft.com/office/drawing/2014/main" id="{FFC22F75-F3C0-4338-85EC-3DF776ED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159148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hub-item-surface-6">
            <a:extLst xmlns:a="http://schemas.openxmlformats.org/drawingml/2006/main">
              <a:ext uri="{FF2B5EF4-FFF2-40B4-BE49-F238E27FC236}">
                <a16:creationId xmlns:a16="http://schemas.microsoft.com/office/drawing/2014/main" id="{D04901F3-BC8C-4F10-BABC-5A3AFFAD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4111523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8" name="hub-item-underlay-7">
            <a:extLst xmlns:a="http://schemas.openxmlformats.org/drawingml/2006/main">
              <a:ext uri="{FF2B5EF4-FFF2-40B4-BE49-F238E27FC236}">
                <a16:creationId xmlns:a16="http://schemas.microsoft.com/office/drawing/2014/main" id="{83538AEF-F064-4EC2-A181-FA7DC25C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353050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hub-item-surface-7">
            <a:extLst xmlns:a="http://schemas.openxmlformats.org/drawingml/2006/main">
              <a:ext uri="{FF2B5EF4-FFF2-40B4-BE49-F238E27FC236}">
                <a16:creationId xmlns:a16="http://schemas.microsoft.com/office/drawing/2014/main" id="{E5B5154A-B43C-48BA-8798-E6830509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15275" y="5305425"/>
            <a:ext cx="2971800" cy="762000"/>
          </a:xfrm>
          <a:prstGeom xmlns:a="http://schemas.openxmlformats.org/drawingml/2006/main" prst="roundRect">
            <a:avLst>
              <a:gd name="adj" fmla="val 21250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30" name="hub-icon-halo-0">
            <a:extLst xmlns:a="http://schemas.openxmlformats.org/drawingml/2006/main">
              <a:ext uri="{FF2B5EF4-FFF2-40B4-BE49-F238E27FC236}">
                <a16:creationId xmlns:a16="http://schemas.microsoft.com/office/drawing/2014/main" id="{E9807FBD-7EE0-478D-8291-5DFA3FC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1781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1" name="hub-icon-halo-1">
            <a:extLst xmlns:a="http://schemas.openxmlformats.org/drawingml/2006/main">
              <a:ext uri="{FF2B5EF4-FFF2-40B4-BE49-F238E27FC236}">
                <a16:creationId xmlns:a16="http://schemas.microsoft.com/office/drawing/2014/main" id="{AEE43F4B-B032-483E-9310-36BA40DA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2974924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2" name="hub-icon-halo-2">
            <a:extLst xmlns:a="http://schemas.openxmlformats.org/drawingml/2006/main">
              <a:ext uri="{FF2B5EF4-FFF2-40B4-BE49-F238E27FC236}">
                <a16:creationId xmlns:a16="http://schemas.microsoft.com/office/drawing/2014/main" id="{2C62FA3E-C2C0-42E0-9317-6A603DBC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4168673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3" name="hub-icon-halo-3">
            <a:extLst xmlns:a="http://schemas.openxmlformats.org/drawingml/2006/main">
              <a:ext uri="{FF2B5EF4-FFF2-40B4-BE49-F238E27FC236}">
                <a16:creationId xmlns:a16="http://schemas.microsoft.com/office/drawing/2014/main" id="{783C0C2F-BBCF-4F8E-8071-1AEEEA7E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3625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4" name="hub-icon-halo-4">
            <a:extLst xmlns:a="http://schemas.openxmlformats.org/drawingml/2006/main">
              <a:ext uri="{FF2B5EF4-FFF2-40B4-BE49-F238E27FC236}">
                <a16:creationId xmlns:a16="http://schemas.microsoft.com/office/drawing/2014/main" id="{2B83BD7A-44CD-4E53-9C04-1CF68847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17811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5" name="hub-icon-halo-5">
            <a:extLst xmlns:a="http://schemas.openxmlformats.org/drawingml/2006/main">
              <a:ext uri="{FF2B5EF4-FFF2-40B4-BE49-F238E27FC236}">
                <a16:creationId xmlns:a16="http://schemas.microsoft.com/office/drawing/2014/main" id="{63B1D358-1539-4917-906A-FF3D437E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2974924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6" name="hub-icon-halo-6">
            <a:extLst xmlns:a="http://schemas.openxmlformats.org/drawingml/2006/main">
              <a:ext uri="{FF2B5EF4-FFF2-40B4-BE49-F238E27FC236}">
                <a16:creationId xmlns:a16="http://schemas.microsoft.com/office/drawing/2014/main" id="{BC507A11-E227-4B8B-BBA8-35AD0912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4168673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7" name="hub-icon-halo-7">
            <a:extLst xmlns:a="http://schemas.openxmlformats.org/drawingml/2006/main">
              <a:ext uri="{FF2B5EF4-FFF2-40B4-BE49-F238E27FC236}">
                <a16:creationId xmlns:a16="http://schemas.microsoft.com/office/drawing/2014/main" id="{763DE4F8-5D1D-4CD9-BFD2-B3BC82A5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3625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138" name="hub-icon-core-0">
            <a:extLst xmlns:a="http://schemas.openxmlformats.org/drawingml/2006/main">
              <a:ext uri="{FF2B5EF4-FFF2-40B4-BE49-F238E27FC236}">
                <a16:creationId xmlns:a16="http://schemas.microsoft.com/office/drawing/2014/main" id="{F8501BF7-46B8-4532-833B-7A6C009F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1876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hub-icon-core-1">
            <a:extLst xmlns:a="http://schemas.openxmlformats.org/drawingml/2006/main">
              <a:ext uri="{FF2B5EF4-FFF2-40B4-BE49-F238E27FC236}">
                <a16:creationId xmlns:a16="http://schemas.microsoft.com/office/drawing/2014/main" id="{B38A195B-2382-49E1-B340-D8232856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3070174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hub-icon-core-2">
            <a:extLst xmlns:a="http://schemas.openxmlformats.org/drawingml/2006/main">
              <a:ext uri="{FF2B5EF4-FFF2-40B4-BE49-F238E27FC236}">
                <a16:creationId xmlns:a16="http://schemas.microsoft.com/office/drawing/2014/main" id="{61096BBE-C842-49E8-8642-91F66678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4263923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hub-icon-core-3">
            <a:extLst xmlns:a="http://schemas.openxmlformats.org/drawingml/2006/main">
              <a:ext uri="{FF2B5EF4-FFF2-40B4-BE49-F238E27FC236}">
                <a16:creationId xmlns:a16="http://schemas.microsoft.com/office/drawing/2014/main" id="{2FC6648A-A7BA-4E66-9DEF-BA4300BA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" y="5457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hub-icon-core-4">
            <a:extLst xmlns:a="http://schemas.openxmlformats.org/drawingml/2006/main">
              <a:ext uri="{FF2B5EF4-FFF2-40B4-BE49-F238E27FC236}">
                <a16:creationId xmlns:a16="http://schemas.microsoft.com/office/drawing/2014/main" id="{7496FC54-2083-452A-9C5D-D64A5C7D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18764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hub-icon-core-5">
            <a:extLst xmlns:a="http://schemas.openxmlformats.org/drawingml/2006/main">
              <a:ext uri="{FF2B5EF4-FFF2-40B4-BE49-F238E27FC236}">
                <a16:creationId xmlns:a16="http://schemas.microsoft.com/office/drawing/2014/main" id="{F1ACFBBA-7C50-4CC4-832E-6BED335B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3070174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hub-icon-core-6">
            <a:extLst xmlns:a="http://schemas.openxmlformats.org/drawingml/2006/main">
              <a:ext uri="{FF2B5EF4-FFF2-40B4-BE49-F238E27FC236}">
                <a16:creationId xmlns:a16="http://schemas.microsoft.com/office/drawing/2014/main" id="{6108FD1B-C454-4727-AB96-C04569F1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4263923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hub-icon-core-7">
            <a:extLst xmlns:a="http://schemas.openxmlformats.org/drawingml/2006/main">
              <a:ext uri="{FF2B5EF4-FFF2-40B4-BE49-F238E27FC236}">
                <a16:creationId xmlns:a16="http://schemas.microsoft.com/office/drawing/2014/main" id="{5760CBE3-D6A2-4790-9EE6-4EB9D58F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44225" y="5457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91ea18918c4702">
            <a:extLst>
              <a:ext uri="{96DAC541-7B7A-43D3-8B79-37D633B846F1}">
                <asvg:svgBlip xmlns:asvg="http://schemas.microsoft.com/office/drawing/2016/SVG/main" r:embed="Rb1e05c16a60a4f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1971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00e7a9af6420f">
            <a:extLst>
              <a:ext uri="{96DAC541-7B7A-43D3-8B79-37D633B846F1}">
                <asvg:svgBlip xmlns:asvg="http://schemas.microsoft.com/office/drawing/2016/SVG/main" r:embed="R75676cf910764b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3165424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653cb9a084aca">
            <a:extLst>
              <a:ext uri="{96DAC541-7B7A-43D3-8B79-37D633B846F1}">
                <asvg:svgBlip xmlns:asvg="http://schemas.microsoft.com/office/drawing/2016/SVG/main" r:embed="R6d8f253a425346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4359173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72dc629044fb4">
            <a:extLst>
              <a:ext uri="{96DAC541-7B7A-43D3-8B79-37D633B846F1}">
                <asvg:svgBlip xmlns:asvg="http://schemas.microsoft.com/office/drawing/2016/SVG/main" r:embed="R9703c2df92d449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8675" y="55530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2575ddf9f42bd">
            <a:extLst>
              <a:ext uri="{96DAC541-7B7A-43D3-8B79-37D633B846F1}">
                <asvg:svgBlip xmlns:asvg="http://schemas.microsoft.com/office/drawing/2016/SVG/main" r:embed="Re735ce72fc224f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1971675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4de17f31b490c">
            <a:extLst>
              <a:ext uri="{96DAC541-7B7A-43D3-8B79-37D633B846F1}">
                <asvg:svgBlip xmlns:asvg="http://schemas.microsoft.com/office/drawing/2016/SVG/main" r:embed="R3559d4f827ce48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3165424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2543d0f494945">
            <a:extLst>
              <a:ext uri="{96DAC541-7B7A-43D3-8B79-37D633B846F1}">
                <asvg:svgBlip xmlns:asvg="http://schemas.microsoft.com/office/drawing/2016/SVG/main" r:embed="R0c288fe30cd749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4359173"/>
            <a:ext cx="323850" cy="323850"/>
          </a:xfrm>
          <a:prstGeom xmlns:a="http://schemas.openxmlformats.org/drawingml/2006/main" prst="rect">
            <a:avLst/>
          </a:prstGeom>
        </p:spPr>
      </p:pic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ec0690cc7444e">
            <a:extLst>
              <a:ext uri="{96DAC541-7B7A-43D3-8B79-37D633B846F1}">
                <asvg:svgBlip xmlns:asvg="http://schemas.microsoft.com/office/drawing/2016/SVG/main" r:embed="R014a252efbfa41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39475" y="5553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54" name="hub-item-title-0">
            <a:extLst xmlns:a="http://schemas.openxmlformats.org/drawingml/2006/main">
              <a:ext uri="{FF2B5EF4-FFF2-40B4-BE49-F238E27FC236}">
                <a16:creationId xmlns:a16="http://schemas.microsoft.com/office/drawing/2014/main" id="{7BA1E2EA-61AD-4241-B3D7-C20C57C4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1822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战略牵引</a:t>
            </a:r>
          </a:p>
        </p:txBody>
      </p:sp>
      <p:sp>
        <p:nvSpPr>
          <p:cNvPr id="155" name="hub-item-body-0">
            <a:extLst xmlns:a="http://schemas.openxmlformats.org/drawingml/2006/main">
              <a:ext uri="{FF2B5EF4-FFF2-40B4-BE49-F238E27FC236}">
                <a16:creationId xmlns:a16="http://schemas.microsoft.com/office/drawing/2014/main" id="{2A38D31B-ADDC-4603-86E9-EB5E94F1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2194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明确方向并形成共同目标</a:t>
            </a:r>
          </a:p>
        </p:txBody>
      </p:sp>
      <p:sp>
        <p:nvSpPr>
          <p:cNvPr id="156" name="hub-item-title-1">
            <a:extLst xmlns:a="http://schemas.openxmlformats.org/drawingml/2006/main">
              <a:ext uri="{FF2B5EF4-FFF2-40B4-BE49-F238E27FC236}">
                <a16:creationId xmlns:a16="http://schemas.microsoft.com/office/drawing/2014/main" id="{AFBC00B6-AE94-4855-915F-F7CAC80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016148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数据支撑</a:t>
            </a:r>
          </a:p>
        </p:txBody>
      </p:sp>
      <p:sp>
        <p:nvSpPr>
          <p:cNvPr id="157" name="hub-item-body-1">
            <a:extLst xmlns:a="http://schemas.openxmlformats.org/drawingml/2006/main">
              <a:ext uri="{FF2B5EF4-FFF2-40B4-BE49-F238E27FC236}">
                <a16:creationId xmlns:a16="http://schemas.microsoft.com/office/drawing/2014/main" id="{248A7A74-4B8A-4451-AE8B-AABA697E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3387928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汇集信息并提供可靠依据</a:t>
            </a:r>
          </a:p>
        </p:txBody>
      </p:sp>
      <p:sp>
        <p:nvSpPr>
          <p:cNvPr id="158" name="hub-item-title-2">
            <a:extLst xmlns:a="http://schemas.openxmlformats.org/drawingml/2006/main">
              <a:ext uri="{FF2B5EF4-FFF2-40B4-BE49-F238E27FC236}">
                <a16:creationId xmlns:a16="http://schemas.microsoft.com/office/drawing/2014/main" id="{095E9952-1B35-4847-AF66-A526E004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209898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平台赋能</a:t>
            </a:r>
          </a:p>
        </p:txBody>
      </p:sp>
      <p:sp>
        <p:nvSpPr>
          <p:cNvPr id="159" name="hub-item-body-2">
            <a:extLst xmlns:a="http://schemas.openxmlformats.org/drawingml/2006/main">
              <a:ext uri="{FF2B5EF4-FFF2-40B4-BE49-F238E27FC236}">
                <a16:creationId xmlns:a16="http://schemas.microsoft.com/office/drawing/2014/main" id="{1AB7F6F3-133F-460F-ACF2-49E5EB40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4581677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连接资源并提升协同效率</a:t>
            </a:r>
          </a:p>
        </p:txBody>
      </p:sp>
      <p:sp>
        <p:nvSpPr>
          <p:cNvPr id="160" name="hub-item-title-3">
            <a:extLst xmlns:a="http://schemas.openxmlformats.org/drawingml/2006/main">
              <a:ext uri="{FF2B5EF4-FFF2-40B4-BE49-F238E27FC236}">
                <a16:creationId xmlns:a16="http://schemas.microsoft.com/office/drawing/2014/main" id="{7A6C9877-F4AD-4B3F-9883-FEBA07B0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4037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机制保障</a:t>
            </a:r>
          </a:p>
        </p:txBody>
      </p:sp>
      <p:sp>
        <p:nvSpPr>
          <p:cNvPr id="161" name="hub-item-body-3">
            <a:extLst xmlns:a="http://schemas.openxmlformats.org/drawingml/2006/main">
              <a:ext uri="{FF2B5EF4-FFF2-40B4-BE49-F238E27FC236}">
                <a16:creationId xmlns:a16="http://schemas.microsoft.com/office/drawing/2014/main" id="{0CEF479B-42B4-4D41-B7FF-348FF0B3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3525" y="57755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以规则保障稳定有序运行</a:t>
            </a:r>
          </a:p>
        </p:txBody>
      </p:sp>
      <p:sp>
        <p:nvSpPr>
          <p:cNvPr id="162" name="hub-item-title-4">
            <a:extLst xmlns:a="http://schemas.openxmlformats.org/drawingml/2006/main">
              <a:ext uri="{FF2B5EF4-FFF2-40B4-BE49-F238E27FC236}">
                <a16:creationId xmlns:a16="http://schemas.microsoft.com/office/drawing/2014/main" id="{7DB1FA2A-18AA-4B36-94F6-B8430D48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18223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服务触达</a:t>
            </a:r>
          </a:p>
        </p:txBody>
      </p:sp>
      <p:sp>
        <p:nvSpPr>
          <p:cNvPr id="163" name="hub-item-body-4">
            <a:extLst xmlns:a="http://schemas.openxmlformats.org/drawingml/2006/main">
              <a:ext uri="{FF2B5EF4-FFF2-40B4-BE49-F238E27FC236}">
                <a16:creationId xmlns:a16="http://schemas.microsoft.com/office/drawing/2014/main" id="{A50A10C4-07A0-44D5-A54F-45F87292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1941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把能力转化为实际体验</a:t>
            </a:r>
          </a:p>
        </p:txBody>
      </p:sp>
      <p:sp>
        <p:nvSpPr>
          <p:cNvPr id="164" name="hub-item-title-5">
            <a:extLst xmlns:a="http://schemas.openxmlformats.org/drawingml/2006/main">
              <a:ext uri="{FF2B5EF4-FFF2-40B4-BE49-F238E27FC236}">
                <a16:creationId xmlns:a16="http://schemas.microsoft.com/office/drawing/2014/main" id="{14440FA5-CD1E-4D7A-BFB5-C17BD4C5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016148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人才协同</a:t>
            </a:r>
          </a:p>
        </p:txBody>
      </p:sp>
      <p:sp>
        <p:nvSpPr>
          <p:cNvPr id="165" name="hub-item-body-5">
            <a:extLst xmlns:a="http://schemas.openxmlformats.org/drawingml/2006/main">
              <a:ext uri="{FF2B5EF4-FFF2-40B4-BE49-F238E27FC236}">
                <a16:creationId xmlns:a16="http://schemas.microsoft.com/office/drawing/2014/main" id="{7EBEB3F5-0372-42CE-81C4-C38D009B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387928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汇聚多元角色共同参与</a:t>
            </a:r>
          </a:p>
        </p:txBody>
      </p:sp>
      <p:sp>
        <p:nvSpPr>
          <p:cNvPr id="166" name="hub-item-title-6">
            <a:extLst xmlns:a="http://schemas.openxmlformats.org/drawingml/2006/main">
              <a:ext uri="{FF2B5EF4-FFF2-40B4-BE49-F238E27FC236}">
                <a16:creationId xmlns:a16="http://schemas.microsoft.com/office/drawing/2014/main" id="{9868C28B-7428-4B52-889E-27F7E021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209898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创新驱动</a:t>
            </a:r>
          </a:p>
        </p:txBody>
      </p:sp>
      <p:sp>
        <p:nvSpPr>
          <p:cNvPr id="167" name="hub-item-body-6">
            <a:extLst xmlns:a="http://schemas.openxmlformats.org/drawingml/2006/main">
              <a:ext uri="{FF2B5EF4-FFF2-40B4-BE49-F238E27FC236}">
                <a16:creationId xmlns:a16="http://schemas.microsoft.com/office/drawing/2014/main" id="{3DB26A88-E0E3-4FA9-A6EF-69753A00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581677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持续探索新的解决路径</a:t>
            </a:r>
          </a:p>
        </p:txBody>
      </p:sp>
      <p:sp>
        <p:nvSpPr>
          <p:cNvPr id="168" name="hub-item-title-7">
            <a:extLst xmlns:a="http://schemas.openxmlformats.org/drawingml/2006/main">
              <a:ext uri="{FF2B5EF4-FFF2-40B4-BE49-F238E27FC236}">
                <a16:creationId xmlns:a16="http://schemas.microsoft.com/office/drawing/2014/main" id="{9961C76E-9505-446B-88F5-C433A8BD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403799"/>
            <a:ext cx="2571750" cy="314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8000"/>
              </a:lnSpc>
              <a:buNone/>
              <a:def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安全底座</a:t>
            </a:r>
          </a:p>
        </p:txBody>
      </p:sp>
      <p:sp>
        <p:nvSpPr>
          <p:cNvPr id="169" name="hub-item-body-7">
            <a:extLst xmlns:a="http://schemas.openxmlformats.org/drawingml/2006/main">
              <a:ext uri="{FF2B5EF4-FFF2-40B4-BE49-F238E27FC236}">
                <a16:creationId xmlns:a16="http://schemas.microsoft.com/office/drawing/2014/main" id="{367E0DE0-FBEF-4471-8447-0653D302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5775569"/>
            <a:ext cx="2571750" cy="250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守住系统与数据安全边界</a:t>
            </a:r>
          </a:p>
        </p:txBody>
      </p:sp>
    </p:spTree>
    <p:extLst>
      <p:ext uri="{BB962C8B-B14F-4D97-AF65-F5344CB8AC3E}">
        <p14:creationId xmlns:p14="http://schemas.microsoft.com/office/powerpoint/2010/main" val="3712630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2026-08-25T02:46:02.6340000Z</dcterms:created>
  <dcterms:modified xsi:type="dcterms:W3CDTF">2026-08-25T02:46:02.6340000Z</dcterms:modified>
</coreProperties>
</file>