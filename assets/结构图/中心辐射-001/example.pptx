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de4e32522b428c" /><Relationship Type="http://schemas.openxmlformats.org/officeDocument/2006/relationships/extended-properties" Target="/docProps/app.xml" Id="R59e63ec556ee4db6" /><Relationship Type="http://schemas.openxmlformats.org/officeDocument/2006/relationships/officeDocument" Target="/ppt/presentation.xml" Id="R22793052d8774c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288f466eb741b9"/>
  </p:sldMasterIdLst>
  <p:notesMasterIdLst>
    <p:notesMasterId xmlns:r="http://schemas.openxmlformats.org/officeDocument/2006/relationships" r:id="R972876f5b5534097"/>
  </p:notesMasterIdLst>
  <p:sldIdLst>
    <p:sldId xmlns:r="http://schemas.openxmlformats.org/officeDocument/2006/relationships" id="256" r:id="R2f7cc9a3e57c4613"/>
    <p:sldId xmlns:r="http://schemas.openxmlformats.org/officeDocument/2006/relationships" id="257" r:id="R5584b5a0e8b44ec9"/>
    <p:sldId xmlns:r="http://schemas.openxmlformats.org/officeDocument/2006/relationships" id="258" r:id="R5130dc8d79fe4b9e"/>
    <p:sldId xmlns:r="http://schemas.openxmlformats.org/officeDocument/2006/relationships" id="259" r:id="R6eac7e3270b04698"/>
    <p:sldId xmlns:r="http://schemas.openxmlformats.org/officeDocument/2006/relationships" id="260" r:id="R6748067e65be4d86"/>
    <p:sldId xmlns:r="http://schemas.openxmlformats.org/officeDocument/2006/relationships" id="261" r:id="R8db46640859a42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c72aa3f0f240e4" /><Relationship Type="http://schemas.openxmlformats.org/officeDocument/2006/relationships/slideMaster" Target="/ppt/slideMasters/slideMaster1.xml" Id="R4b288f466eb741b9" /><Relationship Type="http://schemas.openxmlformats.org/officeDocument/2006/relationships/notesMaster" Target="/ppt/notesMasters/notesMaster1.xml" Id="R972876f5b5534097" /><Relationship Type="http://schemas.openxmlformats.org/officeDocument/2006/relationships/presProps" Target="/ppt/presProps.xml" Id="Rec816194054541a3" /><Relationship Type="http://schemas.openxmlformats.org/officeDocument/2006/relationships/tableStyles" Target="/ppt/tableStyles.xml" Id="R1746b124b3c64b89" /><Relationship Type="http://schemas.openxmlformats.org/officeDocument/2006/relationships/slide" Target="/ppt/slides/slide1.xml" Id="R2f7cc9a3e57c4613" /><Relationship Type="http://schemas.openxmlformats.org/officeDocument/2006/relationships/slide" Target="/ppt/slides/slide2.xml" Id="R5584b5a0e8b44ec9" /><Relationship Type="http://schemas.openxmlformats.org/officeDocument/2006/relationships/slide" Target="/ppt/slides/slide3.xml" Id="R5130dc8d79fe4b9e" /><Relationship Type="http://schemas.openxmlformats.org/officeDocument/2006/relationships/slide" Target="/ppt/slides/slide4.xml" Id="R6eac7e3270b04698" /><Relationship Type="http://schemas.openxmlformats.org/officeDocument/2006/relationships/slide" Target="/ppt/slides/slide5.xml" Id="R6748067e65be4d86" /><Relationship Type="http://schemas.openxmlformats.org/officeDocument/2006/relationships/slide" Target="/ppt/slides/slide6.xml" Id="R8db46640859a42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df82fe0f2748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0601d3791e48f6" /><Relationship Type="http://schemas.openxmlformats.org/officeDocument/2006/relationships/notesMaster" Target="/ppt/notesMasters/notesMaster1.xml" Id="R1c33c7c517a941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808c2ad9de49fc" /><Relationship Type="http://schemas.openxmlformats.org/officeDocument/2006/relationships/notesMaster" Target="/ppt/notesMasters/notesMaster1.xml" Id="R9e9b2752130742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d8fc2571594be9" /><Relationship Type="http://schemas.openxmlformats.org/officeDocument/2006/relationships/notesMaster" Target="/ppt/notesMasters/notesMaster1.xml" Id="R9fdef6ca9e3841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73bcf2788c4677" /><Relationship Type="http://schemas.openxmlformats.org/officeDocument/2006/relationships/notesMaster" Target="/ppt/notesMasters/notesMaster1.xml" Id="R22a58f23c77348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2bef18a0ee4a49" /><Relationship Type="http://schemas.openxmlformats.org/officeDocument/2006/relationships/notesMaster" Target="/ppt/notesMasters/notesMaster1.xml" Id="Rf4f3a1acd6d0403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14251064434a3e" /><Relationship Type="http://schemas.openxmlformats.org/officeDocument/2006/relationships/notesMaster" Target="/ppt/notesMasters/notesMaster1.xml" Id="R835dd5413e9142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8ecbe79eec42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a6721c521345f0" /><Relationship Type="http://schemas.openxmlformats.org/officeDocument/2006/relationships/slideLayout" Target="/ppt/slideLayouts/slideLayout1.xml" Id="R4df9e7d99d274d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f9e7d99d274d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f1016a5624a29" /><Relationship Type="http://schemas.openxmlformats.org/officeDocument/2006/relationships/image" Target="/ppt/media/image.png" Id="R3d9cddf29f5345df" /><Relationship Type="http://schemas.openxmlformats.org/officeDocument/2006/relationships/image" Target="/ppt/media/image.svg" Id="Ra3e1f465919e478b" /><Relationship Type="http://schemas.openxmlformats.org/officeDocument/2006/relationships/image" Target="/ppt/media/image2.png" Id="Re6687821a5f54d1a" /><Relationship Type="http://schemas.openxmlformats.org/officeDocument/2006/relationships/image" Target="/ppt/media/image2.svg" Id="Rfec6a30a2c4e49e4" /><Relationship Type="http://schemas.openxmlformats.org/officeDocument/2006/relationships/image" Target="/ppt/media/image3.png" Id="R7bbacbc4cb6241dd" /><Relationship Type="http://schemas.openxmlformats.org/officeDocument/2006/relationships/image" Target="/ppt/media/image3.svg" Id="Red3b6490ae824da6" /><Relationship Type="http://schemas.openxmlformats.org/officeDocument/2006/relationships/notesSlide" Target="/ppt/notesSlides/notesSlide1.xml" Id="R783f0fe1597841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dd8f19f614ad2" /><Relationship Type="http://schemas.openxmlformats.org/officeDocument/2006/relationships/image" Target="/ppt/media/image4.png" Id="R3fa0cad6b84947bf" /><Relationship Type="http://schemas.openxmlformats.org/officeDocument/2006/relationships/image" Target="/ppt/media/image4.svg" Id="R8d612a4a69784538" /><Relationship Type="http://schemas.openxmlformats.org/officeDocument/2006/relationships/image" Target="/ppt/media/image5.png" Id="R17703f1d45584bbe" /><Relationship Type="http://schemas.openxmlformats.org/officeDocument/2006/relationships/image" Target="/ppt/media/image5.svg" Id="Rde134082802d486c" /><Relationship Type="http://schemas.openxmlformats.org/officeDocument/2006/relationships/image" Target="/ppt/media/image6.png" Id="Rb2a3b588b5e348fe" /><Relationship Type="http://schemas.openxmlformats.org/officeDocument/2006/relationships/image" Target="/ppt/media/image6.svg" Id="R4e41e5d290704d48" /><Relationship Type="http://schemas.openxmlformats.org/officeDocument/2006/relationships/image" Target="/ppt/media/image7.png" Id="Rd2caa08e66534e6a" /><Relationship Type="http://schemas.openxmlformats.org/officeDocument/2006/relationships/image" Target="/ppt/media/image7.svg" Id="Rcaef30850d5345e7" /><Relationship Type="http://schemas.openxmlformats.org/officeDocument/2006/relationships/notesSlide" Target="/ppt/notesSlides/notesSlide2.xml" Id="R3091e6e749d54c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fb525117d846d1" /><Relationship Type="http://schemas.openxmlformats.org/officeDocument/2006/relationships/image" Target="/ppt/media/image8.png" Id="R125f49654ddf4425" /><Relationship Type="http://schemas.openxmlformats.org/officeDocument/2006/relationships/image" Target="/ppt/media/image8.svg" Id="Re901fdb5df2e4d54" /><Relationship Type="http://schemas.openxmlformats.org/officeDocument/2006/relationships/image" Target="/ppt/media/image9.png" Id="R91db4518102d4902" /><Relationship Type="http://schemas.openxmlformats.org/officeDocument/2006/relationships/image" Target="/ppt/media/image9.svg" Id="R610405dff91b41ec" /><Relationship Type="http://schemas.openxmlformats.org/officeDocument/2006/relationships/image" Target="/ppt/media/image10.png" Id="R1783dccd0bfa4699" /><Relationship Type="http://schemas.openxmlformats.org/officeDocument/2006/relationships/image" Target="/ppt/media/image10.svg" Id="R8c469ff5d91a498c" /><Relationship Type="http://schemas.openxmlformats.org/officeDocument/2006/relationships/image" Target="/ppt/media/image11.png" Id="Rf2ff694540e5482a" /><Relationship Type="http://schemas.openxmlformats.org/officeDocument/2006/relationships/image" Target="/ppt/media/image11.svg" Id="R650878046d474410" /><Relationship Type="http://schemas.openxmlformats.org/officeDocument/2006/relationships/image" Target="/ppt/media/image12.png" Id="Rdfa472dec97d4517" /><Relationship Type="http://schemas.openxmlformats.org/officeDocument/2006/relationships/image" Target="/ppt/media/image12.svg" Id="Rf90ffef6209643ff" /><Relationship Type="http://schemas.openxmlformats.org/officeDocument/2006/relationships/notesSlide" Target="/ppt/notesSlides/notesSlide3.xml" Id="Rc37ec1991b614b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ac4f443fa447a" /><Relationship Type="http://schemas.openxmlformats.org/officeDocument/2006/relationships/image" Target="/ppt/media/image13.png" Id="Rc563819c85eb42e2" /><Relationship Type="http://schemas.openxmlformats.org/officeDocument/2006/relationships/image" Target="/ppt/media/image13.svg" Id="R1567561ab9424c51" /><Relationship Type="http://schemas.openxmlformats.org/officeDocument/2006/relationships/image" Target="/ppt/media/image14.png" Id="Ra6f3e74704554376" /><Relationship Type="http://schemas.openxmlformats.org/officeDocument/2006/relationships/image" Target="/ppt/media/image14.svg" Id="Rfcf18b9437c047cd" /><Relationship Type="http://schemas.openxmlformats.org/officeDocument/2006/relationships/image" Target="/ppt/media/image15.png" Id="R9e6794e9f78546cc" /><Relationship Type="http://schemas.openxmlformats.org/officeDocument/2006/relationships/image" Target="/ppt/media/image15.svg" Id="R1a05836028b84739" /><Relationship Type="http://schemas.openxmlformats.org/officeDocument/2006/relationships/image" Target="/ppt/media/image16.png" Id="Rc1af03c59a7a4ac9" /><Relationship Type="http://schemas.openxmlformats.org/officeDocument/2006/relationships/image" Target="/ppt/media/image16.svg" Id="R2b13e5864a704c61" /><Relationship Type="http://schemas.openxmlformats.org/officeDocument/2006/relationships/image" Target="/ppt/media/image17.png" Id="R0e754a482aed49a0" /><Relationship Type="http://schemas.openxmlformats.org/officeDocument/2006/relationships/image" Target="/ppt/media/image17.svg" Id="R7afff568d73d4651" /><Relationship Type="http://schemas.openxmlformats.org/officeDocument/2006/relationships/image" Target="/ppt/media/image18.png" Id="Rd6e9d51bf80d40c2" /><Relationship Type="http://schemas.openxmlformats.org/officeDocument/2006/relationships/image" Target="/ppt/media/image18.svg" Id="R0907a6f0cfce40a1" /><Relationship Type="http://schemas.openxmlformats.org/officeDocument/2006/relationships/notesSlide" Target="/ppt/notesSlides/notesSlide4.xml" Id="Rc80fa515417143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670b3169034a97" /><Relationship Type="http://schemas.openxmlformats.org/officeDocument/2006/relationships/image" Target="/ppt/media/image19.png" Id="R1d5dc939b8ac4da3" /><Relationship Type="http://schemas.openxmlformats.org/officeDocument/2006/relationships/image" Target="/ppt/media/image19.svg" Id="R3a777d83b45b49e0" /><Relationship Type="http://schemas.openxmlformats.org/officeDocument/2006/relationships/image" Target="/ppt/media/image20.png" Id="R591e95ebbe0a4a5c" /><Relationship Type="http://schemas.openxmlformats.org/officeDocument/2006/relationships/image" Target="/ppt/media/image20.svg" Id="R268d1afaab674dfc" /><Relationship Type="http://schemas.openxmlformats.org/officeDocument/2006/relationships/image" Target="/ppt/media/image21.png" Id="R93866b4ec3524d68" /><Relationship Type="http://schemas.openxmlformats.org/officeDocument/2006/relationships/image" Target="/ppt/media/image21.svg" Id="R8a6744807ede415f" /><Relationship Type="http://schemas.openxmlformats.org/officeDocument/2006/relationships/image" Target="/ppt/media/image22.png" Id="Raa5cce9ca542445d" /><Relationship Type="http://schemas.openxmlformats.org/officeDocument/2006/relationships/image" Target="/ppt/media/image22.svg" Id="R82552b44bd5b4b58" /><Relationship Type="http://schemas.openxmlformats.org/officeDocument/2006/relationships/image" Target="/ppt/media/image23.png" Id="R95624b17cedd405c" /><Relationship Type="http://schemas.openxmlformats.org/officeDocument/2006/relationships/image" Target="/ppt/media/image23.svg" Id="Rd03f10ac718b42ee" /><Relationship Type="http://schemas.openxmlformats.org/officeDocument/2006/relationships/image" Target="/ppt/media/image24.png" Id="Rb95f02569bf04ab4" /><Relationship Type="http://schemas.openxmlformats.org/officeDocument/2006/relationships/image" Target="/ppt/media/image24.svg" Id="Rcf9e6ff4103245e8" /><Relationship Type="http://schemas.openxmlformats.org/officeDocument/2006/relationships/image" Target="/ppt/media/image25.png" Id="R1f2fd54f57cd430d" /><Relationship Type="http://schemas.openxmlformats.org/officeDocument/2006/relationships/image" Target="/ppt/media/image25.svg" Id="Rb808fdad56074577" /><Relationship Type="http://schemas.openxmlformats.org/officeDocument/2006/relationships/notesSlide" Target="/ppt/notesSlides/notesSlide5.xml" Id="Rbb8df3e2d82344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542bc3aee42d5" /><Relationship Type="http://schemas.openxmlformats.org/officeDocument/2006/relationships/image" Target="/ppt/media/image26.png" Id="R996131e038a94b5a" /><Relationship Type="http://schemas.openxmlformats.org/officeDocument/2006/relationships/image" Target="/ppt/media/image26.svg" Id="Rd804ce1333d9401c" /><Relationship Type="http://schemas.openxmlformats.org/officeDocument/2006/relationships/image" Target="/ppt/media/image27.png" Id="R2c8954fe789d4ef4" /><Relationship Type="http://schemas.openxmlformats.org/officeDocument/2006/relationships/image" Target="/ppt/media/image27.svg" Id="R459b771146c54a59" /><Relationship Type="http://schemas.openxmlformats.org/officeDocument/2006/relationships/image" Target="/ppt/media/image28.png" Id="Rac6153eea9a047fa" /><Relationship Type="http://schemas.openxmlformats.org/officeDocument/2006/relationships/image" Target="/ppt/media/image28.svg" Id="R43bc05b10c3248d5" /><Relationship Type="http://schemas.openxmlformats.org/officeDocument/2006/relationships/image" Target="/ppt/media/image29.png" Id="Rba9d989aa04542b8" /><Relationship Type="http://schemas.openxmlformats.org/officeDocument/2006/relationships/image" Target="/ppt/media/image29.svg" Id="R4c82531431584dff" /><Relationship Type="http://schemas.openxmlformats.org/officeDocument/2006/relationships/image" Target="/ppt/media/image30.png" Id="R0768b0e1cefd4058" /><Relationship Type="http://schemas.openxmlformats.org/officeDocument/2006/relationships/image" Target="/ppt/media/image30.svg" Id="R3d49174e80394bb1" /><Relationship Type="http://schemas.openxmlformats.org/officeDocument/2006/relationships/image" Target="/ppt/media/image31.png" Id="R1fc1b812f09c4471" /><Relationship Type="http://schemas.openxmlformats.org/officeDocument/2006/relationships/image" Target="/ppt/media/image31.svg" Id="R18a0b42e9ab446c1" /><Relationship Type="http://schemas.openxmlformats.org/officeDocument/2006/relationships/image" Target="/ppt/media/image32.png" Id="Raac995ab3c0d4867" /><Relationship Type="http://schemas.openxmlformats.org/officeDocument/2006/relationships/image" Target="/ppt/media/image32.svg" Id="Rf6a037498cad4f92" /><Relationship Type="http://schemas.openxmlformats.org/officeDocument/2006/relationships/image" Target="/ppt/media/image33.png" Id="Rac3a4dcc907342c0" /><Relationship Type="http://schemas.openxmlformats.org/officeDocument/2006/relationships/image" Target="/ppt/media/image33.svg" Id="Rd25c7dc9e0164f17" /><Relationship Type="http://schemas.openxmlformats.org/officeDocument/2006/relationships/notesSlide" Target="/ppt/notesSlides/notesSlide6.xml" Id="Rcc9fe5c53ef54c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hub-orbit-dot-0-0">
            <a:extLst xmlns:a="http://schemas.openxmlformats.org/drawingml/2006/main">
              <a:ext uri="{FF2B5EF4-FFF2-40B4-BE49-F238E27FC236}">
                <a16:creationId xmlns:a16="http://schemas.microsoft.com/office/drawing/2014/main" id="{48B068ED-4512-4B16-920C-BCA06401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9488" y="43221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ub-orbit-dot-0-1">
            <a:extLst xmlns:a="http://schemas.openxmlformats.org/drawingml/2006/main">
              <a:ext uri="{FF2B5EF4-FFF2-40B4-BE49-F238E27FC236}">
                <a16:creationId xmlns:a16="http://schemas.microsoft.com/office/drawing/2014/main" id="{F776A166-EC2C-4A49-97BF-7B27EBC0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59718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ub-orbit-dot-0-2">
            <a:extLst xmlns:a="http://schemas.openxmlformats.org/drawingml/2006/main">
              <a:ext uri="{FF2B5EF4-FFF2-40B4-BE49-F238E27FC236}">
                <a16:creationId xmlns:a16="http://schemas.microsoft.com/office/drawing/2014/main" id="{C5F91610-F614-472C-8FB0-5572D882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4859665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hub-orbit-dot-0-3">
            <a:extLst xmlns:a="http://schemas.openxmlformats.org/drawingml/2006/main">
              <a:ext uri="{FF2B5EF4-FFF2-40B4-BE49-F238E27FC236}">
                <a16:creationId xmlns:a16="http://schemas.microsoft.com/office/drawing/2014/main" id="{57C8365A-C926-4485-BF97-A425A76E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509637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ub-orbit-dot-0-4">
            <a:extLst xmlns:a="http://schemas.openxmlformats.org/drawingml/2006/main">
              <a:ext uri="{FF2B5EF4-FFF2-40B4-BE49-F238E27FC236}">
                <a16:creationId xmlns:a16="http://schemas.microsoft.com/office/drawing/2014/main" id="{AD4725D0-86B0-4C7C-8D24-8D031EA2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529547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ub-orbit-dot-0-5">
            <a:extLst xmlns:a="http://schemas.openxmlformats.org/drawingml/2006/main">
              <a:ext uri="{FF2B5EF4-FFF2-40B4-BE49-F238E27FC236}">
                <a16:creationId xmlns:a16="http://schemas.microsoft.com/office/drawing/2014/main" id="{4566C2E3-AF3C-4070-A94F-48B489AF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5446938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ub-orbit-dot-0-6">
            <a:extLst xmlns:a="http://schemas.openxmlformats.org/drawingml/2006/main">
              <a:ext uri="{FF2B5EF4-FFF2-40B4-BE49-F238E27FC236}">
                <a16:creationId xmlns:a16="http://schemas.microsoft.com/office/drawing/2014/main" id="{1804AB78-FB33-476F-B9AC-F2966969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554319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ub-orbit-dot-0-7">
            <a:extLst xmlns:a="http://schemas.openxmlformats.org/drawingml/2006/main">
              <a:ext uri="{FF2B5EF4-FFF2-40B4-BE49-F238E27FC236}">
                <a16:creationId xmlns:a16="http://schemas.microsoft.com/office/drawing/2014/main" id="{AFBECBC1-B441-4732-8C38-D2C8720E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55794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ub-orbit-dot-0-8">
            <a:extLst xmlns:a="http://schemas.openxmlformats.org/drawingml/2006/main">
              <a:ext uri="{FF2B5EF4-FFF2-40B4-BE49-F238E27FC236}">
                <a16:creationId xmlns:a16="http://schemas.microsoft.com/office/drawing/2014/main" id="{67A76F6E-9C26-4587-96A6-513D69F0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554319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ub-orbit-dot-0-9">
            <a:extLst xmlns:a="http://schemas.openxmlformats.org/drawingml/2006/main">
              <a:ext uri="{FF2B5EF4-FFF2-40B4-BE49-F238E27FC236}">
                <a16:creationId xmlns:a16="http://schemas.microsoft.com/office/drawing/2014/main" id="{273706BA-A184-42DB-A081-7FAC894E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5446938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hub-orbit-dot-0-10">
            <a:extLst xmlns:a="http://schemas.openxmlformats.org/drawingml/2006/main">
              <a:ext uri="{FF2B5EF4-FFF2-40B4-BE49-F238E27FC236}">
                <a16:creationId xmlns:a16="http://schemas.microsoft.com/office/drawing/2014/main" id="{B119D420-FD25-45E5-8485-7B044F156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529547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ub-orbit-dot-0-11">
            <a:extLst xmlns:a="http://schemas.openxmlformats.org/drawingml/2006/main">
              <a:ext uri="{FF2B5EF4-FFF2-40B4-BE49-F238E27FC236}">
                <a16:creationId xmlns:a16="http://schemas.microsoft.com/office/drawing/2014/main" id="{2F7A28F4-BF56-4939-BC76-05BC538C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509637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ub-orbit-dot-0-12">
            <a:extLst xmlns:a="http://schemas.openxmlformats.org/drawingml/2006/main">
              <a:ext uri="{FF2B5EF4-FFF2-40B4-BE49-F238E27FC236}">
                <a16:creationId xmlns:a16="http://schemas.microsoft.com/office/drawing/2014/main" id="{E0173623-E003-403D-8C09-999ACF7A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4859665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ub-orbit-dot-0-13">
            <a:extLst xmlns:a="http://schemas.openxmlformats.org/drawingml/2006/main">
              <a:ext uri="{FF2B5EF4-FFF2-40B4-BE49-F238E27FC236}">
                <a16:creationId xmlns:a16="http://schemas.microsoft.com/office/drawing/2014/main" id="{9CB59A5C-9560-4CB3-9CFC-7F7552F5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59718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hub-orbit-dot-0-14">
            <a:extLst xmlns:a="http://schemas.openxmlformats.org/drawingml/2006/main">
              <a:ext uri="{FF2B5EF4-FFF2-40B4-BE49-F238E27FC236}">
                <a16:creationId xmlns:a16="http://schemas.microsoft.com/office/drawing/2014/main" id="{C3EAD1C6-D561-41E1-A5CB-4C8800B0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4888" y="43221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b-orbit-dot-0-15">
            <a:extLst xmlns:a="http://schemas.openxmlformats.org/drawingml/2006/main">
              <a:ext uri="{FF2B5EF4-FFF2-40B4-BE49-F238E27FC236}">
                <a16:creationId xmlns:a16="http://schemas.microsoft.com/office/drawing/2014/main" id="{D7019669-12E3-4C8E-A7BB-7993CB8F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03764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ub-orbit-dot-0-16">
            <a:extLst xmlns:a="http://schemas.openxmlformats.org/drawingml/2006/main">
              <a:ext uri="{FF2B5EF4-FFF2-40B4-BE49-F238E27FC236}">
                <a16:creationId xmlns:a16="http://schemas.microsoft.com/office/drawing/2014/main" id="{8736123E-5098-4B61-875E-47883EB4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3768623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hub-orbit-dot-0-17">
            <a:extLst xmlns:a="http://schemas.openxmlformats.org/drawingml/2006/main">
              <a:ext uri="{FF2B5EF4-FFF2-40B4-BE49-F238E27FC236}">
                <a16:creationId xmlns:a16="http://schemas.microsoft.com/office/drawing/2014/main" id="{15DE3185-F40A-4AC0-86CB-4CD59CC0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3528555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hub-orbit-dot-0-18">
            <a:extLst xmlns:a="http://schemas.openxmlformats.org/drawingml/2006/main">
              <a:ext uri="{FF2B5EF4-FFF2-40B4-BE49-F238E27FC236}">
                <a16:creationId xmlns:a16="http://schemas.microsoft.com/office/drawing/2014/main" id="{D703A753-550F-4EA7-A5CA-EBBCDAEE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3329464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hub-orbit-dot-0-19">
            <a:extLst xmlns:a="http://schemas.openxmlformats.org/drawingml/2006/main">
              <a:ext uri="{FF2B5EF4-FFF2-40B4-BE49-F238E27FC236}">
                <a16:creationId xmlns:a16="http://schemas.microsoft.com/office/drawing/2014/main" id="{FE1379FB-700A-4DC6-80DC-C877F163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3181350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ub-orbit-dot-0-20">
            <a:extLst xmlns:a="http://schemas.openxmlformats.org/drawingml/2006/main">
              <a:ext uri="{FF2B5EF4-FFF2-40B4-BE49-F238E27FC236}">
                <a16:creationId xmlns:a16="http://schemas.microsoft.com/office/drawing/2014/main" id="{F897C35C-0591-4B12-B343-144048F8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309163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b-orbit-dot-0-21">
            <a:extLst xmlns:a="http://schemas.openxmlformats.org/drawingml/2006/main">
              <a:ext uri="{FF2B5EF4-FFF2-40B4-BE49-F238E27FC236}">
                <a16:creationId xmlns:a16="http://schemas.microsoft.com/office/drawing/2014/main" id="{4461C428-EE82-40F4-87D1-BAE6ADF9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30648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hub-orbit-dot-0-22">
            <a:extLst xmlns:a="http://schemas.openxmlformats.org/drawingml/2006/main">
              <a:ext uri="{FF2B5EF4-FFF2-40B4-BE49-F238E27FC236}">
                <a16:creationId xmlns:a16="http://schemas.microsoft.com/office/drawing/2014/main" id="{7569E68C-39B8-4AB9-9E25-A940D08F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309163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hub-orbit-dot-0-23">
            <a:extLst xmlns:a="http://schemas.openxmlformats.org/drawingml/2006/main">
              <a:ext uri="{FF2B5EF4-FFF2-40B4-BE49-F238E27FC236}">
                <a16:creationId xmlns:a16="http://schemas.microsoft.com/office/drawing/2014/main" id="{E1DD2A0A-962B-43A5-8AE1-C3761754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3181350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hub-orbit-dot-0-24">
            <a:extLst xmlns:a="http://schemas.openxmlformats.org/drawingml/2006/main">
              <a:ext uri="{FF2B5EF4-FFF2-40B4-BE49-F238E27FC236}">
                <a16:creationId xmlns:a16="http://schemas.microsoft.com/office/drawing/2014/main" id="{A940282C-B4D5-4B7E-9FC1-8FFC113B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3329464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hub-orbit-dot-0-25">
            <a:extLst xmlns:a="http://schemas.openxmlformats.org/drawingml/2006/main">
              <a:ext uri="{FF2B5EF4-FFF2-40B4-BE49-F238E27FC236}">
                <a16:creationId xmlns:a16="http://schemas.microsoft.com/office/drawing/2014/main" id="{3A3B2686-E82F-4A8D-94D3-F062C6B8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3528555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hub-orbit-dot-0-26">
            <a:extLst xmlns:a="http://schemas.openxmlformats.org/drawingml/2006/main">
              <a:ext uri="{FF2B5EF4-FFF2-40B4-BE49-F238E27FC236}">
                <a16:creationId xmlns:a16="http://schemas.microsoft.com/office/drawing/2014/main" id="{3F6EB2BA-FDE8-46A8-8769-5026BFA3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3768623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hub-orbit-dot-0-27">
            <a:extLst xmlns:a="http://schemas.openxmlformats.org/drawingml/2006/main">
              <a:ext uri="{FF2B5EF4-FFF2-40B4-BE49-F238E27FC236}">
                <a16:creationId xmlns:a16="http://schemas.microsoft.com/office/drawing/2014/main" id="{FB005E2A-0C71-4B99-939D-0051ED85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03764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hub-orbit-dot-1-0">
            <a:extLst xmlns:a="http://schemas.openxmlformats.org/drawingml/2006/main">
              <a:ext uri="{FF2B5EF4-FFF2-40B4-BE49-F238E27FC236}">
                <a16:creationId xmlns:a16="http://schemas.microsoft.com/office/drawing/2014/main" id="{56A39E57-A9AB-45AE-B5AE-EC6E8ECE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5700" y="432688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hub-orbit-dot-1-1">
            <a:extLst xmlns:a="http://schemas.openxmlformats.org/drawingml/2006/main">
              <a:ext uri="{FF2B5EF4-FFF2-40B4-BE49-F238E27FC236}">
                <a16:creationId xmlns:a16="http://schemas.microsoft.com/office/drawing/2014/main" id="{8293FB47-B719-4F1E-A84C-630BFC82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57196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hub-orbit-dot-1-2">
            <a:extLst xmlns:a="http://schemas.openxmlformats.org/drawingml/2006/main">
              <a:ext uri="{FF2B5EF4-FFF2-40B4-BE49-F238E27FC236}">
                <a16:creationId xmlns:a16="http://schemas.microsoft.com/office/drawing/2014/main" id="{F08467A0-EF7A-423C-AD6D-60E57C12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4810173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hub-orbit-dot-1-3">
            <a:extLst xmlns:a="http://schemas.openxmlformats.org/drawingml/2006/main">
              <a:ext uri="{FF2B5EF4-FFF2-40B4-BE49-F238E27FC236}">
                <a16:creationId xmlns:a16="http://schemas.microsoft.com/office/drawing/2014/main" id="{4C795162-5E4F-4A42-AA3D-CBC5221D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503428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hub-orbit-dot-1-4">
            <a:extLst xmlns:a="http://schemas.openxmlformats.org/drawingml/2006/main">
              <a:ext uri="{FF2B5EF4-FFF2-40B4-BE49-F238E27FC236}">
                <a16:creationId xmlns:a16="http://schemas.microsoft.com/office/drawing/2014/main" id="{AEC707CB-D7B2-41A1-BA1D-2FBC7E0B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5237474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ub-orbit-dot-1-5">
            <a:extLst xmlns:a="http://schemas.openxmlformats.org/drawingml/2006/main">
              <a:ext uri="{FF2B5EF4-FFF2-40B4-BE49-F238E27FC236}">
                <a16:creationId xmlns:a16="http://schemas.microsoft.com/office/drawing/2014/main" id="{EF377D17-23B8-473E-9B04-FEFC9C99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541358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ub-orbit-dot-1-6">
            <a:extLst xmlns:a="http://schemas.openxmlformats.org/drawingml/2006/main">
              <a:ext uri="{FF2B5EF4-FFF2-40B4-BE49-F238E27FC236}">
                <a16:creationId xmlns:a16="http://schemas.microsoft.com/office/drawing/2014/main" id="{1E123363-9375-4E93-A910-7CE2782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5557237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ub-orbit-dot-1-7">
            <a:extLst xmlns:a="http://schemas.openxmlformats.org/drawingml/2006/main">
              <a:ext uri="{FF2B5EF4-FFF2-40B4-BE49-F238E27FC236}">
                <a16:creationId xmlns:a16="http://schemas.microsoft.com/office/drawing/2014/main" id="{DF6C6A1C-6742-4276-B990-223C510C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5664098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ub-orbit-dot-1-8">
            <a:extLst xmlns:a="http://schemas.openxmlformats.org/drawingml/2006/main">
              <a:ext uri="{FF2B5EF4-FFF2-40B4-BE49-F238E27FC236}">
                <a16:creationId xmlns:a16="http://schemas.microsoft.com/office/drawing/2014/main" id="{871B2CE2-0695-489A-9312-B52C8FB5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573090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ub-orbit-dot-1-9">
            <a:extLst xmlns:a="http://schemas.openxmlformats.org/drawingml/2006/main">
              <a:ext uri="{FF2B5EF4-FFF2-40B4-BE49-F238E27FC236}">
                <a16:creationId xmlns:a16="http://schemas.microsoft.com/office/drawing/2014/main" id="{0F080EB7-0EA5-40F5-A95B-12294E27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575563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ub-orbit-dot-1-10">
            <a:extLst xmlns:a="http://schemas.openxmlformats.org/drawingml/2006/main">
              <a:ext uri="{FF2B5EF4-FFF2-40B4-BE49-F238E27FC236}">
                <a16:creationId xmlns:a16="http://schemas.microsoft.com/office/drawing/2014/main" id="{77F5AD34-D66D-402E-AECA-185FD5C6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573090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ub-orbit-dot-1-11">
            <a:extLst xmlns:a="http://schemas.openxmlformats.org/drawingml/2006/main">
              <a:ext uri="{FF2B5EF4-FFF2-40B4-BE49-F238E27FC236}">
                <a16:creationId xmlns:a16="http://schemas.microsoft.com/office/drawing/2014/main" id="{05BF5DEF-0E7C-4518-A7AC-723E7D67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5664098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ub-orbit-dot-1-12">
            <a:extLst xmlns:a="http://schemas.openxmlformats.org/drawingml/2006/main">
              <a:ext uri="{FF2B5EF4-FFF2-40B4-BE49-F238E27FC236}">
                <a16:creationId xmlns:a16="http://schemas.microsoft.com/office/drawing/2014/main" id="{9FA9326D-8099-481E-8E5F-6ED48C8E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5557237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ub-orbit-dot-1-13">
            <a:extLst xmlns:a="http://schemas.openxmlformats.org/drawingml/2006/main">
              <a:ext uri="{FF2B5EF4-FFF2-40B4-BE49-F238E27FC236}">
                <a16:creationId xmlns:a16="http://schemas.microsoft.com/office/drawing/2014/main" id="{0D4A0F90-F274-444D-B7B6-EEEDA82F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541358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ub-orbit-dot-1-14">
            <a:extLst xmlns:a="http://schemas.openxmlformats.org/drawingml/2006/main">
              <a:ext uri="{FF2B5EF4-FFF2-40B4-BE49-F238E27FC236}">
                <a16:creationId xmlns:a16="http://schemas.microsoft.com/office/drawing/2014/main" id="{8A11341A-6602-4759-97A3-ECBAA6FB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5237474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ub-orbit-dot-1-15">
            <a:extLst xmlns:a="http://schemas.openxmlformats.org/drawingml/2006/main">
              <a:ext uri="{FF2B5EF4-FFF2-40B4-BE49-F238E27FC236}">
                <a16:creationId xmlns:a16="http://schemas.microsoft.com/office/drawing/2014/main" id="{8C358142-EF18-42A5-B606-A547B34E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503428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ub-orbit-dot-1-16">
            <a:extLst xmlns:a="http://schemas.openxmlformats.org/drawingml/2006/main">
              <a:ext uri="{FF2B5EF4-FFF2-40B4-BE49-F238E27FC236}">
                <a16:creationId xmlns:a16="http://schemas.microsoft.com/office/drawing/2014/main" id="{69A99A47-F0EA-43E5-ACEE-A1DC0779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4810173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ub-orbit-dot-1-17">
            <a:extLst xmlns:a="http://schemas.openxmlformats.org/drawingml/2006/main">
              <a:ext uri="{FF2B5EF4-FFF2-40B4-BE49-F238E27FC236}">
                <a16:creationId xmlns:a16="http://schemas.microsoft.com/office/drawing/2014/main" id="{A0CF0855-F942-449D-8891-401625C9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57196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ub-orbit-dot-1-18">
            <a:extLst xmlns:a="http://schemas.openxmlformats.org/drawingml/2006/main">
              <a:ext uri="{FF2B5EF4-FFF2-40B4-BE49-F238E27FC236}">
                <a16:creationId xmlns:a16="http://schemas.microsoft.com/office/drawing/2014/main" id="{67695543-A10B-489E-B3DF-729B7975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432688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ub-orbit-dot-1-19">
            <a:extLst xmlns:a="http://schemas.openxmlformats.org/drawingml/2006/main">
              <a:ext uri="{FF2B5EF4-FFF2-40B4-BE49-F238E27FC236}">
                <a16:creationId xmlns:a16="http://schemas.microsoft.com/office/drawing/2014/main" id="{183DD8EC-AEFF-4729-A2F2-9E57A4D4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07575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ub-orbit-dot-1-20">
            <a:extLst xmlns:a="http://schemas.openxmlformats.org/drawingml/2006/main">
              <a:ext uri="{FF2B5EF4-FFF2-40B4-BE49-F238E27FC236}">
                <a16:creationId xmlns:a16="http://schemas.microsoft.com/office/drawing/2014/main" id="{0BEC631F-C88A-4C4A-AF08-258CCC28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3832850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ub-orbit-dot-1-21">
            <a:extLst xmlns:a="http://schemas.openxmlformats.org/drawingml/2006/main">
              <a:ext uri="{FF2B5EF4-FFF2-40B4-BE49-F238E27FC236}">
                <a16:creationId xmlns:a16="http://schemas.microsoft.com/office/drawing/2014/main" id="{EEF3CBB7-A6AE-4AE3-80AA-570AE018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360553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ub-orbit-dot-1-22">
            <a:extLst xmlns:a="http://schemas.openxmlformats.org/drawingml/2006/main">
              <a:ext uri="{FF2B5EF4-FFF2-40B4-BE49-F238E27FC236}">
                <a16:creationId xmlns:a16="http://schemas.microsoft.com/office/drawing/2014/main" id="{EB1DD7ED-1325-4307-9FDD-9B6AD8FE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340071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ub-orbit-dot-1-23">
            <a:extLst xmlns:a="http://schemas.openxmlformats.org/drawingml/2006/main">
              <a:ext uri="{FF2B5EF4-FFF2-40B4-BE49-F238E27FC236}">
                <a16:creationId xmlns:a16="http://schemas.microsoft.com/office/drawing/2014/main" id="{16FC91BA-ED56-4595-AF44-27CA9CCA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3224603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ub-orbit-dot-1-24">
            <a:extLst xmlns:a="http://schemas.openxmlformats.org/drawingml/2006/main">
              <a:ext uri="{FF2B5EF4-FFF2-40B4-BE49-F238E27FC236}">
                <a16:creationId xmlns:a16="http://schemas.microsoft.com/office/drawing/2014/main" id="{37D64A84-3480-4062-BC3F-137221A3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308257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ub-orbit-dot-1-25">
            <a:extLst xmlns:a="http://schemas.openxmlformats.org/drawingml/2006/main">
              <a:ext uri="{FF2B5EF4-FFF2-40B4-BE49-F238E27FC236}">
                <a16:creationId xmlns:a16="http://schemas.microsoft.com/office/drawing/2014/main" id="{D2C12EC4-2C4E-4B9E-9222-370E25FD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297892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ub-orbit-dot-1-26">
            <a:extLst xmlns:a="http://schemas.openxmlformats.org/drawingml/2006/main">
              <a:ext uri="{FF2B5EF4-FFF2-40B4-BE49-F238E27FC236}">
                <a16:creationId xmlns:a16="http://schemas.microsoft.com/office/drawing/2014/main" id="{B8505C1E-BB7A-4B82-8D47-FCC7F235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291682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ub-orbit-dot-1-27">
            <a:extLst xmlns:a="http://schemas.openxmlformats.org/drawingml/2006/main">
              <a:ext uri="{FF2B5EF4-FFF2-40B4-BE49-F238E27FC236}">
                <a16:creationId xmlns:a16="http://schemas.microsoft.com/office/drawing/2014/main" id="{D9C0F16C-2E71-41D4-A5D9-64BF4009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89813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ub-orbit-dot-1-28">
            <a:extLst xmlns:a="http://schemas.openxmlformats.org/drawingml/2006/main">
              <a:ext uri="{FF2B5EF4-FFF2-40B4-BE49-F238E27FC236}">
                <a16:creationId xmlns:a16="http://schemas.microsoft.com/office/drawing/2014/main" id="{BE853BD0-E6E4-4181-B420-DFC69F33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291682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ub-orbit-dot-1-29">
            <a:extLst xmlns:a="http://schemas.openxmlformats.org/drawingml/2006/main">
              <a:ext uri="{FF2B5EF4-FFF2-40B4-BE49-F238E27FC236}">
                <a16:creationId xmlns:a16="http://schemas.microsoft.com/office/drawing/2014/main" id="{0C0DDF12-B778-4ABF-A7FC-9291C3C1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297892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ub-orbit-dot-1-30">
            <a:extLst xmlns:a="http://schemas.openxmlformats.org/drawingml/2006/main">
              <a:ext uri="{FF2B5EF4-FFF2-40B4-BE49-F238E27FC236}">
                <a16:creationId xmlns:a16="http://schemas.microsoft.com/office/drawing/2014/main" id="{1E4D38E8-A117-4289-8355-565C4BB2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308257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ub-orbit-dot-1-31">
            <a:extLst xmlns:a="http://schemas.openxmlformats.org/drawingml/2006/main">
              <a:ext uri="{FF2B5EF4-FFF2-40B4-BE49-F238E27FC236}">
                <a16:creationId xmlns:a16="http://schemas.microsoft.com/office/drawing/2014/main" id="{42AF0444-7378-4127-A0FF-1F24AD5C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3224603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ub-orbit-dot-1-32">
            <a:extLst xmlns:a="http://schemas.openxmlformats.org/drawingml/2006/main">
              <a:ext uri="{FF2B5EF4-FFF2-40B4-BE49-F238E27FC236}">
                <a16:creationId xmlns:a16="http://schemas.microsoft.com/office/drawing/2014/main" id="{602E4127-0943-4782-86BA-0A1F9C08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340071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ub-orbit-dot-1-33">
            <a:extLst xmlns:a="http://schemas.openxmlformats.org/drawingml/2006/main">
              <a:ext uri="{FF2B5EF4-FFF2-40B4-BE49-F238E27FC236}">
                <a16:creationId xmlns:a16="http://schemas.microsoft.com/office/drawing/2014/main" id="{F3036DFA-F0B4-48E5-B0AA-5C17AD0D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360553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ub-orbit-dot-1-34">
            <a:extLst xmlns:a="http://schemas.openxmlformats.org/drawingml/2006/main">
              <a:ext uri="{FF2B5EF4-FFF2-40B4-BE49-F238E27FC236}">
                <a16:creationId xmlns:a16="http://schemas.microsoft.com/office/drawing/2014/main" id="{924CD9F3-462E-4BCA-9C2E-97807C0D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3832850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ub-orbit-dot-1-35">
            <a:extLst xmlns:a="http://schemas.openxmlformats.org/drawingml/2006/main">
              <a:ext uri="{FF2B5EF4-FFF2-40B4-BE49-F238E27FC236}">
                <a16:creationId xmlns:a16="http://schemas.microsoft.com/office/drawing/2014/main" id="{10EBCF62-4918-447D-B250-3906BD4C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07575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ub-orbit-dot-2-0">
            <a:extLst xmlns:a="http://schemas.openxmlformats.org/drawingml/2006/main">
              <a:ext uri="{FF2B5EF4-FFF2-40B4-BE49-F238E27FC236}">
                <a16:creationId xmlns:a16="http://schemas.microsoft.com/office/drawing/2014/main" id="{72003DEE-5F12-4B4D-AD9D-1B8DCD8B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1913" y="43316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hub-orbit-dot-2-1">
            <a:extLst xmlns:a="http://schemas.openxmlformats.org/drawingml/2006/main">
              <a:ext uri="{FF2B5EF4-FFF2-40B4-BE49-F238E27FC236}">
                <a16:creationId xmlns:a16="http://schemas.microsoft.com/office/drawing/2014/main" id="{9520C5C1-016D-4D22-B792-4C318D29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55749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hub-orbit-dot-2-2">
            <a:extLst xmlns:a="http://schemas.openxmlformats.org/drawingml/2006/main">
              <a:ext uri="{FF2B5EF4-FFF2-40B4-BE49-F238E27FC236}">
                <a16:creationId xmlns:a16="http://schemas.microsoft.com/office/drawing/2014/main" id="{AAD208A3-8D98-4CE9-96C9-3CAF7E04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4779035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hub-orbit-dot-2-3">
            <a:extLst xmlns:a="http://schemas.openxmlformats.org/drawingml/2006/main">
              <a:ext uri="{FF2B5EF4-FFF2-40B4-BE49-F238E27FC236}">
                <a16:creationId xmlns:a16="http://schemas.microsoft.com/office/drawing/2014/main" id="{0B2842BA-9CC9-4F53-851E-D5A5E11B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4991738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hub-orbit-dot-2-4">
            <a:extLst xmlns:a="http://schemas.openxmlformats.org/drawingml/2006/main">
              <a:ext uri="{FF2B5EF4-FFF2-40B4-BE49-F238E27FC236}">
                <a16:creationId xmlns:a16="http://schemas.microsoft.com/office/drawing/2014/main" id="{3A52D328-F13E-43E8-8210-8EBB112F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519131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hub-orbit-dot-2-5">
            <a:extLst xmlns:a="http://schemas.openxmlformats.org/drawingml/2006/main">
              <a:ext uri="{FF2B5EF4-FFF2-40B4-BE49-F238E27FC236}">
                <a16:creationId xmlns:a16="http://schemas.microsoft.com/office/drawing/2014/main" id="{3207800D-77A5-449B-8A82-EF2DE79F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5373681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hub-orbit-dot-2-6">
            <a:extLst xmlns:a="http://schemas.openxmlformats.org/drawingml/2006/main">
              <a:ext uri="{FF2B5EF4-FFF2-40B4-BE49-F238E27FC236}">
                <a16:creationId xmlns:a16="http://schemas.microsoft.com/office/drawing/2014/main" id="{4C40EE0A-8E2E-4133-9318-01264817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5535130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hub-orbit-dot-2-7">
            <a:extLst xmlns:a="http://schemas.openxmlformats.org/drawingml/2006/main">
              <a:ext uri="{FF2B5EF4-FFF2-40B4-BE49-F238E27FC236}">
                <a16:creationId xmlns:a16="http://schemas.microsoft.com/office/drawing/2014/main" id="{8B22D81F-4483-4749-8AC2-61DC3D97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567236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ub-orbit-dot-2-8">
            <a:extLst xmlns:a="http://schemas.openxmlformats.org/drawingml/2006/main">
              <a:ext uri="{FF2B5EF4-FFF2-40B4-BE49-F238E27FC236}">
                <a16:creationId xmlns:a16="http://schemas.microsoft.com/office/drawing/2014/main" id="{7979C93A-B4C1-43FE-A9C5-D3B0B90C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5782599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hub-orbit-dot-2-9">
            <a:extLst xmlns:a="http://schemas.openxmlformats.org/drawingml/2006/main">
              <a:ext uri="{FF2B5EF4-FFF2-40B4-BE49-F238E27FC236}">
                <a16:creationId xmlns:a16="http://schemas.microsoft.com/office/drawing/2014/main" id="{46DAD987-31DA-4534-9C90-54BC5E9E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586357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hub-orbit-dot-2-10">
            <a:extLst xmlns:a="http://schemas.openxmlformats.org/drawingml/2006/main">
              <a:ext uri="{FF2B5EF4-FFF2-40B4-BE49-F238E27FC236}">
                <a16:creationId xmlns:a16="http://schemas.microsoft.com/office/drawing/2014/main" id="{CE639B11-C5E2-42B1-A0D3-9368E937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591366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hub-orbit-dot-2-11">
            <a:extLst xmlns:a="http://schemas.openxmlformats.org/drawingml/2006/main">
              <a:ext uri="{FF2B5EF4-FFF2-40B4-BE49-F238E27FC236}">
                <a16:creationId xmlns:a16="http://schemas.microsoft.com/office/drawing/2014/main" id="{D177D59B-8249-457B-A694-E26DBCEA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59318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hub-orbit-dot-2-12">
            <a:extLst xmlns:a="http://schemas.openxmlformats.org/drawingml/2006/main">
              <a:ext uri="{FF2B5EF4-FFF2-40B4-BE49-F238E27FC236}">
                <a16:creationId xmlns:a16="http://schemas.microsoft.com/office/drawing/2014/main" id="{17E47F7E-6DA4-4279-AD17-07ED97A3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591366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hub-orbit-dot-2-13">
            <a:extLst xmlns:a="http://schemas.openxmlformats.org/drawingml/2006/main">
              <a:ext uri="{FF2B5EF4-FFF2-40B4-BE49-F238E27FC236}">
                <a16:creationId xmlns:a16="http://schemas.microsoft.com/office/drawing/2014/main" id="{66BB822D-8D67-4FBF-9B78-C57913424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586357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hub-orbit-dot-2-14">
            <a:extLst xmlns:a="http://schemas.openxmlformats.org/drawingml/2006/main">
              <a:ext uri="{FF2B5EF4-FFF2-40B4-BE49-F238E27FC236}">
                <a16:creationId xmlns:a16="http://schemas.microsoft.com/office/drawing/2014/main" id="{54BC1F2C-59D1-406F-8CA4-52E4A67D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5782599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hub-orbit-dot-2-15">
            <a:extLst xmlns:a="http://schemas.openxmlformats.org/drawingml/2006/main">
              <a:ext uri="{FF2B5EF4-FFF2-40B4-BE49-F238E27FC236}">
                <a16:creationId xmlns:a16="http://schemas.microsoft.com/office/drawing/2014/main" id="{26BFD6AB-FAC3-4030-9CD9-708B91CA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567236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hub-orbit-dot-2-16">
            <a:extLst xmlns:a="http://schemas.openxmlformats.org/drawingml/2006/main">
              <a:ext uri="{FF2B5EF4-FFF2-40B4-BE49-F238E27FC236}">
                <a16:creationId xmlns:a16="http://schemas.microsoft.com/office/drawing/2014/main" id="{7AD39CED-BD09-40AE-AC87-5A30877B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5535130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hub-orbit-dot-2-17">
            <a:extLst xmlns:a="http://schemas.openxmlformats.org/drawingml/2006/main">
              <a:ext uri="{FF2B5EF4-FFF2-40B4-BE49-F238E27FC236}">
                <a16:creationId xmlns:a16="http://schemas.microsoft.com/office/drawing/2014/main" id="{C2F12634-CAD6-483D-9335-ABDF4F0AE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5373681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hub-orbit-dot-2-18">
            <a:extLst xmlns:a="http://schemas.openxmlformats.org/drawingml/2006/main">
              <a:ext uri="{FF2B5EF4-FFF2-40B4-BE49-F238E27FC236}">
                <a16:creationId xmlns:a16="http://schemas.microsoft.com/office/drawing/2014/main" id="{A3713024-9243-425C-A450-71DE18D6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519131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hub-orbit-dot-2-19">
            <a:extLst xmlns:a="http://schemas.openxmlformats.org/drawingml/2006/main">
              <a:ext uri="{FF2B5EF4-FFF2-40B4-BE49-F238E27FC236}">
                <a16:creationId xmlns:a16="http://schemas.microsoft.com/office/drawing/2014/main" id="{71A8D6CA-CEC1-4A2F-8E9D-19A50FCB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4991738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hub-orbit-dot-2-20">
            <a:extLst xmlns:a="http://schemas.openxmlformats.org/drawingml/2006/main">
              <a:ext uri="{FF2B5EF4-FFF2-40B4-BE49-F238E27FC236}">
                <a16:creationId xmlns:a16="http://schemas.microsoft.com/office/drawing/2014/main" id="{67C21BCB-70E9-42A3-A541-B76CF57B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4779035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hub-orbit-dot-2-21">
            <a:extLst xmlns:a="http://schemas.openxmlformats.org/drawingml/2006/main">
              <a:ext uri="{FF2B5EF4-FFF2-40B4-BE49-F238E27FC236}">
                <a16:creationId xmlns:a16="http://schemas.microsoft.com/office/drawing/2014/main" id="{59EF0F12-AD25-4572-B720-5DCA887C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55749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hub-orbit-dot-2-22">
            <a:extLst xmlns:a="http://schemas.openxmlformats.org/drawingml/2006/main">
              <a:ext uri="{FF2B5EF4-FFF2-40B4-BE49-F238E27FC236}">
                <a16:creationId xmlns:a16="http://schemas.microsoft.com/office/drawing/2014/main" id="{A809DFFD-F801-4376-9E30-862A818F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81513" y="43316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hub-orbit-dot-2-23">
            <a:extLst xmlns:a="http://schemas.openxmlformats.org/drawingml/2006/main">
              <a:ext uri="{FF2B5EF4-FFF2-40B4-BE49-F238E27FC236}">
                <a16:creationId xmlns:a16="http://schemas.microsoft.com/office/drawing/2014/main" id="{959A44C7-30E3-4973-A9C0-7F66FA96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102017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hub-orbit-dot-2-24">
            <a:extLst xmlns:a="http://schemas.openxmlformats.org/drawingml/2006/main">
              <a:ext uri="{FF2B5EF4-FFF2-40B4-BE49-F238E27FC236}">
                <a16:creationId xmlns:a16="http://schemas.microsoft.com/office/drawing/2014/main" id="{554E8E3D-6683-4E3E-BD8B-772BDA38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387736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hub-orbit-dot-2-25">
            <a:extLst xmlns:a="http://schemas.openxmlformats.org/drawingml/2006/main">
              <a:ext uri="{FF2B5EF4-FFF2-40B4-BE49-F238E27FC236}">
                <a16:creationId xmlns:a16="http://schemas.microsoft.com/office/drawing/2014/main" id="{103DFE4C-FC90-49A8-AD86-97240FD5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366226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hub-orbit-dot-2-26">
            <a:extLst xmlns:a="http://schemas.openxmlformats.org/drawingml/2006/main">
              <a:ext uri="{FF2B5EF4-FFF2-40B4-BE49-F238E27FC236}">
                <a16:creationId xmlns:a16="http://schemas.microsoft.com/office/drawing/2014/main" id="{95CF3DB3-F4ED-405E-BB9C-1205248F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346106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hub-orbit-dot-2-27">
            <a:extLst xmlns:a="http://schemas.openxmlformats.org/drawingml/2006/main">
              <a:ext uri="{FF2B5EF4-FFF2-40B4-BE49-F238E27FC236}">
                <a16:creationId xmlns:a16="http://schemas.microsoft.com/office/drawing/2014/main" id="{F1DD021A-5AD4-4F4E-8B22-A89F3F50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3277867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hub-orbit-dot-2-28">
            <a:extLst xmlns:a="http://schemas.openxmlformats.org/drawingml/2006/main">
              <a:ext uri="{FF2B5EF4-FFF2-40B4-BE49-F238E27FC236}">
                <a16:creationId xmlns:a16="http://schemas.microsoft.com/office/drawing/2014/main" id="{F79CF587-4AE9-4D82-8883-9513104F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311642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hub-orbit-dot-2-29">
            <a:extLst xmlns:a="http://schemas.openxmlformats.org/drawingml/2006/main">
              <a:ext uri="{FF2B5EF4-FFF2-40B4-BE49-F238E27FC236}">
                <a16:creationId xmlns:a16="http://schemas.microsoft.com/office/drawing/2014/main" id="{DCC1CFF8-78C4-4D6B-B280-33329E95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298001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hub-orbit-dot-2-30">
            <a:extLst xmlns:a="http://schemas.openxmlformats.org/drawingml/2006/main">
              <a:ext uri="{FF2B5EF4-FFF2-40B4-BE49-F238E27FC236}">
                <a16:creationId xmlns:a16="http://schemas.microsoft.com/office/drawing/2014/main" id="{01F9A84B-6DA0-44FE-968A-E297C686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287139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hub-orbit-dot-2-31">
            <a:extLst xmlns:a="http://schemas.openxmlformats.org/drawingml/2006/main">
              <a:ext uri="{FF2B5EF4-FFF2-40B4-BE49-F238E27FC236}">
                <a16:creationId xmlns:a16="http://schemas.microsoft.com/office/drawing/2014/main" id="{6015325C-649F-4D94-A44D-C5213F4C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2792816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hub-orbit-dot-2-32">
            <a:extLst xmlns:a="http://schemas.openxmlformats.org/drawingml/2006/main">
              <a:ext uri="{FF2B5EF4-FFF2-40B4-BE49-F238E27FC236}">
                <a16:creationId xmlns:a16="http://schemas.microsoft.com/office/drawing/2014/main" id="{57F5B299-E5D4-4128-AAA3-DE3C5BCD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2745838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hub-orbit-dot-2-33">
            <a:extLst xmlns:a="http://schemas.openxmlformats.org/drawingml/2006/main">
              <a:ext uri="{FF2B5EF4-FFF2-40B4-BE49-F238E27FC236}">
                <a16:creationId xmlns:a16="http://schemas.microsoft.com/office/drawing/2014/main" id="{0C73351F-FEBE-4533-BBBE-9B4AECC8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27314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hub-orbit-dot-2-34">
            <a:extLst xmlns:a="http://schemas.openxmlformats.org/drawingml/2006/main">
              <a:ext uri="{FF2B5EF4-FFF2-40B4-BE49-F238E27FC236}">
                <a16:creationId xmlns:a16="http://schemas.microsoft.com/office/drawing/2014/main" id="{DBA2FBCF-4A0A-4BFD-B66F-FD758EB4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2745838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hub-orbit-dot-2-35">
            <a:extLst xmlns:a="http://schemas.openxmlformats.org/drawingml/2006/main">
              <a:ext uri="{FF2B5EF4-FFF2-40B4-BE49-F238E27FC236}">
                <a16:creationId xmlns:a16="http://schemas.microsoft.com/office/drawing/2014/main" id="{631E0743-C212-44A0-A55F-9B9AC0A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2792816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hub-orbit-dot-2-36">
            <a:extLst xmlns:a="http://schemas.openxmlformats.org/drawingml/2006/main">
              <a:ext uri="{FF2B5EF4-FFF2-40B4-BE49-F238E27FC236}">
                <a16:creationId xmlns:a16="http://schemas.microsoft.com/office/drawing/2014/main" id="{25B66A3C-032F-48D8-B7B4-436F353C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287139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hub-orbit-dot-2-37">
            <a:extLst xmlns:a="http://schemas.openxmlformats.org/drawingml/2006/main">
              <a:ext uri="{FF2B5EF4-FFF2-40B4-BE49-F238E27FC236}">
                <a16:creationId xmlns:a16="http://schemas.microsoft.com/office/drawing/2014/main" id="{84A570D5-A5A2-4246-96F8-B6913547A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298001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hub-orbit-dot-2-38">
            <a:extLst xmlns:a="http://schemas.openxmlformats.org/drawingml/2006/main">
              <a:ext uri="{FF2B5EF4-FFF2-40B4-BE49-F238E27FC236}">
                <a16:creationId xmlns:a16="http://schemas.microsoft.com/office/drawing/2014/main" id="{7400B54A-F245-45A0-9457-506DF9E7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311642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hub-orbit-dot-2-39">
            <a:extLst xmlns:a="http://schemas.openxmlformats.org/drawingml/2006/main">
              <a:ext uri="{FF2B5EF4-FFF2-40B4-BE49-F238E27FC236}">
                <a16:creationId xmlns:a16="http://schemas.microsoft.com/office/drawing/2014/main" id="{FA7FFF7F-C99F-4B42-8F0F-A12555E1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3277867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hub-orbit-dot-2-40">
            <a:extLst xmlns:a="http://schemas.openxmlformats.org/drawingml/2006/main">
              <a:ext uri="{FF2B5EF4-FFF2-40B4-BE49-F238E27FC236}">
                <a16:creationId xmlns:a16="http://schemas.microsoft.com/office/drawing/2014/main" id="{4510D4BB-3972-4652-BE04-3F9B7153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346106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hub-orbit-dot-2-41">
            <a:extLst xmlns:a="http://schemas.openxmlformats.org/drawingml/2006/main">
              <a:ext uri="{FF2B5EF4-FFF2-40B4-BE49-F238E27FC236}">
                <a16:creationId xmlns:a16="http://schemas.microsoft.com/office/drawing/2014/main" id="{DF2AABF2-BEB4-4B4D-8069-C7A8C960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366226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hub-orbit-dot-2-42">
            <a:extLst xmlns:a="http://schemas.openxmlformats.org/drawingml/2006/main">
              <a:ext uri="{FF2B5EF4-FFF2-40B4-BE49-F238E27FC236}">
                <a16:creationId xmlns:a16="http://schemas.microsoft.com/office/drawing/2014/main" id="{2841EF8D-9BD2-4F64-A0D0-279FD60A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387736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hub-orbit-dot-2-43">
            <a:extLst xmlns:a="http://schemas.openxmlformats.org/drawingml/2006/main">
              <a:ext uri="{FF2B5EF4-FFF2-40B4-BE49-F238E27FC236}">
                <a16:creationId xmlns:a16="http://schemas.microsoft.com/office/drawing/2014/main" id="{B0FE14F7-130E-4F6B-8437-6ECE53F7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102017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hub-center-halo">
            <a:extLst xmlns:a="http://schemas.openxmlformats.org/drawingml/2006/main">
              <a:ext uri="{FF2B5EF4-FFF2-40B4-BE49-F238E27FC236}">
                <a16:creationId xmlns:a16="http://schemas.microsoft.com/office/drawing/2014/main" id="{E4B6021A-3454-4BD5-B4E1-FCB553F7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3031484"/>
            <a:ext cx="2628900" cy="2628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10" name="hub-center-ring">
            <a:extLst xmlns:a="http://schemas.openxmlformats.org/drawingml/2006/main">
              <a:ext uri="{FF2B5EF4-FFF2-40B4-BE49-F238E27FC236}">
                <a16:creationId xmlns:a16="http://schemas.microsoft.com/office/drawing/2014/main" id="{F0442325-6B24-4F89-837C-6AF8F819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3193409"/>
            <a:ext cx="2305050" cy="2305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1" name="hub-center-core">
            <a:extLst xmlns:a="http://schemas.openxmlformats.org/drawingml/2006/main">
              <a:ext uri="{FF2B5EF4-FFF2-40B4-BE49-F238E27FC236}">
                <a16:creationId xmlns:a16="http://schemas.microsoft.com/office/drawing/2014/main" id="{DF4B4E81-1064-4A17-90E3-E9CFC387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725" y="3288659"/>
            <a:ext cx="2114550" cy="2114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2" name="hub-center-title">
            <a:extLst xmlns:a="http://schemas.openxmlformats.org/drawingml/2006/main">
              <a:ext uri="{FF2B5EF4-FFF2-40B4-BE49-F238E27FC236}">
                <a16:creationId xmlns:a16="http://schemas.microsoft.com/office/drawing/2014/main" id="{C13CC203-E42F-47A6-8E31-76487ADE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874294"/>
            <a:ext cx="188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113" name="hub-center-body">
            <a:extLst xmlns:a="http://schemas.openxmlformats.org/drawingml/2006/main">
              <a:ext uri="{FF2B5EF4-FFF2-40B4-BE49-F238E27FC236}">
                <a16:creationId xmlns:a16="http://schemas.microsoft.com/office/drawing/2014/main" id="{92303264-4E6F-4164-A974-D1A05442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4264819"/>
            <a:ext cx="1885950" cy="552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统一目标 ·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协同资源</a:t>
            </a:r>
          </a:p>
        </p:txBody>
      </p:sp>
      <p:sp>
        <p:nvSpPr>
          <p:cNvPr id="114" name="hub-item-underlay-0">
            <a:extLst xmlns:a="http://schemas.openxmlformats.org/drawingml/2006/main">
              <a:ext uri="{FF2B5EF4-FFF2-40B4-BE49-F238E27FC236}">
                <a16:creationId xmlns:a16="http://schemas.microsoft.com/office/drawing/2014/main" id="{16D7E9BB-31DF-4130-8749-176C022F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666875"/>
            <a:ext cx="283845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hub-item-surface-0">
            <a:extLst xmlns:a="http://schemas.openxmlformats.org/drawingml/2006/main">
              <a:ext uri="{FF2B5EF4-FFF2-40B4-BE49-F238E27FC236}">
                <a16:creationId xmlns:a16="http://schemas.microsoft.com/office/drawing/2014/main" id="{3DD59562-70D5-487E-8466-4E02EBD1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619250"/>
            <a:ext cx="283845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6" name="hub-item-underlay-1">
            <a:extLst xmlns:a="http://schemas.openxmlformats.org/drawingml/2006/main">
              <a:ext uri="{FF2B5EF4-FFF2-40B4-BE49-F238E27FC236}">
                <a16:creationId xmlns:a16="http://schemas.microsoft.com/office/drawing/2014/main" id="{1A4EFB7D-A320-40C6-8563-E7931AD8E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0576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hub-item-surface-1">
            <a:extLst xmlns:a="http://schemas.openxmlformats.org/drawingml/2006/main">
              <a:ext uri="{FF2B5EF4-FFF2-40B4-BE49-F238E27FC236}">
                <a16:creationId xmlns:a16="http://schemas.microsoft.com/office/drawing/2014/main" id="{458D2DB0-09DF-4444-A275-1F93177D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0100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8" name="hub-item-underlay-2">
            <a:extLst xmlns:a="http://schemas.openxmlformats.org/drawingml/2006/main">
              <a:ext uri="{FF2B5EF4-FFF2-40B4-BE49-F238E27FC236}">
                <a16:creationId xmlns:a16="http://schemas.microsoft.com/office/drawing/2014/main" id="{02B67524-E435-4B6E-A831-74D87038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0576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hub-item-surface-2">
            <a:extLst xmlns:a="http://schemas.openxmlformats.org/drawingml/2006/main">
              <a:ext uri="{FF2B5EF4-FFF2-40B4-BE49-F238E27FC236}">
                <a16:creationId xmlns:a16="http://schemas.microsoft.com/office/drawing/2014/main" id="{2CFCC909-A5ED-4B38-BDBD-FFDA1CCF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0100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0" name="hub-icon-halo-0">
            <a:extLst xmlns:a="http://schemas.openxmlformats.org/drawingml/2006/main">
              <a:ext uri="{FF2B5EF4-FFF2-40B4-BE49-F238E27FC236}">
                <a16:creationId xmlns:a16="http://schemas.microsoft.com/office/drawing/2014/main" id="{3411CA44-C168-426A-BE00-12660838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05300" y="16764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1" name="hub-icon-halo-1">
            <a:extLst xmlns:a="http://schemas.openxmlformats.org/drawingml/2006/main">
              <a:ext uri="{FF2B5EF4-FFF2-40B4-BE49-F238E27FC236}">
                <a16:creationId xmlns:a16="http://schemas.microsoft.com/office/drawing/2014/main" id="{4D148C7D-CEA9-44D8-ADB8-58858C5F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40671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2" name="hub-icon-halo-2">
            <a:extLst xmlns:a="http://schemas.openxmlformats.org/drawingml/2006/main">
              <a:ext uri="{FF2B5EF4-FFF2-40B4-BE49-F238E27FC236}">
                <a16:creationId xmlns:a16="http://schemas.microsoft.com/office/drawing/2014/main" id="{A29398D1-E270-4EB2-8BDC-C4635CC7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40671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3" name="hub-icon-core-0">
            <a:extLst xmlns:a="http://schemas.openxmlformats.org/drawingml/2006/main">
              <a:ext uri="{FF2B5EF4-FFF2-40B4-BE49-F238E27FC236}">
                <a16:creationId xmlns:a16="http://schemas.microsoft.com/office/drawing/2014/main" id="{1C12ADFD-B1C9-42BB-8E99-9BB3AC01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00550" y="17716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hub-icon-core-1">
            <a:extLst xmlns:a="http://schemas.openxmlformats.org/drawingml/2006/main">
              <a:ext uri="{FF2B5EF4-FFF2-40B4-BE49-F238E27FC236}">
                <a16:creationId xmlns:a16="http://schemas.microsoft.com/office/drawing/2014/main" id="{F5CF0A54-E7B2-42FF-9CA6-9F5593F9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41624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hub-icon-core-2">
            <a:extLst xmlns:a="http://schemas.openxmlformats.org/drawingml/2006/main">
              <a:ext uri="{FF2B5EF4-FFF2-40B4-BE49-F238E27FC236}">
                <a16:creationId xmlns:a16="http://schemas.microsoft.com/office/drawing/2014/main" id="{D7892733-1269-4EC1-97AB-5FBF85A8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41624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9cddf29f5345df">
            <a:extLst>
              <a:ext uri="{96DAC541-7B7A-43D3-8B79-37D633B846F1}">
                <asvg:svgBlip xmlns:asvg="http://schemas.microsoft.com/office/drawing/2016/SVG/main" r:embed="Ra3e1f465919e47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95800" y="1866900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687821a5f54d1a">
            <a:extLst>
              <a:ext uri="{96DAC541-7B7A-43D3-8B79-37D633B846F1}">
                <asvg:svgBlip xmlns:asvg="http://schemas.microsoft.com/office/drawing/2016/SVG/main" r:embed="Rfec6a30a2c4e49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42576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bacbc4cb6241dd">
            <a:extLst>
              <a:ext uri="{96DAC541-7B7A-43D3-8B79-37D633B846F1}">
                <asvg:svgBlip xmlns:asvg="http://schemas.microsoft.com/office/drawing/2016/SVG/main" r:embed="Red3b6490ae824da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42576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29" name="hub-item-title-0">
            <a:extLst xmlns:a="http://schemas.openxmlformats.org/drawingml/2006/main">
              <a:ext uri="{FF2B5EF4-FFF2-40B4-BE49-F238E27FC236}">
                <a16:creationId xmlns:a16="http://schemas.microsoft.com/office/drawing/2014/main" id="{49946960-BB2F-4BBA-8084-41494513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57800" y="1731912"/>
            <a:ext cx="24574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战略牵引</a:t>
            </a:r>
          </a:p>
        </p:txBody>
      </p:sp>
      <p:sp>
        <p:nvSpPr>
          <p:cNvPr id="130" name="hub-item-body-0">
            <a:extLst xmlns:a="http://schemas.openxmlformats.org/drawingml/2006/main">
              <a:ext uri="{FF2B5EF4-FFF2-40B4-BE49-F238E27FC236}">
                <a16:creationId xmlns:a16="http://schemas.microsoft.com/office/drawing/2014/main" id="{D2EA0758-B41C-4E18-BE33-B9EF3803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57800" y="2075107"/>
            <a:ext cx="24574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明确方向并形成共同目标</a:t>
            </a:r>
          </a:p>
        </p:txBody>
      </p:sp>
      <p:sp>
        <p:nvSpPr>
          <p:cNvPr id="131" name="hub-item-title-1">
            <a:extLst xmlns:a="http://schemas.openxmlformats.org/drawingml/2006/main">
              <a:ext uri="{FF2B5EF4-FFF2-40B4-BE49-F238E27FC236}">
                <a16:creationId xmlns:a16="http://schemas.microsoft.com/office/drawing/2014/main" id="{CDE67183-A831-4C9B-9FBA-0AB0D950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12268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数据支撑</a:t>
            </a:r>
          </a:p>
        </p:txBody>
      </p:sp>
      <p:sp>
        <p:nvSpPr>
          <p:cNvPr id="132" name="hub-item-body-1">
            <a:extLst xmlns:a="http://schemas.openxmlformats.org/drawingml/2006/main">
              <a:ext uri="{FF2B5EF4-FFF2-40B4-BE49-F238E27FC236}">
                <a16:creationId xmlns:a16="http://schemas.microsoft.com/office/drawing/2014/main" id="{248E386D-7A8C-4DBB-BF29-FE796787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46588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汇集信息并提供可靠依据</a:t>
            </a:r>
          </a:p>
        </p:txBody>
      </p:sp>
      <p:sp>
        <p:nvSpPr>
          <p:cNvPr id="133" name="hub-item-title-2">
            <a:extLst xmlns:a="http://schemas.openxmlformats.org/drawingml/2006/main">
              <a:ext uri="{FF2B5EF4-FFF2-40B4-BE49-F238E27FC236}">
                <a16:creationId xmlns:a16="http://schemas.microsoft.com/office/drawing/2014/main" id="{11CAF033-9E46-487F-BED6-18DDDA46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12268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平台赋能</a:t>
            </a:r>
          </a:p>
        </p:txBody>
      </p:sp>
      <p:sp>
        <p:nvSpPr>
          <p:cNvPr id="134" name="hub-item-body-2">
            <a:extLst xmlns:a="http://schemas.openxmlformats.org/drawingml/2006/main">
              <a:ext uri="{FF2B5EF4-FFF2-40B4-BE49-F238E27FC236}">
                <a16:creationId xmlns:a16="http://schemas.microsoft.com/office/drawing/2014/main" id="{8AE3EEAB-36D9-4E57-BA44-20677607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46588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连接资源并提升协同效率</a:t>
            </a:r>
          </a:p>
        </p:txBody>
      </p:sp>
    </p:spTree>
    <p:extLst>
      <p:ext uri="{BB962C8B-B14F-4D97-AF65-F5344CB8AC3E}">
        <p14:creationId xmlns:p14="http://schemas.microsoft.com/office/powerpoint/2010/main" val="874513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2" name="hub-orbit-dot-0-0">
            <a:extLst xmlns:a="http://schemas.openxmlformats.org/drawingml/2006/main">
              <a:ext uri="{FF2B5EF4-FFF2-40B4-BE49-F238E27FC236}">
                <a16:creationId xmlns:a16="http://schemas.microsoft.com/office/drawing/2014/main" id="{39AC6C66-2F8F-4EE6-A6D0-E6151A20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9488" y="3900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ub-orbit-dot-0-1">
            <a:extLst xmlns:a="http://schemas.openxmlformats.org/drawingml/2006/main">
              <a:ext uri="{FF2B5EF4-FFF2-40B4-BE49-F238E27FC236}">
                <a16:creationId xmlns:a16="http://schemas.microsoft.com/office/drawing/2014/main" id="{4541BE56-DE48-4872-8D5B-1067F2E3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17556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ub-orbit-dot-0-2">
            <a:extLst xmlns:a="http://schemas.openxmlformats.org/drawingml/2006/main">
              <a:ext uri="{FF2B5EF4-FFF2-40B4-BE49-F238E27FC236}">
                <a16:creationId xmlns:a16="http://schemas.microsoft.com/office/drawing/2014/main" id="{C1831157-98F2-46E9-BF62-F8C741E0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4438031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hub-orbit-dot-0-3">
            <a:extLst xmlns:a="http://schemas.openxmlformats.org/drawingml/2006/main">
              <a:ext uri="{FF2B5EF4-FFF2-40B4-BE49-F238E27FC236}">
                <a16:creationId xmlns:a16="http://schemas.microsoft.com/office/drawing/2014/main" id="{7AA7C516-76D7-4552-BEBD-ACBEDB3B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4674746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ub-orbit-dot-0-4">
            <a:extLst xmlns:a="http://schemas.openxmlformats.org/drawingml/2006/main">
              <a:ext uri="{FF2B5EF4-FFF2-40B4-BE49-F238E27FC236}">
                <a16:creationId xmlns:a16="http://schemas.microsoft.com/office/drawing/2014/main" id="{34317263-C42B-48D4-9C66-2DFBAA0A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4873838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ub-orbit-dot-0-5">
            <a:extLst xmlns:a="http://schemas.openxmlformats.org/drawingml/2006/main">
              <a:ext uri="{FF2B5EF4-FFF2-40B4-BE49-F238E27FC236}">
                <a16:creationId xmlns:a16="http://schemas.microsoft.com/office/drawing/2014/main" id="{24FA4A4D-C04B-4211-AC7C-FAEF4C58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5025304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ub-orbit-dot-0-6">
            <a:extLst xmlns:a="http://schemas.openxmlformats.org/drawingml/2006/main">
              <a:ext uri="{FF2B5EF4-FFF2-40B4-BE49-F238E27FC236}">
                <a16:creationId xmlns:a16="http://schemas.microsoft.com/office/drawing/2014/main" id="{220337C7-FE8D-45A0-BAC9-62F252F4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512156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ub-orbit-dot-0-7">
            <a:extLst xmlns:a="http://schemas.openxmlformats.org/drawingml/2006/main">
              <a:ext uri="{FF2B5EF4-FFF2-40B4-BE49-F238E27FC236}">
                <a16:creationId xmlns:a16="http://schemas.microsoft.com/office/drawing/2014/main" id="{371B6B99-A881-4406-AE26-E3CF34C1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51577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ub-orbit-dot-0-8">
            <a:extLst xmlns:a="http://schemas.openxmlformats.org/drawingml/2006/main">
              <a:ext uri="{FF2B5EF4-FFF2-40B4-BE49-F238E27FC236}">
                <a16:creationId xmlns:a16="http://schemas.microsoft.com/office/drawing/2014/main" id="{13FC2501-CF3D-4EA8-B9D9-15544F1D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512156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ub-orbit-dot-0-9">
            <a:extLst xmlns:a="http://schemas.openxmlformats.org/drawingml/2006/main">
              <a:ext uri="{FF2B5EF4-FFF2-40B4-BE49-F238E27FC236}">
                <a16:creationId xmlns:a16="http://schemas.microsoft.com/office/drawing/2014/main" id="{2B806A11-9C07-4169-A69D-1A7466BB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5025304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hub-orbit-dot-0-10">
            <a:extLst xmlns:a="http://schemas.openxmlformats.org/drawingml/2006/main">
              <a:ext uri="{FF2B5EF4-FFF2-40B4-BE49-F238E27FC236}">
                <a16:creationId xmlns:a16="http://schemas.microsoft.com/office/drawing/2014/main" id="{A37F3207-BE58-4A2C-86A1-F0A9254A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4873838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ub-orbit-dot-0-11">
            <a:extLst xmlns:a="http://schemas.openxmlformats.org/drawingml/2006/main">
              <a:ext uri="{FF2B5EF4-FFF2-40B4-BE49-F238E27FC236}">
                <a16:creationId xmlns:a16="http://schemas.microsoft.com/office/drawing/2014/main" id="{D2E7582A-6685-4223-B71B-A47F3C13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4674746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ub-orbit-dot-0-12">
            <a:extLst xmlns:a="http://schemas.openxmlformats.org/drawingml/2006/main">
              <a:ext uri="{FF2B5EF4-FFF2-40B4-BE49-F238E27FC236}">
                <a16:creationId xmlns:a16="http://schemas.microsoft.com/office/drawing/2014/main" id="{AFA02955-2A80-497F-A729-01A01EA8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4438031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ub-orbit-dot-0-13">
            <a:extLst xmlns:a="http://schemas.openxmlformats.org/drawingml/2006/main">
              <a:ext uri="{FF2B5EF4-FFF2-40B4-BE49-F238E27FC236}">
                <a16:creationId xmlns:a16="http://schemas.microsoft.com/office/drawing/2014/main" id="{00E765AD-7BEA-457B-A7C6-50DF649B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17556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hub-orbit-dot-0-14">
            <a:extLst xmlns:a="http://schemas.openxmlformats.org/drawingml/2006/main">
              <a:ext uri="{FF2B5EF4-FFF2-40B4-BE49-F238E27FC236}">
                <a16:creationId xmlns:a16="http://schemas.microsoft.com/office/drawing/2014/main" id="{953636CC-5CF9-4232-AC9E-30FBC2C3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4888" y="3900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b-orbit-dot-0-15">
            <a:extLst xmlns:a="http://schemas.openxmlformats.org/drawingml/2006/main">
              <a:ext uri="{FF2B5EF4-FFF2-40B4-BE49-F238E27FC236}">
                <a16:creationId xmlns:a16="http://schemas.microsoft.com/office/drawing/2014/main" id="{629370A5-D301-4A09-A6DF-F822400B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361601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ub-orbit-dot-0-16">
            <a:extLst xmlns:a="http://schemas.openxmlformats.org/drawingml/2006/main">
              <a:ext uri="{FF2B5EF4-FFF2-40B4-BE49-F238E27FC236}">
                <a16:creationId xmlns:a16="http://schemas.microsoft.com/office/drawing/2014/main" id="{0617D914-139E-4B5A-BD46-41378480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3346999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hub-orbit-dot-0-17">
            <a:extLst xmlns:a="http://schemas.openxmlformats.org/drawingml/2006/main">
              <a:ext uri="{FF2B5EF4-FFF2-40B4-BE49-F238E27FC236}">
                <a16:creationId xmlns:a16="http://schemas.microsoft.com/office/drawing/2014/main" id="{F6008CF3-A284-48E2-9776-25F65044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310693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hub-orbit-dot-0-18">
            <a:extLst xmlns:a="http://schemas.openxmlformats.org/drawingml/2006/main">
              <a:ext uri="{FF2B5EF4-FFF2-40B4-BE49-F238E27FC236}">
                <a16:creationId xmlns:a16="http://schemas.microsoft.com/office/drawing/2014/main" id="{386DD374-3B2A-4C4E-BA97-C74310BC0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290783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hub-orbit-dot-0-19">
            <a:extLst xmlns:a="http://schemas.openxmlformats.org/drawingml/2006/main">
              <a:ext uri="{FF2B5EF4-FFF2-40B4-BE49-F238E27FC236}">
                <a16:creationId xmlns:a16="http://schemas.microsoft.com/office/drawing/2014/main" id="{0EF5810E-09A5-46DA-9959-FF915861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2759726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ub-orbit-dot-0-20">
            <a:extLst xmlns:a="http://schemas.openxmlformats.org/drawingml/2006/main">
              <a:ext uri="{FF2B5EF4-FFF2-40B4-BE49-F238E27FC236}">
                <a16:creationId xmlns:a16="http://schemas.microsoft.com/office/drawing/2014/main" id="{149B23C0-E6DA-498E-9C71-80E758AD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267001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b-orbit-dot-0-21">
            <a:extLst xmlns:a="http://schemas.openxmlformats.org/drawingml/2006/main">
              <a:ext uri="{FF2B5EF4-FFF2-40B4-BE49-F238E27FC236}">
                <a16:creationId xmlns:a16="http://schemas.microsoft.com/office/drawing/2014/main" id="{D86F0B25-DF71-402A-8F06-FB92E5CA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26431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hub-orbit-dot-0-22">
            <a:extLst xmlns:a="http://schemas.openxmlformats.org/drawingml/2006/main">
              <a:ext uri="{FF2B5EF4-FFF2-40B4-BE49-F238E27FC236}">
                <a16:creationId xmlns:a16="http://schemas.microsoft.com/office/drawing/2014/main" id="{4433BFFB-1629-4A0C-AEC5-79B60B1D3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267001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hub-orbit-dot-0-23">
            <a:extLst xmlns:a="http://schemas.openxmlformats.org/drawingml/2006/main">
              <a:ext uri="{FF2B5EF4-FFF2-40B4-BE49-F238E27FC236}">
                <a16:creationId xmlns:a16="http://schemas.microsoft.com/office/drawing/2014/main" id="{879440A7-126A-4B47-A98F-7258C67C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2759726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hub-orbit-dot-0-24">
            <a:extLst xmlns:a="http://schemas.openxmlformats.org/drawingml/2006/main">
              <a:ext uri="{FF2B5EF4-FFF2-40B4-BE49-F238E27FC236}">
                <a16:creationId xmlns:a16="http://schemas.microsoft.com/office/drawing/2014/main" id="{BD0404CB-1F3D-47EC-B26F-2ABEABAA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290783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hub-orbit-dot-0-25">
            <a:extLst xmlns:a="http://schemas.openxmlformats.org/drawingml/2006/main">
              <a:ext uri="{FF2B5EF4-FFF2-40B4-BE49-F238E27FC236}">
                <a16:creationId xmlns:a16="http://schemas.microsoft.com/office/drawing/2014/main" id="{692B444F-D392-4A9A-8330-8FAECEB1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310693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hub-orbit-dot-0-26">
            <a:extLst xmlns:a="http://schemas.openxmlformats.org/drawingml/2006/main">
              <a:ext uri="{FF2B5EF4-FFF2-40B4-BE49-F238E27FC236}">
                <a16:creationId xmlns:a16="http://schemas.microsoft.com/office/drawing/2014/main" id="{BB2EB88A-CD81-4563-852B-E0839E01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3346999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hub-orbit-dot-0-27">
            <a:extLst xmlns:a="http://schemas.openxmlformats.org/drawingml/2006/main">
              <a:ext uri="{FF2B5EF4-FFF2-40B4-BE49-F238E27FC236}">
                <a16:creationId xmlns:a16="http://schemas.microsoft.com/office/drawing/2014/main" id="{72EE40A9-3817-49B1-8109-1E44FE46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361601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hub-orbit-dot-1-0">
            <a:extLst xmlns:a="http://schemas.openxmlformats.org/drawingml/2006/main">
              <a:ext uri="{FF2B5EF4-FFF2-40B4-BE49-F238E27FC236}">
                <a16:creationId xmlns:a16="http://schemas.microsoft.com/office/drawing/2014/main" id="{E8E84990-7D68-4EC3-9660-FABA15D9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5700" y="390525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hub-orbit-dot-1-1">
            <a:extLst xmlns:a="http://schemas.openxmlformats.org/drawingml/2006/main">
              <a:ext uri="{FF2B5EF4-FFF2-40B4-BE49-F238E27FC236}">
                <a16:creationId xmlns:a16="http://schemas.microsoft.com/office/drawing/2014/main" id="{E20BF8F2-55C6-42FF-B89F-01C54AFC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15032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hub-orbit-dot-1-2">
            <a:extLst xmlns:a="http://schemas.openxmlformats.org/drawingml/2006/main">
              <a:ext uri="{FF2B5EF4-FFF2-40B4-BE49-F238E27FC236}">
                <a16:creationId xmlns:a16="http://schemas.microsoft.com/office/drawing/2014/main" id="{4BB9C75B-2026-42A5-AE68-009054FD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4388549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hub-orbit-dot-1-3">
            <a:extLst xmlns:a="http://schemas.openxmlformats.org/drawingml/2006/main">
              <a:ext uri="{FF2B5EF4-FFF2-40B4-BE49-F238E27FC236}">
                <a16:creationId xmlns:a16="http://schemas.microsoft.com/office/drawing/2014/main" id="{49B8E85A-FDE5-4C87-8AEF-73725626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461265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hub-orbit-dot-1-4">
            <a:extLst xmlns:a="http://schemas.openxmlformats.org/drawingml/2006/main">
              <a:ext uri="{FF2B5EF4-FFF2-40B4-BE49-F238E27FC236}">
                <a16:creationId xmlns:a16="http://schemas.microsoft.com/office/drawing/2014/main" id="{08F40546-9CDD-4D5C-A996-6E854ECF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4815840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ub-orbit-dot-1-5">
            <a:extLst xmlns:a="http://schemas.openxmlformats.org/drawingml/2006/main">
              <a:ext uri="{FF2B5EF4-FFF2-40B4-BE49-F238E27FC236}">
                <a16:creationId xmlns:a16="http://schemas.microsoft.com/office/drawing/2014/main" id="{F8957E3E-C830-425A-B8D1-7CFF02F3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4991948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ub-orbit-dot-1-6">
            <a:extLst xmlns:a="http://schemas.openxmlformats.org/drawingml/2006/main">
              <a:ext uri="{FF2B5EF4-FFF2-40B4-BE49-F238E27FC236}">
                <a16:creationId xmlns:a16="http://schemas.microsoft.com/office/drawing/2014/main" id="{F6A938F2-7B5F-4DEC-83B1-31A9B844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513561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ub-orbit-dot-1-7">
            <a:extLst xmlns:a="http://schemas.openxmlformats.org/drawingml/2006/main">
              <a:ext uri="{FF2B5EF4-FFF2-40B4-BE49-F238E27FC236}">
                <a16:creationId xmlns:a16="http://schemas.microsoft.com/office/drawing/2014/main" id="{17B7D921-1AD4-438A-8FE2-60850ECC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524246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ub-orbit-dot-1-8">
            <a:extLst xmlns:a="http://schemas.openxmlformats.org/drawingml/2006/main">
              <a:ext uri="{FF2B5EF4-FFF2-40B4-BE49-F238E27FC236}">
                <a16:creationId xmlns:a16="http://schemas.microsoft.com/office/drawing/2014/main" id="{006D5EE5-E72B-4B7B-9054-C1D7B6ED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530927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ub-orbit-dot-1-9">
            <a:extLst xmlns:a="http://schemas.openxmlformats.org/drawingml/2006/main">
              <a:ext uri="{FF2B5EF4-FFF2-40B4-BE49-F238E27FC236}">
                <a16:creationId xmlns:a16="http://schemas.microsoft.com/office/drawing/2014/main" id="{399DE8DC-7C52-4388-A7FB-3555C56B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53340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ub-orbit-dot-1-10">
            <a:extLst xmlns:a="http://schemas.openxmlformats.org/drawingml/2006/main">
              <a:ext uri="{FF2B5EF4-FFF2-40B4-BE49-F238E27FC236}">
                <a16:creationId xmlns:a16="http://schemas.microsoft.com/office/drawing/2014/main" id="{5FA3642D-26D0-4EDA-B7A3-79C93747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530927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ub-orbit-dot-1-11">
            <a:extLst xmlns:a="http://schemas.openxmlformats.org/drawingml/2006/main">
              <a:ext uri="{FF2B5EF4-FFF2-40B4-BE49-F238E27FC236}">
                <a16:creationId xmlns:a16="http://schemas.microsoft.com/office/drawing/2014/main" id="{D512B170-14F7-4A0D-AC84-64B9808B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524246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ub-orbit-dot-1-12">
            <a:extLst xmlns:a="http://schemas.openxmlformats.org/drawingml/2006/main">
              <a:ext uri="{FF2B5EF4-FFF2-40B4-BE49-F238E27FC236}">
                <a16:creationId xmlns:a16="http://schemas.microsoft.com/office/drawing/2014/main" id="{33CCAE31-C972-4107-972A-E839C3E6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513561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ub-orbit-dot-1-13">
            <a:extLst xmlns:a="http://schemas.openxmlformats.org/drawingml/2006/main">
              <a:ext uri="{FF2B5EF4-FFF2-40B4-BE49-F238E27FC236}">
                <a16:creationId xmlns:a16="http://schemas.microsoft.com/office/drawing/2014/main" id="{B735732A-AC70-40A0-9394-B3DBD586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4991948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ub-orbit-dot-1-14">
            <a:extLst xmlns:a="http://schemas.openxmlformats.org/drawingml/2006/main">
              <a:ext uri="{FF2B5EF4-FFF2-40B4-BE49-F238E27FC236}">
                <a16:creationId xmlns:a16="http://schemas.microsoft.com/office/drawing/2014/main" id="{FE25C2C2-CA6A-401C-B7EA-9FB44FC4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4815840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ub-orbit-dot-1-15">
            <a:extLst xmlns:a="http://schemas.openxmlformats.org/drawingml/2006/main">
              <a:ext uri="{FF2B5EF4-FFF2-40B4-BE49-F238E27FC236}">
                <a16:creationId xmlns:a16="http://schemas.microsoft.com/office/drawing/2014/main" id="{0AAA7A65-7582-49C6-82E4-C0508247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461265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ub-orbit-dot-1-16">
            <a:extLst xmlns:a="http://schemas.openxmlformats.org/drawingml/2006/main">
              <a:ext uri="{FF2B5EF4-FFF2-40B4-BE49-F238E27FC236}">
                <a16:creationId xmlns:a16="http://schemas.microsoft.com/office/drawing/2014/main" id="{2346B0AB-50CE-458E-95B6-E1A11941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4388549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ub-orbit-dot-1-17">
            <a:extLst xmlns:a="http://schemas.openxmlformats.org/drawingml/2006/main">
              <a:ext uri="{FF2B5EF4-FFF2-40B4-BE49-F238E27FC236}">
                <a16:creationId xmlns:a16="http://schemas.microsoft.com/office/drawing/2014/main" id="{A58B6549-D5EC-499F-9D0C-CC9B2F46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15032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ub-orbit-dot-1-18">
            <a:extLst xmlns:a="http://schemas.openxmlformats.org/drawingml/2006/main">
              <a:ext uri="{FF2B5EF4-FFF2-40B4-BE49-F238E27FC236}">
                <a16:creationId xmlns:a16="http://schemas.microsoft.com/office/drawing/2014/main" id="{FC8AF76A-B4A0-4A0E-9BCD-15357D4A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390525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ub-orbit-dot-1-19">
            <a:extLst xmlns:a="http://schemas.openxmlformats.org/drawingml/2006/main">
              <a:ext uri="{FF2B5EF4-FFF2-40B4-BE49-F238E27FC236}">
                <a16:creationId xmlns:a16="http://schemas.microsoft.com/office/drawing/2014/main" id="{9D22A051-C218-4790-BBE5-C3287396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365413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ub-orbit-dot-1-20">
            <a:extLst xmlns:a="http://schemas.openxmlformats.org/drawingml/2006/main">
              <a:ext uri="{FF2B5EF4-FFF2-40B4-BE49-F238E27FC236}">
                <a16:creationId xmlns:a16="http://schemas.microsoft.com/office/drawing/2014/main" id="{2AACC1F7-0C7E-4C2D-9A92-3286E3E7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3411226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ub-orbit-dot-1-21">
            <a:extLst xmlns:a="http://schemas.openxmlformats.org/drawingml/2006/main">
              <a:ext uri="{FF2B5EF4-FFF2-40B4-BE49-F238E27FC236}">
                <a16:creationId xmlns:a16="http://schemas.microsoft.com/office/drawing/2014/main" id="{71FB5D9F-FB56-474E-8FAC-1B1CD8A2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318390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ub-orbit-dot-1-22">
            <a:extLst xmlns:a="http://schemas.openxmlformats.org/drawingml/2006/main">
              <a:ext uri="{FF2B5EF4-FFF2-40B4-BE49-F238E27FC236}">
                <a16:creationId xmlns:a16="http://schemas.microsoft.com/office/drawing/2014/main" id="{487759C8-3CB0-4EA6-85FC-E14D2D15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2979077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ub-orbit-dot-1-23">
            <a:extLst xmlns:a="http://schemas.openxmlformats.org/drawingml/2006/main">
              <a:ext uri="{FF2B5EF4-FFF2-40B4-BE49-F238E27FC236}">
                <a16:creationId xmlns:a16="http://schemas.microsoft.com/office/drawing/2014/main" id="{596C0411-40B0-493A-B3B0-EBF842AE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2802979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ub-orbit-dot-1-24">
            <a:extLst xmlns:a="http://schemas.openxmlformats.org/drawingml/2006/main">
              <a:ext uri="{FF2B5EF4-FFF2-40B4-BE49-F238E27FC236}">
                <a16:creationId xmlns:a16="http://schemas.microsoft.com/office/drawing/2014/main" id="{553458AF-62C6-48ED-8644-6D83DFC0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2660942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ub-orbit-dot-1-25">
            <a:extLst xmlns:a="http://schemas.openxmlformats.org/drawingml/2006/main">
              <a:ext uri="{FF2B5EF4-FFF2-40B4-BE49-F238E27FC236}">
                <a16:creationId xmlns:a16="http://schemas.microsoft.com/office/drawing/2014/main" id="{7942B9C8-268D-4C11-9509-7B69AECD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2557301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ub-orbit-dot-1-26">
            <a:extLst xmlns:a="http://schemas.openxmlformats.org/drawingml/2006/main">
              <a:ext uri="{FF2B5EF4-FFF2-40B4-BE49-F238E27FC236}">
                <a16:creationId xmlns:a16="http://schemas.microsoft.com/office/drawing/2014/main" id="{DBE13781-C007-4C55-92FA-9769E4EF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249518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ub-orbit-dot-1-27">
            <a:extLst xmlns:a="http://schemas.openxmlformats.org/drawingml/2006/main">
              <a:ext uri="{FF2B5EF4-FFF2-40B4-BE49-F238E27FC236}">
                <a16:creationId xmlns:a16="http://schemas.microsoft.com/office/drawing/2014/main" id="{ADC5720B-0713-4087-A99D-71258AC1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4765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ub-orbit-dot-1-28">
            <a:extLst xmlns:a="http://schemas.openxmlformats.org/drawingml/2006/main">
              <a:ext uri="{FF2B5EF4-FFF2-40B4-BE49-F238E27FC236}">
                <a16:creationId xmlns:a16="http://schemas.microsoft.com/office/drawing/2014/main" id="{9A3CD53B-299F-466E-A6A8-739B1C7A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249518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ub-orbit-dot-1-29">
            <a:extLst xmlns:a="http://schemas.openxmlformats.org/drawingml/2006/main">
              <a:ext uri="{FF2B5EF4-FFF2-40B4-BE49-F238E27FC236}">
                <a16:creationId xmlns:a16="http://schemas.microsoft.com/office/drawing/2014/main" id="{38F11BC8-1252-4697-A6BE-EF5917CB2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2557301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ub-orbit-dot-1-30">
            <a:extLst xmlns:a="http://schemas.openxmlformats.org/drawingml/2006/main">
              <a:ext uri="{FF2B5EF4-FFF2-40B4-BE49-F238E27FC236}">
                <a16:creationId xmlns:a16="http://schemas.microsoft.com/office/drawing/2014/main" id="{DBBA1BF0-EC3E-4AB1-96C8-891C9EE5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2660942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ub-orbit-dot-1-31">
            <a:extLst xmlns:a="http://schemas.openxmlformats.org/drawingml/2006/main">
              <a:ext uri="{FF2B5EF4-FFF2-40B4-BE49-F238E27FC236}">
                <a16:creationId xmlns:a16="http://schemas.microsoft.com/office/drawing/2014/main" id="{0B2ADDCC-C767-4D03-A1D3-D076F307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2802979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ub-orbit-dot-1-32">
            <a:extLst xmlns:a="http://schemas.openxmlformats.org/drawingml/2006/main">
              <a:ext uri="{FF2B5EF4-FFF2-40B4-BE49-F238E27FC236}">
                <a16:creationId xmlns:a16="http://schemas.microsoft.com/office/drawing/2014/main" id="{B32EB33E-28A4-4E14-88D0-4E41FD66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2979077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ub-orbit-dot-1-33">
            <a:extLst xmlns:a="http://schemas.openxmlformats.org/drawingml/2006/main">
              <a:ext uri="{FF2B5EF4-FFF2-40B4-BE49-F238E27FC236}">
                <a16:creationId xmlns:a16="http://schemas.microsoft.com/office/drawing/2014/main" id="{BBAAE3E3-E7AB-46E7-BABA-687DA55B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318390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ub-orbit-dot-1-34">
            <a:extLst xmlns:a="http://schemas.openxmlformats.org/drawingml/2006/main">
              <a:ext uri="{FF2B5EF4-FFF2-40B4-BE49-F238E27FC236}">
                <a16:creationId xmlns:a16="http://schemas.microsoft.com/office/drawing/2014/main" id="{FC80DA65-BCBF-4379-99D2-5E6BB0EB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3411226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ub-orbit-dot-1-35">
            <a:extLst xmlns:a="http://schemas.openxmlformats.org/drawingml/2006/main">
              <a:ext uri="{FF2B5EF4-FFF2-40B4-BE49-F238E27FC236}">
                <a16:creationId xmlns:a16="http://schemas.microsoft.com/office/drawing/2014/main" id="{386103FD-BBFB-47AE-AED7-EB7EDC02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365413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ub-orbit-dot-2-0">
            <a:extLst xmlns:a="http://schemas.openxmlformats.org/drawingml/2006/main">
              <a:ext uri="{FF2B5EF4-FFF2-40B4-BE49-F238E27FC236}">
                <a16:creationId xmlns:a16="http://schemas.microsoft.com/office/drawing/2014/main" id="{D2B0B0C7-6C86-496E-B626-2FFACBB1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1913" y="39100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hub-orbit-dot-2-1">
            <a:extLst xmlns:a="http://schemas.openxmlformats.org/drawingml/2006/main">
              <a:ext uri="{FF2B5EF4-FFF2-40B4-BE49-F238E27FC236}">
                <a16:creationId xmlns:a16="http://schemas.microsoft.com/office/drawing/2014/main" id="{7C0F5A98-64F4-4D19-9623-08C0EB5F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135860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hub-orbit-dot-2-2">
            <a:extLst xmlns:a="http://schemas.openxmlformats.org/drawingml/2006/main">
              <a:ext uri="{FF2B5EF4-FFF2-40B4-BE49-F238E27FC236}">
                <a16:creationId xmlns:a16="http://schemas.microsoft.com/office/drawing/2014/main" id="{29B66E7E-3F84-4674-A60B-C5FFDEF1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435740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hub-orbit-dot-2-3">
            <a:extLst xmlns:a="http://schemas.openxmlformats.org/drawingml/2006/main">
              <a:ext uri="{FF2B5EF4-FFF2-40B4-BE49-F238E27FC236}">
                <a16:creationId xmlns:a16="http://schemas.microsoft.com/office/drawing/2014/main" id="{360D5691-B867-4C8A-8D46-ED2C04A3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457010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hub-orbit-dot-2-4">
            <a:extLst xmlns:a="http://schemas.openxmlformats.org/drawingml/2006/main">
              <a:ext uri="{FF2B5EF4-FFF2-40B4-BE49-F238E27FC236}">
                <a16:creationId xmlns:a16="http://schemas.microsoft.com/office/drawing/2014/main" id="{DE2EBDF2-1280-4015-81AD-E24770B2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476968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hub-orbit-dot-2-5">
            <a:extLst xmlns:a="http://schemas.openxmlformats.org/drawingml/2006/main">
              <a:ext uri="{FF2B5EF4-FFF2-40B4-BE49-F238E27FC236}">
                <a16:creationId xmlns:a16="http://schemas.microsoft.com/office/drawing/2014/main" id="{A0A23075-16DD-44E8-97B5-CA694EBA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495204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hub-orbit-dot-2-6">
            <a:extLst xmlns:a="http://schemas.openxmlformats.org/drawingml/2006/main">
              <a:ext uri="{FF2B5EF4-FFF2-40B4-BE49-F238E27FC236}">
                <a16:creationId xmlns:a16="http://schemas.microsoft.com/office/drawing/2014/main" id="{44E03E67-9471-4ED8-A398-909CB219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5113496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hub-orbit-dot-2-7">
            <a:extLst xmlns:a="http://schemas.openxmlformats.org/drawingml/2006/main">
              <a:ext uri="{FF2B5EF4-FFF2-40B4-BE49-F238E27FC236}">
                <a16:creationId xmlns:a16="http://schemas.microsoft.com/office/drawing/2014/main" id="{ADC17889-95A1-47F7-BC60-090CA6D97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525073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ub-orbit-dot-2-8">
            <a:extLst xmlns:a="http://schemas.openxmlformats.org/drawingml/2006/main">
              <a:ext uri="{FF2B5EF4-FFF2-40B4-BE49-F238E27FC236}">
                <a16:creationId xmlns:a16="http://schemas.microsoft.com/office/drawing/2014/main" id="{E2B474DF-DC37-4BD5-8207-D32D9D05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536096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hub-orbit-dot-2-9">
            <a:extLst xmlns:a="http://schemas.openxmlformats.org/drawingml/2006/main">
              <a:ext uri="{FF2B5EF4-FFF2-40B4-BE49-F238E27FC236}">
                <a16:creationId xmlns:a16="http://schemas.microsoft.com/office/drawing/2014/main" id="{093DF7F3-142D-497E-8AD4-C276EE7B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544194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hub-orbit-dot-2-10">
            <a:extLst xmlns:a="http://schemas.openxmlformats.org/drawingml/2006/main">
              <a:ext uri="{FF2B5EF4-FFF2-40B4-BE49-F238E27FC236}">
                <a16:creationId xmlns:a16="http://schemas.microsoft.com/office/drawing/2014/main" id="{A57702EF-B0D9-4D9F-9A5F-6F2038A5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5492039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hub-orbit-dot-2-11">
            <a:extLst xmlns:a="http://schemas.openxmlformats.org/drawingml/2006/main">
              <a:ext uri="{FF2B5EF4-FFF2-40B4-BE49-F238E27FC236}">
                <a16:creationId xmlns:a16="http://schemas.microsoft.com/office/drawing/2014/main" id="{085B1AF9-5D53-4EAA-B977-78EEF144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55102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hub-orbit-dot-2-12">
            <a:extLst xmlns:a="http://schemas.openxmlformats.org/drawingml/2006/main">
              <a:ext uri="{FF2B5EF4-FFF2-40B4-BE49-F238E27FC236}">
                <a16:creationId xmlns:a16="http://schemas.microsoft.com/office/drawing/2014/main" id="{3751586F-87E1-4F7D-A594-7F828817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5492039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hub-orbit-dot-2-13">
            <a:extLst xmlns:a="http://schemas.openxmlformats.org/drawingml/2006/main">
              <a:ext uri="{FF2B5EF4-FFF2-40B4-BE49-F238E27FC236}">
                <a16:creationId xmlns:a16="http://schemas.microsoft.com/office/drawing/2014/main" id="{238B471D-0675-488E-A300-C949BFC1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544194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hub-orbit-dot-2-14">
            <a:extLst xmlns:a="http://schemas.openxmlformats.org/drawingml/2006/main">
              <a:ext uri="{FF2B5EF4-FFF2-40B4-BE49-F238E27FC236}">
                <a16:creationId xmlns:a16="http://schemas.microsoft.com/office/drawing/2014/main" id="{8317D139-1105-42AA-A368-8B28A758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536096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hub-orbit-dot-2-15">
            <a:extLst xmlns:a="http://schemas.openxmlformats.org/drawingml/2006/main">
              <a:ext uri="{FF2B5EF4-FFF2-40B4-BE49-F238E27FC236}">
                <a16:creationId xmlns:a16="http://schemas.microsoft.com/office/drawing/2014/main" id="{6E4C89F8-794B-4C79-883E-79152E56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525073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hub-orbit-dot-2-16">
            <a:extLst xmlns:a="http://schemas.openxmlformats.org/drawingml/2006/main">
              <a:ext uri="{FF2B5EF4-FFF2-40B4-BE49-F238E27FC236}">
                <a16:creationId xmlns:a16="http://schemas.microsoft.com/office/drawing/2014/main" id="{CC6081B3-8F35-41F2-98BC-8E33E8EF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5113496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hub-orbit-dot-2-17">
            <a:extLst xmlns:a="http://schemas.openxmlformats.org/drawingml/2006/main">
              <a:ext uri="{FF2B5EF4-FFF2-40B4-BE49-F238E27FC236}">
                <a16:creationId xmlns:a16="http://schemas.microsoft.com/office/drawing/2014/main" id="{7AAD84BF-25BE-47FA-B3D2-B14E220C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495204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hub-orbit-dot-2-18">
            <a:extLst xmlns:a="http://schemas.openxmlformats.org/drawingml/2006/main">
              <a:ext uri="{FF2B5EF4-FFF2-40B4-BE49-F238E27FC236}">
                <a16:creationId xmlns:a16="http://schemas.microsoft.com/office/drawing/2014/main" id="{28BF99FD-AB2D-449F-B02A-5821C37F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476968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hub-orbit-dot-2-19">
            <a:extLst xmlns:a="http://schemas.openxmlformats.org/drawingml/2006/main">
              <a:ext uri="{FF2B5EF4-FFF2-40B4-BE49-F238E27FC236}">
                <a16:creationId xmlns:a16="http://schemas.microsoft.com/office/drawing/2014/main" id="{51334E2B-0601-43F5-8A35-E168E3EE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457010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hub-orbit-dot-2-20">
            <a:extLst xmlns:a="http://schemas.openxmlformats.org/drawingml/2006/main">
              <a:ext uri="{FF2B5EF4-FFF2-40B4-BE49-F238E27FC236}">
                <a16:creationId xmlns:a16="http://schemas.microsoft.com/office/drawing/2014/main" id="{ABB297B1-39F9-409D-8EC4-A3FB341F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435740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hub-orbit-dot-2-21">
            <a:extLst xmlns:a="http://schemas.openxmlformats.org/drawingml/2006/main">
              <a:ext uri="{FF2B5EF4-FFF2-40B4-BE49-F238E27FC236}">
                <a16:creationId xmlns:a16="http://schemas.microsoft.com/office/drawing/2014/main" id="{9F98190C-6175-4E95-90FD-598EFE7D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135860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hub-orbit-dot-2-22">
            <a:extLst xmlns:a="http://schemas.openxmlformats.org/drawingml/2006/main">
              <a:ext uri="{FF2B5EF4-FFF2-40B4-BE49-F238E27FC236}">
                <a16:creationId xmlns:a16="http://schemas.microsoft.com/office/drawing/2014/main" id="{0B9968A8-264B-4325-8315-7D82EDB4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81513" y="39100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hub-orbit-dot-2-23">
            <a:extLst xmlns:a="http://schemas.openxmlformats.org/drawingml/2006/main">
              <a:ext uri="{FF2B5EF4-FFF2-40B4-BE49-F238E27FC236}">
                <a16:creationId xmlns:a16="http://schemas.microsoft.com/office/drawing/2014/main" id="{F9FFA621-5DDD-4D54-8FAE-34F4855A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368038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hub-orbit-dot-2-24">
            <a:extLst xmlns:a="http://schemas.openxmlformats.org/drawingml/2006/main">
              <a:ext uri="{FF2B5EF4-FFF2-40B4-BE49-F238E27FC236}">
                <a16:creationId xmlns:a16="http://schemas.microsoft.com/office/drawing/2014/main" id="{EF0D5D60-A979-42F1-82F6-E0F30B6A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345572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hub-orbit-dot-2-25">
            <a:extLst xmlns:a="http://schemas.openxmlformats.org/drawingml/2006/main">
              <a:ext uri="{FF2B5EF4-FFF2-40B4-BE49-F238E27FC236}">
                <a16:creationId xmlns:a16="http://schemas.microsoft.com/office/drawing/2014/main" id="{7EC3D878-A30E-460F-A767-F47C9591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3240634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hub-orbit-dot-2-26">
            <a:extLst xmlns:a="http://schemas.openxmlformats.org/drawingml/2006/main">
              <a:ext uri="{FF2B5EF4-FFF2-40B4-BE49-F238E27FC236}">
                <a16:creationId xmlns:a16="http://schemas.microsoft.com/office/drawing/2014/main" id="{EDF050AA-343F-4C93-A15B-FFE5857C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3039428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hub-orbit-dot-2-27">
            <a:extLst xmlns:a="http://schemas.openxmlformats.org/drawingml/2006/main">
              <a:ext uri="{FF2B5EF4-FFF2-40B4-BE49-F238E27FC236}">
                <a16:creationId xmlns:a16="http://schemas.microsoft.com/office/drawing/2014/main" id="{5FB6769B-424F-486A-8ACF-F0EA8BA2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2856243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hub-orbit-dot-2-28">
            <a:extLst xmlns:a="http://schemas.openxmlformats.org/drawingml/2006/main">
              <a:ext uri="{FF2B5EF4-FFF2-40B4-BE49-F238E27FC236}">
                <a16:creationId xmlns:a16="http://schemas.microsoft.com/office/drawing/2014/main" id="{90CB574D-6048-45B9-8E05-98F60E8E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2694794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hub-orbit-dot-2-29">
            <a:extLst xmlns:a="http://schemas.openxmlformats.org/drawingml/2006/main">
              <a:ext uri="{FF2B5EF4-FFF2-40B4-BE49-F238E27FC236}">
                <a16:creationId xmlns:a16="http://schemas.microsoft.com/office/drawing/2014/main" id="{6F38D47F-DB36-4B2F-A470-5874A2D5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2558377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hub-orbit-dot-2-30">
            <a:extLst xmlns:a="http://schemas.openxmlformats.org/drawingml/2006/main">
              <a:ext uri="{FF2B5EF4-FFF2-40B4-BE49-F238E27FC236}">
                <a16:creationId xmlns:a16="http://schemas.microsoft.com/office/drawing/2014/main" id="{9B898751-4DB0-4550-B5AA-0851E0B0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2449773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hub-orbit-dot-2-31">
            <a:extLst xmlns:a="http://schemas.openxmlformats.org/drawingml/2006/main">
              <a:ext uri="{FF2B5EF4-FFF2-40B4-BE49-F238E27FC236}">
                <a16:creationId xmlns:a16="http://schemas.microsoft.com/office/drawing/2014/main" id="{CEE3F041-FE04-48C2-9CD5-4B8E0B77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237119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hub-orbit-dot-2-32">
            <a:extLst xmlns:a="http://schemas.openxmlformats.org/drawingml/2006/main">
              <a:ext uri="{FF2B5EF4-FFF2-40B4-BE49-F238E27FC236}">
                <a16:creationId xmlns:a16="http://schemas.microsoft.com/office/drawing/2014/main" id="{4A49E2DA-53B9-4755-9275-AB0B439E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232421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hub-orbit-dot-2-33">
            <a:extLst xmlns:a="http://schemas.openxmlformats.org/drawingml/2006/main">
              <a:ext uri="{FF2B5EF4-FFF2-40B4-BE49-F238E27FC236}">
                <a16:creationId xmlns:a16="http://schemas.microsoft.com/office/drawing/2014/main" id="{654CEB16-ED7A-4C40-8788-ACC4E741F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23098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hub-orbit-dot-2-34">
            <a:extLst xmlns:a="http://schemas.openxmlformats.org/drawingml/2006/main">
              <a:ext uri="{FF2B5EF4-FFF2-40B4-BE49-F238E27FC236}">
                <a16:creationId xmlns:a16="http://schemas.microsoft.com/office/drawing/2014/main" id="{A565D67F-F233-454B-9852-62F88C31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232421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hub-orbit-dot-2-35">
            <a:extLst xmlns:a="http://schemas.openxmlformats.org/drawingml/2006/main">
              <a:ext uri="{FF2B5EF4-FFF2-40B4-BE49-F238E27FC236}">
                <a16:creationId xmlns:a16="http://schemas.microsoft.com/office/drawing/2014/main" id="{946C86A3-FD8B-4374-9489-81CE0C060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237119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hub-orbit-dot-2-36">
            <a:extLst xmlns:a="http://schemas.openxmlformats.org/drawingml/2006/main">
              <a:ext uri="{FF2B5EF4-FFF2-40B4-BE49-F238E27FC236}">
                <a16:creationId xmlns:a16="http://schemas.microsoft.com/office/drawing/2014/main" id="{431C3743-3BCC-4185-9BCF-B6F18966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2449773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hub-orbit-dot-2-37">
            <a:extLst xmlns:a="http://schemas.openxmlformats.org/drawingml/2006/main">
              <a:ext uri="{FF2B5EF4-FFF2-40B4-BE49-F238E27FC236}">
                <a16:creationId xmlns:a16="http://schemas.microsoft.com/office/drawing/2014/main" id="{36514C80-CB10-4C9C-A3F2-0C2AA5D4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2558377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hub-orbit-dot-2-38">
            <a:extLst xmlns:a="http://schemas.openxmlformats.org/drawingml/2006/main">
              <a:ext uri="{FF2B5EF4-FFF2-40B4-BE49-F238E27FC236}">
                <a16:creationId xmlns:a16="http://schemas.microsoft.com/office/drawing/2014/main" id="{9F1C56B1-E7EE-4872-8673-C1E59762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2694794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hub-orbit-dot-2-39">
            <a:extLst xmlns:a="http://schemas.openxmlformats.org/drawingml/2006/main">
              <a:ext uri="{FF2B5EF4-FFF2-40B4-BE49-F238E27FC236}">
                <a16:creationId xmlns:a16="http://schemas.microsoft.com/office/drawing/2014/main" id="{892BAB8E-4558-4899-8BA0-0A71F62E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2856243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hub-orbit-dot-2-40">
            <a:extLst xmlns:a="http://schemas.openxmlformats.org/drawingml/2006/main">
              <a:ext uri="{FF2B5EF4-FFF2-40B4-BE49-F238E27FC236}">
                <a16:creationId xmlns:a16="http://schemas.microsoft.com/office/drawing/2014/main" id="{D0B91D9B-BFCA-4C84-BBC6-0AF8B7BD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3039428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hub-orbit-dot-2-41">
            <a:extLst xmlns:a="http://schemas.openxmlformats.org/drawingml/2006/main">
              <a:ext uri="{FF2B5EF4-FFF2-40B4-BE49-F238E27FC236}">
                <a16:creationId xmlns:a16="http://schemas.microsoft.com/office/drawing/2014/main" id="{474F6877-B41A-465D-90EB-11D18D3D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3240634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hub-orbit-dot-2-42">
            <a:extLst xmlns:a="http://schemas.openxmlformats.org/drawingml/2006/main">
              <a:ext uri="{FF2B5EF4-FFF2-40B4-BE49-F238E27FC236}">
                <a16:creationId xmlns:a16="http://schemas.microsoft.com/office/drawing/2014/main" id="{A38DFE5F-080D-45F8-88BA-DAB793C2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345572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hub-orbit-dot-2-43">
            <a:extLst xmlns:a="http://schemas.openxmlformats.org/drawingml/2006/main">
              <a:ext uri="{FF2B5EF4-FFF2-40B4-BE49-F238E27FC236}">
                <a16:creationId xmlns:a16="http://schemas.microsoft.com/office/drawing/2014/main" id="{9722D6AE-77BA-4136-A2F1-F58033D0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368038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hub-center-halo">
            <a:extLst xmlns:a="http://schemas.openxmlformats.org/drawingml/2006/main">
              <a:ext uri="{FF2B5EF4-FFF2-40B4-BE49-F238E27FC236}">
                <a16:creationId xmlns:a16="http://schemas.microsoft.com/office/drawing/2014/main" id="{F9584842-B769-4EF6-A0BB-9FDE9AEA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609850"/>
            <a:ext cx="2628900" cy="2628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10" name="hub-center-ring">
            <a:extLst xmlns:a="http://schemas.openxmlformats.org/drawingml/2006/main">
              <a:ext uri="{FF2B5EF4-FFF2-40B4-BE49-F238E27FC236}">
                <a16:creationId xmlns:a16="http://schemas.microsoft.com/office/drawing/2014/main" id="{6F6ADE0F-3E32-4EC3-B3F9-1C6182FF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2771775"/>
            <a:ext cx="2305050" cy="2305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1" name="hub-center-core">
            <a:extLst xmlns:a="http://schemas.openxmlformats.org/drawingml/2006/main">
              <a:ext uri="{FF2B5EF4-FFF2-40B4-BE49-F238E27FC236}">
                <a16:creationId xmlns:a16="http://schemas.microsoft.com/office/drawing/2014/main" id="{C2B0A5CD-C22E-4425-8A2B-0C42CA02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725" y="2867025"/>
            <a:ext cx="2114550" cy="2114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2" name="hub-center-title">
            <a:extLst xmlns:a="http://schemas.openxmlformats.org/drawingml/2006/main">
              <a:ext uri="{FF2B5EF4-FFF2-40B4-BE49-F238E27FC236}">
                <a16:creationId xmlns:a16="http://schemas.microsoft.com/office/drawing/2014/main" id="{3D688E5F-3AB4-4765-A733-F63BA5DD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452660"/>
            <a:ext cx="188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113" name="hub-center-body">
            <a:extLst xmlns:a="http://schemas.openxmlformats.org/drawingml/2006/main">
              <a:ext uri="{FF2B5EF4-FFF2-40B4-BE49-F238E27FC236}">
                <a16:creationId xmlns:a16="http://schemas.microsoft.com/office/drawing/2014/main" id="{DEC8CC53-CAC1-49F1-9E5F-47BF1069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843185"/>
            <a:ext cx="1885950" cy="552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统一目标 ·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协同资源</a:t>
            </a:r>
          </a:p>
        </p:txBody>
      </p:sp>
      <p:sp>
        <p:nvSpPr>
          <p:cNvPr id="114" name="hub-item-underlay-0">
            <a:extLst xmlns:a="http://schemas.openxmlformats.org/drawingml/2006/main">
              <a:ext uri="{FF2B5EF4-FFF2-40B4-BE49-F238E27FC236}">
                <a16:creationId xmlns:a16="http://schemas.microsoft.com/office/drawing/2014/main" id="{247E96BC-2844-45C5-9285-3FE9FA6B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70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hub-item-surface-0">
            <a:extLst xmlns:a="http://schemas.openxmlformats.org/drawingml/2006/main">
              <a:ext uri="{FF2B5EF4-FFF2-40B4-BE49-F238E27FC236}">
                <a16:creationId xmlns:a16="http://schemas.microsoft.com/office/drawing/2014/main" id="{E902BC15-EF2F-4115-AF80-99F646F5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193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6" name="hub-item-underlay-1">
            <a:extLst xmlns:a="http://schemas.openxmlformats.org/drawingml/2006/main">
              <a:ext uri="{FF2B5EF4-FFF2-40B4-BE49-F238E27FC236}">
                <a16:creationId xmlns:a16="http://schemas.microsoft.com/office/drawing/2014/main" id="{4A395146-B9AB-429C-B490-9D9B0493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577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hub-item-surface-1">
            <a:extLst xmlns:a="http://schemas.openxmlformats.org/drawingml/2006/main">
              <a:ext uri="{FF2B5EF4-FFF2-40B4-BE49-F238E27FC236}">
                <a16:creationId xmlns:a16="http://schemas.microsoft.com/office/drawing/2014/main" id="{D272185A-7AC8-4C34-AFA6-ABFC11A0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100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8" name="hub-item-underlay-2">
            <a:extLst xmlns:a="http://schemas.openxmlformats.org/drawingml/2006/main">
              <a:ext uri="{FF2B5EF4-FFF2-40B4-BE49-F238E27FC236}">
                <a16:creationId xmlns:a16="http://schemas.microsoft.com/office/drawing/2014/main" id="{A0EAF964-B450-4549-9E31-32A3D3B7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6670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hub-item-surface-2">
            <a:extLst xmlns:a="http://schemas.openxmlformats.org/drawingml/2006/main">
              <a:ext uri="{FF2B5EF4-FFF2-40B4-BE49-F238E27FC236}">
                <a16:creationId xmlns:a16="http://schemas.microsoft.com/office/drawing/2014/main" id="{07CEEDDC-1304-4551-9DF0-F90362C20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6193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0" name="hub-item-underlay-3">
            <a:extLst xmlns:a="http://schemas.openxmlformats.org/drawingml/2006/main">
              <a:ext uri="{FF2B5EF4-FFF2-40B4-BE49-F238E27FC236}">
                <a16:creationId xmlns:a16="http://schemas.microsoft.com/office/drawing/2014/main" id="{77F6A8D9-5C52-4989-935C-2010C6467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4577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hub-item-surface-3">
            <a:extLst xmlns:a="http://schemas.openxmlformats.org/drawingml/2006/main">
              <a:ext uri="{FF2B5EF4-FFF2-40B4-BE49-F238E27FC236}">
                <a16:creationId xmlns:a16="http://schemas.microsoft.com/office/drawing/2014/main" id="{4AC9607F-B889-4162-93DE-23FF3374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4100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2" name="hub-icon-halo-0">
            <a:extLst xmlns:a="http://schemas.openxmlformats.org/drawingml/2006/main">
              <a:ext uri="{FF2B5EF4-FFF2-40B4-BE49-F238E27FC236}">
                <a16:creationId xmlns:a16="http://schemas.microsoft.com/office/drawing/2014/main" id="{7CD8A502-07EC-49BE-A5AA-790A58F2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26765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3" name="hub-icon-halo-1">
            <a:extLst xmlns:a="http://schemas.openxmlformats.org/drawingml/2006/main">
              <a:ext uri="{FF2B5EF4-FFF2-40B4-BE49-F238E27FC236}">
                <a16:creationId xmlns:a16="http://schemas.microsoft.com/office/drawing/2014/main" id="{92052514-DFBE-442E-9991-A10FD8E0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44672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4" name="hub-icon-halo-2">
            <a:extLst xmlns:a="http://schemas.openxmlformats.org/drawingml/2006/main">
              <a:ext uri="{FF2B5EF4-FFF2-40B4-BE49-F238E27FC236}">
                <a16:creationId xmlns:a16="http://schemas.microsoft.com/office/drawing/2014/main" id="{D90F074E-8EB1-4633-82EC-B22F7A21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26765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5" name="hub-icon-halo-3">
            <a:extLst xmlns:a="http://schemas.openxmlformats.org/drawingml/2006/main">
              <a:ext uri="{FF2B5EF4-FFF2-40B4-BE49-F238E27FC236}">
                <a16:creationId xmlns:a16="http://schemas.microsoft.com/office/drawing/2014/main" id="{A8BCFF65-3976-44B4-9906-F9EE7A4E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44672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6" name="hub-icon-core-0">
            <a:extLst xmlns:a="http://schemas.openxmlformats.org/drawingml/2006/main">
              <a:ext uri="{FF2B5EF4-FFF2-40B4-BE49-F238E27FC236}">
                <a16:creationId xmlns:a16="http://schemas.microsoft.com/office/drawing/2014/main" id="{5D8CF6D4-B887-44C4-A4CE-9D15CF3B7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27717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hub-icon-core-1">
            <a:extLst xmlns:a="http://schemas.openxmlformats.org/drawingml/2006/main">
              <a:ext uri="{FF2B5EF4-FFF2-40B4-BE49-F238E27FC236}">
                <a16:creationId xmlns:a16="http://schemas.microsoft.com/office/drawing/2014/main" id="{0B6CC6F4-9AE4-4681-A430-8AEB2407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4562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hub-icon-core-2">
            <a:extLst xmlns:a="http://schemas.openxmlformats.org/drawingml/2006/main">
              <a:ext uri="{FF2B5EF4-FFF2-40B4-BE49-F238E27FC236}">
                <a16:creationId xmlns:a16="http://schemas.microsoft.com/office/drawing/2014/main" id="{36DF6D8C-8853-4621-8B5B-34C870B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27717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hub-icon-core-3">
            <a:extLst xmlns:a="http://schemas.openxmlformats.org/drawingml/2006/main">
              <a:ext uri="{FF2B5EF4-FFF2-40B4-BE49-F238E27FC236}">
                <a16:creationId xmlns:a16="http://schemas.microsoft.com/office/drawing/2014/main" id="{EBA587FD-16B4-460D-A961-A5F8D39C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4562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0cad6b84947bf">
            <a:extLst>
              <a:ext uri="{96DAC541-7B7A-43D3-8B79-37D633B846F1}">
                <asvg:svgBlip xmlns:asvg="http://schemas.microsoft.com/office/drawing/2016/SVG/main" r:embed="R8d612a4a697845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28670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703f1d45584bbe">
            <a:extLst>
              <a:ext uri="{96DAC541-7B7A-43D3-8B79-37D633B846F1}">
                <asvg:svgBlip xmlns:asvg="http://schemas.microsoft.com/office/drawing/2016/SVG/main" r:embed="Rde134082802d486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46577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a3b588b5e348fe">
            <a:extLst>
              <a:ext uri="{96DAC541-7B7A-43D3-8B79-37D633B846F1}">
                <asvg:svgBlip xmlns:asvg="http://schemas.microsoft.com/office/drawing/2016/SVG/main" r:embed="R4e41e5d290704d4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28670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caa08e66534e6a">
            <a:extLst>
              <a:ext uri="{96DAC541-7B7A-43D3-8B79-37D633B846F1}">
                <asvg:svgBlip xmlns:asvg="http://schemas.microsoft.com/office/drawing/2016/SVG/main" r:embed="Rcaef30850d5345e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46577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4" name="hub-item-title-0">
            <a:extLst xmlns:a="http://schemas.openxmlformats.org/drawingml/2006/main">
              <a:ext uri="{FF2B5EF4-FFF2-40B4-BE49-F238E27FC236}">
                <a16:creationId xmlns:a16="http://schemas.microsoft.com/office/drawing/2014/main" id="{0B3D187C-8E21-4790-B00D-89768E69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27320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战略牵引</a:t>
            </a:r>
          </a:p>
        </p:txBody>
      </p:sp>
      <p:sp>
        <p:nvSpPr>
          <p:cNvPr id="135" name="hub-item-body-0">
            <a:extLst xmlns:a="http://schemas.openxmlformats.org/drawingml/2006/main">
              <a:ext uri="{FF2B5EF4-FFF2-40B4-BE49-F238E27FC236}">
                <a16:creationId xmlns:a16="http://schemas.microsoft.com/office/drawing/2014/main" id="{8F245617-4FAC-461B-8BCA-D9C5EDE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0752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明确方向并形成共同目标</a:t>
            </a:r>
          </a:p>
        </p:txBody>
      </p:sp>
      <p:sp>
        <p:nvSpPr>
          <p:cNvPr id="136" name="hub-item-title-1">
            <a:extLst xmlns:a="http://schemas.openxmlformats.org/drawingml/2006/main">
              <a:ext uri="{FF2B5EF4-FFF2-40B4-BE49-F238E27FC236}">
                <a16:creationId xmlns:a16="http://schemas.microsoft.com/office/drawing/2014/main" id="{DFC97A8F-73E3-4ADC-A406-8D5528E7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5227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数据支撑</a:t>
            </a:r>
          </a:p>
        </p:txBody>
      </p:sp>
      <p:sp>
        <p:nvSpPr>
          <p:cNvPr id="137" name="hub-item-body-1">
            <a:extLst xmlns:a="http://schemas.openxmlformats.org/drawingml/2006/main">
              <a:ext uri="{FF2B5EF4-FFF2-40B4-BE49-F238E27FC236}">
                <a16:creationId xmlns:a16="http://schemas.microsoft.com/office/drawing/2014/main" id="{BEEED9F4-F527-49BA-9955-BB4EB19A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8659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汇集信息并提供可靠依据</a:t>
            </a:r>
          </a:p>
        </p:txBody>
      </p:sp>
      <p:sp>
        <p:nvSpPr>
          <p:cNvPr id="138" name="hub-item-title-2">
            <a:extLst xmlns:a="http://schemas.openxmlformats.org/drawingml/2006/main">
              <a:ext uri="{FF2B5EF4-FFF2-40B4-BE49-F238E27FC236}">
                <a16:creationId xmlns:a16="http://schemas.microsoft.com/office/drawing/2014/main" id="{9AB3E895-3A19-4A0C-9C35-CE707879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7320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平台赋能</a:t>
            </a:r>
          </a:p>
        </p:txBody>
      </p:sp>
      <p:sp>
        <p:nvSpPr>
          <p:cNvPr id="139" name="hub-item-body-2">
            <a:extLst xmlns:a="http://schemas.openxmlformats.org/drawingml/2006/main">
              <a:ext uri="{FF2B5EF4-FFF2-40B4-BE49-F238E27FC236}">
                <a16:creationId xmlns:a16="http://schemas.microsoft.com/office/drawing/2014/main" id="{CAE56B6F-DAC8-4887-9053-9B97CB76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0752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连接资源并提升协同效率</a:t>
            </a:r>
          </a:p>
        </p:txBody>
      </p:sp>
      <p:sp>
        <p:nvSpPr>
          <p:cNvPr id="140" name="hub-item-title-3">
            <a:extLst xmlns:a="http://schemas.openxmlformats.org/drawingml/2006/main">
              <a:ext uri="{FF2B5EF4-FFF2-40B4-BE49-F238E27FC236}">
                <a16:creationId xmlns:a16="http://schemas.microsoft.com/office/drawing/2014/main" id="{C013B718-12C5-4DFC-ABE2-3D97727F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5227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机制保障</a:t>
            </a:r>
          </a:p>
        </p:txBody>
      </p:sp>
      <p:sp>
        <p:nvSpPr>
          <p:cNvPr id="141" name="hub-item-body-3">
            <a:extLst xmlns:a="http://schemas.openxmlformats.org/drawingml/2006/main">
              <a:ext uri="{FF2B5EF4-FFF2-40B4-BE49-F238E27FC236}">
                <a16:creationId xmlns:a16="http://schemas.microsoft.com/office/drawing/2014/main" id="{5A9D5A28-10A0-4358-BC33-DE9105815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8659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以规则保障稳定有序运行</a:t>
            </a:r>
          </a:p>
        </p:txBody>
      </p:sp>
    </p:spTree>
    <p:extLst>
      <p:ext uri="{BB962C8B-B14F-4D97-AF65-F5344CB8AC3E}">
        <p14:creationId xmlns:p14="http://schemas.microsoft.com/office/powerpoint/2010/main" val="19281047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hub-orbit-dot-0-0">
            <a:extLst xmlns:a="http://schemas.openxmlformats.org/drawingml/2006/main">
              <a:ext uri="{FF2B5EF4-FFF2-40B4-BE49-F238E27FC236}">
                <a16:creationId xmlns:a16="http://schemas.microsoft.com/office/drawing/2014/main" id="{6919EBDB-11AB-46B8-9FA7-CB08BE69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9488" y="43221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ub-orbit-dot-0-1">
            <a:extLst xmlns:a="http://schemas.openxmlformats.org/drawingml/2006/main">
              <a:ext uri="{FF2B5EF4-FFF2-40B4-BE49-F238E27FC236}">
                <a16:creationId xmlns:a16="http://schemas.microsoft.com/office/drawing/2014/main" id="{827A4527-3A9F-4FA0-8135-50381CCC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59718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ub-orbit-dot-0-2">
            <a:extLst xmlns:a="http://schemas.openxmlformats.org/drawingml/2006/main">
              <a:ext uri="{FF2B5EF4-FFF2-40B4-BE49-F238E27FC236}">
                <a16:creationId xmlns:a16="http://schemas.microsoft.com/office/drawing/2014/main" id="{C4B71F73-A420-44EB-9EFB-36F13B98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4859665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hub-orbit-dot-0-3">
            <a:extLst xmlns:a="http://schemas.openxmlformats.org/drawingml/2006/main">
              <a:ext uri="{FF2B5EF4-FFF2-40B4-BE49-F238E27FC236}">
                <a16:creationId xmlns:a16="http://schemas.microsoft.com/office/drawing/2014/main" id="{F98089FE-6ECE-4051-B8E8-AC0F6D53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509637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ub-orbit-dot-0-4">
            <a:extLst xmlns:a="http://schemas.openxmlformats.org/drawingml/2006/main">
              <a:ext uri="{FF2B5EF4-FFF2-40B4-BE49-F238E27FC236}">
                <a16:creationId xmlns:a16="http://schemas.microsoft.com/office/drawing/2014/main" id="{C0C554C0-DFEB-4C48-9188-75F7AD59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529547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ub-orbit-dot-0-5">
            <a:extLst xmlns:a="http://schemas.openxmlformats.org/drawingml/2006/main">
              <a:ext uri="{FF2B5EF4-FFF2-40B4-BE49-F238E27FC236}">
                <a16:creationId xmlns:a16="http://schemas.microsoft.com/office/drawing/2014/main" id="{E3EC10E8-2C0D-4612-B0C7-E0FD68A0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5446938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ub-orbit-dot-0-6">
            <a:extLst xmlns:a="http://schemas.openxmlformats.org/drawingml/2006/main">
              <a:ext uri="{FF2B5EF4-FFF2-40B4-BE49-F238E27FC236}">
                <a16:creationId xmlns:a16="http://schemas.microsoft.com/office/drawing/2014/main" id="{DC7EDAC3-2BDE-4559-BFDD-F8D7475FF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554319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ub-orbit-dot-0-7">
            <a:extLst xmlns:a="http://schemas.openxmlformats.org/drawingml/2006/main">
              <a:ext uri="{FF2B5EF4-FFF2-40B4-BE49-F238E27FC236}">
                <a16:creationId xmlns:a16="http://schemas.microsoft.com/office/drawing/2014/main" id="{42E3F52E-F1B2-4F54-881F-0C184E7A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55794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ub-orbit-dot-0-8">
            <a:extLst xmlns:a="http://schemas.openxmlformats.org/drawingml/2006/main">
              <a:ext uri="{FF2B5EF4-FFF2-40B4-BE49-F238E27FC236}">
                <a16:creationId xmlns:a16="http://schemas.microsoft.com/office/drawing/2014/main" id="{9358EEC9-3357-459F-8022-AB238867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554319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ub-orbit-dot-0-9">
            <a:extLst xmlns:a="http://schemas.openxmlformats.org/drawingml/2006/main">
              <a:ext uri="{FF2B5EF4-FFF2-40B4-BE49-F238E27FC236}">
                <a16:creationId xmlns:a16="http://schemas.microsoft.com/office/drawing/2014/main" id="{8A937168-7740-4DFC-8F0C-D273B78D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5446938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hub-orbit-dot-0-10">
            <a:extLst xmlns:a="http://schemas.openxmlformats.org/drawingml/2006/main">
              <a:ext uri="{FF2B5EF4-FFF2-40B4-BE49-F238E27FC236}">
                <a16:creationId xmlns:a16="http://schemas.microsoft.com/office/drawing/2014/main" id="{7B3C4E7F-C680-4CA5-9CCF-90729B21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529547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ub-orbit-dot-0-11">
            <a:extLst xmlns:a="http://schemas.openxmlformats.org/drawingml/2006/main">
              <a:ext uri="{FF2B5EF4-FFF2-40B4-BE49-F238E27FC236}">
                <a16:creationId xmlns:a16="http://schemas.microsoft.com/office/drawing/2014/main" id="{4B9328F8-DB73-4EEF-8B7C-188D1963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509637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ub-orbit-dot-0-12">
            <a:extLst xmlns:a="http://schemas.openxmlformats.org/drawingml/2006/main">
              <a:ext uri="{FF2B5EF4-FFF2-40B4-BE49-F238E27FC236}">
                <a16:creationId xmlns:a16="http://schemas.microsoft.com/office/drawing/2014/main" id="{8D0EA71F-0E7B-497E-85F3-70F4F6C6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4859665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ub-orbit-dot-0-13">
            <a:extLst xmlns:a="http://schemas.openxmlformats.org/drawingml/2006/main">
              <a:ext uri="{FF2B5EF4-FFF2-40B4-BE49-F238E27FC236}">
                <a16:creationId xmlns:a16="http://schemas.microsoft.com/office/drawing/2014/main" id="{15A57151-2790-47E8-8697-EE9516EA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59718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hub-orbit-dot-0-14">
            <a:extLst xmlns:a="http://schemas.openxmlformats.org/drawingml/2006/main">
              <a:ext uri="{FF2B5EF4-FFF2-40B4-BE49-F238E27FC236}">
                <a16:creationId xmlns:a16="http://schemas.microsoft.com/office/drawing/2014/main" id="{E5A697DE-8FF5-4710-83B3-0D85FCCF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4888" y="43221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b-orbit-dot-0-15">
            <a:extLst xmlns:a="http://schemas.openxmlformats.org/drawingml/2006/main">
              <a:ext uri="{FF2B5EF4-FFF2-40B4-BE49-F238E27FC236}">
                <a16:creationId xmlns:a16="http://schemas.microsoft.com/office/drawing/2014/main" id="{387425BE-F6A1-412E-8B0D-9B4308BC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03764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ub-orbit-dot-0-16">
            <a:extLst xmlns:a="http://schemas.openxmlformats.org/drawingml/2006/main">
              <a:ext uri="{FF2B5EF4-FFF2-40B4-BE49-F238E27FC236}">
                <a16:creationId xmlns:a16="http://schemas.microsoft.com/office/drawing/2014/main" id="{FC4460EA-9FEC-4482-BE6C-B1FAC068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3768623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hub-orbit-dot-0-17">
            <a:extLst xmlns:a="http://schemas.openxmlformats.org/drawingml/2006/main">
              <a:ext uri="{FF2B5EF4-FFF2-40B4-BE49-F238E27FC236}">
                <a16:creationId xmlns:a16="http://schemas.microsoft.com/office/drawing/2014/main" id="{AB143D00-F21B-4F71-84AA-D6810F55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3528555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hub-orbit-dot-0-18">
            <a:extLst xmlns:a="http://schemas.openxmlformats.org/drawingml/2006/main">
              <a:ext uri="{FF2B5EF4-FFF2-40B4-BE49-F238E27FC236}">
                <a16:creationId xmlns:a16="http://schemas.microsoft.com/office/drawing/2014/main" id="{D08D4124-FB74-4DEF-B7A2-CB5AE7C0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3329464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hub-orbit-dot-0-19">
            <a:extLst xmlns:a="http://schemas.openxmlformats.org/drawingml/2006/main">
              <a:ext uri="{FF2B5EF4-FFF2-40B4-BE49-F238E27FC236}">
                <a16:creationId xmlns:a16="http://schemas.microsoft.com/office/drawing/2014/main" id="{1E113589-DA27-4231-AC79-0752F80E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3181350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ub-orbit-dot-0-20">
            <a:extLst xmlns:a="http://schemas.openxmlformats.org/drawingml/2006/main">
              <a:ext uri="{FF2B5EF4-FFF2-40B4-BE49-F238E27FC236}">
                <a16:creationId xmlns:a16="http://schemas.microsoft.com/office/drawing/2014/main" id="{2FEADEE3-4544-4725-9C5C-0E24E136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309163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b-orbit-dot-0-21">
            <a:extLst xmlns:a="http://schemas.openxmlformats.org/drawingml/2006/main">
              <a:ext uri="{FF2B5EF4-FFF2-40B4-BE49-F238E27FC236}">
                <a16:creationId xmlns:a16="http://schemas.microsoft.com/office/drawing/2014/main" id="{1DB7DC66-0F85-458F-948D-2683CAAA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30648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hub-orbit-dot-0-22">
            <a:extLst xmlns:a="http://schemas.openxmlformats.org/drawingml/2006/main">
              <a:ext uri="{FF2B5EF4-FFF2-40B4-BE49-F238E27FC236}">
                <a16:creationId xmlns:a16="http://schemas.microsoft.com/office/drawing/2014/main" id="{4A6697CC-07C8-4811-97C8-096F77C7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309163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hub-orbit-dot-0-23">
            <a:extLst xmlns:a="http://schemas.openxmlformats.org/drawingml/2006/main">
              <a:ext uri="{FF2B5EF4-FFF2-40B4-BE49-F238E27FC236}">
                <a16:creationId xmlns:a16="http://schemas.microsoft.com/office/drawing/2014/main" id="{A9BF034F-570B-465D-9220-A1C1A862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3181350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hub-orbit-dot-0-24">
            <a:extLst xmlns:a="http://schemas.openxmlformats.org/drawingml/2006/main">
              <a:ext uri="{FF2B5EF4-FFF2-40B4-BE49-F238E27FC236}">
                <a16:creationId xmlns:a16="http://schemas.microsoft.com/office/drawing/2014/main" id="{40009CBA-5539-4738-9A62-9F8EC532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3329464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hub-orbit-dot-0-25">
            <a:extLst xmlns:a="http://schemas.openxmlformats.org/drawingml/2006/main">
              <a:ext uri="{FF2B5EF4-FFF2-40B4-BE49-F238E27FC236}">
                <a16:creationId xmlns:a16="http://schemas.microsoft.com/office/drawing/2014/main" id="{E381F36B-3F9B-4C26-A7A1-23508676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3528555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hub-orbit-dot-0-26">
            <a:extLst xmlns:a="http://schemas.openxmlformats.org/drawingml/2006/main">
              <a:ext uri="{FF2B5EF4-FFF2-40B4-BE49-F238E27FC236}">
                <a16:creationId xmlns:a16="http://schemas.microsoft.com/office/drawing/2014/main" id="{01E690E2-A306-4F57-B1A6-A27F22E7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3768623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hub-orbit-dot-0-27">
            <a:extLst xmlns:a="http://schemas.openxmlformats.org/drawingml/2006/main">
              <a:ext uri="{FF2B5EF4-FFF2-40B4-BE49-F238E27FC236}">
                <a16:creationId xmlns:a16="http://schemas.microsoft.com/office/drawing/2014/main" id="{49CF54DC-DFB9-432F-ADEB-CD6D12CB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03764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hub-orbit-dot-1-0">
            <a:extLst xmlns:a="http://schemas.openxmlformats.org/drawingml/2006/main">
              <a:ext uri="{FF2B5EF4-FFF2-40B4-BE49-F238E27FC236}">
                <a16:creationId xmlns:a16="http://schemas.microsoft.com/office/drawing/2014/main" id="{E9A0BDCE-6427-4AFD-8820-58BA2DF9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5700" y="432688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hub-orbit-dot-1-1">
            <a:extLst xmlns:a="http://schemas.openxmlformats.org/drawingml/2006/main">
              <a:ext uri="{FF2B5EF4-FFF2-40B4-BE49-F238E27FC236}">
                <a16:creationId xmlns:a16="http://schemas.microsoft.com/office/drawing/2014/main" id="{6B432983-A70F-4FFA-9F1D-C0D958A1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57196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hub-orbit-dot-1-2">
            <a:extLst xmlns:a="http://schemas.openxmlformats.org/drawingml/2006/main">
              <a:ext uri="{FF2B5EF4-FFF2-40B4-BE49-F238E27FC236}">
                <a16:creationId xmlns:a16="http://schemas.microsoft.com/office/drawing/2014/main" id="{9110E9DF-7062-4556-8593-AD9CB49D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4810173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hub-orbit-dot-1-3">
            <a:extLst xmlns:a="http://schemas.openxmlformats.org/drawingml/2006/main">
              <a:ext uri="{FF2B5EF4-FFF2-40B4-BE49-F238E27FC236}">
                <a16:creationId xmlns:a16="http://schemas.microsoft.com/office/drawing/2014/main" id="{537537B6-B93B-46F7-8B49-31568C56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503428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hub-orbit-dot-1-4">
            <a:extLst xmlns:a="http://schemas.openxmlformats.org/drawingml/2006/main">
              <a:ext uri="{FF2B5EF4-FFF2-40B4-BE49-F238E27FC236}">
                <a16:creationId xmlns:a16="http://schemas.microsoft.com/office/drawing/2014/main" id="{BB09C97B-8E51-4565-899E-ED95B8A3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5237474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ub-orbit-dot-1-5">
            <a:extLst xmlns:a="http://schemas.openxmlformats.org/drawingml/2006/main">
              <a:ext uri="{FF2B5EF4-FFF2-40B4-BE49-F238E27FC236}">
                <a16:creationId xmlns:a16="http://schemas.microsoft.com/office/drawing/2014/main" id="{E18F32B3-AEB1-4EBF-AA66-667F6C64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541358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ub-orbit-dot-1-6">
            <a:extLst xmlns:a="http://schemas.openxmlformats.org/drawingml/2006/main">
              <a:ext uri="{FF2B5EF4-FFF2-40B4-BE49-F238E27FC236}">
                <a16:creationId xmlns:a16="http://schemas.microsoft.com/office/drawing/2014/main" id="{659D29A7-BF37-4AE1-B3EB-B5E97477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5557237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ub-orbit-dot-1-7">
            <a:extLst xmlns:a="http://schemas.openxmlformats.org/drawingml/2006/main">
              <a:ext uri="{FF2B5EF4-FFF2-40B4-BE49-F238E27FC236}">
                <a16:creationId xmlns:a16="http://schemas.microsoft.com/office/drawing/2014/main" id="{ED2962CE-C6D6-4D53-BF9A-38554B73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5664098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ub-orbit-dot-1-8">
            <a:extLst xmlns:a="http://schemas.openxmlformats.org/drawingml/2006/main">
              <a:ext uri="{FF2B5EF4-FFF2-40B4-BE49-F238E27FC236}">
                <a16:creationId xmlns:a16="http://schemas.microsoft.com/office/drawing/2014/main" id="{4F345EBB-78D8-4AEF-A6FF-760D3217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573090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ub-orbit-dot-1-9">
            <a:extLst xmlns:a="http://schemas.openxmlformats.org/drawingml/2006/main">
              <a:ext uri="{FF2B5EF4-FFF2-40B4-BE49-F238E27FC236}">
                <a16:creationId xmlns:a16="http://schemas.microsoft.com/office/drawing/2014/main" id="{504D220F-7D28-4240-9088-A5C51ADF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575563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ub-orbit-dot-1-10">
            <a:extLst xmlns:a="http://schemas.openxmlformats.org/drawingml/2006/main">
              <a:ext uri="{FF2B5EF4-FFF2-40B4-BE49-F238E27FC236}">
                <a16:creationId xmlns:a16="http://schemas.microsoft.com/office/drawing/2014/main" id="{8BCD794B-4B62-4AF7-B392-10A99DE3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573090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ub-orbit-dot-1-11">
            <a:extLst xmlns:a="http://schemas.openxmlformats.org/drawingml/2006/main">
              <a:ext uri="{FF2B5EF4-FFF2-40B4-BE49-F238E27FC236}">
                <a16:creationId xmlns:a16="http://schemas.microsoft.com/office/drawing/2014/main" id="{5AC67747-3CE8-4DB6-BAAD-532784ED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5664098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ub-orbit-dot-1-12">
            <a:extLst xmlns:a="http://schemas.openxmlformats.org/drawingml/2006/main">
              <a:ext uri="{FF2B5EF4-FFF2-40B4-BE49-F238E27FC236}">
                <a16:creationId xmlns:a16="http://schemas.microsoft.com/office/drawing/2014/main" id="{516FB205-8DA3-43AE-9B0B-8EC94A33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5557237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ub-orbit-dot-1-13">
            <a:extLst xmlns:a="http://schemas.openxmlformats.org/drawingml/2006/main">
              <a:ext uri="{FF2B5EF4-FFF2-40B4-BE49-F238E27FC236}">
                <a16:creationId xmlns:a16="http://schemas.microsoft.com/office/drawing/2014/main" id="{300AE9CC-4642-4B16-8F73-BFD4BEF34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541358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ub-orbit-dot-1-14">
            <a:extLst xmlns:a="http://schemas.openxmlformats.org/drawingml/2006/main">
              <a:ext uri="{FF2B5EF4-FFF2-40B4-BE49-F238E27FC236}">
                <a16:creationId xmlns:a16="http://schemas.microsoft.com/office/drawing/2014/main" id="{D81CD806-AC78-4E7B-BA21-07D175D4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5237474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ub-orbit-dot-1-15">
            <a:extLst xmlns:a="http://schemas.openxmlformats.org/drawingml/2006/main">
              <a:ext uri="{FF2B5EF4-FFF2-40B4-BE49-F238E27FC236}">
                <a16:creationId xmlns:a16="http://schemas.microsoft.com/office/drawing/2014/main" id="{3368EC81-858C-491D-AB09-4259C115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503428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ub-orbit-dot-1-16">
            <a:extLst xmlns:a="http://schemas.openxmlformats.org/drawingml/2006/main">
              <a:ext uri="{FF2B5EF4-FFF2-40B4-BE49-F238E27FC236}">
                <a16:creationId xmlns:a16="http://schemas.microsoft.com/office/drawing/2014/main" id="{BF85A2B5-E356-4FBF-8A2A-ABE62B7E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4810173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ub-orbit-dot-1-17">
            <a:extLst xmlns:a="http://schemas.openxmlformats.org/drawingml/2006/main">
              <a:ext uri="{FF2B5EF4-FFF2-40B4-BE49-F238E27FC236}">
                <a16:creationId xmlns:a16="http://schemas.microsoft.com/office/drawing/2014/main" id="{76B92B2E-EE0C-4F0B-8013-3E3E9F22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57196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ub-orbit-dot-1-18">
            <a:extLst xmlns:a="http://schemas.openxmlformats.org/drawingml/2006/main">
              <a:ext uri="{FF2B5EF4-FFF2-40B4-BE49-F238E27FC236}">
                <a16:creationId xmlns:a16="http://schemas.microsoft.com/office/drawing/2014/main" id="{A16B889C-238C-40D5-AD5E-7896619D6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432688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ub-orbit-dot-1-19">
            <a:extLst xmlns:a="http://schemas.openxmlformats.org/drawingml/2006/main">
              <a:ext uri="{FF2B5EF4-FFF2-40B4-BE49-F238E27FC236}">
                <a16:creationId xmlns:a16="http://schemas.microsoft.com/office/drawing/2014/main" id="{4B2D2ABC-70B5-4BD6-ADAF-9B628E34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07575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ub-orbit-dot-1-20">
            <a:extLst xmlns:a="http://schemas.openxmlformats.org/drawingml/2006/main">
              <a:ext uri="{FF2B5EF4-FFF2-40B4-BE49-F238E27FC236}">
                <a16:creationId xmlns:a16="http://schemas.microsoft.com/office/drawing/2014/main" id="{E3406260-6E72-44D3-B01E-0C0A4B9A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3832850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ub-orbit-dot-1-21">
            <a:extLst xmlns:a="http://schemas.openxmlformats.org/drawingml/2006/main">
              <a:ext uri="{FF2B5EF4-FFF2-40B4-BE49-F238E27FC236}">
                <a16:creationId xmlns:a16="http://schemas.microsoft.com/office/drawing/2014/main" id="{CDC94003-B468-4BD7-AE27-DB50855E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360553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ub-orbit-dot-1-22">
            <a:extLst xmlns:a="http://schemas.openxmlformats.org/drawingml/2006/main">
              <a:ext uri="{FF2B5EF4-FFF2-40B4-BE49-F238E27FC236}">
                <a16:creationId xmlns:a16="http://schemas.microsoft.com/office/drawing/2014/main" id="{3D787293-70D2-4234-81B5-ED80896F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340071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ub-orbit-dot-1-23">
            <a:extLst xmlns:a="http://schemas.openxmlformats.org/drawingml/2006/main">
              <a:ext uri="{FF2B5EF4-FFF2-40B4-BE49-F238E27FC236}">
                <a16:creationId xmlns:a16="http://schemas.microsoft.com/office/drawing/2014/main" id="{0E1CF9D5-0C79-409A-8F55-0BC48544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3224603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ub-orbit-dot-1-24">
            <a:extLst xmlns:a="http://schemas.openxmlformats.org/drawingml/2006/main">
              <a:ext uri="{FF2B5EF4-FFF2-40B4-BE49-F238E27FC236}">
                <a16:creationId xmlns:a16="http://schemas.microsoft.com/office/drawing/2014/main" id="{1897CA08-94EF-4B66-8E7D-087C0651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308257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ub-orbit-dot-1-25">
            <a:extLst xmlns:a="http://schemas.openxmlformats.org/drawingml/2006/main">
              <a:ext uri="{FF2B5EF4-FFF2-40B4-BE49-F238E27FC236}">
                <a16:creationId xmlns:a16="http://schemas.microsoft.com/office/drawing/2014/main" id="{9751E94E-AF99-4F63-89E2-51FD4455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297892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ub-orbit-dot-1-26">
            <a:extLst xmlns:a="http://schemas.openxmlformats.org/drawingml/2006/main">
              <a:ext uri="{FF2B5EF4-FFF2-40B4-BE49-F238E27FC236}">
                <a16:creationId xmlns:a16="http://schemas.microsoft.com/office/drawing/2014/main" id="{560FD4BF-2E84-47EB-BC8C-E32E157B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291682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ub-orbit-dot-1-27">
            <a:extLst xmlns:a="http://schemas.openxmlformats.org/drawingml/2006/main">
              <a:ext uri="{FF2B5EF4-FFF2-40B4-BE49-F238E27FC236}">
                <a16:creationId xmlns:a16="http://schemas.microsoft.com/office/drawing/2014/main" id="{E7713477-80B0-440E-9614-8998EF36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89813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ub-orbit-dot-1-28">
            <a:extLst xmlns:a="http://schemas.openxmlformats.org/drawingml/2006/main">
              <a:ext uri="{FF2B5EF4-FFF2-40B4-BE49-F238E27FC236}">
                <a16:creationId xmlns:a16="http://schemas.microsoft.com/office/drawing/2014/main" id="{2C53A56D-F286-499F-88C8-B0864F35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291682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ub-orbit-dot-1-29">
            <a:extLst xmlns:a="http://schemas.openxmlformats.org/drawingml/2006/main">
              <a:ext uri="{FF2B5EF4-FFF2-40B4-BE49-F238E27FC236}">
                <a16:creationId xmlns:a16="http://schemas.microsoft.com/office/drawing/2014/main" id="{115B6401-220D-4445-B0E0-C57BF3A8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297892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ub-orbit-dot-1-30">
            <a:extLst xmlns:a="http://schemas.openxmlformats.org/drawingml/2006/main">
              <a:ext uri="{FF2B5EF4-FFF2-40B4-BE49-F238E27FC236}">
                <a16:creationId xmlns:a16="http://schemas.microsoft.com/office/drawing/2014/main" id="{BEA0DAF1-2DFF-4269-9E59-D3503EE0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308257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ub-orbit-dot-1-31">
            <a:extLst xmlns:a="http://schemas.openxmlformats.org/drawingml/2006/main">
              <a:ext uri="{FF2B5EF4-FFF2-40B4-BE49-F238E27FC236}">
                <a16:creationId xmlns:a16="http://schemas.microsoft.com/office/drawing/2014/main" id="{704B1721-C831-4EBA-8962-10A5B1DC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3224603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ub-orbit-dot-1-32">
            <a:extLst xmlns:a="http://schemas.openxmlformats.org/drawingml/2006/main">
              <a:ext uri="{FF2B5EF4-FFF2-40B4-BE49-F238E27FC236}">
                <a16:creationId xmlns:a16="http://schemas.microsoft.com/office/drawing/2014/main" id="{10B7A87A-4B64-49AE-86EC-3713A9D2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340071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ub-orbit-dot-1-33">
            <a:extLst xmlns:a="http://schemas.openxmlformats.org/drawingml/2006/main">
              <a:ext uri="{FF2B5EF4-FFF2-40B4-BE49-F238E27FC236}">
                <a16:creationId xmlns:a16="http://schemas.microsoft.com/office/drawing/2014/main" id="{4A887651-690F-4607-A1CB-B74978BB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360553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ub-orbit-dot-1-34">
            <a:extLst xmlns:a="http://schemas.openxmlformats.org/drawingml/2006/main">
              <a:ext uri="{FF2B5EF4-FFF2-40B4-BE49-F238E27FC236}">
                <a16:creationId xmlns:a16="http://schemas.microsoft.com/office/drawing/2014/main" id="{8EC3E574-BB0F-4AB2-A4F1-B44C1244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3832850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ub-orbit-dot-1-35">
            <a:extLst xmlns:a="http://schemas.openxmlformats.org/drawingml/2006/main">
              <a:ext uri="{FF2B5EF4-FFF2-40B4-BE49-F238E27FC236}">
                <a16:creationId xmlns:a16="http://schemas.microsoft.com/office/drawing/2014/main" id="{0F9CCAEE-88A5-469F-9641-7FE0DA3F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07575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ub-orbit-dot-2-0">
            <a:extLst xmlns:a="http://schemas.openxmlformats.org/drawingml/2006/main">
              <a:ext uri="{FF2B5EF4-FFF2-40B4-BE49-F238E27FC236}">
                <a16:creationId xmlns:a16="http://schemas.microsoft.com/office/drawing/2014/main" id="{48D1F503-E2AE-48F3-A01E-A06EFB12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1913" y="43316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hub-orbit-dot-2-1">
            <a:extLst xmlns:a="http://schemas.openxmlformats.org/drawingml/2006/main">
              <a:ext uri="{FF2B5EF4-FFF2-40B4-BE49-F238E27FC236}">
                <a16:creationId xmlns:a16="http://schemas.microsoft.com/office/drawing/2014/main" id="{3E98BFEA-C396-451E-AA76-2C972B60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55749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hub-orbit-dot-2-2">
            <a:extLst xmlns:a="http://schemas.openxmlformats.org/drawingml/2006/main">
              <a:ext uri="{FF2B5EF4-FFF2-40B4-BE49-F238E27FC236}">
                <a16:creationId xmlns:a16="http://schemas.microsoft.com/office/drawing/2014/main" id="{6A93FC9C-7F6B-4C7D-8A6D-EF4A0477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4779035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hub-orbit-dot-2-3">
            <a:extLst xmlns:a="http://schemas.openxmlformats.org/drawingml/2006/main">
              <a:ext uri="{FF2B5EF4-FFF2-40B4-BE49-F238E27FC236}">
                <a16:creationId xmlns:a16="http://schemas.microsoft.com/office/drawing/2014/main" id="{DF23B8FA-0FA5-46BA-BB3F-298A2C14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4991738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hub-orbit-dot-2-4">
            <a:extLst xmlns:a="http://schemas.openxmlformats.org/drawingml/2006/main">
              <a:ext uri="{FF2B5EF4-FFF2-40B4-BE49-F238E27FC236}">
                <a16:creationId xmlns:a16="http://schemas.microsoft.com/office/drawing/2014/main" id="{B05E5CC3-550E-498E-8B3A-0C6F193A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519131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hub-orbit-dot-2-5">
            <a:extLst xmlns:a="http://schemas.openxmlformats.org/drawingml/2006/main">
              <a:ext uri="{FF2B5EF4-FFF2-40B4-BE49-F238E27FC236}">
                <a16:creationId xmlns:a16="http://schemas.microsoft.com/office/drawing/2014/main" id="{981E990E-3247-4D00-A871-2B9DBA99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5373681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hub-orbit-dot-2-6">
            <a:extLst xmlns:a="http://schemas.openxmlformats.org/drawingml/2006/main">
              <a:ext uri="{FF2B5EF4-FFF2-40B4-BE49-F238E27FC236}">
                <a16:creationId xmlns:a16="http://schemas.microsoft.com/office/drawing/2014/main" id="{0949EC35-9624-4D74-9072-B0332E40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5535130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hub-orbit-dot-2-7">
            <a:extLst xmlns:a="http://schemas.openxmlformats.org/drawingml/2006/main">
              <a:ext uri="{FF2B5EF4-FFF2-40B4-BE49-F238E27FC236}">
                <a16:creationId xmlns:a16="http://schemas.microsoft.com/office/drawing/2014/main" id="{F98E54FA-31D0-4E78-842B-22DFBF33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567236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ub-orbit-dot-2-8">
            <a:extLst xmlns:a="http://schemas.openxmlformats.org/drawingml/2006/main">
              <a:ext uri="{FF2B5EF4-FFF2-40B4-BE49-F238E27FC236}">
                <a16:creationId xmlns:a16="http://schemas.microsoft.com/office/drawing/2014/main" id="{333DFBA2-F10B-4015-B974-DC74AA3E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5782599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hub-orbit-dot-2-9">
            <a:extLst xmlns:a="http://schemas.openxmlformats.org/drawingml/2006/main">
              <a:ext uri="{FF2B5EF4-FFF2-40B4-BE49-F238E27FC236}">
                <a16:creationId xmlns:a16="http://schemas.microsoft.com/office/drawing/2014/main" id="{B99602FF-142E-4101-ADD8-1E535B46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586357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hub-orbit-dot-2-10">
            <a:extLst xmlns:a="http://schemas.openxmlformats.org/drawingml/2006/main">
              <a:ext uri="{FF2B5EF4-FFF2-40B4-BE49-F238E27FC236}">
                <a16:creationId xmlns:a16="http://schemas.microsoft.com/office/drawing/2014/main" id="{AB7F0760-48CB-4AC0-BC98-1AF58431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591366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hub-orbit-dot-2-11">
            <a:extLst xmlns:a="http://schemas.openxmlformats.org/drawingml/2006/main">
              <a:ext uri="{FF2B5EF4-FFF2-40B4-BE49-F238E27FC236}">
                <a16:creationId xmlns:a16="http://schemas.microsoft.com/office/drawing/2014/main" id="{B0308E9E-7DBD-49B9-9E89-C311A432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59318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hub-orbit-dot-2-12">
            <a:extLst xmlns:a="http://schemas.openxmlformats.org/drawingml/2006/main">
              <a:ext uri="{FF2B5EF4-FFF2-40B4-BE49-F238E27FC236}">
                <a16:creationId xmlns:a16="http://schemas.microsoft.com/office/drawing/2014/main" id="{606E3438-93A5-4435-B84C-DE07F37B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591366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hub-orbit-dot-2-13">
            <a:extLst xmlns:a="http://schemas.openxmlformats.org/drawingml/2006/main">
              <a:ext uri="{FF2B5EF4-FFF2-40B4-BE49-F238E27FC236}">
                <a16:creationId xmlns:a16="http://schemas.microsoft.com/office/drawing/2014/main" id="{7DB6A678-15D0-4B7C-98F7-68BDB332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586357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hub-orbit-dot-2-14">
            <a:extLst xmlns:a="http://schemas.openxmlformats.org/drawingml/2006/main">
              <a:ext uri="{FF2B5EF4-FFF2-40B4-BE49-F238E27FC236}">
                <a16:creationId xmlns:a16="http://schemas.microsoft.com/office/drawing/2014/main" id="{9008776F-5D1A-441D-A86C-CA379DA1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5782599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hub-orbit-dot-2-15">
            <a:extLst xmlns:a="http://schemas.openxmlformats.org/drawingml/2006/main">
              <a:ext uri="{FF2B5EF4-FFF2-40B4-BE49-F238E27FC236}">
                <a16:creationId xmlns:a16="http://schemas.microsoft.com/office/drawing/2014/main" id="{34111F9D-8804-46B5-8E01-62BA0D9B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567236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hub-orbit-dot-2-16">
            <a:extLst xmlns:a="http://schemas.openxmlformats.org/drawingml/2006/main">
              <a:ext uri="{FF2B5EF4-FFF2-40B4-BE49-F238E27FC236}">
                <a16:creationId xmlns:a16="http://schemas.microsoft.com/office/drawing/2014/main" id="{7EDCF9CA-90BD-40CF-A230-942B1B22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5535130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hub-orbit-dot-2-17">
            <a:extLst xmlns:a="http://schemas.openxmlformats.org/drawingml/2006/main">
              <a:ext uri="{FF2B5EF4-FFF2-40B4-BE49-F238E27FC236}">
                <a16:creationId xmlns:a16="http://schemas.microsoft.com/office/drawing/2014/main" id="{14FF7869-B455-42B4-86FE-824BFC12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5373681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hub-orbit-dot-2-18">
            <a:extLst xmlns:a="http://schemas.openxmlformats.org/drawingml/2006/main">
              <a:ext uri="{FF2B5EF4-FFF2-40B4-BE49-F238E27FC236}">
                <a16:creationId xmlns:a16="http://schemas.microsoft.com/office/drawing/2014/main" id="{DAE6D472-235F-4F1E-8718-06DE0D79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519131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hub-orbit-dot-2-19">
            <a:extLst xmlns:a="http://schemas.openxmlformats.org/drawingml/2006/main">
              <a:ext uri="{FF2B5EF4-FFF2-40B4-BE49-F238E27FC236}">
                <a16:creationId xmlns:a16="http://schemas.microsoft.com/office/drawing/2014/main" id="{82A1C616-0E2E-4E40-B79C-8EFF988D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4991738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hub-orbit-dot-2-20">
            <a:extLst xmlns:a="http://schemas.openxmlformats.org/drawingml/2006/main">
              <a:ext uri="{FF2B5EF4-FFF2-40B4-BE49-F238E27FC236}">
                <a16:creationId xmlns:a16="http://schemas.microsoft.com/office/drawing/2014/main" id="{F813A9E1-5FA5-4636-8A83-A6CA3BFD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4779035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hub-orbit-dot-2-21">
            <a:extLst xmlns:a="http://schemas.openxmlformats.org/drawingml/2006/main">
              <a:ext uri="{FF2B5EF4-FFF2-40B4-BE49-F238E27FC236}">
                <a16:creationId xmlns:a16="http://schemas.microsoft.com/office/drawing/2014/main" id="{5E3BA271-9192-4711-BBBC-D27D09A4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55749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hub-orbit-dot-2-22">
            <a:extLst xmlns:a="http://schemas.openxmlformats.org/drawingml/2006/main">
              <a:ext uri="{FF2B5EF4-FFF2-40B4-BE49-F238E27FC236}">
                <a16:creationId xmlns:a16="http://schemas.microsoft.com/office/drawing/2014/main" id="{80021465-48A6-4F56-9DC0-7DCE955E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81513" y="43316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hub-orbit-dot-2-23">
            <a:extLst xmlns:a="http://schemas.openxmlformats.org/drawingml/2006/main">
              <a:ext uri="{FF2B5EF4-FFF2-40B4-BE49-F238E27FC236}">
                <a16:creationId xmlns:a16="http://schemas.microsoft.com/office/drawing/2014/main" id="{1ACCA1D7-2BE1-466B-A14B-FF26E08E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102017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hub-orbit-dot-2-24">
            <a:extLst xmlns:a="http://schemas.openxmlformats.org/drawingml/2006/main">
              <a:ext uri="{FF2B5EF4-FFF2-40B4-BE49-F238E27FC236}">
                <a16:creationId xmlns:a16="http://schemas.microsoft.com/office/drawing/2014/main" id="{97D8285B-0602-4D96-84C5-28359182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387736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hub-orbit-dot-2-25">
            <a:extLst xmlns:a="http://schemas.openxmlformats.org/drawingml/2006/main">
              <a:ext uri="{FF2B5EF4-FFF2-40B4-BE49-F238E27FC236}">
                <a16:creationId xmlns:a16="http://schemas.microsoft.com/office/drawing/2014/main" id="{6502E564-4AE9-4C90-9113-1601B566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366226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hub-orbit-dot-2-26">
            <a:extLst xmlns:a="http://schemas.openxmlformats.org/drawingml/2006/main">
              <a:ext uri="{FF2B5EF4-FFF2-40B4-BE49-F238E27FC236}">
                <a16:creationId xmlns:a16="http://schemas.microsoft.com/office/drawing/2014/main" id="{9E843568-52C5-4FA0-B42F-8DCC56D8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346106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hub-orbit-dot-2-27">
            <a:extLst xmlns:a="http://schemas.openxmlformats.org/drawingml/2006/main">
              <a:ext uri="{FF2B5EF4-FFF2-40B4-BE49-F238E27FC236}">
                <a16:creationId xmlns:a16="http://schemas.microsoft.com/office/drawing/2014/main" id="{1D2A2818-FB45-412A-962A-73AB5561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3277867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hub-orbit-dot-2-28">
            <a:extLst xmlns:a="http://schemas.openxmlformats.org/drawingml/2006/main">
              <a:ext uri="{FF2B5EF4-FFF2-40B4-BE49-F238E27FC236}">
                <a16:creationId xmlns:a16="http://schemas.microsoft.com/office/drawing/2014/main" id="{6B6BF93B-B105-4529-B09F-E70458514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311642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hub-orbit-dot-2-29">
            <a:extLst xmlns:a="http://schemas.openxmlformats.org/drawingml/2006/main">
              <a:ext uri="{FF2B5EF4-FFF2-40B4-BE49-F238E27FC236}">
                <a16:creationId xmlns:a16="http://schemas.microsoft.com/office/drawing/2014/main" id="{C444D73F-2806-4858-B58B-D6813CE3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298001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hub-orbit-dot-2-30">
            <a:extLst xmlns:a="http://schemas.openxmlformats.org/drawingml/2006/main">
              <a:ext uri="{FF2B5EF4-FFF2-40B4-BE49-F238E27FC236}">
                <a16:creationId xmlns:a16="http://schemas.microsoft.com/office/drawing/2014/main" id="{FF851B60-29D6-4C6A-8B78-82624E51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287139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hub-orbit-dot-2-31">
            <a:extLst xmlns:a="http://schemas.openxmlformats.org/drawingml/2006/main">
              <a:ext uri="{FF2B5EF4-FFF2-40B4-BE49-F238E27FC236}">
                <a16:creationId xmlns:a16="http://schemas.microsoft.com/office/drawing/2014/main" id="{F19474FA-B9A5-498E-90C1-123A182B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2792816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hub-orbit-dot-2-32">
            <a:extLst xmlns:a="http://schemas.openxmlformats.org/drawingml/2006/main">
              <a:ext uri="{FF2B5EF4-FFF2-40B4-BE49-F238E27FC236}">
                <a16:creationId xmlns:a16="http://schemas.microsoft.com/office/drawing/2014/main" id="{00940996-A47C-45DC-AE54-0F59F5B4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2745838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hub-orbit-dot-2-33">
            <a:extLst xmlns:a="http://schemas.openxmlformats.org/drawingml/2006/main">
              <a:ext uri="{FF2B5EF4-FFF2-40B4-BE49-F238E27FC236}">
                <a16:creationId xmlns:a16="http://schemas.microsoft.com/office/drawing/2014/main" id="{95354C74-49B1-4724-8CC1-8A8BCFA9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27314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hub-orbit-dot-2-34">
            <a:extLst xmlns:a="http://schemas.openxmlformats.org/drawingml/2006/main">
              <a:ext uri="{FF2B5EF4-FFF2-40B4-BE49-F238E27FC236}">
                <a16:creationId xmlns:a16="http://schemas.microsoft.com/office/drawing/2014/main" id="{49D02B4B-57AB-48E2-BB35-3299B8FA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2745838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hub-orbit-dot-2-35">
            <a:extLst xmlns:a="http://schemas.openxmlformats.org/drawingml/2006/main">
              <a:ext uri="{FF2B5EF4-FFF2-40B4-BE49-F238E27FC236}">
                <a16:creationId xmlns:a16="http://schemas.microsoft.com/office/drawing/2014/main" id="{9FCCB164-EC29-4CB2-8F66-FC4574FA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2792816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hub-orbit-dot-2-36">
            <a:extLst xmlns:a="http://schemas.openxmlformats.org/drawingml/2006/main">
              <a:ext uri="{FF2B5EF4-FFF2-40B4-BE49-F238E27FC236}">
                <a16:creationId xmlns:a16="http://schemas.microsoft.com/office/drawing/2014/main" id="{AC631DF7-4891-4EE2-A79C-43AF7141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287139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hub-orbit-dot-2-37">
            <a:extLst xmlns:a="http://schemas.openxmlformats.org/drawingml/2006/main">
              <a:ext uri="{FF2B5EF4-FFF2-40B4-BE49-F238E27FC236}">
                <a16:creationId xmlns:a16="http://schemas.microsoft.com/office/drawing/2014/main" id="{6D7512A7-100F-480F-9735-2101C769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298001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hub-orbit-dot-2-38">
            <a:extLst xmlns:a="http://schemas.openxmlformats.org/drawingml/2006/main">
              <a:ext uri="{FF2B5EF4-FFF2-40B4-BE49-F238E27FC236}">
                <a16:creationId xmlns:a16="http://schemas.microsoft.com/office/drawing/2014/main" id="{FC010404-9607-49D6-881C-ED8E682F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311642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hub-orbit-dot-2-39">
            <a:extLst xmlns:a="http://schemas.openxmlformats.org/drawingml/2006/main">
              <a:ext uri="{FF2B5EF4-FFF2-40B4-BE49-F238E27FC236}">
                <a16:creationId xmlns:a16="http://schemas.microsoft.com/office/drawing/2014/main" id="{3D6A32E2-A8DD-4FDE-AE24-CFED6358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3277867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hub-orbit-dot-2-40">
            <a:extLst xmlns:a="http://schemas.openxmlformats.org/drawingml/2006/main">
              <a:ext uri="{FF2B5EF4-FFF2-40B4-BE49-F238E27FC236}">
                <a16:creationId xmlns:a16="http://schemas.microsoft.com/office/drawing/2014/main" id="{8283F169-7D56-48AF-8AC8-65A69EB1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346106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hub-orbit-dot-2-41">
            <a:extLst xmlns:a="http://schemas.openxmlformats.org/drawingml/2006/main">
              <a:ext uri="{FF2B5EF4-FFF2-40B4-BE49-F238E27FC236}">
                <a16:creationId xmlns:a16="http://schemas.microsoft.com/office/drawing/2014/main" id="{B1DBE607-CEE5-4A36-A80E-F8069A9A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366226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hub-orbit-dot-2-42">
            <a:extLst xmlns:a="http://schemas.openxmlformats.org/drawingml/2006/main">
              <a:ext uri="{FF2B5EF4-FFF2-40B4-BE49-F238E27FC236}">
                <a16:creationId xmlns:a16="http://schemas.microsoft.com/office/drawing/2014/main" id="{72748063-94EF-4738-B742-4F14BBDB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387736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hub-orbit-dot-2-43">
            <a:extLst xmlns:a="http://schemas.openxmlformats.org/drawingml/2006/main">
              <a:ext uri="{FF2B5EF4-FFF2-40B4-BE49-F238E27FC236}">
                <a16:creationId xmlns:a16="http://schemas.microsoft.com/office/drawing/2014/main" id="{8BFD146A-EB8D-462F-BCFC-B37EEE09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102017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hub-center-halo">
            <a:extLst xmlns:a="http://schemas.openxmlformats.org/drawingml/2006/main">
              <a:ext uri="{FF2B5EF4-FFF2-40B4-BE49-F238E27FC236}">
                <a16:creationId xmlns:a16="http://schemas.microsoft.com/office/drawing/2014/main" id="{8D125D1D-0C23-46B9-882C-56CB3041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3031484"/>
            <a:ext cx="2628900" cy="2628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10" name="hub-center-ring">
            <a:extLst xmlns:a="http://schemas.openxmlformats.org/drawingml/2006/main">
              <a:ext uri="{FF2B5EF4-FFF2-40B4-BE49-F238E27FC236}">
                <a16:creationId xmlns:a16="http://schemas.microsoft.com/office/drawing/2014/main" id="{E92A89BA-7BE0-401A-8C14-6DCB46FB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3193409"/>
            <a:ext cx="2305050" cy="2305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1" name="hub-center-core">
            <a:extLst xmlns:a="http://schemas.openxmlformats.org/drawingml/2006/main">
              <a:ext uri="{FF2B5EF4-FFF2-40B4-BE49-F238E27FC236}">
                <a16:creationId xmlns:a16="http://schemas.microsoft.com/office/drawing/2014/main" id="{ECC52F79-0B54-4C29-B527-0F604717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725" y="3288659"/>
            <a:ext cx="2114550" cy="2114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2" name="hub-center-title">
            <a:extLst xmlns:a="http://schemas.openxmlformats.org/drawingml/2006/main">
              <a:ext uri="{FF2B5EF4-FFF2-40B4-BE49-F238E27FC236}">
                <a16:creationId xmlns:a16="http://schemas.microsoft.com/office/drawing/2014/main" id="{14F82E01-D641-4149-8236-FC070B69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874294"/>
            <a:ext cx="188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113" name="hub-center-body">
            <a:extLst xmlns:a="http://schemas.openxmlformats.org/drawingml/2006/main">
              <a:ext uri="{FF2B5EF4-FFF2-40B4-BE49-F238E27FC236}">
                <a16:creationId xmlns:a16="http://schemas.microsoft.com/office/drawing/2014/main" id="{70263A9D-5C90-4748-BA5B-83086541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4264819"/>
            <a:ext cx="1885950" cy="552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统一目标 ·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协同资源</a:t>
            </a:r>
          </a:p>
        </p:txBody>
      </p:sp>
      <p:sp>
        <p:nvSpPr>
          <p:cNvPr id="114" name="hub-item-underlay-0">
            <a:extLst xmlns:a="http://schemas.openxmlformats.org/drawingml/2006/main">
              <a:ext uri="{FF2B5EF4-FFF2-40B4-BE49-F238E27FC236}">
                <a16:creationId xmlns:a16="http://schemas.microsoft.com/office/drawing/2014/main" id="{9D47BA6B-79A9-4B4F-8C51-5310339E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666875"/>
            <a:ext cx="283845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hub-item-surface-0">
            <a:extLst xmlns:a="http://schemas.openxmlformats.org/drawingml/2006/main">
              <a:ext uri="{FF2B5EF4-FFF2-40B4-BE49-F238E27FC236}">
                <a16:creationId xmlns:a16="http://schemas.microsoft.com/office/drawing/2014/main" id="{2D5D327C-1595-45AC-8633-50C91F29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619250"/>
            <a:ext cx="283845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6" name="hub-item-underlay-1">
            <a:extLst xmlns:a="http://schemas.openxmlformats.org/drawingml/2006/main">
              <a:ext uri="{FF2B5EF4-FFF2-40B4-BE49-F238E27FC236}">
                <a16:creationId xmlns:a16="http://schemas.microsoft.com/office/drawing/2014/main" id="{BBC7E05C-3EEB-41D1-AC77-34EABBBC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956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hub-item-surface-1">
            <a:extLst xmlns:a="http://schemas.openxmlformats.org/drawingml/2006/main">
              <a:ext uri="{FF2B5EF4-FFF2-40B4-BE49-F238E27FC236}">
                <a16:creationId xmlns:a16="http://schemas.microsoft.com/office/drawing/2014/main" id="{7F76A72E-2DA7-4C07-83EA-FB98E4F6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479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8" name="hub-item-underlay-2">
            <a:extLst xmlns:a="http://schemas.openxmlformats.org/drawingml/2006/main">
              <a:ext uri="{FF2B5EF4-FFF2-40B4-BE49-F238E27FC236}">
                <a16:creationId xmlns:a16="http://schemas.microsoft.com/office/drawing/2014/main" id="{F9D59788-108A-48F4-A126-B9A5BC33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2197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hub-item-surface-2">
            <a:extLst xmlns:a="http://schemas.openxmlformats.org/drawingml/2006/main">
              <a:ext uri="{FF2B5EF4-FFF2-40B4-BE49-F238E27FC236}">
                <a16:creationId xmlns:a16="http://schemas.microsoft.com/office/drawing/2014/main" id="{4E12194C-7585-4A3E-BB4C-FD12A6DF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720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0" name="hub-item-underlay-3">
            <a:extLst xmlns:a="http://schemas.openxmlformats.org/drawingml/2006/main">
              <a:ext uri="{FF2B5EF4-FFF2-40B4-BE49-F238E27FC236}">
                <a16:creationId xmlns:a16="http://schemas.microsoft.com/office/drawing/2014/main" id="{AD9D8FB1-2E48-49F0-B19F-0824C4B0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8956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hub-item-surface-3">
            <a:extLst xmlns:a="http://schemas.openxmlformats.org/drawingml/2006/main">
              <a:ext uri="{FF2B5EF4-FFF2-40B4-BE49-F238E27FC236}">
                <a16:creationId xmlns:a16="http://schemas.microsoft.com/office/drawing/2014/main" id="{AD4C1CDD-6E59-4FE2-B0D2-F2DEBE85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8479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2" name="hub-item-underlay-4">
            <a:extLst xmlns:a="http://schemas.openxmlformats.org/drawingml/2006/main">
              <a:ext uri="{FF2B5EF4-FFF2-40B4-BE49-F238E27FC236}">
                <a16:creationId xmlns:a16="http://schemas.microsoft.com/office/drawing/2014/main" id="{978DDC0A-CC01-47E6-BF24-BB83DCA8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52197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hub-item-surface-4">
            <a:extLst xmlns:a="http://schemas.openxmlformats.org/drawingml/2006/main">
              <a:ext uri="{FF2B5EF4-FFF2-40B4-BE49-F238E27FC236}">
                <a16:creationId xmlns:a16="http://schemas.microsoft.com/office/drawing/2014/main" id="{5E2F9463-D1D6-4466-98E1-4A51F676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51720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4" name="hub-icon-halo-0">
            <a:extLst xmlns:a="http://schemas.openxmlformats.org/drawingml/2006/main">
              <a:ext uri="{FF2B5EF4-FFF2-40B4-BE49-F238E27FC236}">
                <a16:creationId xmlns:a16="http://schemas.microsoft.com/office/drawing/2014/main" id="{990C7F78-217C-4E93-A6F3-9CE9E552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05300" y="16764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5" name="hub-icon-halo-1">
            <a:extLst xmlns:a="http://schemas.openxmlformats.org/drawingml/2006/main">
              <a:ext uri="{FF2B5EF4-FFF2-40B4-BE49-F238E27FC236}">
                <a16:creationId xmlns:a16="http://schemas.microsoft.com/office/drawing/2014/main" id="{F91DB935-CD8A-4B4D-90AD-7CA4EB77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29051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6" name="hub-icon-halo-2">
            <a:extLst xmlns:a="http://schemas.openxmlformats.org/drawingml/2006/main">
              <a:ext uri="{FF2B5EF4-FFF2-40B4-BE49-F238E27FC236}">
                <a16:creationId xmlns:a16="http://schemas.microsoft.com/office/drawing/2014/main" id="{13487516-8B4A-418D-9940-B113C0B2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52292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7" name="hub-icon-halo-3">
            <a:extLst xmlns:a="http://schemas.openxmlformats.org/drawingml/2006/main">
              <a:ext uri="{FF2B5EF4-FFF2-40B4-BE49-F238E27FC236}">
                <a16:creationId xmlns:a16="http://schemas.microsoft.com/office/drawing/2014/main" id="{029C7650-150F-45A0-81E5-8D7F0ACF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29051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8" name="hub-icon-halo-4">
            <a:extLst xmlns:a="http://schemas.openxmlformats.org/drawingml/2006/main">
              <a:ext uri="{FF2B5EF4-FFF2-40B4-BE49-F238E27FC236}">
                <a16:creationId xmlns:a16="http://schemas.microsoft.com/office/drawing/2014/main" id="{983F08A4-CEF0-4262-B6D0-8182A49B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52292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9" name="hub-icon-core-0">
            <a:extLst xmlns:a="http://schemas.openxmlformats.org/drawingml/2006/main">
              <a:ext uri="{FF2B5EF4-FFF2-40B4-BE49-F238E27FC236}">
                <a16:creationId xmlns:a16="http://schemas.microsoft.com/office/drawing/2014/main" id="{9BF7F959-2B59-45E8-9ACF-21476A7E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00550" y="17716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hub-icon-core-1">
            <a:extLst xmlns:a="http://schemas.openxmlformats.org/drawingml/2006/main">
              <a:ext uri="{FF2B5EF4-FFF2-40B4-BE49-F238E27FC236}">
                <a16:creationId xmlns:a16="http://schemas.microsoft.com/office/drawing/2014/main" id="{7D30396D-C2E7-4D12-83E6-F373A796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30003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hub-icon-core-2">
            <a:extLst xmlns:a="http://schemas.openxmlformats.org/drawingml/2006/main">
              <a:ext uri="{FF2B5EF4-FFF2-40B4-BE49-F238E27FC236}">
                <a16:creationId xmlns:a16="http://schemas.microsoft.com/office/drawing/2014/main" id="{E8D80C5E-7128-44A4-8BCF-28520485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5324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hub-icon-core-3">
            <a:extLst xmlns:a="http://schemas.openxmlformats.org/drawingml/2006/main">
              <a:ext uri="{FF2B5EF4-FFF2-40B4-BE49-F238E27FC236}">
                <a16:creationId xmlns:a16="http://schemas.microsoft.com/office/drawing/2014/main" id="{57CC74C1-C45E-4CE2-88F2-770B85D6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30003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hub-icon-core-4">
            <a:extLst xmlns:a="http://schemas.openxmlformats.org/drawingml/2006/main">
              <a:ext uri="{FF2B5EF4-FFF2-40B4-BE49-F238E27FC236}">
                <a16:creationId xmlns:a16="http://schemas.microsoft.com/office/drawing/2014/main" id="{52AD1FFD-6642-4FC2-A886-CD00F551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5324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5f49654ddf4425">
            <a:extLst>
              <a:ext uri="{96DAC541-7B7A-43D3-8B79-37D633B846F1}">
                <asvg:svgBlip xmlns:asvg="http://schemas.microsoft.com/office/drawing/2016/SVG/main" r:embed="Re901fdb5df2e4d5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95800" y="1866900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db4518102d4902">
            <a:extLst>
              <a:ext uri="{96DAC541-7B7A-43D3-8B79-37D633B846F1}">
                <asvg:svgBlip xmlns:asvg="http://schemas.microsoft.com/office/drawing/2016/SVG/main" r:embed="R610405dff91b41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30956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3dccd0bfa4699">
            <a:extLst>
              <a:ext uri="{96DAC541-7B7A-43D3-8B79-37D633B846F1}">
                <asvg:svgBlip xmlns:asvg="http://schemas.microsoft.com/office/drawing/2016/SVG/main" r:embed="R8c469ff5d91a498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54197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f694540e5482a">
            <a:extLst>
              <a:ext uri="{96DAC541-7B7A-43D3-8B79-37D633B846F1}">
                <asvg:svgBlip xmlns:asvg="http://schemas.microsoft.com/office/drawing/2016/SVG/main" r:embed="R650878046d47441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30956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472dec97d4517">
            <a:extLst>
              <a:ext uri="{96DAC541-7B7A-43D3-8B79-37D633B846F1}">
                <asvg:svgBlip xmlns:asvg="http://schemas.microsoft.com/office/drawing/2016/SVG/main" r:embed="Rf90ffef6209643f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54197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9" name="hub-item-title-0">
            <a:extLst xmlns:a="http://schemas.openxmlformats.org/drawingml/2006/main">
              <a:ext uri="{FF2B5EF4-FFF2-40B4-BE49-F238E27FC236}">
                <a16:creationId xmlns:a16="http://schemas.microsoft.com/office/drawing/2014/main" id="{A6F1A50D-35E5-4E31-B1B8-90EC5DAB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57800" y="1731912"/>
            <a:ext cx="24574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战略牵引</a:t>
            </a:r>
          </a:p>
        </p:txBody>
      </p:sp>
      <p:sp>
        <p:nvSpPr>
          <p:cNvPr id="140" name="hub-item-body-0">
            <a:extLst xmlns:a="http://schemas.openxmlformats.org/drawingml/2006/main">
              <a:ext uri="{FF2B5EF4-FFF2-40B4-BE49-F238E27FC236}">
                <a16:creationId xmlns:a16="http://schemas.microsoft.com/office/drawing/2014/main" id="{B040D287-9ABF-409E-B830-259B31902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57800" y="2075107"/>
            <a:ext cx="24574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明确方向并形成共同目标</a:t>
            </a:r>
          </a:p>
        </p:txBody>
      </p:sp>
      <p:sp>
        <p:nvSpPr>
          <p:cNvPr id="141" name="hub-item-title-1">
            <a:extLst xmlns:a="http://schemas.openxmlformats.org/drawingml/2006/main">
              <a:ext uri="{FF2B5EF4-FFF2-40B4-BE49-F238E27FC236}">
                <a16:creationId xmlns:a16="http://schemas.microsoft.com/office/drawing/2014/main" id="{72386059-D94A-4BEE-9FEA-9890F2A6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29606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数据支撑</a:t>
            </a:r>
          </a:p>
        </p:txBody>
      </p:sp>
      <p:sp>
        <p:nvSpPr>
          <p:cNvPr id="142" name="hub-item-body-1">
            <a:extLst xmlns:a="http://schemas.openxmlformats.org/drawingml/2006/main">
              <a:ext uri="{FF2B5EF4-FFF2-40B4-BE49-F238E27FC236}">
                <a16:creationId xmlns:a16="http://schemas.microsoft.com/office/drawing/2014/main" id="{485E3EA9-980F-4663-8C6E-A951095F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3038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汇集信息并提供可靠依据</a:t>
            </a:r>
          </a:p>
        </p:txBody>
      </p:sp>
      <p:sp>
        <p:nvSpPr>
          <p:cNvPr id="143" name="hub-item-title-2">
            <a:extLst xmlns:a="http://schemas.openxmlformats.org/drawingml/2006/main">
              <a:ext uri="{FF2B5EF4-FFF2-40B4-BE49-F238E27FC236}">
                <a16:creationId xmlns:a16="http://schemas.microsoft.com/office/drawing/2014/main" id="{6C961D52-B320-4A1A-A127-BD1D285D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2847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平台赋能</a:t>
            </a:r>
          </a:p>
        </p:txBody>
      </p:sp>
      <p:sp>
        <p:nvSpPr>
          <p:cNvPr id="144" name="hub-item-body-2">
            <a:extLst xmlns:a="http://schemas.openxmlformats.org/drawingml/2006/main">
              <a:ext uri="{FF2B5EF4-FFF2-40B4-BE49-F238E27FC236}">
                <a16:creationId xmlns:a16="http://schemas.microsoft.com/office/drawing/2014/main" id="{4730C6EC-3943-4D76-ADD5-6182D3FA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6279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连接资源并提升协同效率</a:t>
            </a:r>
          </a:p>
        </p:txBody>
      </p:sp>
      <p:sp>
        <p:nvSpPr>
          <p:cNvPr id="145" name="hub-item-title-3">
            <a:extLst xmlns:a="http://schemas.openxmlformats.org/drawingml/2006/main">
              <a:ext uri="{FF2B5EF4-FFF2-40B4-BE49-F238E27FC236}">
                <a16:creationId xmlns:a16="http://schemas.microsoft.com/office/drawing/2014/main" id="{426C67F0-A04D-4163-B478-20FAD66E4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9606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机制保障</a:t>
            </a:r>
          </a:p>
        </p:txBody>
      </p:sp>
      <p:sp>
        <p:nvSpPr>
          <p:cNvPr id="146" name="hub-item-body-3">
            <a:extLst xmlns:a="http://schemas.openxmlformats.org/drawingml/2006/main">
              <a:ext uri="{FF2B5EF4-FFF2-40B4-BE49-F238E27FC236}">
                <a16:creationId xmlns:a16="http://schemas.microsoft.com/office/drawing/2014/main" id="{1D5CA998-73EB-45C5-86CC-30201C1A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3038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以规则保障稳定有序运行</a:t>
            </a:r>
          </a:p>
        </p:txBody>
      </p:sp>
      <p:sp>
        <p:nvSpPr>
          <p:cNvPr id="147" name="hub-item-title-4">
            <a:extLst xmlns:a="http://schemas.openxmlformats.org/drawingml/2006/main">
              <a:ext uri="{FF2B5EF4-FFF2-40B4-BE49-F238E27FC236}">
                <a16:creationId xmlns:a16="http://schemas.microsoft.com/office/drawing/2014/main" id="{1A6A0F00-413C-4140-8AEA-1BD73FDE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2847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服务触达</a:t>
            </a:r>
          </a:p>
        </p:txBody>
      </p:sp>
      <p:sp>
        <p:nvSpPr>
          <p:cNvPr id="148" name="hub-item-body-4">
            <a:extLst xmlns:a="http://schemas.openxmlformats.org/drawingml/2006/main">
              <a:ext uri="{FF2B5EF4-FFF2-40B4-BE49-F238E27FC236}">
                <a16:creationId xmlns:a16="http://schemas.microsoft.com/office/drawing/2014/main" id="{B7057559-8903-49CC-8FFC-DD05D15F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6279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把能力转化为实际体验</a:t>
            </a:r>
          </a:p>
        </p:txBody>
      </p:sp>
    </p:spTree>
    <p:extLst>
      <p:ext uri="{BB962C8B-B14F-4D97-AF65-F5344CB8AC3E}">
        <p14:creationId xmlns:p14="http://schemas.microsoft.com/office/powerpoint/2010/main" val="10366051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6" name="hub-orbit-dot-0-0">
            <a:extLst xmlns:a="http://schemas.openxmlformats.org/drawingml/2006/main">
              <a:ext uri="{FF2B5EF4-FFF2-40B4-BE49-F238E27FC236}">
                <a16:creationId xmlns:a16="http://schemas.microsoft.com/office/drawing/2014/main" id="{09911B9D-2BA3-4E25-8CDE-6F96078B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9488" y="3900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ub-orbit-dot-0-1">
            <a:extLst xmlns:a="http://schemas.openxmlformats.org/drawingml/2006/main">
              <a:ext uri="{FF2B5EF4-FFF2-40B4-BE49-F238E27FC236}">
                <a16:creationId xmlns:a16="http://schemas.microsoft.com/office/drawing/2014/main" id="{9A18629C-1149-46A9-97D2-2DAF3317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17556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ub-orbit-dot-0-2">
            <a:extLst xmlns:a="http://schemas.openxmlformats.org/drawingml/2006/main">
              <a:ext uri="{FF2B5EF4-FFF2-40B4-BE49-F238E27FC236}">
                <a16:creationId xmlns:a16="http://schemas.microsoft.com/office/drawing/2014/main" id="{0FF24611-A09B-47C7-8C6B-A429466F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4438031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hub-orbit-dot-0-3">
            <a:extLst xmlns:a="http://schemas.openxmlformats.org/drawingml/2006/main">
              <a:ext uri="{FF2B5EF4-FFF2-40B4-BE49-F238E27FC236}">
                <a16:creationId xmlns:a16="http://schemas.microsoft.com/office/drawing/2014/main" id="{19A30F61-A083-4B71-BF54-125246E4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4674746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ub-orbit-dot-0-4">
            <a:extLst xmlns:a="http://schemas.openxmlformats.org/drawingml/2006/main">
              <a:ext uri="{FF2B5EF4-FFF2-40B4-BE49-F238E27FC236}">
                <a16:creationId xmlns:a16="http://schemas.microsoft.com/office/drawing/2014/main" id="{E0791C72-F213-44FF-9FC4-CA2D55F4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4873838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ub-orbit-dot-0-5">
            <a:extLst xmlns:a="http://schemas.openxmlformats.org/drawingml/2006/main">
              <a:ext uri="{FF2B5EF4-FFF2-40B4-BE49-F238E27FC236}">
                <a16:creationId xmlns:a16="http://schemas.microsoft.com/office/drawing/2014/main" id="{07714FAF-9DE5-404F-8675-F278A96D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5025304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ub-orbit-dot-0-6">
            <a:extLst xmlns:a="http://schemas.openxmlformats.org/drawingml/2006/main">
              <a:ext uri="{FF2B5EF4-FFF2-40B4-BE49-F238E27FC236}">
                <a16:creationId xmlns:a16="http://schemas.microsoft.com/office/drawing/2014/main" id="{F3117B0F-3C48-4983-BE6A-5666B53C5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512156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ub-orbit-dot-0-7">
            <a:extLst xmlns:a="http://schemas.openxmlformats.org/drawingml/2006/main">
              <a:ext uri="{FF2B5EF4-FFF2-40B4-BE49-F238E27FC236}">
                <a16:creationId xmlns:a16="http://schemas.microsoft.com/office/drawing/2014/main" id="{F0212358-3192-415D-9C2F-0A389E28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51577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ub-orbit-dot-0-8">
            <a:extLst xmlns:a="http://schemas.openxmlformats.org/drawingml/2006/main">
              <a:ext uri="{FF2B5EF4-FFF2-40B4-BE49-F238E27FC236}">
                <a16:creationId xmlns:a16="http://schemas.microsoft.com/office/drawing/2014/main" id="{15A9F208-4B08-405A-A8F5-3BA93075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512156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ub-orbit-dot-0-9">
            <a:extLst xmlns:a="http://schemas.openxmlformats.org/drawingml/2006/main">
              <a:ext uri="{FF2B5EF4-FFF2-40B4-BE49-F238E27FC236}">
                <a16:creationId xmlns:a16="http://schemas.microsoft.com/office/drawing/2014/main" id="{55FFC735-B428-4645-9473-0CBD0D1D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5025304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hub-orbit-dot-0-10">
            <a:extLst xmlns:a="http://schemas.openxmlformats.org/drawingml/2006/main">
              <a:ext uri="{FF2B5EF4-FFF2-40B4-BE49-F238E27FC236}">
                <a16:creationId xmlns:a16="http://schemas.microsoft.com/office/drawing/2014/main" id="{61184659-821D-4DDD-AC15-40AB6C38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4873838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ub-orbit-dot-0-11">
            <a:extLst xmlns:a="http://schemas.openxmlformats.org/drawingml/2006/main">
              <a:ext uri="{FF2B5EF4-FFF2-40B4-BE49-F238E27FC236}">
                <a16:creationId xmlns:a16="http://schemas.microsoft.com/office/drawing/2014/main" id="{DB44D096-AD1F-4598-AF9B-AE5796C8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4674746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ub-orbit-dot-0-12">
            <a:extLst xmlns:a="http://schemas.openxmlformats.org/drawingml/2006/main">
              <a:ext uri="{FF2B5EF4-FFF2-40B4-BE49-F238E27FC236}">
                <a16:creationId xmlns:a16="http://schemas.microsoft.com/office/drawing/2014/main" id="{84BD931D-ADF2-4D47-BED6-8C919F2F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4438031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ub-orbit-dot-0-13">
            <a:extLst xmlns:a="http://schemas.openxmlformats.org/drawingml/2006/main">
              <a:ext uri="{FF2B5EF4-FFF2-40B4-BE49-F238E27FC236}">
                <a16:creationId xmlns:a16="http://schemas.microsoft.com/office/drawing/2014/main" id="{DAD7AE07-298B-4F57-9CF3-032C60DA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17556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hub-orbit-dot-0-14">
            <a:extLst xmlns:a="http://schemas.openxmlformats.org/drawingml/2006/main">
              <a:ext uri="{FF2B5EF4-FFF2-40B4-BE49-F238E27FC236}">
                <a16:creationId xmlns:a16="http://schemas.microsoft.com/office/drawing/2014/main" id="{592AF506-78B7-4612-A639-1FFC8E8E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4888" y="3900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b-orbit-dot-0-15">
            <a:extLst xmlns:a="http://schemas.openxmlformats.org/drawingml/2006/main">
              <a:ext uri="{FF2B5EF4-FFF2-40B4-BE49-F238E27FC236}">
                <a16:creationId xmlns:a16="http://schemas.microsoft.com/office/drawing/2014/main" id="{A7F0EC4D-BB7C-433F-AF79-72FA319F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361601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ub-orbit-dot-0-16">
            <a:extLst xmlns:a="http://schemas.openxmlformats.org/drawingml/2006/main">
              <a:ext uri="{FF2B5EF4-FFF2-40B4-BE49-F238E27FC236}">
                <a16:creationId xmlns:a16="http://schemas.microsoft.com/office/drawing/2014/main" id="{A52EF3E6-DF54-4F05-815E-ED677858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3346999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hub-orbit-dot-0-17">
            <a:extLst xmlns:a="http://schemas.openxmlformats.org/drawingml/2006/main">
              <a:ext uri="{FF2B5EF4-FFF2-40B4-BE49-F238E27FC236}">
                <a16:creationId xmlns:a16="http://schemas.microsoft.com/office/drawing/2014/main" id="{28B6E55D-03CA-4333-8DD2-099A0E02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310693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hub-orbit-dot-0-18">
            <a:extLst xmlns:a="http://schemas.openxmlformats.org/drawingml/2006/main">
              <a:ext uri="{FF2B5EF4-FFF2-40B4-BE49-F238E27FC236}">
                <a16:creationId xmlns:a16="http://schemas.microsoft.com/office/drawing/2014/main" id="{AB7F7EE3-4584-488B-9AB1-C545996D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290783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hub-orbit-dot-0-19">
            <a:extLst xmlns:a="http://schemas.openxmlformats.org/drawingml/2006/main">
              <a:ext uri="{FF2B5EF4-FFF2-40B4-BE49-F238E27FC236}">
                <a16:creationId xmlns:a16="http://schemas.microsoft.com/office/drawing/2014/main" id="{86C73C2C-4FE7-4453-9228-764D48E9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2759726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ub-orbit-dot-0-20">
            <a:extLst xmlns:a="http://schemas.openxmlformats.org/drawingml/2006/main">
              <a:ext uri="{FF2B5EF4-FFF2-40B4-BE49-F238E27FC236}">
                <a16:creationId xmlns:a16="http://schemas.microsoft.com/office/drawing/2014/main" id="{9695BE84-BB1C-4DD8-AEC5-5CCF04B9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267001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b-orbit-dot-0-21">
            <a:extLst xmlns:a="http://schemas.openxmlformats.org/drawingml/2006/main">
              <a:ext uri="{FF2B5EF4-FFF2-40B4-BE49-F238E27FC236}">
                <a16:creationId xmlns:a16="http://schemas.microsoft.com/office/drawing/2014/main" id="{E964460C-8681-425F-A1BF-2B0D59D0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26431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hub-orbit-dot-0-22">
            <a:extLst xmlns:a="http://schemas.openxmlformats.org/drawingml/2006/main">
              <a:ext uri="{FF2B5EF4-FFF2-40B4-BE49-F238E27FC236}">
                <a16:creationId xmlns:a16="http://schemas.microsoft.com/office/drawing/2014/main" id="{351CC203-6DEE-4EC0-A256-833B9CA0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267001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hub-orbit-dot-0-23">
            <a:extLst xmlns:a="http://schemas.openxmlformats.org/drawingml/2006/main">
              <a:ext uri="{FF2B5EF4-FFF2-40B4-BE49-F238E27FC236}">
                <a16:creationId xmlns:a16="http://schemas.microsoft.com/office/drawing/2014/main" id="{E9B0ED51-BB6D-4907-96EA-0F6F9325D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2759726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hub-orbit-dot-0-24">
            <a:extLst xmlns:a="http://schemas.openxmlformats.org/drawingml/2006/main">
              <a:ext uri="{FF2B5EF4-FFF2-40B4-BE49-F238E27FC236}">
                <a16:creationId xmlns:a16="http://schemas.microsoft.com/office/drawing/2014/main" id="{89AF0D6B-080A-4897-A956-D51F8C5C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290783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hub-orbit-dot-0-25">
            <a:extLst xmlns:a="http://schemas.openxmlformats.org/drawingml/2006/main">
              <a:ext uri="{FF2B5EF4-FFF2-40B4-BE49-F238E27FC236}">
                <a16:creationId xmlns:a16="http://schemas.microsoft.com/office/drawing/2014/main" id="{96636DAA-E295-45B0-B35B-16A76BFF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310693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hub-orbit-dot-0-26">
            <a:extLst xmlns:a="http://schemas.openxmlformats.org/drawingml/2006/main">
              <a:ext uri="{FF2B5EF4-FFF2-40B4-BE49-F238E27FC236}">
                <a16:creationId xmlns:a16="http://schemas.microsoft.com/office/drawing/2014/main" id="{06FDC34A-61E1-4DE3-8D2C-CC869D45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3346999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hub-orbit-dot-0-27">
            <a:extLst xmlns:a="http://schemas.openxmlformats.org/drawingml/2006/main">
              <a:ext uri="{FF2B5EF4-FFF2-40B4-BE49-F238E27FC236}">
                <a16:creationId xmlns:a16="http://schemas.microsoft.com/office/drawing/2014/main" id="{85F62D73-BF3E-428F-B487-A6E353C6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361601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hub-orbit-dot-1-0">
            <a:extLst xmlns:a="http://schemas.openxmlformats.org/drawingml/2006/main">
              <a:ext uri="{FF2B5EF4-FFF2-40B4-BE49-F238E27FC236}">
                <a16:creationId xmlns:a16="http://schemas.microsoft.com/office/drawing/2014/main" id="{11837B71-1ECE-4D06-9123-986901787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5700" y="390525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hub-orbit-dot-1-1">
            <a:extLst xmlns:a="http://schemas.openxmlformats.org/drawingml/2006/main">
              <a:ext uri="{FF2B5EF4-FFF2-40B4-BE49-F238E27FC236}">
                <a16:creationId xmlns:a16="http://schemas.microsoft.com/office/drawing/2014/main" id="{C502BB08-FDA2-4EA8-B0DD-7652C64F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15032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hub-orbit-dot-1-2">
            <a:extLst xmlns:a="http://schemas.openxmlformats.org/drawingml/2006/main">
              <a:ext uri="{FF2B5EF4-FFF2-40B4-BE49-F238E27FC236}">
                <a16:creationId xmlns:a16="http://schemas.microsoft.com/office/drawing/2014/main" id="{B86552F1-F837-42B2-8DCE-DEEC4742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4388549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hub-orbit-dot-1-3">
            <a:extLst xmlns:a="http://schemas.openxmlformats.org/drawingml/2006/main">
              <a:ext uri="{FF2B5EF4-FFF2-40B4-BE49-F238E27FC236}">
                <a16:creationId xmlns:a16="http://schemas.microsoft.com/office/drawing/2014/main" id="{52F5ADF4-22C1-4C2B-8243-35BE5DBD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461265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hub-orbit-dot-1-4">
            <a:extLst xmlns:a="http://schemas.openxmlformats.org/drawingml/2006/main">
              <a:ext uri="{FF2B5EF4-FFF2-40B4-BE49-F238E27FC236}">
                <a16:creationId xmlns:a16="http://schemas.microsoft.com/office/drawing/2014/main" id="{97413768-4FEF-4286-9AD7-3E0AA75EF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4815840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ub-orbit-dot-1-5">
            <a:extLst xmlns:a="http://schemas.openxmlformats.org/drawingml/2006/main">
              <a:ext uri="{FF2B5EF4-FFF2-40B4-BE49-F238E27FC236}">
                <a16:creationId xmlns:a16="http://schemas.microsoft.com/office/drawing/2014/main" id="{B6E1E6EE-58C9-42D1-8B1F-5C0E09AD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4991948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ub-orbit-dot-1-6">
            <a:extLst xmlns:a="http://schemas.openxmlformats.org/drawingml/2006/main">
              <a:ext uri="{FF2B5EF4-FFF2-40B4-BE49-F238E27FC236}">
                <a16:creationId xmlns:a16="http://schemas.microsoft.com/office/drawing/2014/main" id="{FA0B57DB-7910-4060-B08F-19967992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513561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ub-orbit-dot-1-7">
            <a:extLst xmlns:a="http://schemas.openxmlformats.org/drawingml/2006/main">
              <a:ext uri="{FF2B5EF4-FFF2-40B4-BE49-F238E27FC236}">
                <a16:creationId xmlns:a16="http://schemas.microsoft.com/office/drawing/2014/main" id="{7B8189E8-7A1F-4CE0-9EE1-023244FA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524246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ub-orbit-dot-1-8">
            <a:extLst xmlns:a="http://schemas.openxmlformats.org/drawingml/2006/main">
              <a:ext uri="{FF2B5EF4-FFF2-40B4-BE49-F238E27FC236}">
                <a16:creationId xmlns:a16="http://schemas.microsoft.com/office/drawing/2014/main" id="{614C10D2-23DD-42E5-B165-6A7006D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530927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ub-orbit-dot-1-9">
            <a:extLst xmlns:a="http://schemas.openxmlformats.org/drawingml/2006/main">
              <a:ext uri="{FF2B5EF4-FFF2-40B4-BE49-F238E27FC236}">
                <a16:creationId xmlns:a16="http://schemas.microsoft.com/office/drawing/2014/main" id="{49AF2523-C1BF-41A6-B445-FD1E289F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53340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ub-orbit-dot-1-10">
            <a:extLst xmlns:a="http://schemas.openxmlformats.org/drawingml/2006/main">
              <a:ext uri="{FF2B5EF4-FFF2-40B4-BE49-F238E27FC236}">
                <a16:creationId xmlns:a16="http://schemas.microsoft.com/office/drawing/2014/main" id="{C1F9BDF8-9CAB-4FE5-87FE-AFFB9350E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530927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ub-orbit-dot-1-11">
            <a:extLst xmlns:a="http://schemas.openxmlformats.org/drawingml/2006/main">
              <a:ext uri="{FF2B5EF4-FFF2-40B4-BE49-F238E27FC236}">
                <a16:creationId xmlns:a16="http://schemas.microsoft.com/office/drawing/2014/main" id="{97F2248E-7A32-42C6-8074-F62424D5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524246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ub-orbit-dot-1-12">
            <a:extLst xmlns:a="http://schemas.openxmlformats.org/drawingml/2006/main">
              <a:ext uri="{FF2B5EF4-FFF2-40B4-BE49-F238E27FC236}">
                <a16:creationId xmlns:a16="http://schemas.microsoft.com/office/drawing/2014/main" id="{09B09375-4E08-4AAC-B101-7040445F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513561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ub-orbit-dot-1-13">
            <a:extLst xmlns:a="http://schemas.openxmlformats.org/drawingml/2006/main">
              <a:ext uri="{FF2B5EF4-FFF2-40B4-BE49-F238E27FC236}">
                <a16:creationId xmlns:a16="http://schemas.microsoft.com/office/drawing/2014/main" id="{AFAFE27D-49C8-45AC-B64E-F6A1BFDA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4991948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ub-orbit-dot-1-14">
            <a:extLst xmlns:a="http://schemas.openxmlformats.org/drawingml/2006/main">
              <a:ext uri="{FF2B5EF4-FFF2-40B4-BE49-F238E27FC236}">
                <a16:creationId xmlns:a16="http://schemas.microsoft.com/office/drawing/2014/main" id="{442E0865-AA44-4729-9890-2F625519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4815840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ub-orbit-dot-1-15">
            <a:extLst xmlns:a="http://schemas.openxmlformats.org/drawingml/2006/main">
              <a:ext uri="{FF2B5EF4-FFF2-40B4-BE49-F238E27FC236}">
                <a16:creationId xmlns:a16="http://schemas.microsoft.com/office/drawing/2014/main" id="{D3185FFD-817B-4277-910C-A8FE8683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461265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ub-orbit-dot-1-16">
            <a:extLst xmlns:a="http://schemas.openxmlformats.org/drawingml/2006/main">
              <a:ext uri="{FF2B5EF4-FFF2-40B4-BE49-F238E27FC236}">
                <a16:creationId xmlns:a16="http://schemas.microsoft.com/office/drawing/2014/main" id="{A48EC6F6-775F-40C1-A4B7-85413DD2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4388549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ub-orbit-dot-1-17">
            <a:extLst xmlns:a="http://schemas.openxmlformats.org/drawingml/2006/main">
              <a:ext uri="{FF2B5EF4-FFF2-40B4-BE49-F238E27FC236}">
                <a16:creationId xmlns:a16="http://schemas.microsoft.com/office/drawing/2014/main" id="{975FB38A-0EDD-42DF-9FBC-733A3846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15032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ub-orbit-dot-1-18">
            <a:extLst xmlns:a="http://schemas.openxmlformats.org/drawingml/2006/main">
              <a:ext uri="{FF2B5EF4-FFF2-40B4-BE49-F238E27FC236}">
                <a16:creationId xmlns:a16="http://schemas.microsoft.com/office/drawing/2014/main" id="{7AF0752D-04B2-4AEE-9081-F9D95BE8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390525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ub-orbit-dot-1-19">
            <a:extLst xmlns:a="http://schemas.openxmlformats.org/drawingml/2006/main">
              <a:ext uri="{FF2B5EF4-FFF2-40B4-BE49-F238E27FC236}">
                <a16:creationId xmlns:a16="http://schemas.microsoft.com/office/drawing/2014/main" id="{923744F7-D20C-4674-9071-B7354061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365413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ub-orbit-dot-1-20">
            <a:extLst xmlns:a="http://schemas.openxmlformats.org/drawingml/2006/main">
              <a:ext uri="{FF2B5EF4-FFF2-40B4-BE49-F238E27FC236}">
                <a16:creationId xmlns:a16="http://schemas.microsoft.com/office/drawing/2014/main" id="{2D52B278-DB64-48E3-AEB0-FB78D224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3411226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ub-orbit-dot-1-21">
            <a:extLst xmlns:a="http://schemas.openxmlformats.org/drawingml/2006/main">
              <a:ext uri="{FF2B5EF4-FFF2-40B4-BE49-F238E27FC236}">
                <a16:creationId xmlns:a16="http://schemas.microsoft.com/office/drawing/2014/main" id="{7BDAA3F0-2CC5-434E-A5F7-A53280D7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318390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ub-orbit-dot-1-22">
            <a:extLst xmlns:a="http://schemas.openxmlformats.org/drawingml/2006/main">
              <a:ext uri="{FF2B5EF4-FFF2-40B4-BE49-F238E27FC236}">
                <a16:creationId xmlns:a16="http://schemas.microsoft.com/office/drawing/2014/main" id="{5D436E53-4FE4-4D86-9E21-44D1CA14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2979077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ub-orbit-dot-1-23">
            <a:extLst xmlns:a="http://schemas.openxmlformats.org/drawingml/2006/main">
              <a:ext uri="{FF2B5EF4-FFF2-40B4-BE49-F238E27FC236}">
                <a16:creationId xmlns:a16="http://schemas.microsoft.com/office/drawing/2014/main" id="{4F702007-55E8-4247-9596-47CB4353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2802979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ub-orbit-dot-1-24">
            <a:extLst xmlns:a="http://schemas.openxmlformats.org/drawingml/2006/main">
              <a:ext uri="{FF2B5EF4-FFF2-40B4-BE49-F238E27FC236}">
                <a16:creationId xmlns:a16="http://schemas.microsoft.com/office/drawing/2014/main" id="{AE7A0A63-61FE-46D8-AF70-82BF4F8F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2660942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ub-orbit-dot-1-25">
            <a:extLst xmlns:a="http://schemas.openxmlformats.org/drawingml/2006/main">
              <a:ext uri="{FF2B5EF4-FFF2-40B4-BE49-F238E27FC236}">
                <a16:creationId xmlns:a16="http://schemas.microsoft.com/office/drawing/2014/main" id="{470E4E52-40D9-4EF9-8EAA-DD4A5680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2557301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ub-orbit-dot-1-26">
            <a:extLst xmlns:a="http://schemas.openxmlformats.org/drawingml/2006/main">
              <a:ext uri="{FF2B5EF4-FFF2-40B4-BE49-F238E27FC236}">
                <a16:creationId xmlns:a16="http://schemas.microsoft.com/office/drawing/2014/main" id="{5F395E1A-DA62-42EB-B008-57291C10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249518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ub-orbit-dot-1-27">
            <a:extLst xmlns:a="http://schemas.openxmlformats.org/drawingml/2006/main">
              <a:ext uri="{FF2B5EF4-FFF2-40B4-BE49-F238E27FC236}">
                <a16:creationId xmlns:a16="http://schemas.microsoft.com/office/drawing/2014/main" id="{FD28D16F-B192-4094-9013-36DFCBC5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4765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ub-orbit-dot-1-28">
            <a:extLst xmlns:a="http://schemas.openxmlformats.org/drawingml/2006/main">
              <a:ext uri="{FF2B5EF4-FFF2-40B4-BE49-F238E27FC236}">
                <a16:creationId xmlns:a16="http://schemas.microsoft.com/office/drawing/2014/main" id="{014D7164-160A-4F17-8F7D-AFF218D1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249518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ub-orbit-dot-1-29">
            <a:extLst xmlns:a="http://schemas.openxmlformats.org/drawingml/2006/main">
              <a:ext uri="{FF2B5EF4-FFF2-40B4-BE49-F238E27FC236}">
                <a16:creationId xmlns:a16="http://schemas.microsoft.com/office/drawing/2014/main" id="{B10C4940-1153-4473-AC7C-C4A577A89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2557301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ub-orbit-dot-1-30">
            <a:extLst xmlns:a="http://schemas.openxmlformats.org/drawingml/2006/main">
              <a:ext uri="{FF2B5EF4-FFF2-40B4-BE49-F238E27FC236}">
                <a16:creationId xmlns:a16="http://schemas.microsoft.com/office/drawing/2014/main" id="{3B7DADE4-DBBB-43F1-B7A5-5836FFAE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2660942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ub-orbit-dot-1-31">
            <a:extLst xmlns:a="http://schemas.openxmlformats.org/drawingml/2006/main">
              <a:ext uri="{FF2B5EF4-FFF2-40B4-BE49-F238E27FC236}">
                <a16:creationId xmlns:a16="http://schemas.microsoft.com/office/drawing/2014/main" id="{0EEFDD41-38A3-4B5C-8BFD-1A4AE7C4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2802979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ub-orbit-dot-1-32">
            <a:extLst xmlns:a="http://schemas.openxmlformats.org/drawingml/2006/main">
              <a:ext uri="{FF2B5EF4-FFF2-40B4-BE49-F238E27FC236}">
                <a16:creationId xmlns:a16="http://schemas.microsoft.com/office/drawing/2014/main" id="{5A15119C-B92E-44AA-BC42-5B52CBA0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2979077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ub-orbit-dot-1-33">
            <a:extLst xmlns:a="http://schemas.openxmlformats.org/drawingml/2006/main">
              <a:ext uri="{FF2B5EF4-FFF2-40B4-BE49-F238E27FC236}">
                <a16:creationId xmlns:a16="http://schemas.microsoft.com/office/drawing/2014/main" id="{068EC208-D3BA-44F1-8522-404FB8B1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318390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ub-orbit-dot-1-34">
            <a:extLst xmlns:a="http://schemas.openxmlformats.org/drawingml/2006/main">
              <a:ext uri="{FF2B5EF4-FFF2-40B4-BE49-F238E27FC236}">
                <a16:creationId xmlns:a16="http://schemas.microsoft.com/office/drawing/2014/main" id="{23892148-15B4-417B-BA9E-4C202248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3411226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ub-orbit-dot-1-35">
            <a:extLst xmlns:a="http://schemas.openxmlformats.org/drawingml/2006/main">
              <a:ext uri="{FF2B5EF4-FFF2-40B4-BE49-F238E27FC236}">
                <a16:creationId xmlns:a16="http://schemas.microsoft.com/office/drawing/2014/main" id="{3B3D314C-2687-4B2B-BD51-91EEB97F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365413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ub-orbit-dot-2-0">
            <a:extLst xmlns:a="http://schemas.openxmlformats.org/drawingml/2006/main">
              <a:ext uri="{FF2B5EF4-FFF2-40B4-BE49-F238E27FC236}">
                <a16:creationId xmlns:a16="http://schemas.microsoft.com/office/drawing/2014/main" id="{5A3841DA-2B30-4821-B114-74166F40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1913" y="39100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hub-orbit-dot-2-1">
            <a:extLst xmlns:a="http://schemas.openxmlformats.org/drawingml/2006/main">
              <a:ext uri="{FF2B5EF4-FFF2-40B4-BE49-F238E27FC236}">
                <a16:creationId xmlns:a16="http://schemas.microsoft.com/office/drawing/2014/main" id="{E34F6966-FF06-4345-B333-36B5F208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135860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hub-orbit-dot-2-2">
            <a:extLst xmlns:a="http://schemas.openxmlformats.org/drawingml/2006/main">
              <a:ext uri="{FF2B5EF4-FFF2-40B4-BE49-F238E27FC236}">
                <a16:creationId xmlns:a16="http://schemas.microsoft.com/office/drawing/2014/main" id="{F0AAD1BF-30C8-408D-9033-37B01668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435740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hub-orbit-dot-2-3">
            <a:extLst xmlns:a="http://schemas.openxmlformats.org/drawingml/2006/main">
              <a:ext uri="{FF2B5EF4-FFF2-40B4-BE49-F238E27FC236}">
                <a16:creationId xmlns:a16="http://schemas.microsoft.com/office/drawing/2014/main" id="{1AA33955-795E-4133-BB58-21C126FD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457010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hub-orbit-dot-2-4">
            <a:extLst xmlns:a="http://schemas.openxmlformats.org/drawingml/2006/main">
              <a:ext uri="{FF2B5EF4-FFF2-40B4-BE49-F238E27FC236}">
                <a16:creationId xmlns:a16="http://schemas.microsoft.com/office/drawing/2014/main" id="{94B94CC8-9304-426D-917E-9B487BDA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476968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hub-orbit-dot-2-5">
            <a:extLst xmlns:a="http://schemas.openxmlformats.org/drawingml/2006/main">
              <a:ext uri="{FF2B5EF4-FFF2-40B4-BE49-F238E27FC236}">
                <a16:creationId xmlns:a16="http://schemas.microsoft.com/office/drawing/2014/main" id="{33661E34-7774-41DB-B165-60BB88A4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495204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hub-orbit-dot-2-6">
            <a:extLst xmlns:a="http://schemas.openxmlformats.org/drawingml/2006/main">
              <a:ext uri="{FF2B5EF4-FFF2-40B4-BE49-F238E27FC236}">
                <a16:creationId xmlns:a16="http://schemas.microsoft.com/office/drawing/2014/main" id="{6F7C8938-BAEA-4351-9498-35AA87FF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5113496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hub-orbit-dot-2-7">
            <a:extLst xmlns:a="http://schemas.openxmlformats.org/drawingml/2006/main">
              <a:ext uri="{FF2B5EF4-FFF2-40B4-BE49-F238E27FC236}">
                <a16:creationId xmlns:a16="http://schemas.microsoft.com/office/drawing/2014/main" id="{1B774307-0B96-43D2-8E8C-B1F59533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525073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ub-orbit-dot-2-8">
            <a:extLst xmlns:a="http://schemas.openxmlformats.org/drawingml/2006/main">
              <a:ext uri="{FF2B5EF4-FFF2-40B4-BE49-F238E27FC236}">
                <a16:creationId xmlns:a16="http://schemas.microsoft.com/office/drawing/2014/main" id="{2A2A2337-F0F9-40D4-BEB6-D86BC533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536096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hub-orbit-dot-2-9">
            <a:extLst xmlns:a="http://schemas.openxmlformats.org/drawingml/2006/main">
              <a:ext uri="{FF2B5EF4-FFF2-40B4-BE49-F238E27FC236}">
                <a16:creationId xmlns:a16="http://schemas.microsoft.com/office/drawing/2014/main" id="{BFB92F65-FDEA-4781-AA2D-08BAB955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544194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hub-orbit-dot-2-10">
            <a:extLst xmlns:a="http://schemas.openxmlformats.org/drawingml/2006/main">
              <a:ext uri="{FF2B5EF4-FFF2-40B4-BE49-F238E27FC236}">
                <a16:creationId xmlns:a16="http://schemas.microsoft.com/office/drawing/2014/main" id="{E338C934-4688-4197-A6D4-0981178D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5492039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hub-orbit-dot-2-11">
            <a:extLst xmlns:a="http://schemas.openxmlformats.org/drawingml/2006/main">
              <a:ext uri="{FF2B5EF4-FFF2-40B4-BE49-F238E27FC236}">
                <a16:creationId xmlns:a16="http://schemas.microsoft.com/office/drawing/2014/main" id="{76398C39-8C6D-4658-A1E9-D6B6DE1E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55102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hub-orbit-dot-2-12">
            <a:extLst xmlns:a="http://schemas.openxmlformats.org/drawingml/2006/main">
              <a:ext uri="{FF2B5EF4-FFF2-40B4-BE49-F238E27FC236}">
                <a16:creationId xmlns:a16="http://schemas.microsoft.com/office/drawing/2014/main" id="{706E1177-7DF0-4F30-9BBE-B8AF147C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5492039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hub-orbit-dot-2-13">
            <a:extLst xmlns:a="http://schemas.openxmlformats.org/drawingml/2006/main">
              <a:ext uri="{FF2B5EF4-FFF2-40B4-BE49-F238E27FC236}">
                <a16:creationId xmlns:a16="http://schemas.microsoft.com/office/drawing/2014/main" id="{AEC66B98-F3A9-4CA5-9297-28916AF7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544194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hub-orbit-dot-2-14">
            <a:extLst xmlns:a="http://schemas.openxmlformats.org/drawingml/2006/main">
              <a:ext uri="{FF2B5EF4-FFF2-40B4-BE49-F238E27FC236}">
                <a16:creationId xmlns:a16="http://schemas.microsoft.com/office/drawing/2014/main" id="{75C8EAA0-E477-46A5-99F8-5A24D12F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536096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hub-orbit-dot-2-15">
            <a:extLst xmlns:a="http://schemas.openxmlformats.org/drawingml/2006/main">
              <a:ext uri="{FF2B5EF4-FFF2-40B4-BE49-F238E27FC236}">
                <a16:creationId xmlns:a16="http://schemas.microsoft.com/office/drawing/2014/main" id="{2F90C4CD-D3A9-47BE-A5C5-F77913E9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525073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hub-orbit-dot-2-16">
            <a:extLst xmlns:a="http://schemas.openxmlformats.org/drawingml/2006/main">
              <a:ext uri="{FF2B5EF4-FFF2-40B4-BE49-F238E27FC236}">
                <a16:creationId xmlns:a16="http://schemas.microsoft.com/office/drawing/2014/main" id="{408C30DB-5DEA-4B1C-B28F-DE51A19A6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5113496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hub-orbit-dot-2-17">
            <a:extLst xmlns:a="http://schemas.openxmlformats.org/drawingml/2006/main">
              <a:ext uri="{FF2B5EF4-FFF2-40B4-BE49-F238E27FC236}">
                <a16:creationId xmlns:a16="http://schemas.microsoft.com/office/drawing/2014/main" id="{A555FEEF-0C9D-47AA-9955-8763C95D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495204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hub-orbit-dot-2-18">
            <a:extLst xmlns:a="http://schemas.openxmlformats.org/drawingml/2006/main">
              <a:ext uri="{FF2B5EF4-FFF2-40B4-BE49-F238E27FC236}">
                <a16:creationId xmlns:a16="http://schemas.microsoft.com/office/drawing/2014/main" id="{31BD2812-ED98-4A20-BE93-5B5C255D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476968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hub-orbit-dot-2-19">
            <a:extLst xmlns:a="http://schemas.openxmlformats.org/drawingml/2006/main">
              <a:ext uri="{FF2B5EF4-FFF2-40B4-BE49-F238E27FC236}">
                <a16:creationId xmlns:a16="http://schemas.microsoft.com/office/drawing/2014/main" id="{A6E49470-6F67-4211-9CF4-54F7BE15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457010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hub-orbit-dot-2-20">
            <a:extLst xmlns:a="http://schemas.openxmlformats.org/drawingml/2006/main">
              <a:ext uri="{FF2B5EF4-FFF2-40B4-BE49-F238E27FC236}">
                <a16:creationId xmlns:a16="http://schemas.microsoft.com/office/drawing/2014/main" id="{6DCC080E-78F3-42A9-B822-B5C0B531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435740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hub-orbit-dot-2-21">
            <a:extLst xmlns:a="http://schemas.openxmlformats.org/drawingml/2006/main">
              <a:ext uri="{FF2B5EF4-FFF2-40B4-BE49-F238E27FC236}">
                <a16:creationId xmlns:a16="http://schemas.microsoft.com/office/drawing/2014/main" id="{2094BBAA-03BB-4342-BED1-6CE534ED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135860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hub-orbit-dot-2-22">
            <a:extLst xmlns:a="http://schemas.openxmlformats.org/drawingml/2006/main">
              <a:ext uri="{FF2B5EF4-FFF2-40B4-BE49-F238E27FC236}">
                <a16:creationId xmlns:a16="http://schemas.microsoft.com/office/drawing/2014/main" id="{39B90104-621D-41A4-9B99-66060F9D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81513" y="39100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hub-orbit-dot-2-23">
            <a:extLst xmlns:a="http://schemas.openxmlformats.org/drawingml/2006/main">
              <a:ext uri="{FF2B5EF4-FFF2-40B4-BE49-F238E27FC236}">
                <a16:creationId xmlns:a16="http://schemas.microsoft.com/office/drawing/2014/main" id="{EAFE3868-F178-4E2B-BC8F-7067B46E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368038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hub-orbit-dot-2-24">
            <a:extLst xmlns:a="http://schemas.openxmlformats.org/drawingml/2006/main">
              <a:ext uri="{FF2B5EF4-FFF2-40B4-BE49-F238E27FC236}">
                <a16:creationId xmlns:a16="http://schemas.microsoft.com/office/drawing/2014/main" id="{17833234-24F7-4C7D-AFE7-A3C626D3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345572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hub-orbit-dot-2-25">
            <a:extLst xmlns:a="http://schemas.openxmlformats.org/drawingml/2006/main">
              <a:ext uri="{FF2B5EF4-FFF2-40B4-BE49-F238E27FC236}">
                <a16:creationId xmlns:a16="http://schemas.microsoft.com/office/drawing/2014/main" id="{EEB38A4A-DF35-4A2A-99FC-AE40104D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3240634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hub-orbit-dot-2-26">
            <a:extLst xmlns:a="http://schemas.openxmlformats.org/drawingml/2006/main">
              <a:ext uri="{FF2B5EF4-FFF2-40B4-BE49-F238E27FC236}">
                <a16:creationId xmlns:a16="http://schemas.microsoft.com/office/drawing/2014/main" id="{433CA7E4-D12D-4638-9C5B-C960DC4A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3039428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hub-orbit-dot-2-27">
            <a:extLst xmlns:a="http://schemas.openxmlformats.org/drawingml/2006/main">
              <a:ext uri="{FF2B5EF4-FFF2-40B4-BE49-F238E27FC236}">
                <a16:creationId xmlns:a16="http://schemas.microsoft.com/office/drawing/2014/main" id="{7CBFD993-F559-4B22-9253-477C739A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2856243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hub-orbit-dot-2-28">
            <a:extLst xmlns:a="http://schemas.openxmlformats.org/drawingml/2006/main">
              <a:ext uri="{FF2B5EF4-FFF2-40B4-BE49-F238E27FC236}">
                <a16:creationId xmlns:a16="http://schemas.microsoft.com/office/drawing/2014/main" id="{1B336E67-A12C-4820-8CFF-F1845E4F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2694794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hub-orbit-dot-2-29">
            <a:extLst xmlns:a="http://schemas.openxmlformats.org/drawingml/2006/main">
              <a:ext uri="{FF2B5EF4-FFF2-40B4-BE49-F238E27FC236}">
                <a16:creationId xmlns:a16="http://schemas.microsoft.com/office/drawing/2014/main" id="{1AE09288-DA57-47B5-889B-5E9BCE60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2558377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hub-orbit-dot-2-30">
            <a:extLst xmlns:a="http://schemas.openxmlformats.org/drawingml/2006/main">
              <a:ext uri="{FF2B5EF4-FFF2-40B4-BE49-F238E27FC236}">
                <a16:creationId xmlns:a16="http://schemas.microsoft.com/office/drawing/2014/main" id="{CF804D79-8901-4E47-A3C0-EC86DB5B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2449773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hub-orbit-dot-2-31">
            <a:extLst xmlns:a="http://schemas.openxmlformats.org/drawingml/2006/main">
              <a:ext uri="{FF2B5EF4-FFF2-40B4-BE49-F238E27FC236}">
                <a16:creationId xmlns:a16="http://schemas.microsoft.com/office/drawing/2014/main" id="{FB781A3F-BDA9-40F6-BB3F-E562B90C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237119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hub-orbit-dot-2-32">
            <a:extLst xmlns:a="http://schemas.openxmlformats.org/drawingml/2006/main">
              <a:ext uri="{FF2B5EF4-FFF2-40B4-BE49-F238E27FC236}">
                <a16:creationId xmlns:a16="http://schemas.microsoft.com/office/drawing/2014/main" id="{005377A9-0A83-4755-B41C-24588D4F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232421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hub-orbit-dot-2-33">
            <a:extLst xmlns:a="http://schemas.openxmlformats.org/drawingml/2006/main">
              <a:ext uri="{FF2B5EF4-FFF2-40B4-BE49-F238E27FC236}">
                <a16:creationId xmlns:a16="http://schemas.microsoft.com/office/drawing/2014/main" id="{4FC3A54D-42D7-4200-8692-6FB708F4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23098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hub-orbit-dot-2-34">
            <a:extLst xmlns:a="http://schemas.openxmlformats.org/drawingml/2006/main">
              <a:ext uri="{FF2B5EF4-FFF2-40B4-BE49-F238E27FC236}">
                <a16:creationId xmlns:a16="http://schemas.microsoft.com/office/drawing/2014/main" id="{A2179901-67EF-4679-81E6-3D5CBDD1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232421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hub-orbit-dot-2-35">
            <a:extLst xmlns:a="http://schemas.openxmlformats.org/drawingml/2006/main">
              <a:ext uri="{FF2B5EF4-FFF2-40B4-BE49-F238E27FC236}">
                <a16:creationId xmlns:a16="http://schemas.microsoft.com/office/drawing/2014/main" id="{77A541C9-5467-40A2-8957-0BC371B1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237119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hub-orbit-dot-2-36">
            <a:extLst xmlns:a="http://schemas.openxmlformats.org/drawingml/2006/main">
              <a:ext uri="{FF2B5EF4-FFF2-40B4-BE49-F238E27FC236}">
                <a16:creationId xmlns:a16="http://schemas.microsoft.com/office/drawing/2014/main" id="{1DD955C3-F7A5-4CCD-9850-5DB45AD2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2449773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hub-orbit-dot-2-37">
            <a:extLst xmlns:a="http://schemas.openxmlformats.org/drawingml/2006/main">
              <a:ext uri="{FF2B5EF4-FFF2-40B4-BE49-F238E27FC236}">
                <a16:creationId xmlns:a16="http://schemas.microsoft.com/office/drawing/2014/main" id="{0DACC8D2-52EC-4C03-88C5-0F23C5B3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2558377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hub-orbit-dot-2-38">
            <a:extLst xmlns:a="http://schemas.openxmlformats.org/drawingml/2006/main">
              <a:ext uri="{FF2B5EF4-FFF2-40B4-BE49-F238E27FC236}">
                <a16:creationId xmlns:a16="http://schemas.microsoft.com/office/drawing/2014/main" id="{9D59D88E-11BD-42DF-A3D8-FD7ACDF4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2694794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hub-orbit-dot-2-39">
            <a:extLst xmlns:a="http://schemas.openxmlformats.org/drawingml/2006/main">
              <a:ext uri="{FF2B5EF4-FFF2-40B4-BE49-F238E27FC236}">
                <a16:creationId xmlns:a16="http://schemas.microsoft.com/office/drawing/2014/main" id="{DFC9FF5F-D17B-4A69-AF39-8DE18D83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2856243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hub-orbit-dot-2-40">
            <a:extLst xmlns:a="http://schemas.openxmlformats.org/drawingml/2006/main">
              <a:ext uri="{FF2B5EF4-FFF2-40B4-BE49-F238E27FC236}">
                <a16:creationId xmlns:a16="http://schemas.microsoft.com/office/drawing/2014/main" id="{59D4FF50-9401-47A7-9DC8-50CB6FED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3039428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hub-orbit-dot-2-41">
            <a:extLst xmlns:a="http://schemas.openxmlformats.org/drawingml/2006/main">
              <a:ext uri="{FF2B5EF4-FFF2-40B4-BE49-F238E27FC236}">
                <a16:creationId xmlns:a16="http://schemas.microsoft.com/office/drawing/2014/main" id="{80431C35-79A2-4234-B809-D40A2F73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3240634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hub-orbit-dot-2-42">
            <a:extLst xmlns:a="http://schemas.openxmlformats.org/drawingml/2006/main">
              <a:ext uri="{FF2B5EF4-FFF2-40B4-BE49-F238E27FC236}">
                <a16:creationId xmlns:a16="http://schemas.microsoft.com/office/drawing/2014/main" id="{AA3E27A9-39EC-4907-A81D-81D5B56B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345572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hub-orbit-dot-2-43">
            <a:extLst xmlns:a="http://schemas.openxmlformats.org/drawingml/2006/main">
              <a:ext uri="{FF2B5EF4-FFF2-40B4-BE49-F238E27FC236}">
                <a16:creationId xmlns:a16="http://schemas.microsoft.com/office/drawing/2014/main" id="{EC842991-86FE-41C1-87C9-5502659E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368038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hub-center-halo">
            <a:extLst xmlns:a="http://schemas.openxmlformats.org/drawingml/2006/main">
              <a:ext uri="{FF2B5EF4-FFF2-40B4-BE49-F238E27FC236}">
                <a16:creationId xmlns:a16="http://schemas.microsoft.com/office/drawing/2014/main" id="{CF525545-A3F1-4243-BD51-86A5A86AD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609850"/>
            <a:ext cx="2628900" cy="2628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10" name="hub-center-ring">
            <a:extLst xmlns:a="http://schemas.openxmlformats.org/drawingml/2006/main">
              <a:ext uri="{FF2B5EF4-FFF2-40B4-BE49-F238E27FC236}">
                <a16:creationId xmlns:a16="http://schemas.microsoft.com/office/drawing/2014/main" id="{0EE3773B-6786-4F90-A6FC-4196E68F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2771775"/>
            <a:ext cx="2305050" cy="2305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1" name="hub-center-core">
            <a:extLst xmlns:a="http://schemas.openxmlformats.org/drawingml/2006/main">
              <a:ext uri="{FF2B5EF4-FFF2-40B4-BE49-F238E27FC236}">
                <a16:creationId xmlns:a16="http://schemas.microsoft.com/office/drawing/2014/main" id="{D58E58D3-263D-4497-8697-A2DB0C13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725" y="2867025"/>
            <a:ext cx="2114550" cy="2114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2" name="hub-center-title">
            <a:extLst xmlns:a="http://schemas.openxmlformats.org/drawingml/2006/main">
              <a:ext uri="{FF2B5EF4-FFF2-40B4-BE49-F238E27FC236}">
                <a16:creationId xmlns:a16="http://schemas.microsoft.com/office/drawing/2014/main" id="{915CB0D1-A3D3-4AD0-AFC7-2246CEEF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452660"/>
            <a:ext cx="188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113" name="hub-center-body">
            <a:extLst xmlns:a="http://schemas.openxmlformats.org/drawingml/2006/main">
              <a:ext uri="{FF2B5EF4-FFF2-40B4-BE49-F238E27FC236}">
                <a16:creationId xmlns:a16="http://schemas.microsoft.com/office/drawing/2014/main" id="{6EC19A21-67E0-483C-9C5F-2CF71362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843185"/>
            <a:ext cx="1885950" cy="552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统一目标 ·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协同资源</a:t>
            </a:r>
          </a:p>
        </p:txBody>
      </p:sp>
      <p:sp>
        <p:nvSpPr>
          <p:cNvPr id="114" name="hub-item-underlay-0">
            <a:extLst xmlns:a="http://schemas.openxmlformats.org/drawingml/2006/main">
              <a:ext uri="{FF2B5EF4-FFF2-40B4-BE49-F238E27FC236}">
                <a16:creationId xmlns:a16="http://schemas.microsoft.com/office/drawing/2014/main" id="{9175C67C-E921-43C4-A693-05943A31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2479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hub-item-surface-0">
            <a:extLst xmlns:a="http://schemas.openxmlformats.org/drawingml/2006/main">
              <a:ext uri="{FF2B5EF4-FFF2-40B4-BE49-F238E27FC236}">
                <a16:creationId xmlns:a16="http://schemas.microsoft.com/office/drawing/2014/main" id="{457F8785-5EF8-460F-B89E-77AED41B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2002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6" name="hub-item-underlay-1">
            <a:extLst xmlns:a="http://schemas.openxmlformats.org/drawingml/2006/main">
              <a:ext uri="{FF2B5EF4-FFF2-40B4-BE49-F238E27FC236}">
                <a16:creationId xmlns:a16="http://schemas.microsoft.com/office/drawing/2014/main" id="{95051C05-4200-4D98-B83A-9EB055DE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5623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hub-item-surface-1">
            <a:extLst xmlns:a="http://schemas.openxmlformats.org/drawingml/2006/main">
              <a:ext uri="{FF2B5EF4-FFF2-40B4-BE49-F238E27FC236}">
                <a16:creationId xmlns:a16="http://schemas.microsoft.com/office/drawing/2014/main" id="{1D7E457F-04FF-4CC2-8D63-5F8713FBA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5147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8" name="hub-item-underlay-2">
            <a:extLst xmlns:a="http://schemas.openxmlformats.org/drawingml/2006/main">
              <a:ext uri="{FF2B5EF4-FFF2-40B4-BE49-F238E27FC236}">
                <a16:creationId xmlns:a16="http://schemas.microsoft.com/office/drawing/2014/main" id="{E4822CF9-B97A-46F2-BE5C-4EAD4CB6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768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hub-item-surface-2">
            <a:extLst xmlns:a="http://schemas.openxmlformats.org/drawingml/2006/main">
              <a:ext uri="{FF2B5EF4-FFF2-40B4-BE49-F238E27FC236}">
                <a16:creationId xmlns:a16="http://schemas.microsoft.com/office/drawing/2014/main" id="{77DA1482-D94F-4535-8890-ADBCE3E5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291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0" name="hub-item-underlay-3">
            <a:extLst xmlns:a="http://schemas.openxmlformats.org/drawingml/2006/main">
              <a:ext uri="{FF2B5EF4-FFF2-40B4-BE49-F238E27FC236}">
                <a16:creationId xmlns:a16="http://schemas.microsoft.com/office/drawing/2014/main" id="{48BE3424-832C-4A80-960E-73012EE52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2479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hub-item-surface-3">
            <a:extLst xmlns:a="http://schemas.openxmlformats.org/drawingml/2006/main">
              <a:ext uri="{FF2B5EF4-FFF2-40B4-BE49-F238E27FC236}">
                <a16:creationId xmlns:a16="http://schemas.microsoft.com/office/drawing/2014/main" id="{7BAD2337-D826-49F9-BBD3-8E35AAA6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2002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2" name="hub-item-underlay-4">
            <a:extLst xmlns:a="http://schemas.openxmlformats.org/drawingml/2006/main">
              <a:ext uri="{FF2B5EF4-FFF2-40B4-BE49-F238E27FC236}">
                <a16:creationId xmlns:a16="http://schemas.microsoft.com/office/drawing/2014/main" id="{F8B17F6D-C636-435C-AC6F-492E4FD1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35623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hub-item-surface-4">
            <a:extLst xmlns:a="http://schemas.openxmlformats.org/drawingml/2006/main">
              <a:ext uri="{FF2B5EF4-FFF2-40B4-BE49-F238E27FC236}">
                <a16:creationId xmlns:a16="http://schemas.microsoft.com/office/drawing/2014/main" id="{1B0DDFBA-0223-4942-BF92-1730668F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35147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4" name="hub-item-underlay-5">
            <a:extLst xmlns:a="http://schemas.openxmlformats.org/drawingml/2006/main">
              <a:ext uri="{FF2B5EF4-FFF2-40B4-BE49-F238E27FC236}">
                <a16:creationId xmlns:a16="http://schemas.microsoft.com/office/drawing/2014/main" id="{D3600354-09F4-43F7-8142-B1FB3102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8768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hub-item-surface-5">
            <a:extLst xmlns:a="http://schemas.openxmlformats.org/drawingml/2006/main">
              <a:ext uri="{FF2B5EF4-FFF2-40B4-BE49-F238E27FC236}">
                <a16:creationId xmlns:a16="http://schemas.microsoft.com/office/drawing/2014/main" id="{B3F0E361-BAF8-4D0A-A14D-D058FB8A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8291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6" name="hub-icon-halo-0">
            <a:extLst xmlns:a="http://schemas.openxmlformats.org/drawingml/2006/main">
              <a:ext uri="{FF2B5EF4-FFF2-40B4-BE49-F238E27FC236}">
                <a16:creationId xmlns:a16="http://schemas.microsoft.com/office/drawing/2014/main" id="{98596B71-42F3-4E60-9113-4C64BB63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22574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7" name="hub-icon-halo-1">
            <a:extLst xmlns:a="http://schemas.openxmlformats.org/drawingml/2006/main">
              <a:ext uri="{FF2B5EF4-FFF2-40B4-BE49-F238E27FC236}">
                <a16:creationId xmlns:a16="http://schemas.microsoft.com/office/drawing/2014/main" id="{1B29DF5F-8FBA-49BB-9CC3-5F9FD071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35718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8" name="hub-icon-halo-2">
            <a:extLst xmlns:a="http://schemas.openxmlformats.org/drawingml/2006/main">
              <a:ext uri="{FF2B5EF4-FFF2-40B4-BE49-F238E27FC236}">
                <a16:creationId xmlns:a16="http://schemas.microsoft.com/office/drawing/2014/main" id="{B0FE508F-FBF2-4959-830E-D23CB266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48863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9" name="hub-icon-halo-3">
            <a:extLst xmlns:a="http://schemas.openxmlformats.org/drawingml/2006/main">
              <a:ext uri="{FF2B5EF4-FFF2-40B4-BE49-F238E27FC236}">
                <a16:creationId xmlns:a16="http://schemas.microsoft.com/office/drawing/2014/main" id="{E27169E4-491D-4195-A30E-8F1B63D1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22574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0" name="hub-icon-halo-4">
            <a:extLst xmlns:a="http://schemas.openxmlformats.org/drawingml/2006/main">
              <a:ext uri="{FF2B5EF4-FFF2-40B4-BE49-F238E27FC236}">
                <a16:creationId xmlns:a16="http://schemas.microsoft.com/office/drawing/2014/main" id="{3CCD00DF-739D-423C-ACDE-8DC0F0A0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35718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1" name="hub-icon-halo-5">
            <a:extLst xmlns:a="http://schemas.openxmlformats.org/drawingml/2006/main">
              <a:ext uri="{FF2B5EF4-FFF2-40B4-BE49-F238E27FC236}">
                <a16:creationId xmlns:a16="http://schemas.microsoft.com/office/drawing/2014/main" id="{DF483514-16A1-45AB-814A-DEFDCE53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48863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2" name="hub-icon-core-0">
            <a:extLst xmlns:a="http://schemas.openxmlformats.org/drawingml/2006/main">
              <a:ext uri="{FF2B5EF4-FFF2-40B4-BE49-F238E27FC236}">
                <a16:creationId xmlns:a16="http://schemas.microsoft.com/office/drawing/2014/main" id="{FADB766F-AAF5-4203-8081-22B584D2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23526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hub-icon-core-1">
            <a:extLst xmlns:a="http://schemas.openxmlformats.org/drawingml/2006/main">
              <a:ext uri="{FF2B5EF4-FFF2-40B4-BE49-F238E27FC236}">
                <a16:creationId xmlns:a16="http://schemas.microsoft.com/office/drawing/2014/main" id="{80156430-0CB2-4A14-8D65-8D5DB6DF1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3667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hub-icon-core-2">
            <a:extLst xmlns:a="http://schemas.openxmlformats.org/drawingml/2006/main">
              <a:ext uri="{FF2B5EF4-FFF2-40B4-BE49-F238E27FC236}">
                <a16:creationId xmlns:a16="http://schemas.microsoft.com/office/drawing/2014/main" id="{94E6C345-34ED-4F9F-9DEF-A6FABFAB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49815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hub-icon-core-3">
            <a:extLst xmlns:a="http://schemas.openxmlformats.org/drawingml/2006/main">
              <a:ext uri="{FF2B5EF4-FFF2-40B4-BE49-F238E27FC236}">
                <a16:creationId xmlns:a16="http://schemas.microsoft.com/office/drawing/2014/main" id="{5FCE07C3-CACB-4F34-83F9-A473DD26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23526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hub-icon-core-4">
            <a:extLst xmlns:a="http://schemas.openxmlformats.org/drawingml/2006/main">
              <a:ext uri="{FF2B5EF4-FFF2-40B4-BE49-F238E27FC236}">
                <a16:creationId xmlns:a16="http://schemas.microsoft.com/office/drawing/2014/main" id="{5994BE1C-F95C-475B-A496-401FAF83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3667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hub-icon-core-5">
            <a:extLst xmlns:a="http://schemas.openxmlformats.org/drawingml/2006/main">
              <a:ext uri="{FF2B5EF4-FFF2-40B4-BE49-F238E27FC236}">
                <a16:creationId xmlns:a16="http://schemas.microsoft.com/office/drawing/2014/main" id="{CFBFCD16-7D6F-40B5-9769-A22689C0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49815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63819c85eb42e2">
            <a:extLst>
              <a:ext uri="{96DAC541-7B7A-43D3-8B79-37D633B846F1}">
                <asvg:svgBlip xmlns:asvg="http://schemas.microsoft.com/office/drawing/2016/SVG/main" r:embed="R1567561ab9424c5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24479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f3e74704554376">
            <a:extLst>
              <a:ext uri="{96DAC541-7B7A-43D3-8B79-37D633B846F1}">
                <asvg:svgBlip xmlns:asvg="http://schemas.microsoft.com/office/drawing/2016/SVG/main" r:embed="Rfcf18b9437c047c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37623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794e9f78546cc">
            <a:extLst>
              <a:ext uri="{96DAC541-7B7A-43D3-8B79-37D633B846F1}">
                <asvg:svgBlip xmlns:asvg="http://schemas.microsoft.com/office/drawing/2016/SVG/main" r:embed="R1a05836028b8473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50768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f03c59a7a4ac9">
            <a:extLst>
              <a:ext uri="{96DAC541-7B7A-43D3-8B79-37D633B846F1}">
                <asvg:svgBlip xmlns:asvg="http://schemas.microsoft.com/office/drawing/2016/SVG/main" r:embed="R2b13e5864a704c6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24479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54a482aed49a0">
            <a:extLst>
              <a:ext uri="{96DAC541-7B7A-43D3-8B79-37D633B846F1}">
                <asvg:svgBlip xmlns:asvg="http://schemas.microsoft.com/office/drawing/2016/SVG/main" r:embed="R7afff568d73d465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37623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e9d51bf80d40c2">
            <a:extLst>
              <a:ext uri="{96DAC541-7B7A-43D3-8B79-37D633B846F1}">
                <asvg:svgBlip xmlns:asvg="http://schemas.microsoft.com/office/drawing/2016/SVG/main" r:embed="R0907a6f0cfce40a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50768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4" name="hub-item-title-0">
            <a:extLst xmlns:a="http://schemas.openxmlformats.org/drawingml/2006/main">
              <a:ext uri="{FF2B5EF4-FFF2-40B4-BE49-F238E27FC236}">
                <a16:creationId xmlns:a16="http://schemas.microsoft.com/office/drawing/2014/main" id="{7C39FCDF-BB58-48A2-AB06-03057116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23129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战略牵引</a:t>
            </a:r>
          </a:p>
        </p:txBody>
      </p:sp>
      <p:sp>
        <p:nvSpPr>
          <p:cNvPr id="145" name="hub-item-body-0">
            <a:extLst xmlns:a="http://schemas.openxmlformats.org/drawingml/2006/main">
              <a:ext uri="{FF2B5EF4-FFF2-40B4-BE49-F238E27FC236}">
                <a16:creationId xmlns:a16="http://schemas.microsoft.com/office/drawing/2014/main" id="{DBCD001F-C1FC-480E-88FB-0B12D189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26561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明确方向并形成共同目标</a:t>
            </a:r>
          </a:p>
        </p:txBody>
      </p:sp>
      <p:sp>
        <p:nvSpPr>
          <p:cNvPr id="146" name="hub-item-title-1">
            <a:extLst xmlns:a="http://schemas.openxmlformats.org/drawingml/2006/main">
              <a:ext uri="{FF2B5EF4-FFF2-40B4-BE49-F238E27FC236}">
                <a16:creationId xmlns:a16="http://schemas.microsoft.com/office/drawing/2014/main" id="{B3C7A3FA-81EB-4EDF-AE60-434FBA44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62738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数据支撑</a:t>
            </a:r>
          </a:p>
        </p:txBody>
      </p:sp>
      <p:sp>
        <p:nvSpPr>
          <p:cNvPr id="147" name="hub-item-body-1">
            <a:extLst xmlns:a="http://schemas.openxmlformats.org/drawingml/2006/main">
              <a:ext uri="{FF2B5EF4-FFF2-40B4-BE49-F238E27FC236}">
                <a16:creationId xmlns:a16="http://schemas.microsoft.com/office/drawing/2014/main" id="{B178EDED-5A85-4F93-95FB-1DF65B0C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97058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汇集信息并提供可靠依据</a:t>
            </a:r>
          </a:p>
        </p:txBody>
      </p:sp>
      <p:sp>
        <p:nvSpPr>
          <p:cNvPr id="148" name="hub-item-title-2">
            <a:extLst xmlns:a="http://schemas.openxmlformats.org/drawingml/2006/main">
              <a:ext uri="{FF2B5EF4-FFF2-40B4-BE49-F238E27FC236}">
                <a16:creationId xmlns:a16="http://schemas.microsoft.com/office/drawing/2014/main" id="{B09F5CE4-D6B7-4D5F-A18B-FEFEC396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9418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平台赋能</a:t>
            </a:r>
          </a:p>
        </p:txBody>
      </p:sp>
      <p:sp>
        <p:nvSpPr>
          <p:cNvPr id="149" name="hub-item-body-2">
            <a:extLst xmlns:a="http://schemas.openxmlformats.org/drawingml/2006/main">
              <a:ext uri="{FF2B5EF4-FFF2-40B4-BE49-F238E27FC236}">
                <a16:creationId xmlns:a16="http://schemas.microsoft.com/office/drawing/2014/main" id="{2EEEEB4F-394C-4CA8-895F-47B69241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2850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连接资源并提升协同效率</a:t>
            </a:r>
          </a:p>
        </p:txBody>
      </p:sp>
      <p:sp>
        <p:nvSpPr>
          <p:cNvPr id="150" name="hub-item-title-3">
            <a:extLst xmlns:a="http://schemas.openxmlformats.org/drawingml/2006/main">
              <a:ext uri="{FF2B5EF4-FFF2-40B4-BE49-F238E27FC236}">
                <a16:creationId xmlns:a16="http://schemas.microsoft.com/office/drawing/2014/main" id="{D27FFE9E-3AD3-467E-8C85-9D786AC9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3129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机制保障</a:t>
            </a:r>
          </a:p>
        </p:txBody>
      </p:sp>
      <p:sp>
        <p:nvSpPr>
          <p:cNvPr id="151" name="hub-item-body-3">
            <a:extLst xmlns:a="http://schemas.openxmlformats.org/drawingml/2006/main">
              <a:ext uri="{FF2B5EF4-FFF2-40B4-BE49-F238E27FC236}">
                <a16:creationId xmlns:a16="http://schemas.microsoft.com/office/drawing/2014/main" id="{3567F9B7-2F8F-482C-B3EE-1A2B5BF3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6561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以规则保障稳定有序运行</a:t>
            </a:r>
          </a:p>
        </p:txBody>
      </p:sp>
      <p:sp>
        <p:nvSpPr>
          <p:cNvPr id="152" name="hub-item-title-4">
            <a:extLst xmlns:a="http://schemas.openxmlformats.org/drawingml/2006/main">
              <a:ext uri="{FF2B5EF4-FFF2-40B4-BE49-F238E27FC236}">
                <a16:creationId xmlns:a16="http://schemas.microsoft.com/office/drawing/2014/main" id="{187890D5-54E5-4186-ACF3-E81CA0F3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62738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服务触达</a:t>
            </a:r>
          </a:p>
        </p:txBody>
      </p:sp>
      <p:sp>
        <p:nvSpPr>
          <p:cNvPr id="153" name="hub-item-body-4">
            <a:extLst xmlns:a="http://schemas.openxmlformats.org/drawingml/2006/main">
              <a:ext uri="{FF2B5EF4-FFF2-40B4-BE49-F238E27FC236}">
                <a16:creationId xmlns:a16="http://schemas.microsoft.com/office/drawing/2014/main" id="{C1D10345-4DFB-42D9-9610-A3103BCD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97058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把能力转化为实际体验</a:t>
            </a:r>
          </a:p>
        </p:txBody>
      </p:sp>
      <p:sp>
        <p:nvSpPr>
          <p:cNvPr id="154" name="hub-item-title-5">
            <a:extLst xmlns:a="http://schemas.openxmlformats.org/drawingml/2006/main">
              <a:ext uri="{FF2B5EF4-FFF2-40B4-BE49-F238E27FC236}">
                <a16:creationId xmlns:a16="http://schemas.microsoft.com/office/drawing/2014/main" id="{00DBF621-AE0E-4175-B2A1-737EE2C5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9418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人才协同</a:t>
            </a:r>
          </a:p>
        </p:txBody>
      </p:sp>
      <p:sp>
        <p:nvSpPr>
          <p:cNvPr id="155" name="hub-item-body-5">
            <a:extLst xmlns:a="http://schemas.openxmlformats.org/drawingml/2006/main">
              <a:ext uri="{FF2B5EF4-FFF2-40B4-BE49-F238E27FC236}">
                <a16:creationId xmlns:a16="http://schemas.microsoft.com/office/drawing/2014/main" id="{29113BA2-2086-4CC7-BA85-8D07FEF5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2850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汇聚多元角色共同参与</a:t>
            </a:r>
          </a:p>
        </p:txBody>
      </p:sp>
    </p:spTree>
    <p:extLst>
      <p:ext uri="{BB962C8B-B14F-4D97-AF65-F5344CB8AC3E}">
        <p14:creationId xmlns:p14="http://schemas.microsoft.com/office/powerpoint/2010/main" val="9565375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hub-orbit-dot-0-0">
            <a:extLst xmlns:a="http://schemas.openxmlformats.org/drawingml/2006/main">
              <a:ext uri="{FF2B5EF4-FFF2-40B4-BE49-F238E27FC236}">
                <a16:creationId xmlns:a16="http://schemas.microsoft.com/office/drawing/2014/main" id="{E9B5AEB0-023E-4320-9DD6-898D9E7C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9488" y="43221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ub-orbit-dot-0-1">
            <a:extLst xmlns:a="http://schemas.openxmlformats.org/drawingml/2006/main">
              <a:ext uri="{FF2B5EF4-FFF2-40B4-BE49-F238E27FC236}">
                <a16:creationId xmlns:a16="http://schemas.microsoft.com/office/drawing/2014/main" id="{255B0872-E1C5-403A-9ED2-1F741D44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59718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ub-orbit-dot-0-2">
            <a:extLst xmlns:a="http://schemas.openxmlformats.org/drawingml/2006/main">
              <a:ext uri="{FF2B5EF4-FFF2-40B4-BE49-F238E27FC236}">
                <a16:creationId xmlns:a16="http://schemas.microsoft.com/office/drawing/2014/main" id="{E11796B8-E9B3-4206-9EC4-EC18CCA8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4859665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hub-orbit-dot-0-3">
            <a:extLst xmlns:a="http://schemas.openxmlformats.org/drawingml/2006/main">
              <a:ext uri="{FF2B5EF4-FFF2-40B4-BE49-F238E27FC236}">
                <a16:creationId xmlns:a16="http://schemas.microsoft.com/office/drawing/2014/main" id="{F1EE4720-8B40-4848-A236-81ECC377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509637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ub-orbit-dot-0-4">
            <a:extLst xmlns:a="http://schemas.openxmlformats.org/drawingml/2006/main">
              <a:ext uri="{FF2B5EF4-FFF2-40B4-BE49-F238E27FC236}">
                <a16:creationId xmlns:a16="http://schemas.microsoft.com/office/drawing/2014/main" id="{9E50E106-9CEE-45EC-A6BC-8F460EE2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529547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ub-orbit-dot-0-5">
            <a:extLst xmlns:a="http://schemas.openxmlformats.org/drawingml/2006/main">
              <a:ext uri="{FF2B5EF4-FFF2-40B4-BE49-F238E27FC236}">
                <a16:creationId xmlns:a16="http://schemas.microsoft.com/office/drawing/2014/main" id="{40B5D5B8-FF6E-4989-BB94-6EA627E4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5446938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ub-orbit-dot-0-6">
            <a:extLst xmlns:a="http://schemas.openxmlformats.org/drawingml/2006/main">
              <a:ext uri="{FF2B5EF4-FFF2-40B4-BE49-F238E27FC236}">
                <a16:creationId xmlns:a16="http://schemas.microsoft.com/office/drawing/2014/main" id="{CE90DFBE-EC6A-4028-842F-8BB718D0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554319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ub-orbit-dot-0-7">
            <a:extLst xmlns:a="http://schemas.openxmlformats.org/drawingml/2006/main">
              <a:ext uri="{FF2B5EF4-FFF2-40B4-BE49-F238E27FC236}">
                <a16:creationId xmlns:a16="http://schemas.microsoft.com/office/drawing/2014/main" id="{B7133857-DDD1-48ED-B916-512A434C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55794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ub-orbit-dot-0-8">
            <a:extLst xmlns:a="http://schemas.openxmlformats.org/drawingml/2006/main">
              <a:ext uri="{FF2B5EF4-FFF2-40B4-BE49-F238E27FC236}">
                <a16:creationId xmlns:a16="http://schemas.microsoft.com/office/drawing/2014/main" id="{ED5904CA-EB80-477C-9345-CB36076E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554319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ub-orbit-dot-0-9">
            <a:extLst xmlns:a="http://schemas.openxmlformats.org/drawingml/2006/main">
              <a:ext uri="{FF2B5EF4-FFF2-40B4-BE49-F238E27FC236}">
                <a16:creationId xmlns:a16="http://schemas.microsoft.com/office/drawing/2014/main" id="{A4468A69-8C7F-4617-80B2-46B5EF9B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5446938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hub-orbit-dot-0-10">
            <a:extLst xmlns:a="http://schemas.openxmlformats.org/drawingml/2006/main">
              <a:ext uri="{FF2B5EF4-FFF2-40B4-BE49-F238E27FC236}">
                <a16:creationId xmlns:a16="http://schemas.microsoft.com/office/drawing/2014/main" id="{BB3CF71E-C506-4D76-930C-D1AFC912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529547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ub-orbit-dot-0-11">
            <a:extLst xmlns:a="http://schemas.openxmlformats.org/drawingml/2006/main">
              <a:ext uri="{FF2B5EF4-FFF2-40B4-BE49-F238E27FC236}">
                <a16:creationId xmlns:a16="http://schemas.microsoft.com/office/drawing/2014/main" id="{F68F3B37-11B3-453A-92FD-580B0CEE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509637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ub-orbit-dot-0-12">
            <a:extLst xmlns:a="http://schemas.openxmlformats.org/drawingml/2006/main">
              <a:ext uri="{FF2B5EF4-FFF2-40B4-BE49-F238E27FC236}">
                <a16:creationId xmlns:a16="http://schemas.microsoft.com/office/drawing/2014/main" id="{89178D42-7EBC-4855-BED9-5D1452327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4859665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ub-orbit-dot-0-13">
            <a:extLst xmlns:a="http://schemas.openxmlformats.org/drawingml/2006/main">
              <a:ext uri="{FF2B5EF4-FFF2-40B4-BE49-F238E27FC236}">
                <a16:creationId xmlns:a16="http://schemas.microsoft.com/office/drawing/2014/main" id="{219F46DA-403C-4A1C-A96A-E5A24596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59718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hub-orbit-dot-0-14">
            <a:extLst xmlns:a="http://schemas.openxmlformats.org/drawingml/2006/main">
              <a:ext uri="{FF2B5EF4-FFF2-40B4-BE49-F238E27FC236}">
                <a16:creationId xmlns:a16="http://schemas.microsoft.com/office/drawing/2014/main" id="{3CC36BD8-4CCA-4DE0-8971-B2E60350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4888" y="43221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b-orbit-dot-0-15">
            <a:extLst xmlns:a="http://schemas.openxmlformats.org/drawingml/2006/main">
              <a:ext uri="{FF2B5EF4-FFF2-40B4-BE49-F238E27FC236}">
                <a16:creationId xmlns:a16="http://schemas.microsoft.com/office/drawing/2014/main" id="{8357673D-0273-4212-81B7-A5B55917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03764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ub-orbit-dot-0-16">
            <a:extLst xmlns:a="http://schemas.openxmlformats.org/drawingml/2006/main">
              <a:ext uri="{FF2B5EF4-FFF2-40B4-BE49-F238E27FC236}">
                <a16:creationId xmlns:a16="http://schemas.microsoft.com/office/drawing/2014/main" id="{7F675869-2804-4165-AB25-7A40D26D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3768623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hub-orbit-dot-0-17">
            <a:extLst xmlns:a="http://schemas.openxmlformats.org/drawingml/2006/main">
              <a:ext uri="{FF2B5EF4-FFF2-40B4-BE49-F238E27FC236}">
                <a16:creationId xmlns:a16="http://schemas.microsoft.com/office/drawing/2014/main" id="{6DDF4868-1195-4FEF-8B4B-774A4D8E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3528555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hub-orbit-dot-0-18">
            <a:extLst xmlns:a="http://schemas.openxmlformats.org/drawingml/2006/main">
              <a:ext uri="{FF2B5EF4-FFF2-40B4-BE49-F238E27FC236}">
                <a16:creationId xmlns:a16="http://schemas.microsoft.com/office/drawing/2014/main" id="{89F8CE0A-18EE-4525-9062-FA27AE6A1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3329464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hub-orbit-dot-0-19">
            <a:extLst xmlns:a="http://schemas.openxmlformats.org/drawingml/2006/main">
              <a:ext uri="{FF2B5EF4-FFF2-40B4-BE49-F238E27FC236}">
                <a16:creationId xmlns:a16="http://schemas.microsoft.com/office/drawing/2014/main" id="{F1E55A9E-BADD-41DB-A414-4A4665C7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3181350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ub-orbit-dot-0-20">
            <a:extLst xmlns:a="http://schemas.openxmlformats.org/drawingml/2006/main">
              <a:ext uri="{FF2B5EF4-FFF2-40B4-BE49-F238E27FC236}">
                <a16:creationId xmlns:a16="http://schemas.microsoft.com/office/drawing/2014/main" id="{7E6025F8-0DC2-49A9-B8E1-CBC59CEB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309163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b-orbit-dot-0-21">
            <a:extLst xmlns:a="http://schemas.openxmlformats.org/drawingml/2006/main">
              <a:ext uri="{FF2B5EF4-FFF2-40B4-BE49-F238E27FC236}">
                <a16:creationId xmlns:a16="http://schemas.microsoft.com/office/drawing/2014/main" id="{5A4EC528-A86A-4C29-B65D-2C3C7976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30648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hub-orbit-dot-0-22">
            <a:extLst xmlns:a="http://schemas.openxmlformats.org/drawingml/2006/main">
              <a:ext uri="{FF2B5EF4-FFF2-40B4-BE49-F238E27FC236}">
                <a16:creationId xmlns:a16="http://schemas.microsoft.com/office/drawing/2014/main" id="{375A06F0-76BE-484F-A112-557D9B6D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309163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hub-orbit-dot-0-23">
            <a:extLst xmlns:a="http://schemas.openxmlformats.org/drawingml/2006/main">
              <a:ext uri="{FF2B5EF4-FFF2-40B4-BE49-F238E27FC236}">
                <a16:creationId xmlns:a16="http://schemas.microsoft.com/office/drawing/2014/main" id="{43AB9163-BB7E-40C2-BB0D-AD0413BB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3181350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hub-orbit-dot-0-24">
            <a:extLst xmlns:a="http://schemas.openxmlformats.org/drawingml/2006/main">
              <a:ext uri="{FF2B5EF4-FFF2-40B4-BE49-F238E27FC236}">
                <a16:creationId xmlns:a16="http://schemas.microsoft.com/office/drawing/2014/main" id="{37B83AED-DA19-48BE-B79F-76B1FD05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3329464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hub-orbit-dot-0-25">
            <a:extLst xmlns:a="http://schemas.openxmlformats.org/drawingml/2006/main">
              <a:ext uri="{FF2B5EF4-FFF2-40B4-BE49-F238E27FC236}">
                <a16:creationId xmlns:a16="http://schemas.microsoft.com/office/drawing/2014/main" id="{D5E3CF3D-A5D5-4435-8F04-329FDC99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3528555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hub-orbit-dot-0-26">
            <a:extLst xmlns:a="http://schemas.openxmlformats.org/drawingml/2006/main">
              <a:ext uri="{FF2B5EF4-FFF2-40B4-BE49-F238E27FC236}">
                <a16:creationId xmlns:a16="http://schemas.microsoft.com/office/drawing/2014/main" id="{47AAEFC7-FEDE-49B5-9A85-06E7C9A6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3768623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hub-orbit-dot-0-27">
            <a:extLst xmlns:a="http://schemas.openxmlformats.org/drawingml/2006/main">
              <a:ext uri="{FF2B5EF4-FFF2-40B4-BE49-F238E27FC236}">
                <a16:creationId xmlns:a16="http://schemas.microsoft.com/office/drawing/2014/main" id="{790CCA7E-5C94-49AE-BEC1-DA997007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03764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hub-orbit-dot-1-0">
            <a:extLst xmlns:a="http://schemas.openxmlformats.org/drawingml/2006/main">
              <a:ext uri="{FF2B5EF4-FFF2-40B4-BE49-F238E27FC236}">
                <a16:creationId xmlns:a16="http://schemas.microsoft.com/office/drawing/2014/main" id="{76DDF5C1-E4D2-494B-90B3-3C1B56FE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5700" y="432688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hub-orbit-dot-1-1">
            <a:extLst xmlns:a="http://schemas.openxmlformats.org/drawingml/2006/main">
              <a:ext uri="{FF2B5EF4-FFF2-40B4-BE49-F238E27FC236}">
                <a16:creationId xmlns:a16="http://schemas.microsoft.com/office/drawing/2014/main" id="{86742368-6489-473B-9F0D-8DAFF378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57196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hub-orbit-dot-1-2">
            <a:extLst xmlns:a="http://schemas.openxmlformats.org/drawingml/2006/main">
              <a:ext uri="{FF2B5EF4-FFF2-40B4-BE49-F238E27FC236}">
                <a16:creationId xmlns:a16="http://schemas.microsoft.com/office/drawing/2014/main" id="{415CB5C2-F593-4E7C-AE5E-EB33957D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4810173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hub-orbit-dot-1-3">
            <a:extLst xmlns:a="http://schemas.openxmlformats.org/drawingml/2006/main">
              <a:ext uri="{FF2B5EF4-FFF2-40B4-BE49-F238E27FC236}">
                <a16:creationId xmlns:a16="http://schemas.microsoft.com/office/drawing/2014/main" id="{CFFE7102-C4B7-4373-B408-0CC13728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503428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hub-orbit-dot-1-4">
            <a:extLst xmlns:a="http://schemas.openxmlformats.org/drawingml/2006/main">
              <a:ext uri="{FF2B5EF4-FFF2-40B4-BE49-F238E27FC236}">
                <a16:creationId xmlns:a16="http://schemas.microsoft.com/office/drawing/2014/main" id="{A5A201EB-E117-4C7A-A0DA-B9A73D53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5237474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ub-orbit-dot-1-5">
            <a:extLst xmlns:a="http://schemas.openxmlformats.org/drawingml/2006/main">
              <a:ext uri="{FF2B5EF4-FFF2-40B4-BE49-F238E27FC236}">
                <a16:creationId xmlns:a16="http://schemas.microsoft.com/office/drawing/2014/main" id="{D4B99F69-A561-4EA6-A372-47DF5B04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541358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ub-orbit-dot-1-6">
            <a:extLst xmlns:a="http://schemas.openxmlformats.org/drawingml/2006/main">
              <a:ext uri="{FF2B5EF4-FFF2-40B4-BE49-F238E27FC236}">
                <a16:creationId xmlns:a16="http://schemas.microsoft.com/office/drawing/2014/main" id="{623FD04B-E193-4338-94D0-CD467416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5557237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ub-orbit-dot-1-7">
            <a:extLst xmlns:a="http://schemas.openxmlformats.org/drawingml/2006/main">
              <a:ext uri="{FF2B5EF4-FFF2-40B4-BE49-F238E27FC236}">
                <a16:creationId xmlns:a16="http://schemas.microsoft.com/office/drawing/2014/main" id="{EBA54344-50F0-42E8-A01C-5C7DA5AC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5664098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ub-orbit-dot-1-8">
            <a:extLst xmlns:a="http://schemas.openxmlformats.org/drawingml/2006/main">
              <a:ext uri="{FF2B5EF4-FFF2-40B4-BE49-F238E27FC236}">
                <a16:creationId xmlns:a16="http://schemas.microsoft.com/office/drawing/2014/main" id="{809D634A-C756-4466-9FE7-AD6F99D3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573090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ub-orbit-dot-1-9">
            <a:extLst xmlns:a="http://schemas.openxmlformats.org/drawingml/2006/main">
              <a:ext uri="{FF2B5EF4-FFF2-40B4-BE49-F238E27FC236}">
                <a16:creationId xmlns:a16="http://schemas.microsoft.com/office/drawing/2014/main" id="{2BBE6147-4FB0-49F1-BAB2-46EB3C35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575563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ub-orbit-dot-1-10">
            <a:extLst xmlns:a="http://schemas.openxmlformats.org/drawingml/2006/main">
              <a:ext uri="{FF2B5EF4-FFF2-40B4-BE49-F238E27FC236}">
                <a16:creationId xmlns:a16="http://schemas.microsoft.com/office/drawing/2014/main" id="{0CEE1A9C-3142-40E1-A96E-E36065E8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573090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ub-orbit-dot-1-11">
            <a:extLst xmlns:a="http://schemas.openxmlformats.org/drawingml/2006/main">
              <a:ext uri="{FF2B5EF4-FFF2-40B4-BE49-F238E27FC236}">
                <a16:creationId xmlns:a16="http://schemas.microsoft.com/office/drawing/2014/main" id="{82B089C7-3F56-4ADC-B58A-B0D266D3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5664098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ub-orbit-dot-1-12">
            <a:extLst xmlns:a="http://schemas.openxmlformats.org/drawingml/2006/main">
              <a:ext uri="{FF2B5EF4-FFF2-40B4-BE49-F238E27FC236}">
                <a16:creationId xmlns:a16="http://schemas.microsoft.com/office/drawing/2014/main" id="{7EF04551-E63B-4F31-8030-D600BB77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5557237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ub-orbit-dot-1-13">
            <a:extLst xmlns:a="http://schemas.openxmlformats.org/drawingml/2006/main">
              <a:ext uri="{FF2B5EF4-FFF2-40B4-BE49-F238E27FC236}">
                <a16:creationId xmlns:a16="http://schemas.microsoft.com/office/drawing/2014/main" id="{3F944738-3334-45C4-A756-B2D644CE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541358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ub-orbit-dot-1-14">
            <a:extLst xmlns:a="http://schemas.openxmlformats.org/drawingml/2006/main">
              <a:ext uri="{FF2B5EF4-FFF2-40B4-BE49-F238E27FC236}">
                <a16:creationId xmlns:a16="http://schemas.microsoft.com/office/drawing/2014/main" id="{AA19C921-A2A5-4E72-838E-F9D17A6A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5237474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ub-orbit-dot-1-15">
            <a:extLst xmlns:a="http://schemas.openxmlformats.org/drawingml/2006/main">
              <a:ext uri="{FF2B5EF4-FFF2-40B4-BE49-F238E27FC236}">
                <a16:creationId xmlns:a16="http://schemas.microsoft.com/office/drawing/2014/main" id="{FD2E1A43-CF96-4950-8C75-293A25EB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503428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ub-orbit-dot-1-16">
            <a:extLst xmlns:a="http://schemas.openxmlformats.org/drawingml/2006/main">
              <a:ext uri="{FF2B5EF4-FFF2-40B4-BE49-F238E27FC236}">
                <a16:creationId xmlns:a16="http://schemas.microsoft.com/office/drawing/2014/main" id="{40A01A4A-C965-487B-AB8E-771A496F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4810173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ub-orbit-dot-1-17">
            <a:extLst xmlns:a="http://schemas.openxmlformats.org/drawingml/2006/main">
              <a:ext uri="{FF2B5EF4-FFF2-40B4-BE49-F238E27FC236}">
                <a16:creationId xmlns:a16="http://schemas.microsoft.com/office/drawing/2014/main" id="{CA6B605B-E8FA-468E-854A-CD521282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57196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ub-orbit-dot-1-18">
            <a:extLst xmlns:a="http://schemas.openxmlformats.org/drawingml/2006/main">
              <a:ext uri="{FF2B5EF4-FFF2-40B4-BE49-F238E27FC236}">
                <a16:creationId xmlns:a16="http://schemas.microsoft.com/office/drawing/2014/main" id="{7DEF012A-5509-4CF2-B61B-C652D98A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432688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ub-orbit-dot-1-19">
            <a:extLst xmlns:a="http://schemas.openxmlformats.org/drawingml/2006/main">
              <a:ext uri="{FF2B5EF4-FFF2-40B4-BE49-F238E27FC236}">
                <a16:creationId xmlns:a16="http://schemas.microsoft.com/office/drawing/2014/main" id="{C40F683C-38B5-44C8-B1D3-7E3BC67F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07575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ub-orbit-dot-1-20">
            <a:extLst xmlns:a="http://schemas.openxmlformats.org/drawingml/2006/main">
              <a:ext uri="{FF2B5EF4-FFF2-40B4-BE49-F238E27FC236}">
                <a16:creationId xmlns:a16="http://schemas.microsoft.com/office/drawing/2014/main" id="{1DF4FAAA-A843-473C-B884-D1BF8582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3832850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ub-orbit-dot-1-21">
            <a:extLst xmlns:a="http://schemas.openxmlformats.org/drawingml/2006/main">
              <a:ext uri="{FF2B5EF4-FFF2-40B4-BE49-F238E27FC236}">
                <a16:creationId xmlns:a16="http://schemas.microsoft.com/office/drawing/2014/main" id="{2119DA12-DCC3-4E18-80B1-7DE8756B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360553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ub-orbit-dot-1-22">
            <a:extLst xmlns:a="http://schemas.openxmlformats.org/drawingml/2006/main">
              <a:ext uri="{FF2B5EF4-FFF2-40B4-BE49-F238E27FC236}">
                <a16:creationId xmlns:a16="http://schemas.microsoft.com/office/drawing/2014/main" id="{DC54088C-AE4C-49A1-8C4F-25850CAA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340071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ub-orbit-dot-1-23">
            <a:extLst xmlns:a="http://schemas.openxmlformats.org/drawingml/2006/main">
              <a:ext uri="{FF2B5EF4-FFF2-40B4-BE49-F238E27FC236}">
                <a16:creationId xmlns:a16="http://schemas.microsoft.com/office/drawing/2014/main" id="{FE4D1E5A-B9AC-454B-A05B-28C891A1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3224603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ub-orbit-dot-1-24">
            <a:extLst xmlns:a="http://schemas.openxmlformats.org/drawingml/2006/main">
              <a:ext uri="{FF2B5EF4-FFF2-40B4-BE49-F238E27FC236}">
                <a16:creationId xmlns:a16="http://schemas.microsoft.com/office/drawing/2014/main" id="{5060704F-130C-4F74-ADE6-013F099A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308257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ub-orbit-dot-1-25">
            <a:extLst xmlns:a="http://schemas.openxmlformats.org/drawingml/2006/main">
              <a:ext uri="{FF2B5EF4-FFF2-40B4-BE49-F238E27FC236}">
                <a16:creationId xmlns:a16="http://schemas.microsoft.com/office/drawing/2014/main" id="{2CC3AF74-4CF8-4E40-9EF7-8A23ECBF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297892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ub-orbit-dot-1-26">
            <a:extLst xmlns:a="http://schemas.openxmlformats.org/drawingml/2006/main">
              <a:ext uri="{FF2B5EF4-FFF2-40B4-BE49-F238E27FC236}">
                <a16:creationId xmlns:a16="http://schemas.microsoft.com/office/drawing/2014/main" id="{C392DB8D-AEE8-425E-A129-91596BCB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291682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ub-orbit-dot-1-27">
            <a:extLst xmlns:a="http://schemas.openxmlformats.org/drawingml/2006/main">
              <a:ext uri="{FF2B5EF4-FFF2-40B4-BE49-F238E27FC236}">
                <a16:creationId xmlns:a16="http://schemas.microsoft.com/office/drawing/2014/main" id="{8DAACCA5-B475-43E9-87CE-08513239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89813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ub-orbit-dot-1-28">
            <a:extLst xmlns:a="http://schemas.openxmlformats.org/drawingml/2006/main">
              <a:ext uri="{FF2B5EF4-FFF2-40B4-BE49-F238E27FC236}">
                <a16:creationId xmlns:a16="http://schemas.microsoft.com/office/drawing/2014/main" id="{7FB9639A-DF43-4CF7-8023-9CC7E0B3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291682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ub-orbit-dot-1-29">
            <a:extLst xmlns:a="http://schemas.openxmlformats.org/drawingml/2006/main">
              <a:ext uri="{FF2B5EF4-FFF2-40B4-BE49-F238E27FC236}">
                <a16:creationId xmlns:a16="http://schemas.microsoft.com/office/drawing/2014/main" id="{78EEA46A-B89E-4437-B709-FC0D9ED4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297892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ub-orbit-dot-1-30">
            <a:extLst xmlns:a="http://schemas.openxmlformats.org/drawingml/2006/main">
              <a:ext uri="{FF2B5EF4-FFF2-40B4-BE49-F238E27FC236}">
                <a16:creationId xmlns:a16="http://schemas.microsoft.com/office/drawing/2014/main" id="{BB5F9F64-6BD6-4F71-855B-30AFC85A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308257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ub-orbit-dot-1-31">
            <a:extLst xmlns:a="http://schemas.openxmlformats.org/drawingml/2006/main">
              <a:ext uri="{FF2B5EF4-FFF2-40B4-BE49-F238E27FC236}">
                <a16:creationId xmlns:a16="http://schemas.microsoft.com/office/drawing/2014/main" id="{74BEB797-41F9-4FCA-A363-34534DFA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3224603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ub-orbit-dot-1-32">
            <a:extLst xmlns:a="http://schemas.openxmlformats.org/drawingml/2006/main">
              <a:ext uri="{FF2B5EF4-FFF2-40B4-BE49-F238E27FC236}">
                <a16:creationId xmlns:a16="http://schemas.microsoft.com/office/drawing/2014/main" id="{BA3016C8-C970-42EB-9C29-5A6DADA4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340071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ub-orbit-dot-1-33">
            <a:extLst xmlns:a="http://schemas.openxmlformats.org/drawingml/2006/main">
              <a:ext uri="{FF2B5EF4-FFF2-40B4-BE49-F238E27FC236}">
                <a16:creationId xmlns:a16="http://schemas.microsoft.com/office/drawing/2014/main" id="{FC30D298-641B-40F3-99DD-37C5910D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360553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ub-orbit-dot-1-34">
            <a:extLst xmlns:a="http://schemas.openxmlformats.org/drawingml/2006/main">
              <a:ext uri="{FF2B5EF4-FFF2-40B4-BE49-F238E27FC236}">
                <a16:creationId xmlns:a16="http://schemas.microsoft.com/office/drawing/2014/main" id="{742A029B-359E-4F02-A0BF-04F39857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3832850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ub-orbit-dot-1-35">
            <a:extLst xmlns:a="http://schemas.openxmlformats.org/drawingml/2006/main">
              <a:ext uri="{FF2B5EF4-FFF2-40B4-BE49-F238E27FC236}">
                <a16:creationId xmlns:a16="http://schemas.microsoft.com/office/drawing/2014/main" id="{C47B5F33-ED93-4DCB-8072-7F4F95F5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07575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ub-orbit-dot-2-0">
            <a:extLst xmlns:a="http://schemas.openxmlformats.org/drawingml/2006/main">
              <a:ext uri="{FF2B5EF4-FFF2-40B4-BE49-F238E27FC236}">
                <a16:creationId xmlns:a16="http://schemas.microsoft.com/office/drawing/2014/main" id="{838ABBE3-2172-4EAC-83EB-48BA4349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1913" y="43316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hub-orbit-dot-2-1">
            <a:extLst xmlns:a="http://schemas.openxmlformats.org/drawingml/2006/main">
              <a:ext uri="{FF2B5EF4-FFF2-40B4-BE49-F238E27FC236}">
                <a16:creationId xmlns:a16="http://schemas.microsoft.com/office/drawing/2014/main" id="{5811876D-5D66-4457-86B1-18A06EE7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55749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hub-orbit-dot-2-2">
            <a:extLst xmlns:a="http://schemas.openxmlformats.org/drawingml/2006/main">
              <a:ext uri="{FF2B5EF4-FFF2-40B4-BE49-F238E27FC236}">
                <a16:creationId xmlns:a16="http://schemas.microsoft.com/office/drawing/2014/main" id="{30543145-1059-4E3C-BA4C-D2B5C1C5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4779035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hub-orbit-dot-2-3">
            <a:extLst xmlns:a="http://schemas.openxmlformats.org/drawingml/2006/main">
              <a:ext uri="{FF2B5EF4-FFF2-40B4-BE49-F238E27FC236}">
                <a16:creationId xmlns:a16="http://schemas.microsoft.com/office/drawing/2014/main" id="{1D9F2AA8-CE01-4A07-A6AD-EA0C00EC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4991738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hub-orbit-dot-2-4">
            <a:extLst xmlns:a="http://schemas.openxmlformats.org/drawingml/2006/main">
              <a:ext uri="{FF2B5EF4-FFF2-40B4-BE49-F238E27FC236}">
                <a16:creationId xmlns:a16="http://schemas.microsoft.com/office/drawing/2014/main" id="{2D9036D2-6296-492C-AAEA-6648387C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519131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hub-orbit-dot-2-5">
            <a:extLst xmlns:a="http://schemas.openxmlformats.org/drawingml/2006/main">
              <a:ext uri="{FF2B5EF4-FFF2-40B4-BE49-F238E27FC236}">
                <a16:creationId xmlns:a16="http://schemas.microsoft.com/office/drawing/2014/main" id="{FA86D02C-19F6-440A-A20C-C334F2A4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5373681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hub-orbit-dot-2-6">
            <a:extLst xmlns:a="http://schemas.openxmlformats.org/drawingml/2006/main">
              <a:ext uri="{FF2B5EF4-FFF2-40B4-BE49-F238E27FC236}">
                <a16:creationId xmlns:a16="http://schemas.microsoft.com/office/drawing/2014/main" id="{0A36B77F-CDD3-4D03-BEAF-FB5340F1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5535130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hub-orbit-dot-2-7">
            <a:extLst xmlns:a="http://schemas.openxmlformats.org/drawingml/2006/main">
              <a:ext uri="{FF2B5EF4-FFF2-40B4-BE49-F238E27FC236}">
                <a16:creationId xmlns:a16="http://schemas.microsoft.com/office/drawing/2014/main" id="{F1D0E245-3CE5-4F8B-A17E-A8010F6A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567236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ub-orbit-dot-2-8">
            <a:extLst xmlns:a="http://schemas.openxmlformats.org/drawingml/2006/main">
              <a:ext uri="{FF2B5EF4-FFF2-40B4-BE49-F238E27FC236}">
                <a16:creationId xmlns:a16="http://schemas.microsoft.com/office/drawing/2014/main" id="{48198B4D-FC23-4DBE-B63C-37F60127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5782599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hub-orbit-dot-2-9">
            <a:extLst xmlns:a="http://schemas.openxmlformats.org/drawingml/2006/main">
              <a:ext uri="{FF2B5EF4-FFF2-40B4-BE49-F238E27FC236}">
                <a16:creationId xmlns:a16="http://schemas.microsoft.com/office/drawing/2014/main" id="{2AA31A27-8F21-4FAE-B9EC-35DBEFC0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586357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hub-orbit-dot-2-10">
            <a:extLst xmlns:a="http://schemas.openxmlformats.org/drawingml/2006/main">
              <a:ext uri="{FF2B5EF4-FFF2-40B4-BE49-F238E27FC236}">
                <a16:creationId xmlns:a16="http://schemas.microsoft.com/office/drawing/2014/main" id="{027D0313-B668-484D-B60D-F1FCA784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591366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hub-orbit-dot-2-11">
            <a:extLst xmlns:a="http://schemas.openxmlformats.org/drawingml/2006/main">
              <a:ext uri="{FF2B5EF4-FFF2-40B4-BE49-F238E27FC236}">
                <a16:creationId xmlns:a16="http://schemas.microsoft.com/office/drawing/2014/main" id="{EDB4C4A9-A8B1-4F05-B238-F3962793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59318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hub-orbit-dot-2-12">
            <a:extLst xmlns:a="http://schemas.openxmlformats.org/drawingml/2006/main">
              <a:ext uri="{FF2B5EF4-FFF2-40B4-BE49-F238E27FC236}">
                <a16:creationId xmlns:a16="http://schemas.microsoft.com/office/drawing/2014/main" id="{2C0E5A41-C8DF-4F2F-BC0D-0F8CDDA3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591366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hub-orbit-dot-2-13">
            <a:extLst xmlns:a="http://schemas.openxmlformats.org/drawingml/2006/main">
              <a:ext uri="{FF2B5EF4-FFF2-40B4-BE49-F238E27FC236}">
                <a16:creationId xmlns:a16="http://schemas.microsoft.com/office/drawing/2014/main" id="{E9728A1F-FA35-4657-A447-290D1EE0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586357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hub-orbit-dot-2-14">
            <a:extLst xmlns:a="http://schemas.openxmlformats.org/drawingml/2006/main">
              <a:ext uri="{FF2B5EF4-FFF2-40B4-BE49-F238E27FC236}">
                <a16:creationId xmlns:a16="http://schemas.microsoft.com/office/drawing/2014/main" id="{7FCF191C-3120-4A41-B26F-1605D9AA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5782599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hub-orbit-dot-2-15">
            <a:extLst xmlns:a="http://schemas.openxmlformats.org/drawingml/2006/main">
              <a:ext uri="{FF2B5EF4-FFF2-40B4-BE49-F238E27FC236}">
                <a16:creationId xmlns:a16="http://schemas.microsoft.com/office/drawing/2014/main" id="{4AE87616-E7E1-4812-925B-8E35CDE7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567236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hub-orbit-dot-2-16">
            <a:extLst xmlns:a="http://schemas.openxmlformats.org/drawingml/2006/main">
              <a:ext uri="{FF2B5EF4-FFF2-40B4-BE49-F238E27FC236}">
                <a16:creationId xmlns:a16="http://schemas.microsoft.com/office/drawing/2014/main" id="{3AC781DE-B20C-4159-929C-7249AE73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5535130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hub-orbit-dot-2-17">
            <a:extLst xmlns:a="http://schemas.openxmlformats.org/drawingml/2006/main">
              <a:ext uri="{FF2B5EF4-FFF2-40B4-BE49-F238E27FC236}">
                <a16:creationId xmlns:a16="http://schemas.microsoft.com/office/drawing/2014/main" id="{8C2E00F1-2714-4196-8C71-8263FEBD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5373681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hub-orbit-dot-2-18">
            <a:extLst xmlns:a="http://schemas.openxmlformats.org/drawingml/2006/main">
              <a:ext uri="{FF2B5EF4-FFF2-40B4-BE49-F238E27FC236}">
                <a16:creationId xmlns:a16="http://schemas.microsoft.com/office/drawing/2014/main" id="{FAC7B03A-5BFA-49A6-8648-9CD051BE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519131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hub-orbit-dot-2-19">
            <a:extLst xmlns:a="http://schemas.openxmlformats.org/drawingml/2006/main">
              <a:ext uri="{FF2B5EF4-FFF2-40B4-BE49-F238E27FC236}">
                <a16:creationId xmlns:a16="http://schemas.microsoft.com/office/drawing/2014/main" id="{3F53B666-DF13-4847-95A7-4E3EEA67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4991738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hub-orbit-dot-2-20">
            <a:extLst xmlns:a="http://schemas.openxmlformats.org/drawingml/2006/main">
              <a:ext uri="{FF2B5EF4-FFF2-40B4-BE49-F238E27FC236}">
                <a16:creationId xmlns:a16="http://schemas.microsoft.com/office/drawing/2014/main" id="{8C9894B5-9E44-4604-97BA-7B47AC8B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4779035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hub-orbit-dot-2-21">
            <a:extLst xmlns:a="http://schemas.openxmlformats.org/drawingml/2006/main">
              <a:ext uri="{FF2B5EF4-FFF2-40B4-BE49-F238E27FC236}">
                <a16:creationId xmlns:a16="http://schemas.microsoft.com/office/drawing/2014/main" id="{C27413E7-35DD-4D7D-858B-B534D7F3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55749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hub-orbit-dot-2-22">
            <a:extLst xmlns:a="http://schemas.openxmlformats.org/drawingml/2006/main">
              <a:ext uri="{FF2B5EF4-FFF2-40B4-BE49-F238E27FC236}">
                <a16:creationId xmlns:a16="http://schemas.microsoft.com/office/drawing/2014/main" id="{7AF7D9B6-A474-4B49-B363-874AF48D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81513" y="43316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hub-orbit-dot-2-23">
            <a:extLst xmlns:a="http://schemas.openxmlformats.org/drawingml/2006/main">
              <a:ext uri="{FF2B5EF4-FFF2-40B4-BE49-F238E27FC236}">
                <a16:creationId xmlns:a16="http://schemas.microsoft.com/office/drawing/2014/main" id="{26E89A23-91AF-4457-85A7-B08A750A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102017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hub-orbit-dot-2-24">
            <a:extLst xmlns:a="http://schemas.openxmlformats.org/drawingml/2006/main">
              <a:ext uri="{FF2B5EF4-FFF2-40B4-BE49-F238E27FC236}">
                <a16:creationId xmlns:a16="http://schemas.microsoft.com/office/drawing/2014/main" id="{11BBE5B6-4530-45E6-91C0-96955F27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387736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hub-orbit-dot-2-25">
            <a:extLst xmlns:a="http://schemas.openxmlformats.org/drawingml/2006/main">
              <a:ext uri="{FF2B5EF4-FFF2-40B4-BE49-F238E27FC236}">
                <a16:creationId xmlns:a16="http://schemas.microsoft.com/office/drawing/2014/main" id="{6DE2F18D-7A15-4B66-A8F0-D7112E62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366226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hub-orbit-dot-2-26">
            <a:extLst xmlns:a="http://schemas.openxmlformats.org/drawingml/2006/main">
              <a:ext uri="{FF2B5EF4-FFF2-40B4-BE49-F238E27FC236}">
                <a16:creationId xmlns:a16="http://schemas.microsoft.com/office/drawing/2014/main" id="{C2B7A73B-E2F2-4437-9A9B-7CD4E296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346106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hub-orbit-dot-2-27">
            <a:extLst xmlns:a="http://schemas.openxmlformats.org/drawingml/2006/main">
              <a:ext uri="{FF2B5EF4-FFF2-40B4-BE49-F238E27FC236}">
                <a16:creationId xmlns:a16="http://schemas.microsoft.com/office/drawing/2014/main" id="{EB4C4520-D8A9-4595-921B-7A6260E2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3277867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hub-orbit-dot-2-28">
            <a:extLst xmlns:a="http://schemas.openxmlformats.org/drawingml/2006/main">
              <a:ext uri="{FF2B5EF4-FFF2-40B4-BE49-F238E27FC236}">
                <a16:creationId xmlns:a16="http://schemas.microsoft.com/office/drawing/2014/main" id="{1FBDEDCA-3776-459A-ADA1-306346B8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311642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hub-orbit-dot-2-29">
            <a:extLst xmlns:a="http://schemas.openxmlformats.org/drawingml/2006/main">
              <a:ext uri="{FF2B5EF4-FFF2-40B4-BE49-F238E27FC236}">
                <a16:creationId xmlns:a16="http://schemas.microsoft.com/office/drawing/2014/main" id="{FCE961F9-F26E-4A09-A389-E0313A87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298001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hub-orbit-dot-2-30">
            <a:extLst xmlns:a="http://schemas.openxmlformats.org/drawingml/2006/main">
              <a:ext uri="{FF2B5EF4-FFF2-40B4-BE49-F238E27FC236}">
                <a16:creationId xmlns:a16="http://schemas.microsoft.com/office/drawing/2014/main" id="{9AF2A4EA-83BB-4849-A74F-1B6E4BD7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287139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hub-orbit-dot-2-31">
            <a:extLst xmlns:a="http://schemas.openxmlformats.org/drawingml/2006/main">
              <a:ext uri="{FF2B5EF4-FFF2-40B4-BE49-F238E27FC236}">
                <a16:creationId xmlns:a16="http://schemas.microsoft.com/office/drawing/2014/main" id="{0CD9FA83-2016-45B2-BDCB-4A93388B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2792816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hub-orbit-dot-2-32">
            <a:extLst xmlns:a="http://schemas.openxmlformats.org/drawingml/2006/main">
              <a:ext uri="{FF2B5EF4-FFF2-40B4-BE49-F238E27FC236}">
                <a16:creationId xmlns:a16="http://schemas.microsoft.com/office/drawing/2014/main" id="{7B0211B4-959B-4AF7-8B1C-CC4F2340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2745838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hub-orbit-dot-2-33">
            <a:extLst xmlns:a="http://schemas.openxmlformats.org/drawingml/2006/main">
              <a:ext uri="{FF2B5EF4-FFF2-40B4-BE49-F238E27FC236}">
                <a16:creationId xmlns:a16="http://schemas.microsoft.com/office/drawing/2014/main" id="{DA70E199-A27C-4EF0-9E1B-0FFD8C03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27314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hub-orbit-dot-2-34">
            <a:extLst xmlns:a="http://schemas.openxmlformats.org/drawingml/2006/main">
              <a:ext uri="{FF2B5EF4-FFF2-40B4-BE49-F238E27FC236}">
                <a16:creationId xmlns:a16="http://schemas.microsoft.com/office/drawing/2014/main" id="{8D4378B5-EE2F-419C-9E2A-69A8E553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2745838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hub-orbit-dot-2-35">
            <a:extLst xmlns:a="http://schemas.openxmlformats.org/drawingml/2006/main">
              <a:ext uri="{FF2B5EF4-FFF2-40B4-BE49-F238E27FC236}">
                <a16:creationId xmlns:a16="http://schemas.microsoft.com/office/drawing/2014/main" id="{53735EFE-5307-4E23-B264-AAC61DFB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2792816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hub-orbit-dot-2-36">
            <a:extLst xmlns:a="http://schemas.openxmlformats.org/drawingml/2006/main">
              <a:ext uri="{FF2B5EF4-FFF2-40B4-BE49-F238E27FC236}">
                <a16:creationId xmlns:a16="http://schemas.microsoft.com/office/drawing/2014/main" id="{9E838540-CBC3-475E-8968-FD344598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287139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hub-orbit-dot-2-37">
            <a:extLst xmlns:a="http://schemas.openxmlformats.org/drawingml/2006/main">
              <a:ext uri="{FF2B5EF4-FFF2-40B4-BE49-F238E27FC236}">
                <a16:creationId xmlns:a16="http://schemas.microsoft.com/office/drawing/2014/main" id="{85F9884E-8026-449A-8D66-7A54C38E3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298001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hub-orbit-dot-2-38">
            <a:extLst xmlns:a="http://schemas.openxmlformats.org/drawingml/2006/main">
              <a:ext uri="{FF2B5EF4-FFF2-40B4-BE49-F238E27FC236}">
                <a16:creationId xmlns:a16="http://schemas.microsoft.com/office/drawing/2014/main" id="{E747F343-E89A-4BAA-A2A5-286A6A4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311642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hub-orbit-dot-2-39">
            <a:extLst xmlns:a="http://schemas.openxmlformats.org/drawingml/2006/main">
              <a:ext uri="{FF2B5EF4-FFF2-40B4-BE49-F238E27FC236}">
                <a16:creationId xmlns:a16="http://schemas.microsoft.com/office/drawing/2014/main" id="{9142F1EA-B735-4757-AB87-A5DC29B3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3277867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hub-orbit-dot-2-40">
            <a:extLst xmlns:a="http://schemas.openxmlformats.org/drawingml/2006/main">
              <a:ext uri="{FF2B5EF4-FFF2-40B4-BE49-F238E27FC236}">
                <a16:creationId xmlns:a16="http://schemas.microsoft.com/office/drawing/2014/main" id="{F6916438-694F-4B40-B58F-E50E759D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346106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hub-orbit-dot-2-41">
            <a:extLst xmlns:a="http://schemas.openxmlformats.org/drawingml/2006/main">
              <a:ext uri="{FF2B5EF4-FFF2-40B4-BE49-F238E27FC236}">
                <a16:creationId xmlns:a16="http://schemas.microsoft.com/office/drawing/2014/main" id="{57BCFC69-7A4F-4425-BC78-FB4F77E6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366226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hub-orbit-dot-2-42">
            <a:extLst xmlns:a="http://schemas.openxmlformats.org/drawingml/2006/main">
              <a:ext uri="{FF2B5EF4-FFF2-40B4-BE49-F238E27FC236}">
                <a16:creationId xmlns:a16="http://schemas.microsoft.com/office/drawing/2014/main" id="{842A1402-69AC-49DE-B100-825B2D427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387736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hub-orbit-dot-2-43">
            <a:extLst xmlns:a="http://schemas.openxmlformats.org/drawingml/2006/main">
              <a:ext uri="{FF2B5EF4-FFF2-40B4-BE49-F238E27FC236}">
                <a16:creationId xmlns:a16="http://schemas.microsoft.com/office/drawing/2014/main" id="{739EFE45-9CC7-47C3-9C07-BD8ACE8A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102017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hub-center-halo">
            <a:extLst xmlns:a="http://schemas.openxmlformats.org/drawingml/2006/main">
              <a:ext uri="{FF2B5EF4-FFF2-40B4-BE49-F238E27FC236}">
                <a16:creationId xmlns:a16="http://schemas.microsoft.com/office/drawing/2014/main" id="{AB19A9DB-FBDD-43A4-BB52-887C9297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57750" y="3107684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10" name="hub-center-ring">
            <a:extLst xmlns:a="http://schemas.openxmlformats.org/drawingml/2006/main">
              <a:ext uri="{FF2B5EF4-FFF2-40B4-BE49-F238E27FC236}">
                <a16:creationId xmlns:a16="http://schemas.microsoft.com/office/drawing/2014/main" id="{CC9F9BA2-FED3-4149-99E3-788E02B4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00625" y="3250559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1" name="hub-center-core">
            <a:extLst xmlns:a="http://schemas.openxmlformats.org/drawingml/2006/main">
              <a:ext uri="{FF2B5EF4-FFF2-40B4-BE49-F238E27FC236}">
                <a16:creationId xmlns:a16="http://schemas.microsoft.com/office/drawing/2014/main" id="{6ADF612D-97D3-4AFE-B94E-D581EB40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5875" y="3345809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2" name="hub-center-title">
            <a:extLst xmlns:a="http://schemas.openxmlformats.org/drawingml/2006/main">
              <a:ext uri="{FF2B5EF4-FFF2-40B4-BE49-F238E27FC236}">
                <a16:creationId xmlns:a16="http://schemas.microsoft.com/office/drawing/2014/main" id="{0C4FE879-5DEF-490F-B6F9-B0EB4C29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874294"/>
            <a:ext cx="188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113" name="hub-center-body">
            <a:extLst xmlns:a="http://schemas.openxmlformats.org/drawingml/2006/main">
              <a:ext uri="{FF2B5EF4-FFF2-40B4-BE49-F238E27FC236}">
                <a16:creationId xmlns:a16="http://schemas.microsoft.com/office/drawing/2014/main" id="{B525DAE1-2403-4E3B-B92A-B9354A64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4264819"/>
            <a:ext cx="1885950" cy="552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统一目标 ·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协同资源</a:t>
            </a:r>
          </a:p>
        </p:txBody>
      </p:sp>
      <p:sp>
        <p:nvSpPr>
          <p:cNvPr id="114" name="hub-item-underlay-0">
            <a:extLst xmlns:a="http://schemas.openxmlformats.org/drawingml/2006/main">
              <a:ext uri="{FF2B5EF4-FFF2-40B4-BE49-F238E27FC236}">
                <a16:creationId xmlns:a16="http://schemas.microsoft.com/office/drawing/2014/main" id="{6150055C-32AD-49CC-A6CE-AB5D384C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666875"/>
            <a:ext cx="283845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hub-item-surface-0">
            <a:extLst xmlns:a="http://schemas.openxmlformats.org/drawingml/2006/main">
              <a:ext uri="{FF2B5EF4-FFF2-40B4-BE49-F238E27FC236}">
                <a16:creationId xmlns:a16="http://schemas.microsoft.com/office/drawing/2014/main" id="{1AB6F641-8A85-47DE-A99F-55C72C1E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619250"/>
            <a:ext cx="283845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6" name="hub-item-underlay-1">
            <a:extLst xmlns:a="http://schemas.openxmlformats.org/drawingml/2006/main">
              <a:ext uri="{FF2B5EF4-FFF2-40B4-BE49-F238E27FC236}">
                <a16:creationId xmlns:a16="http://schemas.microsoft.com/office/drawing/2014/main" id="{326F1383-4788-4EEC-A729-DA2A7130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956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hub-item-surface-1">
            <a:extLst xmlns:a="http://schemas.openxmlformats.org/drawingml/2006/main">
              <a:ext uri="{FF2B5EF4-FFF2-40B4-BE49-F238E27FC236}">
                <a16:creationId xmlns:a16="http://schemas.microsoft.com/office/drawing/2014/main" id="{A9104532-054A-4A80-BA48-41A5C28C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479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8" name="hub-item-underlay-2">
            <a:extLst xmlns:a="http://schemas.openxmlformats.org/drawingml/2006/main">
              <a:ext uri="{FF2B5EF4-FFF2-40B4-BE49-F238E27FC236}">
                <a16:creationId xmlns:a16="http://schemas.microsoft.com/office/drawing/2014/main" id="{BA2E1F27-81E4-469D-AAFE-CA71BE94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0576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hub-item-surface-2">
            <a:extLst xmlns:a="http://schemas.openxmlformats.org/drawingml/2006/main">
              <a:ext uri="{FF2B5EF4-FFF2-40B4-BE49-F238E27FC236}">
                <a16:creationId xmlns:a16="http://schemas.microsoft.com/office/drawing/2014/main" id="{6029A4EE-4719-415F-B3C9-034CAE3E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0100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0" name="hub-item-underlay-3">
            <a:extLst xmlns:a="http://schemas.openxmlformats.org/drawingml/2006/main">
              <a:ext uri="{FF2B5EF4-FFF2-40B4-BE49-F238E27FC236}">
                <a16:creationId xmlns:a16="http://schemas.microsoft.com/office/drawing/2014/main" id="{2B7D608A-A9B5-4F4E-8CE3-BC64F5CD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2197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hub-item-surface-3">
            <a:extLst xmlns:a="http://schemas.openxmlformats.org/drawingml/2006/main">
              <a:ext uri="{FF2B5EF4-FFF2-40B4-BE49-F238E27FC236}">
                <a16:creationId xmlns:a16="http://schemas.microsoft.com/office/drawing/2014/main" id="{F3AAB178-E840-49DA-816B-5F741286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720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2" name="hub-item-underlay-4">
            <a:extLst xmlns:a="http://schemas.openxmlformats.org/drawingml/2006/main">
              <a:ext uri="{FF2B5EF4-FFF2-40B4-BE49-F238E27FC236}">
                <a16:creationId xmlns:a16="http://schemas.microsoft.com/office/drawing/2014/main" id="{5E4AAEC4-0109-4DCE-BC9B-192E5A08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8956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hub-item-surface-4">
            <a:extLst xmlns:a="http://schemas.openxmlformats.org/drawingml/2006/main">
              <a:ext uri="{FF2B5EF4-FFF2-40B4-BE49-F238E27FC236}">
                <a16:creationId xmlns:a16="http://schemas.microsoft.com/office/drawing/2014/main" id="{8BA4F1C3-F2FB-4E60-9602-846BAD86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8479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4" name="hub-item-underlay-5">
            <a:extLst xmlns:a="http://schemas.openxmlformats.org/drawingml/2006/main">
              <a:ext uri="{FF2B5EF4-FFF2-40B4-BE49-F238E27FC236}">
                <a16:creationId xmlns:a16="http://schemas.microsoft.com/office/drawing/2014/main" id="{1DA54889-567C-47C6-9107-1D98ABF8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0576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hub-item-surface-5">
            <a:extLst xmlns:a="http://schemas.openxmlformats.org/drawingml/2006/main">
              <a:ext uri="{FF2B5EF4-FFF2-40B4-BE49-F238E27FC236}">
                <a16:creationId xmlns:a16="http://schemas.microsoft.com/office/drawing/2014/main" id="{FE71803A-CA21-44A1-8320-008797CA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0100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6" name="hub-item-underlay-6">
            <a:extLst xmlns:a="http://schemas.openxmlformats.org/drawingml/2006/main">
              <a:ext uri="{FF2B5EF4-FFF2-40B4-BE49-F238E27FC236}">
                <a16:creationId xmlns:a16="http://schemas.microsoft.com/office/drawing/2014/main" id="{21F2CF42-69DA-4D22-9C90-01AC6A3D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52197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hub-item-surface-6">
            <a:extLst xmlns:a="http://schemas.openxmlformats.org/drawingml/2006/main">
              <a:ext uri="{FF2B5EF4-FFF2-40B4-BE49-F238E27FC236}">
                <a16:creationId xmlns:a16="http://schemas.microsoft.com/office/drawing/2014/main" id="{128E0264-9856-4EB5-9E47-6299C25B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51720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8" name="hub-icon-halo-0">
            <a:extLst xmlns:a="http://schemas.openxmlformats.org/drawingml/2006/main">
              <a:ext uri="{FF2B5EF4-FFF2-40B4-BE49-F238E27FC236}">
                <a16:creationId xmlns:a16="http://schemas.microsoft.com/office/drawing/2014/main" id="{149CA8AE-302A-47E9-82C1-D7EB694C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05300" y="16764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9" name="hub-icon-halo-1">
            <a:extLst xmlns:a="http://schemas.openxmlformats.org/drawingml/2006/main">
              <a:ext uri="{FF2B5EF4-FFF2-40B4-BE49-F238E27FC236}">
                <a16:creationId xmlns:a16="http://schemas.microsoft.com/office/drawing/2014/main" id="{B3026872-5366-4EE0-AF02-7D53C581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29051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0" name="hub-icon-halo-2">
            <a:extLst xmlns:a="http://schemas.openxmlformats.org/drawingml/2006/main">
              <a:ext uri="{FF2B5EF4-FFF2-40B4-BE49-F238E27FC236}">
                <a16:creationId xmlns:a16="http://schemas.microsoft.com/office/drawing/2014/main" id="{DAC2940D-DE50-4839-9C2C-49D8480E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40671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1" name="hub-icon-halo-3">
            <a:extLst xmlns:a="http://schemas.openxmlformats.org/drawingml/2006/main">
              <a:ext uri="{FF2B5EF4-FFF2-40B4-BE49-F238E27FC236}">
                <a16:creationId xmlns:a16="http://schemas.microsoft.com/office/drawing/2014/main" id="{042505C8-A90B-4122-9221-56DE0337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52292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2" name="hub-icon-halo-4">
            <a:extLst xmlns:a="http://schemas.openxmlformats.org/drawingml/2006/main">
              <a:ext uri="{FF2B5EF4-FFF2-40B4-BE49-F238E27FC236}">
                <a16:creationId xmlns:a16="http://schemas.microsoft.com/office/drawing/2014/main" id="{E5736063-18EC-434C-A635-0F0F86AB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29051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3" name="hub-icon-halo-5">
            <a:extLst xmlns:a="http://schemas.openxmlformats.org/drawingml/2006/main">
              <a:ext uri="{FF2B5EF4-FFF2-40B4-BE49-F238E27FC236}">
                <a16:creationId xmlns:a16="http://schemas.microsoft.com/office/drawing/2014/main" id="{5DF1A774-7BE9-4B2C-ABB7-4F141889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40671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4" name="hub-icon-halo-6">
            <a:extLst xmlns:a="http://schemas.openxmlformats.org/drawingml/2006/main">
              <a:ext uri="{FF2B5EF4-FFF2-40B4-BE49-F238E27FC236}">
                <a16:creationId xmlns:a16="http://schemas.microsoft.com/office/drawing/2014/main" id="{7AC17F55-59CB-4698-8970-34432891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52292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5" name="hub-icon-core-0">
            <a:extLst xmlns:a="http://schemas.openxmlformats.org/drawingml/2006/main">
              <a:ext uri="{FF2B5EF4-FFF2-40B4-BE49-F238E27FC236}">
                <a16:creationId xmlns:a16="http://schemas.microsoft.com/office/drawing/2014/main" id="{D299074E-3A83-4D8E-B036-BC7AFB9E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00550" y="17716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hub-icon-core-1">
            <a:extLst xmlns:a="http://schemas.openxmlformats.org/drawingml/2006/main">
              <a:ext uri="{FF2B5EF4-FFF2-40B4-BE49-F238E27FC236}">
                <a16:creationId xmlns:a16="http://schemas.microsoft.com/office/drawing/2014/main" id="{27862CC3-FB23-4421-B32F-770A7212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30003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hub-icon-core-2">
            <a:extLst xmlns:a="http://schemas.openxmlformats.org/drawingml/2006/main">
              <a:ext uri="{FF2B5EF4-FFF2-40B4-BE49-F238E27FC236}">
                <a16:creationId xmlns:a16="http://schemas.microsoft.com/office/drawing/2014/main" id="{2EAB654A-1DCC-4D6D-82DB-83CAF51C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41624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hub-icon-core-3">
            <a:extLst xmlns:a="http://schemas.openxmlformats.org/drawingml/2006/main">
              <a:ext uri="{FF2B5EF4-FFF2-40B4-BE49-F238E27FC236}">
                <a16:creationId xmlns:a16="http://schemas.microsoft.com/office/drawing/2014/main" id="{62B0A936-9F21-4A0A-B92D-66CD695E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5324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hub-icon-core-4">
            <a:extLst xmlns:a="http://schemas.openxmlformats.org/drawingml/2006/main">
              <a:ext uri="{FF2B5EF4-FFF2-40B4-BE49-F238E27FC236}">
                <a16:creationId xmlns:a16="http://schemas.microsoft.com/office/drawing/2014/main" id="{00685CFD-0BB0-4606-BB1B-27E98548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30003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hub-icon-core-5">
            <a:extLst xmlns:a="http://schemas.openxmlformats.org/drawingml/2006/main">
              <a:ext uri="{FF2B5EF4-FFF2-40B4-BE49-F238E27FC236}">
                <a16:creationId xmlns:a16="http://schemas.microsoft.com/office/drawing/2014/main" id="{952F2EC8-F4CC-4549-A616-16D34CBC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41624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hub-icon-core-6">
            <a:extLst xmlns:a="http://schemas.openxmlformats.org/drawingml/2006/main">
              <a:ext uri="{FF2B5EF4-FFF2-40B4-BE49-F238E27FC236}">
                <a16:creationId xmlns:a16="http://schemas.microsoft.com/office/drawing/2014/main" id="{FB307C92-D33C-4A74-AB7E-3A59710A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5324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5dc939b8ac4da3">
            <a:extLst>
              <a:ext uri="{96DAC541-7B7A-43D3-8B79-37D633B846F1}">
                <asvg:svgBlip xmlns:asvg="http://schemas.microsoft.com/office/drawing/2016/SVG/main" r:embed="R3a777d83b45b49e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95800" y="1866900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e95ebbe0a4a5c">
            <a:extLst>
              <a:ext uri="{96DAC541-7B7A-43D3-8B79-37D633B846F1}">
                <asvg:svgBlip xmlns:asvg="http://schemas.microsoft.com/office/drawing/2016/SVG/main" r:embed="R268d1afaab674df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30956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866b4ec3524d68">
            <a:extLst>
              <a:ext uri="{96DAC541-7B7A-43D3-8B79-37D633B846F1}">
                <asvg:svgBlip xmlns:asvg="http://schemas.microsoft.com/office/drawing/2016/SVG/main" r:embed="R8a6744807ede415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42576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5cce9ca542445d">
            <a:extLst>
              <a:ext uri="{96DAC541-7B7A-43D3-8B79-37D633B846F1}">
                <asvg:svgBlip xmlns:asvg="http://schemas.microsoft.com/office/drawing/2016/SVG/main" r:embed="R82552b44bd5b4b5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54197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24b17cedd405c">
            <a:extLst>
              <a:ext uri="{96DAC541-7B7A-43D3-8B79-37D633B846F1}">
                <asvg:svgBlip xmlns:asvg="http://schemas.microsoft.com/office/drawing/2016/SVG/main" r:embed="Rd03f10ac718b42e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30956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f02569bf04ab4">
            <a:extLst>
              <a:ext uri="{96DAC541-7B7A-43D3-8B79-37D633B846F1}">
                <asvg:svgBlip xmlns:asvg="http://schemas.microsoft.com/office/drawing/2016/SVG/main" r:embed="Rcf9e6ff4103245e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42576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2fd54f57cd430d">
            <a:extLst>
              <a:ext uri="{96DAC541-7B7A-43D3-8B79-37D633B846F1}">
                <asvg:svgBlip xmlns:asvg="http://schemas.microsoft.com/office/drawing/2016/SVG/main" r:embed="Rb808fdad5607457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54197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9" name="hub-item-title-0">
            <a:extLst xmlns:a="http://schemas.openxmlformats.org/drawingml/2006/main">
              <a:ext uri="{FF2B5EF4-FFF2-40B4-BE49-F238E27FC236}">
                <a16:creationId xmlns:a16="http://schemas.microsoft.com/office/drawing/2014/main" id="{FA735752-ED91-4E7A-88E4-40B70C9E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57800" y="1731912"/>
            <a:ext cx="24574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战略牵引</a:t>
            </a:r>
          </a:p>
        </p:txBody>
      </p:sp>
      <p:sp>
        <p:nvSpPr>
          <p:cNvPr id="150" name="hub-item-body-0">
            <a:extLst xmlns:a="http://schemas.openxmlformats.org/drawingml/2006/main">
              <a:ext uri="{FF2B5EF4-FFF2-40B4-BE49-F238E27FC236}">
                <a16:creationId xmlns:a16="http://schemas.microsoft.com/office/drawing/2014/main" id="{E5FB0969-1141-4F90-80D6-E45A7E6D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57800" y="2075107"/>
            <a:ext cx="24574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明确方向并形成共同目标</a:t>
            </a:r>
          </a:p>
        </p:txBody>
      </p:sp>
      <p:sp>
        <p:nvSpPr>
          <p:cNvPr id="151" name="hub-item-title-1">
            <a:extLst xmlns:a="http://schemas.openxmlformats.org/drawingml/2006/main">
              <a:ext uri="{FF2B5EF4-FFF2-40B4-BE49-F238E27FC236}">
                <a16:creationId xmlns:a16="http://schemas.microsoft.com/office/drawing/2014/main" id="{4CFAD306-24EA-4A7C-A58D-75FAEC75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29606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数据支撑</a:t>
            </a:r>
          </a:p>
        </p:txBody>
      </p:sp>
      <p:sp>
        <p:nvSpPr>
          <p:cNvPr id="152" name="hub-item-body-1">
            <a:extLst xmlns:a="http://schemas.openxmlformats.org/drawingml/2006/main">
              <a:ext uri="{FF2B5EF4-FFF2-40B4-BE49-F238E27FC236}">
                <a16:creationId xmlns:a16="http://schemas.microsoft.com/office/drawing/2014/main" id="{7239FF5F-CA4F-44DD-9DF6-673D1439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3038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汇集信息并提供可靠依据</a:t>
            </a:r>
          </a:p>
        </p:txBody>
      </p:sp>
      <p:sp>
        <p:nvSpPr>
          <p:cNvPr id="153" name="hub-item-title-2">
            <a:extLst xmlns:a="http://schemas.openxmlformats.org/drawingml/2006/main">
              <a:ext uri="{FF2B5EF4-FFF2-40B4-BE49-F238E27FC236}">
                <a16:creationId xmlns:a16="http://schemas.microsoft.com/office/drawing/2014/main" id="{B0C718A6-B482-4DEE-9496-4A70D6C0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12268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平台赋能</a:t>
            </a:r>
          </a:p>
        </p:txBody>
      </p:sp>
      <p:sp>
        <p:nvSpPr>
          <p:cNvPr id="154" name="hub-item-body-2">
            <a:extLst xmlns:a="http://schemas.openxmlformats.org/drawingml/2006/main">
              <a:ext uri="{FF2B5EF4-FFF2-40B4-BE49-F238E27FC236}">
                <a16:creationId xmlns:a16="http://schemas.microsoft.com/office/drawing/2014/main" id="{4D9874C2-7E06-4697-896C-683913C2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46588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连接资源并提升协同效率</a:t>
            </a:r>
          </a:p>
        </p:txBody>
      </p:sp>
      <p:sp>
        <p:nvSpPr>
          <p:cNvPr id="155" name="hub-item-title-3">
            <a:extLst xmlns:a="http://schemas.openxmlformats.org/drawingml/2006/main">
              <a:ext uri="{FF2B5EF4-FFF2-40B4-BE49-F238E27FC236}">
                <a16:creationId xmlns:a16="http://schemas.microsoft.com/office/drawing/2014/main" id="{E18DA2CD-2FBF-48B8-8202-0D23C5C1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2847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机制保障</a:t>
            </a:r>
          </a:p>
        </p:txBody>
      </p:sp>
      <p:sp>
        <p:nvSpPr>
          <p:cNvPr id="156" name="hub-item-body-3">
            <a:extLst xmlns:a="http://schemas.openxmlformats.org/drawingml/2006/main">
              <a:ext uri="{FF2B5EF4-FFF2-40B4-BE49-F238E27FC236}">
                <a16:creationId xmlns:a16="http://schemas.microsoft.com/office/drawing/2014/main" id="{9D9C80E4-386C-413C-9E1F-C072561E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6279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以规则保障稳定有序运行</a:t>
            </a:r>
          </a:p>
        </p:txBody>
      </p:sp>
      <p:sp>
        <p:nvSpPr>
          <p:cNvPr id="157" name="hub-item-title-4">
            <a:extLst xmlns:a="http://schemas.openxmlformats.org/drawingml/2006/main">
              <a:ext uri="{FF2B5EF4-FFF2-40B4-BE49-F238E27FC236}">
                <a16:creationId xmlns:a16="http://schemas.microsoft.com/office/drawing/2014/main" id="{2F693014-642D-4E44-9B00-092D212C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9606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服务触达</a:t>
            </a:r>
          </a:p>
        </p:txBody>
      </p:sp>
      <p:sp>
        <p:nvSpPr>
          <p:cNvPr id="158" name="hub-item-body-4">
            <a:extLst xmlns:a="http://schemas.openxmlformats.org/drawingml/2006/main">
              <a:ext uri="{FF2B5EF4-FFF2-40B4-BE49-F238E27FC236}">
                <a16:creationId xmlns:a16="http://schemas.microsoft.com/office/drawing/2014/main" id="{1911DA9E-3CDC-447D-937C-AFCCCDE3A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3038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把能力转化为实际体验</a:t>
            </a:r>
          </a:p>
        </p:txBody>
      </p:sp>
      <p:sp>
        <p:nvSpPr>
          <p:cNvPr id="159" name="hub-item-title-5">
            <a:extLst xmlns:a="http://schemas.openxmlformats.org/drawingml/2006/main">
              <a:ext uri="{FF2B5EF4-FFF2-40B4-BE49-F238E27FC236}">
                <a16:creationId xmlns:a16="http://schemas.microsoft.com/office/drawing/2014/main" id="{52A94285-D717-4142-AFC1-14E90D4A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12268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人才协同</a:t>
            </a:r>
          </a:p>
        </p:txBody>
      </p:sp>
      <p:sp>
        <p:nvSpPr>
          <p:cNvPr id="160" name="hub-item-body-5">
            <a:extLst xmlns:a="http://schemas.openxmlformats.org/drawingml/2006/main">
              <a:ext uri="{FF2B5EF4-FFF2-40B4-BE49-F238E27FC236}">
                <a16:creationId xmlns:a16="http://schemas.microsoft.com/office/drawing/2014/main" id="{D4AFB3C3-A878-4E83-8579-3FD9CFB5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46588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汇聚多元角色共同参与</a:t>
            </a:r>
          </a:p>
        </p:txBody>
      </p:sp>
      <p:sp>
        <p:nvSpPr>
          <p:cNvPr id="161" name="hub-item-title-6">
            <a:extLst xmlns:a="http://schemas.openxmlformats.org/drawingml/2006/main">
              <a:ext uri="{FF2B5EF4-FFF2-40B4-BE49-F238E27FC236}">
                <a16:creationId xmlns:a16="http://schemas.microsoft.com/office/drawing/2014/main" id="{032887DA-F6C0-462A-84D4-0BF71D02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28473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创新驱动</a:t>
            </a:r>
          </a:p>
        </p:txBody>
      </p:sp>
      <p:sp>
        <p:nvSpPr>
          <p:cNvPr id="162" name="hub-item-body-6">
            <a:extLst xmlns:a="http://schemas.openxmlformats.org/drawingml/2006/main">
              <a:ext uri="{FF2B5EF4-FFF2-40B4-BE49-F238E27FC236}">
                <a16:creationId xmlns:a16="http://schemas.microsoft.com/office/drawing/2014/main" id="{7A7431AE-CB6B-469A-B9BB-15BC9F31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62793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持续探索新的解决路径</a:t>
            </a:r>
          </a:p>
        </p:txBody>
      </p:sp>
    </p:spTree>
    <p:extLst>
      <p:ext uri="{BB962C8B-B14F-4D97-AF65-F5344CB8AC3E}">
        <p14:creationId xmlns:p14="http://schemas.microsoft.com/office/powerpoint/2010/main" val="11152992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hub-orbit-dot-0-0">
            <a:extLst xmlns:a="http://schemas.openxmlformats.org/drawingml/2006/main">
              <a:ext uri="{FF2B5EF4-FFF2-40B4-BE49-F238E27FC236}">
                <a16:creationId xmlns:a16="http://schemas.microsoft.com/office/drawing/2014/main" id="{93BD0C63-74C6-465F-8A91-95C091F1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9488" y="3900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ub-orbit-dot-0-1">
            <a:extLst xmlns:a="http://schemas.openxmlformats.org/drawingml/2006/main">
              <a:ext uri="{FF2B5EF4-FFF2-40B4-BE49-F238E27FC236}">
                <a16:creationId xmlns:a16="http://schemas.microsoft.com/office/drawing/2014/main" id="{156E8F0B-9543-4E64-A03F-F1039752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17556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ub-orbit-dot-0-2">
            <a:extLst xmlns:a="http://schemas.openxmlformats.org/drawingml/2006/main">
              <a:ext uri="{FF2B5EF4-FFF2-40B4-BE49-F238E27FC236}">
                <a16:creationId xmlns:a16="http://schemas.microsoft.com/office/drawing/2014/main" id="{AD6384F5-172C-4D9C-8B72-051C9311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4438031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hub-orbit-dot-0-3">
            <a:extLst xmlns:a="http://schemas.openxmlformats.org/drawingml/2006/main">
              <a:ext uri="{FF2B5EF4-FFF2-40B4-BE49-F238E27FC236}">
                <a16:creationId xmlns:a16="http://schemas.microsoft.com/office/drawing/2014/main" id="{F3A050E6-534A-49E3-B881-D8321181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4674746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ub-orbit-dot-0-4">
            <a:extLst xmlns:a="http://schemas.openxmlformats.org/drawingml/2006/main">
              <a:ext uri="{FF2B5EF4-FFF2-40B4-BE49-F238E27FC236}">
                <a16:creationId xmlns:a16="http://schemas.microsoft.com/office/drawing/2014/main" id="{F9D95456-3085-4130-93CB-0CF7C75D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4873838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ub-orbit-dot-0-5">
            <a:extLst xmlns:a="http://schemas.openxmlformats.org/drawingml/2006/main">
              <a:ext uri="{FF2B5EF4-FFF2-40B4-BE49-F238E27FC236}">
                <a16:creationId xmlns:a16="http://schemas.microsoft.com/office/drawing/2014/main" id="{B23B3CC0-63D5-47DC-969B-75E28EED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5025304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ub-orbit-dot-0-6">
            <a:extLst xmlns:a="http://schemas.openxmlformats.org/drawingml/2006/main">
              <a:ext uri="{FF2B5EF4-FFF2-40B4-BE49-F238E27FC236}">
                <a16:creationId xmlns:a16="http://schemas.microsoft.com/office/drawing/2014/main" id="{5B1411A5-A18F-4B35-AF61-40D383F5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512156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ub-orbit-dot-0-7">
            <a:extLst xmlns:a="http://schemas.openxmlformats.org/drawingml/2006/main">
              <a:ext uri="{FF2B5EF4-FFF2-40B4-BE49-F238E27FC236}">
                <a16:creationId xmlns:a16="http://schemas.microsoft.com/office/drawing/2014/main" id="{3AC6A974-5F25-49A8-9439-345F9C88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51577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ub-orbit-dot-0-8">
            <a:extLst xmlns:a="http://schemas.openxmlformats.org/drawingml/2006/main">
              <a:ext uri="{FF2B5EF4-FFF2-40B4-BE49-F238E27FC236}">
                <a16:creationId xmlns:a16="http://schemas.microsoft.com/office/drawing/2014/main" id="{1C2F3753-4EBB-4DDD-BD62-7F47905A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512156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ub-orbit-dot-0-9">
            <a:extLst xmlns:a="http://schemas.openxmlformats.org/drawingml/2006/main">
              <a:ext uri="{FF2B5EF4-FFF2-40B4-BE49-F238E27FC236}">
                <a16:creationId xmlns:a16="http://schemas.microsoft.com/office/drawing/2014/main" id="{6AD8BF27-C855-4A00-BC31-02D77F9B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5025304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hub-orbit-dot-0-10">
            <a:extLst xmlns:a="http://schemas.openxmlformats.org/drawingml/2006/main">
              <a:ext uri="{FF2B5EF4-FFF2-40B4-BE49-F238E27FC236}">
                <a16:creationId xmlns:a16="http://schemas.microsoft.com/office/drawing/2014/main" id="{D1D4D0D2-B8D1-42D7-A3E9-8FFE268C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4873838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ub-orbit-dot-0-11">
            <a:extLst xmlns:a="http://schemas.openxmlformats.org/drawingml/2006/main">
              <a:ext uri="{FF2B5EF4-FFF2-40B4-BE49-F238E27FC236}">
                <a16:creationId xmlns:a16="http://schemas.microsoft.com/office/drawing/2014/main" id="{5F6125A0-D1D0-4106-A632-93449601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4674746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ub-orbit-dot-0-12">
            <a:extLst xmlns:a="http://schemas.openxmlformats.org/drawingml/2006/main">
              <a:ext uri="{FF2B5EF4-FFF2-40B4-BE49-F238E27FC236}">
                <a16:creationId xmlns:a16="http://schemas.microsoft.com/office/drawing/2014/main" id="{3EC14B14-4E5D-4391-9F92-C2CB468A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4438031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ub-orbit-dot-0-13">
            <a:extLst xmlns:a="http://schemas.openxmlformats.org/drawingml/2006/main">
              <a:ext uri="{FF2B5EF4-FFF2-40B4-BE49-F238E27FC236}">
                <a16:creationId xmlns:a16="http://schemas.microsoft.com/office/drawing/2014/main" id="{8DFF126B-D91B-4AD2-BA26-877C42C2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17556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hub-orbit-dot-0-14">
            <a:extLst xmlns:a="http://schemas.openxmlformats.org/drawingml/2006/main">
              <a:ext uri="{FF2B5EF4-FFF2-40B4-BE49-F238E27FC236}">
                <a16:creationId xmlns:a16="http://schemas.microsoft.com/office/drawing/2014/main" id="{A5B4C5E1-952E-45DF-8298-42FC9CEC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4888" y="3900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b-orbit-dot-0-15">
            <a:extLst xmlns:a="http://schemas.openxmlformats.org/drawingml/2006/main">
              <a:ext uri="{FF2B5EF4-FFF2-40B4-BE49-F238E27FC236}">
                <a16:creationId xmlns:a16="http://schemas.microsoft.com/office/drawing/2014/main" id="{9A67C853-C10F-44CC-9911-A6BD9FFC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361601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ub-orbit-dot-0-16">
            <a:extLst xmlns:a="http://schemas.openxmlformats.org/drawingml/2006/main">
              <a:ext uri="{FF2B5EF4-FFF2-40B4-BE49-F238E27FC236}">
                <a16:creationId xmlns:a16="http://schemas.microsoft.com/office/drawing/2014/main" id="{5F987867-F76C-4DF7-8769-2C30553E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3346999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hub-orbit-dot-0-17">
            <a:extLst xmlns:a="http://schemas.openxmlformats.org/drawingml/2006/main">
              <a:ext uri="{FF2B5EF4-FFF2-40B4-BE49-F238E27FC236}">
                <a16:creationId xmlns:a16="http://schemas.microsoft.com/office/drawing/2014/main" id="{23884D75-35B3-4839-8763-24B720C3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310693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hub-orbit-dot-0-18">
            <a:extLst xmlns:a="http://schemas.openxmlformats.org/drawingml/2006/main">
              <a:ext uri="{FF2B5EF4-FFF2-40B4-BE49-F238E27FC236}">
                <a16:creationId xmlns:a16="http://schemas.microsoft.com/office/drawing/2014/main" id="{C4F7AAD0-3757-4DD6-88D4-B3E1C17C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290783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hub-orbit-dot-0-19">
            <a:extLst xmlns:a="http://schemas.openxmlformats.org/drawingml/2006/main">
              <a:ext uri="{FF2B5EF4-FFF2-40B4-BE49-F238E27FC236}">
                <a16:creationId xmlns:a16="http://schemas.microsoft.com/office/drawing/2014/main" id="{590BDCA8-CED5-4DE5-9ACB-3AC6003C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2759726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ub-orbit-dot-0-20">
            <a:extLst xmlns:a="http://schemas.openxmlformats.org/drawingml/2006/main">
              <a:ext uri="{FF2B5EF4-FFF2-40B4-BE49-F238E27FC236}">
                <a16:creationId xmlns:a16="http://schemas.microsoft.com/office/drawing/2014/main" id="{A6DBB4E2-5A6F-4F07-9B7F-7BEB21C3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267001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b-orbit-dot-0-21">
            <a:extLst xmlns:a="http://schemas.openxmlformats.org/drawingml/2006/main">
              <a:ext uri="{FF2B5EF4-FFF2-40B4-BE49-F238E27FC236}">
                <a16:creationId xmlns:a16="http://schemas.microsoft.com/office/drawing/2014/main" id="{4104A69F-E501-450D-A95F-0DD6655E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26431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hub-orbit-dot-0-22">
            <a:extLst xmlns:a="http://schemas.openxmlformats.org/drawingml/2006/main">
              <a:ext uri="{FF2B5EF4-FFF2-40B4-BE49-F238E27FC236}">
                <a16:creationId xmlns:a16="http://schemas.microsoft.com/office/drawing/2014/main" id="{809AA9FF-3529-4079-BC49-BAB3633C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267001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hub-orbit-dot-0-23">
            <a:extLst xmlns:a="http://schemas.openxmlformats.org/drawingml/2006/main">
              <a:ext uri="{FF2B5EF4-FFF2-40B4-BE49-F238E27FC236}">
                <a16:creationId xmlns:a16="http://schemas.microsoft.com/office/drawing/2014/main" id="{11252B05-05B8-4AB0-8EE4-DDC8E1D9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2759726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hub-orbit-dot-0-24">
            <a:extLst xmlns:a="http://schemas.openxmlformats.org/drawingml/2006/main">
              <a:ext uri="{FF2B5EF4-FFF2-40B4-BE49-F238E27FC236}">
                <a16:creationId xmlns:a16="http://schemas.microsoft.com/office/drawing/2014/main" id="{A83027FB-2D86-4304-8D49-F9299159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290783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hub-orbit-dot-0-25">
            <a:extLst xmlns:a="http://schemas.openxmlformats.org/drawingml/2006/main">
              <a:ext uri="{FF2B5EF4-FFF2-40B4-BE49-F238E27FC236}">
                <a16:creationId xmlns:a16="http://schemas.microsoft.com/office/drawing/2014/main" id="{12C3D187-7274-45ED-818D-B4C02B09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310693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hub-orbit-dot-0-26">
            <a:extLst xmlns:a="http://schemas.openxmlformats.org/drawingml/2006/main">
              <a:ext uri="{FF2B5EF4-FFF2-40B4-BE49-F238E27FC236}">
                <a16:creationId xmlns:a16="http://schemas.microsoft.com/office/drawing/2014/main" id="{F7D20735-1565-4A86-AE9B-26BC1FCE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3346999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hub-orbit-dot-0-27">
            <a:extLst xmlns:a="http://schemas.openxmlformats.org/drawingml/2006/main">
              <a:ext uri="{FF2B5EF4-FFF2-40B4-BE49-F238E27FC236}">
                <a16:creationId xmlns:a16="http://schemas.microsoft.com/office/drawing/2014/main" id="{3A4759FF-914B-4C42-BABE-416C5828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361601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hub-orbit-dot-1-0">
            <a:extLst xmlns:a="http://schemas.openxmlformats.org/drawingml/2006/main">
              <a:ext uri="{FF2B5EF4-FFF2-40B4-BE49-F238E27FC236}">
                <a16:creationId xmlns:a16="http://schemas.microsoft.com/office/drawing/2014/main" id="{FA8BBCC5-1231-4577-A4B9-B22DAE7E3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5700" y="390525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hub-orbit-dot-1-1">
            <a:extLst xmlns:a="http://schemas.openxmlformats.org/drawingml/2006/main">
              <a:ext uri="{FF2B5EF4-FFF2-40B4-BE49-F238E27FC236}">
                <a16:creationId xmlns:a16="http://schemas.microsoft.com/office/drawing/2014/main" id="{574F548A-B9A7-4192-B70F-679300EF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15032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hub-orbit-dot-1-2">
            <a:extLst xmlns:a="http://schemas.openxmlformats.org/drawingml/2006/main">
              <a:ext uri="{FF2B5EF4-FFF2-40B4-BE49-F238E27FC236}">
                <a16:creationId xmlns:a16="http://schemas.microsoft.com/office/drawing/2014/main" id="{8D22F4AE-7D09-40B9-8253-226547D8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4388549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hub-orbit-dot-1-3">
            <a:extLst xmlns:a="http://schemas.openxmlformats.org/drawingml/2006/main">
              <a:ext uri="{FF2B5EF4-FFF2-40B4-BE49-F238E27FC236}">
                <a16:creationId xmlns:a16="http://schemas.microsoft.com/office/drawing/2014/main" id="{5FD1F6A3-E373-4CE4-BA45-AFD21FF3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461265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hub-orbit-dot-1-4">
            <a:extLst xmlns:a="http://schemas.openxmlformats.org/drawingml/2006/main">
              <a:ext uri="{FF2B5EF4-FFF2-40B4-BE49-F238E27FC236}">
                <a16:creationId xmlns:a16="http://schemas.microsoft.com/office/drawing/2014/main" id="{1E3C7733-05BD-4184-B026-9656CE2E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4815840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ub-orbit-dot-1-5">
            <a:extLst xmlns:a="http://schemas.openxmlformats.org/drawingml/2006/main">
              <a:ext uri="{FF2B5EF4-FFF2-40B4-BE49-F238E27FC236}">
                <a16:creationId xmlns:a16="http://schemas.microsoft.com/office/drawing/2014/main" id="{B3722855-1FE8-4187-88F5-915B84CAD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4991948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ub-orbit-dot-1-6">
            <a:extLst xmlns:a="http://schemas.openxmlformats.org/drawingml/2006/main">
              <a:ext uri="{FF2B5EF4-FFF2-40B4-BE49-F238E27FC236}">
                <a16:creationId xmlns:a16="http://schemas.microsoft.com/office/drawing/2014/main" id="{CB0D1AD5-77A4-464F-851A-1D6FDE22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513561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ub-orbit-dot-1-7">
            <a:extLst xmlns:a="http://schemas.openxmlformats.org/drawingml/2006/main">
              <a:ext uri="{FF2B5EF4-FFF2-40B4-BE49-F238E27FC236}">
                <a16:creationId xmlns:a16="http://schemas.microsoft.com/office/drawing/2014/main" id="{98C467AB-5440-46DE-9F4F-912EEB6F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524246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ub-orbit-dot-1-8">
            <a:extLst xmlns:a="http://schemas.openxmlformats.org/drawingml/2006/main">
              <a:ext uri="{FF2B5EF4-FFF2-40B4-BE49-F238E27FC236}">
                <a16:creationId xmlns:a16="http://schemas.microsoft.com/office/drawing/2014/main" id="{58FDA54F-5804-4ABB-AD9B-F4D2D251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530927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ub-orbit-dot-1-9">
            <a:extLst xmlns:a="http://schemas.openxmlformats.org/drawingml/2006/main">
              <a:ext uri="{FF2B5EF4-FFF2-40B4-BE49-F238E27FC236}">
                <a16:creationId xmlns:a16="http://schemas.microsoft.com/office/drawing/2014/main" id="{9B1B7D8D-065A-4A1E-8B14-6F9460BD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53340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ub-orbit-dot-1-10">
            <a:extLst xmlns:a="http://schemas.openxmlformats.org/drawingml/2006/main">
              <a:ext uri="{FF2B5EF4-FFF2-40B4-BE49-F238E27FC236}">
                <a16:creationId xmlns:a16="http://schemas.microsoft.com/office/drawing/2014/main" id="{352C0A5F-65EC-47C1-8259-D319140B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530927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ub-orbit-dot-1-11">
            <a:extLst xmlns:a="http://schemas.openxmlformats.org/drawingml/2006/main">
              <a:ext uri="{FF2B5EF4-FFF2-40B4-BE49-F238E27FC236}">
                <a16:creationId xmlns:a16="http://schemas.microsoft.com/office/drawing/2014/main" id="{BB12B3DB-A3FD-4B7F-896E-B68F374B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524246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ub-orbit-dot-1-12">
            <a:extLst xmlns:a="http://schemas.openxmlformats.org/drawingml/2006/main">
              <a:ext uri="{FF2B5EF4-FFF2-40B4-BE49-F238E27FC236}">
                <a16:creationId xmlns:a16="http://schemas.microsoft.com/office/drawing/2014/main" id="{0C67D3D8-749B-4D70-80A4-93405E1C9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513561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ub-orbit-dot-1-13">
            <a:extLst xmlns:a="http://schemas.openxmlformats.org/drawingml/2006/main">
              <a:ext uri="{FF2B5EF4-FFF2-40B4-BE49-F238E27FC236}">
                <a16:creationId xmlns:a16="http://schemas.microsoft.com/office/drawing/2014/main" id="{A984B79B-A305-4153-A97F-26688304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4991948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ub-orbit-dot-1-14">
            <a:extLst xmlns:a="http://schemas.openxmlformats.org/drawingml/2006/main">
              <a:ext uri="{FF2B5EF4-FFF2-40B4-BE49-F238E27FC236}">
                <a16:creationId xmlns:a16="http://schemas.microsoft.com/office/drawing/2014/main" id="{B0D70BFB-1BC9-4B01-9ABF-4D58E8C5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4815840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ub-orbit-dot-1-15">
            <a:extLst xmlns:a="http://schemas.openxmlformats.org/drawingml/2006/main">
              <a:ext uri="{FF2B5EF4-FFF2-40B4-BE49-F238E27FC236}">
                <a16:creationId xmlns:a16="http://schemas.microsoft.com/office/drawing/2014/main" id="{07308707-00BF-4196-AF8C-9DBE2722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461265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ub-orbit-dot-1-16">
            <a:extLst xmlns:a="http://schemas.openxmlformats.org/drawingml/2006/main">
              <a:ext uri="{FF2B5EF4-FFF2-40B4-BE49-F238E27FC236}">
                <a16:creationId xmlns:a16="http://schemas.microsoft.com/office/drawing/2014/main" id="{4233D337-80C2-4F9B-A4B4-DA569AD5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4388549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ub-orbit-dot-1-17">
            <a:extLst xmlns:a="http://schemas.openxmlformats.org/drawingml/2006/main">
              <a:ext uri="{FF2B5EF4-FFF2-40B4-BE49-F238E27FC236}">
                <a16:creationId xmlns:a16="http://schemas.microsoft.com/office/drawing/2014/main" id="{C9E87680-A0C3-425C-A42D-4FAD1F47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15032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ub-orbit-dot-1-18">
            <a:extLst xmlns:a="http://schemas.openxmlformats.org/drawingml/2006/main">
              <a:ext uri="{FF2B5EF4-FFF2-40B4-BE49-F238E27FC236}">
                <a16:creationId xmlns:a16="http://schemas.microsoft.com/office/drawing/2014/main" id="{D3D6D173-1EDB-47C0-9421-A9031E7A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390525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ub-orbit-dot-1-19">
            <a:extLst xmlns:a="http://schemas.openxmlformats.org/drawingml/2006/main">
              <a:ext uri="{FF2B5EF4-FFF2-40B4-BE49-F238E27FC236}">
                <a16:creationId xmlns:a16="http://schemas.microsoft.com/office/drawing/2014/main" id="{AC6F198B-B9E8-45E8-ABBF-F8FFBED4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365413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ub-orbit-dot-1-20">
            <a:extLst xmlns:a="http://schemas.openxmlformats.org/drawingml/2006/main">
              <a:ext uri="{FF2B5EF4-FFF2-40B4-BE49-F238E27FC236}">
                <a16:creationId xmlns:a16="http://schemas.microsoft.com/office/drawing/2014/main" id="{BEB4A5D9-3562-464B-BD78-7FDB7E7C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3411226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ub-orbit-dot-1-21">
            <a:extLst xmlns:a="http://schemas.openxmlformats.org/drawingml/2006/main">
              <a:ext uri="{FF2B5EF4-FFF2-40B4-BE49-F238E27FC236}">
                <a16:creationId xmlns:a16="http://schemas.microsoft.com/office/drawing/2014/main" id="{2D02A5A5-FF4E-437D-988E-6D4A72FC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318390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ub-orbit-dot-1-22">
            <a:extLst xmlns:a="http://schemas.openxmlformats.org/drawingml/2006/main">
              <a:ext uri="{FF2B5EF4-FFF2-40B4-BE49-F238E27FC236}">
                <a16:creationId xmlns:a16="http://schemas.microsoft.com/office/drawing/2014/main" id="{409C5247-3C6A-4957-A116-4879F67E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2979077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ub-orbit-dot-1-23">
            <a:extLst xmlns:a="http://schemas.openxmlformats.org/drawingml/2006/main">
              <a:ext uri="{FF2B5EF4-FFF2-40B4-BE49-F238E27FC236}">
                <a16:creationId xmlns:a16="http://schemas.microsoft.com/office/drawing/2014/main" id="{BD7C6F6A-0514-4195-9FD9-30CE9EDA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2802979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ub-orbit-dot-1-24">
            <a:extLst xmlns:a="http://schemas.openxmlformats.org/drawingml/2006/main">
              <a:ext uri="{FF2B5EF4-FFF2-40B4-BE49-F238E27FC236}">
                <a16:creationId xmlns:a16="http://schemas.microsoft.com/office/drawing/2014/main" id="{F9908D8C-DDAC-4A37-AAFA-6ECAD77B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2660942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ub-orbit-dot-1-25">
            <a:extLst xmlns:a="http://schemas.openxmlformats.org/drawingml/2006/main">
              <a:ext uri="{FF2B5EF4-FFF2-40B4-BE49-F238E27FC236}">
                <a16:creationId xmlns:a16="http://schemas.microsoft.com/office/drawing/2014/main" id="{E7044C84-3A4C-4C67-AB7A-F0086C9E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2557301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ub-orbit-dot-1-26">
            <a:extLst xmlns:a="http://schemas.openxmlformats.org/drawingml/2006/main">
              <a:ext uri="{FF2B5EF4-FFF2-40B4-BE49-F238E27FC236}">
                <a16:creationId xmlns:a16="http://schemas.microsoft.com/office/drawing/2014/main" id="{0299DBF0-0FD0-4F37-9DF2-49CC43D0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249518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ub-orbit-dot-1-27">
            <a:extLst xmlns:a="http://schemas.openxmlformats.org/drawingml/2006/main">
              <a:ext uri="{FF2B5EF4-FFF2-40B4-BE49-F238E27FC236}">
                <a16:creationId xmlns:a16="http://schemas.microsoft.com/office/drawing/2014/main" id="{6CC92261-43F4-4D99-9517-3EFADBDE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4765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ub-orbit-dot-1-28">
            <a:extLst xmlns:a="http://schemas.openxmlformats.org/drawingml/2006/main">
              <a:ext uri="{FF2B5EF4-FFF2-40B4-BE49-F238E27FC236}">
                <a16:creationId xmlns:a16="http://schemas.microsoft.com/office/drawing/2014/main" id="{B59C4432-2F3B-4996-8DF8-4D68CD3D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249518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ub-orbit-dot-1-29">
            <a:extLst xmlns:a="http://schemas.openxmlformats.org/drawingml/2006/main">
              <a:ext uri="{FF2B5EF4-FFF2-40B4-BE49-F238E27FC236}">
                <a16:creationId xmlns:a16="http://schemas.microsoft.com/office/drawing/2014/main" id="{97B1115C-534D-4A04-A388-987644EC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2557301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ub-orbit-dot-1-30">
            <a:extLst xmlns:a="http://schemas.openxmlformats.org/drawingml/2006/main">
              <a:ext uri="{FF2B5EF4-FFF2-40B4-BE49-F238E27FC236}">
                <a16:creationId xmlns:a16="http://schemas.microsoft.com/office/drawing/2014/main" id="{8A5BE027-F177-4745-B048-F9840A16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2660942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ub-orbit-dot-1-31">
            <a:extLst xmlns:a="http://schemas.openxmlformats.org/drawingml/2006/main">
              <a:ext uri="{FF2B5EF4-FFF2-40B4-BE49-F238E27FC236}">
                <a16:creationId xmlns:a16="http://schemas.microsoft.com/office/drawing/2014/main" id="{64120EE5-D960-4DD9-B7EC-0FA6A44D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2802979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ub-orbit-dot-1-32">
            <a:extLst xmlns:a="http://schemas.openxmlformats.org/drawingml/2006/main">
              <a:ext uri="{FF2B5EF4-FFF2-40B4-BE49-F238E27FC236}">
                <a16:creationId xmlns:a16="http://schemas.microsoft.com/office/drawing/2014/main" id="{6C42902E-8ACD-42BB-89CC-D08A782B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2979077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ub-orbit-dot-1-33">
            <a:extLst xmlns:a="http://schemas.openxmlformats.org/drawingml/2006/main">
              <a:ext uri="{FF2B5EF4-FFF2-40B4-BE49-F238E27FC236}">
                <a16:creationId xmlns:a16="http://schemas.microsoft.com/office/drawing/2014/main" id="{017392FB-8CC8-4998-AF45-83EE973C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318390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ub-orbit-dot-1-34">
            <a:extLst xmlns:a="http://schemas.openxmlformats.org/drawingml/2006/main">
              <a:ext uri="{FF2B5EF4-FFF2-40B4-BE49-F238E27FC236}">
                <a16:creationId xmlns:a16="http://schemas.microsoft.com/office/drawing/2014/main" id="{34A9A2D9-8CDA-447A-A77C-83015EF5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3411226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ub-orbit-dot-1-35">
            <a:extLst xmlns:a="http://schemas.openxmlformats.org/drawingml/2006/main">
              <a:ext uri="{FF2B5EF4-FFF2-40B4-BE49-F238E27FC236}">
                <a16:creationId xmlns:a16="http://schemas.microsoft.com/office/drawing/2014/main" id="{FE8321A8-D7FF-4625-A5DA-E6CE5E32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365413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ub-orbit-dot-2-0">
            <a:extLst xmlns:a="http://schemas.openxmlformats.org/drawingml/2006/main">
              <a:ext uri="{FF2B5EF4-FFF2-40B4-BE49-F238E27FC236}">
                <a16:creationId xmlns:a16="http://schemas.microsoft.com/office/drawing/2014/main" id="{FA2392BD-12F8-418D-BB9B-243128CB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1913" y="39100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hub-orbit-dot-2-1">
            <a:extLst xmlns:a="http://schemas.openxmlformats.org/drawingml/2006/main">
              <a:ext uri="{FF2B5EF4-FFF2-40B4-BE49-F238E27FC236}">
                <a16:creationId xmlns:a16="http://schemas.microsoft.com/office/drawing/2014/main" id="{08EF382A-AE80-4B30-8648-53C87EA9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135860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hub-orbit-dot-2-2">
            <a:extLst xmlns:a="http://schemas.openxmlformats.org/drawingml/2006/main">
              <a:ext uri="{FF2B5EF4-FFF2-40B4-BE49-F238E27FC236}">
                <a16:creationId xmlns:a16="http://schemas.microsoft.com/office/drawing/2014/main" id="{FF05C3C1-D428-433E-AD7F-2209F92A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435740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hub-orbit-dot-2-3">
            <a:extLst xmlns:a="http://schemas.openxmlformats.org/drawingml/2006/main">
              <a:ext uri="{FF2B5EF4-FFF2-40B4-BE49-F238E27FC236}">
                <a16:creationId xmlns:a16="http://schemas.microsoft.com/office/drawing/2014/main" id="{87D10E59-6BF9-4C9C-80D6-D8C8C487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457010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hub-orbit-dot-2-4">
            <a:extLst xmlns:a="http://schemas.openxmlformats.org/drawingml/2006/main">
              <a:ext uri="{FF2B5EF4-FFF2-40B4-BE49-F238E27FC236}">
                <a16:creationId xmlns:a16="http://schemas.microsoft.com/office/drawing/2014/main" id="{D601CB38-E334-4B78-8345-CE4290A4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476968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hub-orbit-dot-2-5">
            <a:extLst xmlns:a="http://schemas.openxmlformats.org/drawingml/2006/main">
              <a:ext uri="{FF2B5EF4-FFF2-40B4-BE49-F238E27FC236}">
                <a16:creationId xmlns:a16="http://schemas.microsoft.com/office/drawing/2014/main" id="{6BC2977D-A59A-4730-8960-858B9617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495204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hub-orbit-dot-2-6">
            <a:extLst xmlns:a="http://schemas.openxmlformats.org/drawingml/2006/main">
              <a:ext uri="{FF2B5EF4-FFF2-40B4-BE49-F238E27FC236}">
                <a16:creationId xmlns:a16="http://schemas.microsoft.com/office/drawing/2014/main" id="{514EE485-3868-4432-9009-4975C1FE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5113496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hub-orbit-dot-2-7">
            <a:extLst xmlns:a="http://schemas.openxmlformats.org/drawingml/2006/main">
              <a:ext uri="{FF2B5EF4-FFF2-40B4-BE49-F238E27FC236}">
                <a16:creationId xmlns:a16="http://schemas.microsoft.com/office/drawing/2014/main" id="{DE30477E-C3D4-42EB-A4A0-73719CA1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525073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ub-orbit-dot-2-8">
            <a:extLst xmlns:a="http://schemas.openxmlformats.org/drawingml/2006/main">
              <a:ext uri="{FF2B5EF4-FFF2-40B4-BE49-F238E27FC236}">
                <a16:creationId xmlns:a16="http://schemas.microsoft.com/office/drawing/2014/main" id="{8B90B426-BBFD-4CEA-AB1E-3983EF77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536096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hub-orbit-dot-2-9">
            <a:extLst xmlns:a="http://schemas.openxmlformats.org/drawingml/2006/main">
              <a:ext uri="{FF2B5EF4-FFF2-40B4-BE49-F238E27FC236}">
                <a16:creationId xmlns:a16="http://schemas.microsoft.com/office/drawing/2014/main" id="{E288F7EB-35B0-49C2-8412-6066B838E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544194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hub-orbit-dot-2-10">
            <a:extLst xmlns:a="http://schemas.openxmlformats.org/drawingml/2006/main">
              <a:ext uri="{FF2B5EF4-FFF2-40B4-BE49-F238E27FC236}">
                <a16:creationId xmlns:a16="http://schemas.microsoft.com/office/drawing/2014/main" id="{511F63C2-EF6E-4003-9D0D-B83E891D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5492039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hub-orbit-dot-2-11">
            <a:extLst xmlns:a="http://schemas.openxmlformats.org/drawingml/2006/main">
              <a:ext uri="{FF2B5EF4-FFF2-40B4-BE49-F238E27FC236}">
                <a16:creationId xmlns:a16="http://schemas.microsoft.com/office/drawing/2014/main" id="{654BEA50-8CDA-4805-A578-04AD3A6B9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55102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hub-orbit-dot-2-12">
            <a:extLst xmlns:a="http://schemas.openxmlformats.org/drawingml/2006/main">
              <a:ext uri="{FF2B5EF4-FFF2-40B4-BE49-F238E27FC236}">
                <a16:creationId xmlns:a16="http://schemas.microsoft.com/office/drawing/2014/main" id="{60139099-509F-4C20-9404-5FD0A737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5492039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hub-orbit-dot-2-13">
            <a:extLst xmlns:a="http://schemas.openxmlformats.org/drawingml/2006/main">
              <a:ext uri="{FF2B5EF4-FFF2-40B4-BE49-F238E27FC236}">
                <a16:creationId xmlns:a16="http://schemas.microsoft.com/office/drawing/2014/main" id="{DB8370B5-C617-4BA6-B27E-1D2F7A7D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544194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hub-orbit-dot-2-14">
            <a:extLst xmlns:a="http://schemas.openxmlformats.org/drawingml/2006/main">
              <a:ext uri="{FF2B5EF4-FFF2-40B4-BE49-F238E27FC236}">
                <a16:creationId xmlns:a16="http://schemas.microsoft.com/office/drawing/2014/main" id="{366FAA04-74EE-446F-AD77-F3F3B05F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536096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hub-orbit-dot-2-15">
            <a:extLst xmlns:a="http://schemas.openxmlformats.org/drawingml/2006/main">
              <a:ext uri="{FF2B5EF4-FFF2-40B4-BE49-F238E27FC236}">
                <a16:creationId xmlns:a16="http://schemas.microsoft.com/office/drawing/2014/main" id="{72FA683E-8911-4F6F-80EE-349B4093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525073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hub-orbit-dot-2-16">
            <a:extLst xmlns:a="http://schemas.openxmlformats.org/drawingml/2006/main">
              <a:ext uri="{FF2B5EF4-FFF2-40B4-BE49-F238E27FC236}">
                <a16:creationId xmlns:a16="http://schemas.microsoft.com/office/drawing/2014/main" id="{B540EE8C-CD76-435A-8471-3C9355FC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5113496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hub-orbit-dot-2-17">
            <a:extLst xmlns:a="http://schemas.openxmlformats.org/drawingml/2006/main">
              <a:ext uri="{FF2B5EF4-FFF2-40B4-BE49-F238E27FC236}">
                <a16:creationId xmlns:a16="http://schemas.microsoft.com/office/drawing/2014/main" id="{6EA1387F-A0B2-4F09-B956-FC80F974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495204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hub-orbit-dot-2-18">
            <a:extLst xmlns:a="http://schemas.openxmlformats.org/drawingml/2006/main">
              <a:ext uri="{FF2B5EF4-FFF2-40B4-BE49-F238E27FC236}">
                <a16:creationId xmlns:a16="http://schemas.microsoft.com/office/drawing/2014/main" id="{65BFE724-36A5-48EC-AFEC-836A0495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476968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hub-orbit-dot-2-19">
            <a:extLst xmlns:a="http://schemas.openxmlformats.org/drawingml/2006/main">
              <a:ext uri="{FF2B5EF4-FFF2-40B4-BE49-F238E27FC236}">
                <a16:creationId xmlns:a16="http://schemas.microsoft.com/office/drawing/2014/main" id="{A6501A45-4492-4CB7-873E-E58DBEAD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457010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hub-orbit-dot-2-20">
            <a:extLst xmlns:a="http://schemas.openxmlformats.org/drawingml/2006/main">
              <a:ext uri="{FF2B5EF4-FFF2-40B4-BE49-F238E27FC236}">
                <a16:creationId xmlns:a16="http://schemas.microsoft.com/office/drawing/2014/main" id="{F783C902-4EF1-416A-A67A-0478EEB2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435740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hub-orbit-dot-2-21">
            <a:extLst xmlns:a="http://schemas.openxmlformats.org/drawingml/2006/main">
              <a:ext uri="{FF2B5EF4-FFF2-40B4-BE49-F238E27FC236}">
                <a16:creationId xmlns:a16="http://schemas.microsoft.com/office/drawing/2014/main" id="{7A202569-5037-488E-8600-5AEDA633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135860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hub-orbit-dot-2-22">
            <a:extLst xmlns:a="http://schemas.openxmlformats.org/drawingml/2006/main">
              <a:ext uri="{FF2B5EF4-FFF2-40B4-BE49-F238E27FC236}">
                <a16:creationId xmlns:a16="http://schemas.microsoft.com/office/drawing/2014/main" id="{F1BE01B5-19C8-49A5-8084-FC4C00BF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81513" y="39100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hub-orbit-dot-2-23">
            <a:extLst xmlns:a="http://schemas.openxmlformats.org/drawingml/2006/main">
              <a:ext uri="{FF2B5EF4-FFF2-40B4-BE49-F238E27FC236}">
                <a16:creationId xmlns:a16="http://schemas.microsoft.com/office/drawing/2014/main" id="{187D7A8B-3639-4499-BE33-1554E1DF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368038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hub-orbit-dot-2-24">
            <a:extLst xmlns:a="http://schemas.openxmlformats.org/drawingml/2006/main">
              <a:ext uri="{FF2B5EF4-FFF2-40B4-BE49-F238E27FC236}">
                <a16:creationId xmlns:a16="http://schemas.microsoft.com/office/drawing/2014/main" id="{69E5A876-23C9-4D22-B76C-1FFCAE16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345572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hub-orbit-dot-2-25">
            <a:extLst xmlns:a="http://schemas.openxmlformats.org/drawingml/2006/main">
              <a:ext uri="{FF2B5EF4-FFF2-40B4-BE49-F238E27FC236}">
                <a16:creationId xmlns:a16="http://schemas.microsoft.com/office/drawing/2014/main" id="{D7CD29A3-ED60-4DD5-A9E3-CC556224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3240634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hub-orbit-dot-2-26">
            <a:extLst xmlns:a="http://schemas.openxmlformats.org/drawingml/2006/main">
              <a:ext uri="{FF2B5EF4-FFF2-40B4-BE49-F238E27FC236}">
                <a16:creationId xmlns:a16="http://schemas.microsoft.com/office/drawing/2014/main" id="{9CED5732-9FF1-4A1F-A6F5-3F6A57AE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3039428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hub-orbit-dot-2-27">
            <a:extLst xmlns:a="http://schemas.openxmlformats.org/drawingml/2006/main">
              <a:ext uri="{FF2B5EF4-FFF2-40B4-BE49-F238E27FC236}">
                <a16:creationId xmlns:a16="http://schemas.microsoft.com/office/drawing/2014/main" id="{DACE9172-A887-4233-A3D8-AFE817F42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2856243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hub-orbit-dot-2-28">
            <a:extLst xmlns:a="http://schemas.openxmlformats.org/drawingml/2006/main">
              <a:ext uri="{FF2B5EF4-FFF2-40B4-BE49-F238E27FC236}">
                <a16:creationId xmlns:a16="http://schemas.microsoft.com/office/drawing/2014/main" id="{9519A545-FD1E-4C52-98B0-89E3DAC7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2694794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hub-orbit-dot-2-29">
            <a:extLst xmlns:a="http://schemas.openxmlformats.org/drawingml/2006/main">
              <a:ext uri="{FF2B5EF4-FFF2-40B4-BE49-F238E27FC236}">
                <a16:creationId xmlns:a16="http://schemas.microsoft.com/office/drawing/2014/main" id="{8146D9AB-DBB7-4AD4-BBE4-B8E54C65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2558377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hub-orbit-dot-2-30">
            <a:extLst xmlns:a="http://schemas.openxmlformats.org/drawingml/2006/main">
              <a:ext uri="{FF2B5EF4-FFF2-40B4-BE49-F238E27FC236}">
                <a16:creationId xmlns:a16="http://schemas.microsoft.com/office/drawing/2014/main" id="{5CAFFD11-FF9C-4A40-90B4-51BF4AAA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2449773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hub-orbit-dot-2-31">
            <a:extLst xmlns:a="http://schemas.openxmlformats.org/drawingml/2006/main">
              <a:ext uri="{FF2B5EF4-FFF2-40B4-BE49-F238E27FC236}">
                <a16:creationId xmlns:a16="http://schemas.microsoft.com/office/drawing/2014/main" id="{4A2A6A2D-F2BC-40F3-8560-0FBF788F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237119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hub-orbit-dot-2-32">
            <a:extLst xmlns:a="http://schemas.openxmlformats.org/drawingml/2006/main">
              <a:ext uri="{FF2B5EF4-FFF2-40B4-BE49-F238E27FC236}">
                <a16:creationId xmlns:a16="http://schemas.microsoft.com/office/drawing/2014/main" id="{CAEF924E-19ED-4797-BCFF-4D97311B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232421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hub-orbit-dot-2-33">
            <a:extLst xmlns:a="http://schemas.openxmlformats.org/drawingml/2006/main">
              <a:ext uri="{FF2B5EF4-FFF2-40B4-BE49-F238E27FC236}">
                <a16:creationId xmlns:a16="http://schemas.microsoft.com/office/drawing/2014/main" id="{2FEC66BE-DF68-467B-9889-8B937B24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23098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hub-orbit-dot-2-34">
            <a:extLst xmlns:a="http://schemas.openxmlformats.org/drawingml/2006/main">
              <a:ext uri="{FF2B5EF4-FFF2-40B4-BE49-F238E27FC236}">
                <a16:creationId xmlns:a16="http://schemas.microsoft.com/office/drawing/2014/main" id="{F4AA16E8-B1E0-405A-B628-44735646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232421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hub-orbit-dot-2-35">
            <a:extLst xmlns:a="http://schemas.openxmlformats.org/drawingml/2006/main">
              <a:ext uri="{FF2B5EF4-FFF2-40B4-BE49-F238E27FC236}">
                <a16:creationId xmlns:a16="http://schemas.microsoft.com/office/drawing/2014/main" id="{87419C36-11ED-44D1-A206-0D7B75A0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237119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hub-orbit-dot-2-36">
            <a:extLst xmlns:a="http://schemas.openxmlformats.org/drawingml/2006/main">
              <a:ext uri="{FF2B5EF4-FFF2-40B4-BE49-F238E27FC236}">
                <a16:creationId xmlns:a16="http://schemas.microsoft.com/office/drawing/2014/main" id="{2EF11FF7-A6DF-4494-B97C-FFC4EF81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2449773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hub-orbit-dot-2-37">
            <a:extLst xmlns:a="http://schemas.openxmlformats.org/drawingml/2006/main">
              <a:ext uri="{FF2B5EF4-FFF2-40B4-BE49-F238E27FC236}">
                <a16:creationId xmlns:a16="http://schemas.microsoft.com/office/drawing/2014/main" id="{0825BE0E-D173-4EB1-B614-6E567F23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2558377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hub-orbit-dot-2-38">
            <a:extLst xmlns:a="http://schemas.openxmlformats.org/drawingml/2006/main">
              <a:ext uri="{FF2B5EF4-FFF2-40B4-BE49-F238E27FC236}">
                <a16:creationId xmlns:a16="http://schemas.microsoft.com/office/drawing/2014/main" id="{790D547E-5623-4FCD-A799-5DC01BCD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2694794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hub-orbit-dot-2-39">
            <a:extLst xmlns:a="http://schemas.openxmlformats.org/drawingml/2006/main">
              <a:ext uri="{FF2B5EF4-FFF2-40B4-BE49-F238E27FC236}">
                <a16:creationId xmlns:a16="http://schemas.microsoft.com/office/drawing/2014/main" id="{5C2C8FE0-4BA0-4A77-BAC9-903E1AA7F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2856243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hub-orbit-dot-2-40">
            <a:extLst xmlns:a="http://schemas.openxmlformats.org/drawingml/2006/main">
              <a:ext uri="{FF2B5EF4-FFF2-40B4-BE49-F238E27FC236}">
                <a16:creationId xmlns:a16="http://schemas.microsoft.com/office/drawing/2014/main" id="{48408482-B215-4912-8049-8A2E454D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3039428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hub-orbit-dot-2-41">
            <a:extLst xmlns:a="http://schemas.openxmlformats.org/drawingml/2006/main">
              <a:ext uri="{FF2B5EF4-FFF2-40B4-BE49-F238E27FC236}">
                <a16:creationId xmlns:a16="http://schemas.microsoft.com/office/drawing/2014/main" id="{14DEB11C-DA92-4F75-A7C6-1D225088B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3240634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hub-orbit-dot-2-42">
            <a:extLst xmlns:a="http://schemas.openxmlformats.org/drawingml/2006/main">
              <a:ext uri="{FF2B5EF4-FFF2-40B4-BE49-F238E27FC236}">
                <a16:creationId xmlns:a16="http://schemas.microsoft.com/office/drawing/2014/main" id="{7ACE8C8E-331D-4ED4-9CFF-BE873851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345572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hub-orbit-dot-2-43">
            <a:extLst xmlns:a="http://schemas.openxmlformats.org/drawingml/2006/main">
              <a:ext uri="{FF2B5EF4-FFF2-40B4-BE49-F238E27FC236}">
                <a16:creationId xmlns:a16="http://schemas.microsoft.com/office/drawing/2014/main" id="{3706F4FF-3782-4DCD-B072-559FA9C8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368038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hub-center-halo">
            <a:extLst xmlns:a="http://schemas.openxmlformats.org/drawingml/2006/main">
              <a:ext uri="{FF2B5EF4-FFF2-40B4-BE49-F238E27FC236}">
                <a16:creationId xmlns:a16="http://schemas.microsoft.com/office/drawing/2014/main" id="{909EADD8-8D6A-4F58-8DC3-4AE4F8C2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57750" y="268605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10" name="hub-center-ring">
            <a:extLst xmlns:a="http://schemas.openxmlformats.org/drawingml/2006/main">
              <a:ext uri="{FF2B5EF4-FFF2-40B4-BE49-F238E27FC236}">
                <a16:creationId xmlns:a16="http://schemas.microsoft.com/office/drawing/2014/main" id="{DD2A251F-7B04-434C-B0CA-70052FF1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00625" y="2828925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1" name="hub-center-core">
            <a:extLst xmlns:a="http://schemas.openxmlformats.org/drawingml/2006/main">
              <a:ext uri="{FF2B5EF4-FFF2-40B4-BE49-F238E27FC236}">
                <a16:creationId xmlns:a16="http://schemas.microsoft.com/office/drawing/2014/main" id="{44EF03DF-9E20-406D-8391-E9E71F95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5875" y="2924175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2" name="hub-center-title">
            <a:extLst xmlns:a="http://schemas.openxmlformats.org/drawingml/2006/main">
              <a:ext uri="{FF2B5EF4-FFF2-40B4-BE49-F238E27FC236}">
                <a16:creationId xmlns:a16="http://schemas.microsoft.com/office/drawing/2014/main" id="{0E1C3E3C-AFE2-4A09-B372-536A2255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452660"/>
            <a:ext cx="188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113" name="hub-center-body">
            <a:extLst xmlns:a="http://schemas.openxmlformats.org/drawingml/2006/main">
              <a:ext uri="{FF2B5EF4-FFF2-40B4-BE49-F238E27FC236}">
                <a16:creationId xmlns:a16="http://schemas.microsoft.com/office/drawing/2014/main" id="{20915B9D-976D-4079-B246-0870A839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843185"/>
            <a:ext cx="1885950" cy="552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统一目标 ·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协同资源</a:t>
            </a:r>
          </a:p>
        </p:txBody>
      </p:sp>
      <p:sp>
        <p:nvSpPr>
          <p:cNvPr id="114" name="hub-item-underlay-0">
            <a:extLst xmlns:a="http://schemas.openxmlformats.org/drawingml/2006/main">
              <a:ext uri="{FF2B5EF4-FFF2-40B4-BE49-F238E27FC236}">
                <a16:creationId xmlns:a16="http://schemas.microsoft.com/office/drawing/2014/main" id="{6E59BE20-8DB5-41E5-AEF0-AF9B1A74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7716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hub-item-surface-0">
            <a:extLst xmlns:a="http://schemas.openxmlformats.org/drawingml/2006/main">
              <a:ext uri="{FF2B5EF4-FFF2-40B4-BE49-F238E27FC236}">
                <a16:creationId xmlns:a16="http://schemas.microsoft.com/office/drawing/2014/main" id="{5F843089-6E01-43B9-8074-242BD14F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7240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6" name="hub-item-underlay-1">
            <a:extLst xmlns:a="http://schemas.openxmlformats.org/drawingml/2006/main">
              <a:ext uri="{FF2B5EF4-FFF2-40B4-BE49-F238E27FC236}">
                <a16:creationId xmlns:a16="http://schemas.microsoft.com/office/drawing/2014/main" id="{942125A0-FBC0-407D-9C90-EA2850FE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965399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hub-item-surface-1">
            <a:extLst xmlns:a="http://schemas.openxmlformats.org/drawingml/2006/main">
              <a:ext uri="{FF2B5EF4-FFF2-40B4-BE49-F238E27FC236}">
                <a16:creationId xmlns:a16="http://schemas.microsoft.com/office/drawing/2014/main" id="{CCD63363-0DE9-46AE-AD33-B03905C4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917774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8" name="hub-item-underlay-2">
            <a:extLst xmlns:a="http://schemas.openxmlformats.org/drawingml/2006/main">
              <a:ext uri="{FF2B5EF4-FFF2-40B4-BE49-F238E27FC236}">
                <a16:creationId xmlns:a16="http://schemas.microsoft.com/office/drawing/2014/main" id="{31B8E37F-3E1C-4906-ACD3-1BA4D90D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59148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hub-item-surface-2">
            <a:extLst xmlns:a="http://schemas.openxmlformats.org/drawingml/2006/main">
              <a:ext uri="{FF2B5EF4-FFF2-40B4-BE49-F238E27FC236}">
                <a16:creationId xmlns:a16="http://schemas.microsoft.com/office/drawing/2014/main" id="{EFAAD72B-C2F7-4EF2-A882-80D1CC61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11523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0" name="hub-item-underlay-3">
            <a:extLst xmlns:a="http://schemas.openxmlformats.org/drawingml/2006/main">
              <a:ext uri="{FF2B5EF4-FFF2-40B4-BE49-F238E27FC236}">
                <a16:creationId xmlns:a16="http://schemas.microsoft.com/office/drawing/2014/main" id="{60849CE4-ED62-4536-A545-CEE13FC4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530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hub-item-surface-3">
            <a:extLst xmlns:a="http://schemas.openxmlformats.org/drawingml/2006/main">
              <a:ext uri="{FF2B5EF4-FFF2-40B4-BE49-F238E27FC236}">
                <a16:creationId xmlns:a16="http://schemas.microsoft.com/office/drawing/2014/main" id="{066F1036-C88E-4C31-8A8C-9B5F8280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054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2" name="hub-item-underlay-4">
            <a:extLst xmlns:a="http://schemas.openxmlformats.org/drawingml/2006/main">
              <a:ext uri="{FF2B5EF4-FFF2-40B4-BE49-F238E27FC236}">
                <a16:creationId xmlns:a16="http://schemas.microsoft.com/office/drawing/2014/main" id="{96E9AB7E-CDB1-4D12-BB70-BE8C3F99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17716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hub-item-surface-4">
            <a:extLst xmlns:a="http://schemas.openxmlformats.org/drawingml/2006/main">
              <a:ext uri="{FF2B5EF4-FFF2-40B4-BE49-F238E27FC236}">
                <a16:creationId xmlns:a16="http://schemas.microsoft.com/office/drawing/2014/main" id="{C23403BD-3096-4C7E-B83E-E9CD5455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17240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4" name="hub-item-underlay-5">
            <a:extLst xmlns:a="http://schemas.openxmlformats.org/drawingml/2006/main">
              <a:ext uri="{FF2B5EF4-FFF2-40B4-BE49-F238E27FC236}">
                <a16:creationId xmlns:a16="http://schemas.microsoft.com/office/drawing/2014/main" id="{180114D0-ECDF-4C90-A500-0CFF43B1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965399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hub-item-surface-5">
            <a:extLst xmlns:a="http://schemas.openxmlformats.org/drawingml/2006/main">
              <a:ext uri="{FF2B5EF4-FFF2-40B4-BE49-F238E27FC236}">
                <a16:creationId xmlns:a16="http://schemas.microsoft.com/office/drawing/2014/main" id="{6CE9B122-4FDF-478A-A185-AE997C71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917774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6" name="hub-item-underlay-6">
            <a:extLst xmlns:a="http://schemas.openxmlformats.org/drawingml/2006/main">
              <a:ext uri="{FF2B5EF4-FFF2-40B4-BE49-F238E27FC236}">
                <a16:creationId xmlns:a16="http://schemas.microsoft.com/office/drawing/2014/main" id="{EF5B5298-03A1-409E-A84B-386A56E9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159148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hub-item-surface-6">
            <a:extLst xmlns:a="http://schemas.openxmlformats.org/drawingml/2006/main">
              <a:ext uri="{FF2B5EF4-FFF2-40B4-BE49-F238E27FC236}">
                <a16:creationId xmlns:a16="http://schemas.microsoft.com/office/drawing/2014/main" id="{C6CF0254-9B21-4785-957E-154B7F4F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111523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8" name="hub-item-underlay-7">
            <a:extLst xmlns:a="http://schemas.openxmlformats.org/drawingml/2006/main">
              <a:ext uri="{FF2B5EF4-FFF2-40B4-BE49-F238E27FC236}">
                <a16:creationId xmlns:a16="http://schemas.microsoft.com/office/drawing/2014/main" id="{290234D5-8D16-41C9-916B-40ADBB39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53530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hub-item-surface-7">
            <a:extLst xmlns:a="http://schemas.openxmlformats.org/drawingml/2006/main">
              <a:ext uri="{FF2B5EF4-FFF2-40B4-BE49-F238E27FC236}">
                <a16:creationId xmlns:a16="http://schemas.microsoft.com/office/drawing/2014/main" id="{FEB281D3-19EE-4EAB-A84D-DAA630C4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53054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30" name="hub-icon-halo-0">
            <a:extLst xmlns:a="http://schemas.openxmlformats.org/drawingml/2006/main">
              <a:ext uri="{FF2B5EF4-FFF2-40B4-BE49-F238E27FC236}">
                <a16:creationId xmlns:a16="http://schemas.microsoft.com/office/drawing/2014/main" id="{28421B14-B261-4F66-9311-B8DD62E9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17811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1" name="hub-icon-halo-1">
            <a:extLst xmlns:a="http://schemas.openxmlformats.org/drawingml/2006/main">
              <a:ext uri="{FF2B5EF4-FFF2-40B4-BE49-F238E27FC236}">
                <a16:creationId xmlns:a16="http://schemas.microsoft.com/office/drawing/2014/main" id="{12C0418F-8F0C-4AE0-B33E-7624A2AA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2974924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2" name="hub-icon-halo-2">
            <a:extLst xmlns:a="http://schemas.openxmlformats.org/drawingml/2006/main">
              <a:ext uri="{FF2B5EF4-FFF2-40B4-BE49-F238E27FC236}">
                <a16:creationId xmlns:a16="http://schemas.microsoft.com/office/drawing/2014/main" id="{856C8974-2102-4A01-BD60-599380AD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4168673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3" name="hub-icon-halo-3">
            <a:extLst xmlns:a="http://schemas.openxmlformats.org/drawingml/2006/main">
              <a:ext uri="{FF2B5EF4-FFF2-40B4-BE49-F238E27FC236}">
                <a16:creationId xmlns:a16="http://schemas.microsoft.com/office/drawing/2014/main" id="{E99A0CE2-4B65-45C9-820E-2ECBF8BE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53625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4" name="hub-icon-halo-4">
            <a:extLst xmlns:a="http://schemas.openxmlformats.org/drawingml/2006/main">
              <a:ext uri="{FF2B5EF4-FFF2-40B4-BE49-F238E27FC236}">
                <a16:creationId xmlns:a16="http://schemas.microsoft.com/office/drawing/2014/main" id="{B519292B-2FA3-4EFD-842F-CD9E8B84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17811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5" name="hub-icon-halo-5">
            <a:extLst xmlns:a="http://schemas.openxmlformats.org/drawingml/2006/main">
              <a:ext uri="{FF2B5EF4-FFF2-40B4-BE49-F238E27FC236}">
                <a16:creationId xmlns:a16="http://schemas.microsoft.com/office/drawing/2014/main" id="{53DC64FC-4E37-4092-9094-79805425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2974924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6" name="hub-icon-halo-6">
            <a:extLst xmlns:a="http://schemas.openxmlformats.org/drawingml/2006/main">
              <a:ext uri="{FF2B5EF4-FFF2-40B4-BE49-F238E27FC236}">
                <a16:creationId xmlns:a16="http://schemas.microsoft.com/office/drawing/2014/main" id="{1418C0EC-0521-400A-97C5-53DEC066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4168673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7" name="hub-icon-halo-7">
            <a:extLst xmlns:a="http://schemas.openxmlformats.org/drawingml/2006/main">
              <a:ext uri="{FF2B5EF4-FFF2-40B4-BE49-F238E27FC236}">
                <a16:creationId xmlns:a16="http://schemas.microsoft.com/office/drawing/2014/main" id="{A5ED4030-6A54-47F1-8EFF-06B0CCB1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53625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8" name="hub-icon-core-0">
            <a:extLst xmlns:a="http://schemas.openxmlformats.org/drawingml/2006/main">
              <a:ext uri="{FF2B5EF4-FFF2-40B4-BE49-F238E27FC236}">
                <a16:creationId xmlns:a16="http://schemas.microsoft.com/office/drawing/2014/main" id="{CC9881BB-4912-48A8-919A-A21FCBF9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18764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hub-icon-core-1">
            <a:extLst xmlns:a="http://schemas.openxmlformats.org/drawingml/2006/main">
              <a:ext uri="{FF2B5EF4-FFF2-40B4-BE49-F238E27FC236}">
                <a16:creationId xmlns:a16="http://schemas.microsoft.com/office/drawing/2014/main" id="{5C40AD30-809C-4E4D-BBAF-3C2FDFE0F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3070174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hub-icon-core-2">
            <a:extLst xmlns:a="http://schemas.openxmlformats.org/drawingml/2006/main">
              <a:ext uri="{FF2B5EF4-FFF2-40B4-BE49-F238E27FC236}">
                <a16:creationId xmlns:a16="http://schemas.microsoft.com/office/drawing/2014/main" id="{51A8DBC9-B83D-47EF-8186-A246590C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4263923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hub-icon-core-3">
            <a:extLst xmlns:a="http://schemas.openxmlformats.org/drawingml/2006/main">
              <a:ext uri="{FF2B5EF4-FFF2-40B4-BE49-F238E27FC236}">
                <a16:creationId xmlns:a16="http://schemas.microsoft.com/office/drawing/2014/main" id="{40FECC92-928B-40A4-9A75-259B4AEF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54578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hub-icon-core-4">
            <a:extLst xmlns:a="http://schemas.openxmlformats.org/drawingml/2006/main">
              <a:ext uri="{FF2B5EF4-FFF2-40B4-BE49-F238E27FC236}">
                <a16:creationId xmlns:a16="http://schemas.microsoft.com/office/drawing/2014/main" id="{0A98EF90-BCF9-4532-9E70-BD37E7F3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18764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hub-icon-core-5">
            <a:extLst xmlns:a="http://schemas.openxmlformats.org/drawingml/2006/main">
              <a:ext uri="{FF2B5EF4-FFF2-40B4-BE49-F238E27FC236}">
                <a16:creationId xmlns:a16="http://schemas.microsoft.com/office/drawing/2014/main" id="{2CA0C259-2903-49CF-B017-9F7B64AA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3070174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hub-icon-core-6">
            <a:extLst xmlns:a="http://schemas.openxmlformats.org/drawingml/2006/main">
              <a:ext uri="{FF2B5EF4-FFF2-40B4-BE49-F238E27FC236}">
                <a16:creationId xmlns:a16="http://schemas.microsoft.com/office/drawing/2014/main" id="{63033E3E-0194-4313-9510-CA955723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4263923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hub-icon-core-7">
            <a:extLst xmlns:a="http://schemas.openxmlformats.org/drawingml/2006/main">
              <a:ext uri="{FF2B5EF4-FFF2-40B4-BE49-F238E27FC236}">
                <a16:creationId xmlns:a16="http://schemas.microsoft.com/office/drawing/2014/main" id="{B154A620-30B4-4AAA-8559-53D6DA99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54578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6131e038a94b5a">
            <a:extLst>
              <a:ext uri="{96DAC541-7B7A-43D3-8B79-37D633B846F1}">
                <asvg:svgBlip xmlns:asvg="http://schemas.microsoft.com/office/drawing/2016/SVG/main" r:embed="Rd804ce1333d9401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19716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8954fe789d4ef4">
            <a:extLst>
              <a:ext uri="{96DAC541-7B7A-43D3-8B79-37D633B846F1}">
                <asvg:svgBlip xmlns:asvg="http://schemas.microsoft.com/office/drawing/2016/SVG/main" r:embed="R459b771146c54a5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3165424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6153eea9a047fa">
            <a:extLst>
              <a:ext uri="{96DAC541-7B7A-43D3-8B79-37D633B846F1}">
                <asvg:svgBlip xmlns:asvg="http://schemas.microsoft.com/office/drawing/2016/SVG/main" r:embed="R43bc05b10c3248d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4359173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9d989aa04542b8">
            <a:extLst>
              <a:ext uri="{96DAC541-7B7A-43D3-8B79-37D633B846F1}">
                <asvg:svgBlip xmlns:asvg="http://schemas.microsoft.com/office/drawing/2016/SVG/main" r:embed="R4c82531431584df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55530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68b0e1cefd4058">
            <a:extLst>
              <a:ext uri="{96DAC541-7B7A-43D3-8B79-37D633B846F1}">
                <asvg:svgBlip xmlns:asvg="http://schemas.microsoft.com/office/drawing/2016/SVG/main" r:embed="R3d49174e80394bb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19716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c1b812f09c4471">
            <a:extLst>
              <a:ext uri="{96DAC541-7B7A-43D3-8B79-37D633B846F1}">
                <asvg:svgBlip xmlns:asvg="http://schemas.microsoft.com/office/drawing/2016/SVG/main" r:embed="R18a0b42e9ab446c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3165424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c995ab3c0d4867">
            <a:extLst>
              <a:ext uri="{96DAC541-7B7A-43D3-8B79-37D633B846F1}">
                <asvg:svgBlip xmlns:asvg="http://schemas.microsoft.com/office/drawing/2016/SVG/main" r:embed="Rf6a037498cad4f9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4359173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3a4dcc907342c0">
            <a:extLst>
              <a:ext uri="{96DAC541-7B7A-43D3-8B79-37D633B846F1}">
                <asvg:svgBlip xmlns:asvg="http://schemas.microsoft.com/office/drawing/2016/SVG/main" r:embed="Rd25c7dc9e0164f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5553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54" name="hub-item-title-0">
            <a:extLst xmlns:a="http://schemas.openxmlformats.org/drawingml/2006/main">
              <a:ext uri="{FF2B5EF4-FFF2-40B4-BE49-F238E27FC236}">
                <a16:creationId xmlns:a16="http://schemas.microsoft.com/office/drawing/2014/main" id="{1521DC44-613E-466E-9D8E-6E7A846B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183668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战略牵引</a:t>
            </a:r>
          </a:p>
        </p:txBody>
      </p:sp>
      <p:sp>
        <p:nvSpPr>
          <p:cNvPr id="155" name="hub-item-body-0">
            <a:extLst xmlns:a="http://schemas.openxmlformats.org/drawingml/2006/main">
              <a:ext uri="{FF2B5EF4-FFF2-40B4-BE49-F238E27FC236}">
                <a16:creationId xmlns:a16="http://schemas.microsoft.com/office/drawing/2014/main" id="{8C08F2A9-F510-4B3B-B688-FB659E55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217988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明确方向并形成共同目标</a:t>
            </a:r>
          </a:p>
        </p:txBody>
      </p:sp>
      <p:sp>
        <p:nvSpPr>
          <p:cNvPr id="156" name="hub-item-title-1">
            <a:extLst xmlns:a="http://schemas.openxmlformats.org/drawingml/2006/main">
              <a:ext uri="{FF2B5EF4-FFF2-40B4-BE49-F238E27FC236}">
                <a16:creationId xmlns:a16="http://schemas.microsoft.com/office/drawing/2014/main" id="{33F32AFF-4C35-43BB-AF85-766C43BE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030436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数据支撑</a:t>
            </a:r>
          </a:p>
        </p:txBody>
      </p:sp>
      <p:sp>
        <p:nvSpPr>
          <p:cNvPr id="157" name="hub-item-body-1">
            <a:extLst xmlns:a="http://schemas.openxmlformats.org/drawingml/2006/main">
              <a:ext uri="{FF2B5EF4-FFF2-40B4-BE49-F238E27FC236}">
                <a16:creationId xmlns:a16="http://schemas.microsoft.com/office/drawing/2014/main" id="{E4D444CF-1830-47F7-BFD0-5AA2EB06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373641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汇集信息并提供可靠依据</a:t>
            </a:r>
          </a:p>
        </p:txBody>
      </p:sp>
      <p:sp>
        <p:nvSpPr>
          <p:cNvPr id="158" name="hub-item-title-2">
            <a:extLst xmlns:a="http://schemas.openxmlformats.org/drawingml/2006/main">
              <a:ext uri="{FF2B5EF4-FFF2-40B4-BE49-F238E27FC236}">
                <a16:creationId xmlns:a16="http://schemas.microsoft.com/office/drawing/2014/main" id="{B1839F9C-5B47-4D17-A6E4-88F296B8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224185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平台赋能</a:t>
            </a:r>
          </a:p>
        </p:txBody>
      </p:sp>
      <p:sp>
        <p:nvSpPr>
          <p:cNvPr id="159" name="hub-item-body-2">
            <a:extLst xmlns:a="http://schemas.openxmlformats.org/drawingml/2006/main">
              <a:ext uri="{FF2B5EF4-FFF2-40B4-BE49-F238E27FC236}">
                <a16:creationId xmlns:a16="http://schemas.microsoft.com/office/drawing/2014/main" id="{F55DCCE4-4CD4-4BEE-A255-ED783F35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567390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连接资源并提升协同效率</a:t>
            </a:r>
          </a:p>
        </p:txBody>
      </p:sp>
      <p:sp>
        <p:nvSpPr>
          <p:cNvPr id="160" name="hub-item-title-3">
            <a:extLst xmlns:a="http://schemas.openxmlformats.org/drawingml/2006/main">
              <a:ext uri="{FF2B5EF4-FFF2-40B4-BE49-F238E27FC236}">
                <a16:creationId xmlns:a16="http://schemas.microsoft.com/office/drawing/2014/main" id="{CC2F37B0-0FFE-4D62-8EC6-07AEA0A3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41808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机制保障</a:t>
            </a:r>
          </a:p>
        </p:txBody>
      </p:sp>
      <p:sp>
        <p:nvSpPr>
          <p:cNvPr id="161" name="hub-item-body-3">
            <a:extLst xmlns:a="http://schemas.openxmlformats.org/drawingml/2006/main">
              <a:ext uri="{FF2B5EF4-FFF2-40B4-BE49-F238E27FC236}">
                <a16:creationId xmlns:a16="http://schemas.microsoft.com/office/drawing/2014/main" id="{5F977BDC-46E2-475B-88F3-D11B5A31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76128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以规则保障稳定有序运行</a:t>
            </a:r>
          </a:p>
        </p:txBody>
      </p:sp>
      <p:sp>
        <p:nvSpPr>
          <p:cNvPr id="162" name="hub-item-title-4">
            <a:extLst xmlns:a="http://schemas.openxmlformats.org/drawingml/2006/main">
              <a:ext uri="{FF2B5EF4-FFF2-40B4-BE49-F238E27FC236}">
                <a16:creationId xmlns:a16="http://schemas.microsoft.com/office/drawing/2014/main" id="{84FF8DB6-028E-414A-8AD1-53C64D76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183668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服务触达</a:t>
            </a:r>
          </a:p>
        </p:txBody>
      </p:sp>
      <p:sp>
        <p:nvSpPr>
          <p:cNvPr id="163" name="hub-item-body-4">
            <a:extLst xmlns:a="http://schemas.openxmlformats.org/drawingml/2006/main">
              <a:ext uri="{FF2B5EF4-FFF2-40B4-BE49-F238E27FC236}">
                <a16:creationId xmlns:a16="http://schemas.microsoft.com/office/drawing/2014/main" id="{82708C90-DEEB-4820-8F51-2889A449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17988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把能力转化为实际体验</a:t>
            </a:r>
          </a:p>
        </p:txBody>
      </p:sp>
      <p:sp>
        <p:nvSpPr>
          <p:cNvPr id="164" name="hub-item-title-5">
            <a:extLst xmlns:a="http://schemas.openxmlformats.org/drawingml/2006/main">
              <a:ext uri="{FF2B5EF4-FFF2-40B4-BE49-F238E27FC236}">
                <a16:creationId xmlns:a16="http://schemas.microsoft.com/office/drawing/2014/main" id="{4E19D8B0-9F68-4FC3-8ABD-14091549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030436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人才协同</a:t>
            </a:r>
          </a:p>
        </p:txBody>
      </p:sp>
      <p:sp>
        <p:nvSpPr>
          <p:cNvPr id="165" name="hub-item-body-5">
            <a:extLst xmlns:a="http://schemas.openxmlformats.org/drawingml/2006/main">
              <a:ext uri="{FF2B5EF4-FFF2-40B4-BE49-F238E27FC236}">
                <a16:creationId xmlns:a16="http://schemas.microsoft.com/office/drawing/2014/main" id="{67E62839-29D0-446A-B777-47FB9ACC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373641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汇聚多元角色共同参与</a:t>
            </a:r>
          </a:p>
        </p:txBody>
      </p:sp>
      <p:sp>
        <p:nvSpPr>
          <p:cNvPr id="166" name="hub-item-title-6">
            <a:extLst xmlns:a="http://schemas.openxmlformats.org/drawingml/2006/main">
              <a:ext uri="{FF2B5EF4-FFF2-40B4-BE49-F238E27FC236}">
                <a16:creationId xmlns:a16="http://schemas.microsoft.com/office/drawing/2014/main" id="{D512B4E7-0E5C-4DE9-BE2C-1F74A83B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224185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创新驱动</a:t>
            </a:r>
          </a:p>
        </p:txBody>
      </p:sp>
      <p:sp>
        <p:nvSpPr>
          <p:cNvPr id="167" name="hub-item-body-6">
            <a:extLst xmlns:a="http://schemas.openxmlformats.org/drawingml/2006/main">
              <a:ext uri="{FF2B5EF4-FFF2-40B4-BE49-F238E27FC236}">
                <a16:creationId xmlns:a16="http://schemas.microsoft.com/office/drawing/2014/main" id="{A57FA7E6-3360-4CAC-B92C-FE629718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567390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持续探索新的解决路径</a:t>
            </a:r>
          </a:p>
        </p:txBody>
      </p:sp>
      <p:sp>
        <p:nvSpPr>
          <p:cNvPr id="168" name="hub-item-title-7">
            <a:extLst xmlns:a="http://schemas.openxmlformats.org/drawingml/2006/main">
              <a:ext uri="{FF2B5EF4-FFF2-40B4-BE49-F238E27FC236}">
                <a16:creationId xmlns:a16="http://schemas.microsoft.com/office/drawing/2014/main" id="{CD07441F-5B6F-45DA-9630-43EAB4EF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418087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安全底座</a:t>
            </a:r>
          </a:p>
        </p:txBody>
      </p:sp>
      <p:sp>
        <p:nvSpPr>
          <p:cNvPr id="169" name="hub-item-body-7">
            <a:extLst xmlns:a="http://schemas.openxmlformats.org/drawingml/2006/main">
              <a:ext uri="{FF2B5EF4-FFF2-40B4-BE49-F238E27FC236}">
                <a16:creationId xmlns:a16="http://schemas.microsoft.com/office/drawing/2014/main" id="{A430D4A7-7D29-47E9-AB09-9AD8F6E57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761282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守住系统与数据安全边界</a:t>
            </a:r>
          </a:p>
        </p:txBody>
      </p:sp>
    </p:spTree>
    <p:extLst>
      <p:ext uri="{BB962C8B-B14F-4D97-AF65-F5344CB8AC3E}">
        <p14:creationId xmlns:p14="http://schemas.microsoft.com/office/powerpoint/2010/main" val="13896154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2026-08-24T02:18:06.0740000Z</dcterms:created>
  <dcterms:modified xsi:type="dcterms:W3CDTF">2026-08-24T02:18:06.0750000Z</dcterms:modified>
</coreProperties>
</file>