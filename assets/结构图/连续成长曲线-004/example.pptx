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bb306f5a1a4888" /><Relationship Type="http://schemas.openxmlformats.org/officeDocument/2006/relationships/extended-properties" Target="/docProps/app.xml" Id="R6035f1f75add4250" /><Relationship Type="http://schemas.openxmlformats.org/officeDocument/2006/relationships/officeDocument" Target="/ppt/presentation.xml" Id="R4d99797e91f34d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016119aa244cc9"/>
  </p:sldMasterIdLst>
  <p:notesMasterIdLst>
    <p:notesMasterId xmlns:r="http://schemas.openxmlformats.org/officeDocument/2006/relationships" r:id="R213f38052fd54697"/>
  </p:notesMasterIdLst>
  <p:sldIdLst>
    <p:sldId xmlns:r="http://schemas.openxmlformats.org/officeDocument/2006/relationships" id="256" r:id="R39d4d9b02ee748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48e55930794bd2" /><Relationship Type="http://schemas.openxmlformats.org/officeDocument/2006/relationships/slideMaster" Target="/ppt/slideMasters/slideMaster1.xml" Id="R73016119aa244cc9" /><Relationship Type="http://schemas.openxmlformats.org/officeDocument/2006/relationships/notesMaster" Target="/ppt/notesMasters/notesMaster1.xml" Id="R213f38052fd54697" /><Relationship Type="http://schemas.openxmlformats.org/officeDocument/2006/relationships/presProps" Target="/ppt/presProps.xml" Id="R86d0207265184981" /><Relationship Type="http://schemas.openxmlformats.org/officeDocument/2006/relationships/tableStyles" Target="/ppt/tableStyles.xml" Id="R94db062aa11d40f8" /><Relationship Type="http://schemas.openxmlformats.org/officeDocument/2006/relationships/slide" Target="/ppt/slides/slide1.xml" Id="R39d4d9b02ee748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c955f29a6041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  <a:effectStyle>
          <a:effectLst>
            <a:outerShdw blurRad="95250" dist="38100" dir="5400000">
              <a:srgbClr val="214A65">
                <a:alpha val="1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c4167aeaa84d4d" /><Relationship Type="http://schemas.openxmlformats.org/officeDocument/2006/relationships/notesMaster" Target="/ppt/notesMasters/notesMaster1.xml" Id="R3e9d00796d0940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b6aa81e9d44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d482eb1c194463" /><Relationship Type="http://schemas.openxmlformats.org/officeDocument/2006/relationships/slideLayout" Target="/ppt/slideLayouts/slideLayout1.xml" Id="Re32cf9eac2de4c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2cf9eac2de4c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  <a:effectStyle>
          <a:effectLst>
            <a:outerShdw blurRad="95250" dist="38100" dir="5400000">
              <a:srgbClr val="214A65">
                <a:alpha val="1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42bd6f75e47f3" /><Relationship Type="http://schemas.openxmlformats.org/officeDocument/2006/relationships/notesSlide" Target="/ppt/notesSlides/notesSlide1.xml" Id="Rd75c23365bbb4a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mountain-silhouette-base">
            <a:extLst xmlns:a="http://schemas.openxmlformats.org/drawingml/2006/main">
              <a:ext uri="{FF2B5EF4-FFF2-40B4-BE49-F238E27FC236}">
                <a16:creationId xmlns:a16="http://schemas.microsoft.com/office/drawing/2014/main" id="{CC79AAD1-7FD5-485E-90F6-0B12DBE3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2654722"/>
            <a:ext cx="10559977" cy="3307928"/>
          </a:xfrm>
          <a:custGeom xmlns:a="http://schemas.openxmlformats.org/drawingml/2006/main">
            <a:pathLst>
              <a:path w="10559977" h="3307928">
                <a:moveTo>
                  <a:pt x="0" y="3307928"/>
                </a:moveTo>
                <a:lnTo>
                  <a:pt x="97879" y="3246920"/>
                </a:lnTo>
                <a:lnTo>
                  <a:pt x="195767" y="3185922"/>
                </a:lnTo>
                <a:lnTo>
                  <a:pt x="293646" y="3124924"/>
                </a:lnTo>
                <a:lnTo>
                  <a:pt x="391525" y="3063926"/>
                </a:lnTo>
                <a:lnTo>
                  <a:pt x="489414" y="3002928"/>
                </a:lnTo>
                <a:lnTo>
                  <a:pt x="587292" y="2941930"/>
                </a:lnTo>
                <a:lnTo>
                  <a:pt x="689724" y="2888961"/>
                </a:lnTo>
                <a:lnTo>
                  <a:pt x="792366" y="2836354"/>
                </a:lnTo>
                <a:lnTo>
                  <a:pt x="899112" y="2809951"/>
                </a:lnTo>
                <a:lnTo>
                  <a:pt x="1012936" y="2828592"/>
                </a:lnTo>
                <a:lnTo>
                  <a:pt x="1126750" y="2847232"/>
                </a:lnTo>
                <a:lnTo>
                  <a:pt x="1240565" y="2865872"/>
                </a:lnTo>
                <a:lnTo>
                  <a:pt x="1354388" y="2884513"/>
                </a:lnTo>
                <a:lnTo>
                  <a:pt x="1468203" y="2903144"/>
                </a:lnTo>
                <a:lnTo>
                  <a:pt x="1581569" y="2923727"/>
                </a:lnTo>
                <a:lnTo>
                  <a:pt x="1692011" y="2956960"/>
                </a:lnTo>
                <a:lnTo>
                  <a:pt x="1802454" y="2990193"/>
                </a:lnTo>
                <a:lnTo>
                  <a:pt x="1912896" y="3023416"/>
                </a:lnTo>
                <a:lnTo>
                  <a:pt x="2023339" y="3056649"/>
                </a:lnTo>
                <a:lnTo>
                  <a:pt x="2120941" y="3055763"/>
                </a:lnTo>
                <a:lnTo>
                  <a:pt x="2182073" y="2957960"/>
                </a:lnTo>
                <a:lnTo>
                  <a:pt x="2243195" y="2860157"/>
                </a:lnTo>
                <a:lnTo>
                  <a:pt x="2304326" y="2762355"/>
                </a:lnTo>
                <a:lnTo>
                  <a:pt x="2365448" y="2664552"/>
                </a:lnTo>
                <a:lnTo>
                  <a:pt x="2426579" y="2566749"/>
                </a:lnTo>
                <a:lnTo>
                  <a:pt x="2487701" y="2468947"/>
                </a:lnTo>
                <a:lnTo>
                  <a:pt x="2548833" y="2371144"/>
                </a:lnTo>
                <a:lnTo>
                  <a:pt x="2609955" y="2273341"/>
                </a:lnTo>
                <a:lnTo>
                  <a:pt x="2691841" y="2200085"/>
                </a:lnTo>
                <a:lnTo>
                  <a:pt x="2798455" y="2156089"/>
                </a:lnTo>
                <a:lnTo>
                  <a:pt x="2905058" y="2112093"/>
                </a:lnTo>
                <a:lnTo>
                  <a:pt x="3011672" y="2068097"/>
                </a:lnTo>
                <a:lnTo>
                  <a:pt x="3118285" y="2024101"/>
                </a:lnTo>
                <a:lnTo>
                  <a:pt x="3224898" y="1980095"/>
                </a:lnTo>
                <a:lnTo>
                  <a:pt x="3326873" y="1967141"/>
                </a:lnTo>
                <a:lnTo>
                  <a:pt x="3415998" y="2040350"/>
                </a:lnTo>
                <a:lnTo>
                  <a:pt x="3505124" y="2113559"/>
                </a:lnTo>
                <a:lnTo>
                  <a:pt x="3594240" y="2186769"/>
                </a:lnTo>
                <a:lnTo>
                  <a:pt x="3683365" y="2259968"/>
                </a:lnTo>
                <a:lnTo>
                  <a:pt x="3772481" y="2333177"/>
                </a:lnTo>
                <a:lnTo>
                  <a:pt x="3854634" y="2414045"/>
                </a:lnTo>
                <a:lnTo>
                  <a:pt x="3935806" y="2495969"/>
                </a:lnTo>
                <a:lnTo>
                  <a:pt x="4006139" y="2517934"/>
                </a:lnTo>
                <a:lnTo>
                  <a:pt x="4053459" y="2412759"/>
                </a:lnTo>
                <a:lnTo>
                  <a:pt x="4100779" y="2307574"/>
                </a:lnTo>
                <a:lnTo>
                  <a:pt x="4148099" y="2202399"/>
                </a:lnTo>
                <a:lnTo>
                  <a:pt x="4195420" y="2097215"/>
                </a:lnTo>
                <a:lnTo>
                  <a:pt x="4244483" y="1992935"/>
                </a:lnTo>
                <a:lnTo>
                  <a:pt x="4302204" y="1893075"/>
                </a:lnTo>
                <a:lnTo>
                  <a:pt x="4359916" y="1793224"/>
                </a:lnTo>
                <a:lnTo>
                  <a:pt x="4417628" y="1693364"/>
                </a:lnTo>
                <a:lnTo>
                  <a:pt x="4475340" y="1593513"/>
                </a:lnTo>
                <a:lnTo>
                  <a:pt x="4533062" y="1493663"/>
                </a:lnTo>
                <a:lnTo>
                  <a:pt x="4590774" y="1393803"/>
                </a:lnTo>
                <a:lnTo>
                  <a:pt x="4648486" y="1293952"/>
                </a:lnTo>
                <a:lnTo>
                  <a:pt x="4706198" y="1194092"/>
                </a:lnTo>
                <a:lnTo>
                  <a:pt x="4788541" y="1243717"/>
                </a:lnTo>
                <a:lnTo>
                  <a:pt x="4875238" y="1319774"/>
                </a:lnTo>
                <a:lnTo>
                  <a:pt x="4961934" y="1395832"/>
                </a:lnTo>
                <a:lnTo>
                  <a:pt x="5048641" y="1471898"/>
                </a:lnTo>
                <a:lnTo>
                  <a:pt x="5135337" y="1547955"/>
                </a:lnTo>
                <a:lnTo>
                  <a:pt x="5222034" y="1624022"/>
                </a:lnTo>
                <a:lnTo>
                  <a:pt x="5308730" y="1700079"/>
                </a:lnTo>
                <a:lnTo>
                  <a:pt x="5395436" y="1776136"/>
                </a:lnTo>
                <a:lnTo>
                  <a:pt x="5482133" y="1852203"/>
                </a:lnTo>
                <a:lnTo>
                  <a:pt x="5591718" y="1883864"/>
                </a:lnTo>
                <a:lnTo>
                  <a:pt x="5703961" y="1910372"/>
                </a:lnTo>
                <a:lnTo>
                  <a:pt x="5816213" y="1936871"/>
                </a:lnTo>
                <a:lnTo>
                  <a:pt x="5928455" y="1963369"/>
                </a:lnTo>
                <a:lnTo>
                  <a:pt x="6040707" y="1989877"/>
                </a:lnTo>
                <a:lnTo>
                  <a:pt x="6152950" y="2016376"/>
                </a:lnTo>
                <a:lnTo>
                  <a:pt x="6230817" y="1949110"/>
                </a:lnTo>
                <a:lnTo>
                  <a:pt x="6299330" y="1856337"/>
                </a:lnTo>
                <a:lnTo>
                  <a:pt x="6367844" y="1763554"/>
                </a:lnTo>
                <a:lnTo>
                  <a:pt x="6436347" y="1670771"/>
                </a:lnTo>
                <a:lnTo>
                  <a:pt x="6504861" y="1577997"/>
                </a:lnTo>
                <a:lnTo>
                  <a:pt x="6573374" y="1485214"/>
                </a:lnTo>
                <a:lnTo>
                  <a:pt x="6641887" y="1392431"/>
                </a:lnTo>
                <a:lnTo>
                  <a:pt x="6710401" y="1299658"/>
                </a:lnTo>
                <a:lnTo>
                  <a:pt x="6778904" y="1206875"/>
                </a:lnTo>
                <a:lnTo>
                  <a:pt x="6866068" y="1131741"/>
                </a:lnTo>
                <a:lnTo>
                  <a:pt x="6954936" y="1058228"/>
                </a:lnTo>
                <a:lnTo>
                  <a:pt x="7043804" y="984714"/>
                </a:lnTo>
                <a:lnTo>
                  <a:pt x="7132672" y="911200"/>
                </a:lnTo>
                <a:lnTo>
                  <a:pt x="7221541" y="837695"/>
                </a:lnTo>
                <a:lnTo>
                  <a:pt x="7310409" y="764181"/>
                </a:lnTo>
                <a:lnTo>
                  <a:pt x="7399277" y="690667"/>
                </a:lnTo>
                <a:lnTo>
                  <a:pt x="7488145" y="617153"/>
                </a:lnTo>
                <a:lnTo>
                  <a:pt x="7577014" y="543639"/>
                </a:lnTo>
                <a:lnTo>
                  <a:pt x="7648908" y="612629"/>
                </a:lnTo>
                <a:lnTo>
                  <a:pt x="7718031" y="704955"/>
                </a:lnTo>
                <a:lnTo>
                  <a:pt x="7787145" y="797281"/>
                </a:lnTo>
                <a:lnTo>
                  <a:pt x="7856268" y="889606"/>
                </a:lnTo>
                <a:lnTo>
                  <a:pt x="7925381" y="981942"/>
                </a:lnTo>
                <a:lnTo>
                  <a:pt x="7994504" y="1074268"/>
                </a:lnTo>
                <a:lnTo>
                  <a:pt x="8063617" y="1166593"/>
                </a:lnTo>
                <a:lnTo>
                  <a:pt x="8132740" y="1258919"/>
                </a:lnTo>
                <a:lnTo>
                  <a:pt x="8201863" y="1351255"/>
                </a:lnTo>
                <a:lnTo>
                  <a:pt x="8283778" y="1430712"/>
                </a:lnTo>
                <a:lnTo>
                  <a:pt x="8376456" y="1499359"/>
                </a:lnTo>
                <a:lnTo>
                  <a:pt x="8469135" y="1568015"/>
                </a:lnTo>
                <a:lnTo>
                  <a:pt x="8551021" y="1558204"/>
                </a:lnTo>
                <a:lnTo>
                  <a:pt x="8621725" y="1467079"/>
                </a:lnTo>
                <a:lnTo>
                  <a:pt x="8692429" y="1375953"/>
                </a:lnTo>
                <a:lnTo>
                  <a:pt x="8763124" y="1284837"/>
                </a:lnTo>
                <a:lnTo>
                  <a:pt x="8830799" y="1191825"/>
                </a:lnTo>
                <a:lnTo>
                  <a:pt x="8881710" y="1088327"/>
                </a:lnTo>
                <a:lnTo>
                  <a:pt x="8932612" y="984837"/>
                </a:lnTo>
                <a:lnTo>
                  <a:pt x="8983513" y="881348"/>
                </a:lnTo>
                <a:lnTo>
                  <a:pt x="9034424" y="777859"/>
                </a:lnTo>
                <a:lnTo>
                  <a:pt x="9085336" y="674370"/>
                </a:lnTo>
                <a:lnTo>
                  <a:pt x="9136237" y="570871"/>
                </a:lnTo>
                <a:lnTo>
                  <a:pt x="9187148" y="467382"/>
                </a:lnTo>
                <a:lnTo>
                  <a:pt x="9238050" y="363893"/>
                </a:lnTo>
                <a:lnTo>
                  <a:pt x="9288961" y="260404"/>
                </a:lnTo>
                <a:lnTo>
                  <a:pt x="9339863" y="156915"/>
                </a:lnTo>
                <a:lnTo>
                  <a:pt x="9390774" y="53416"/>
                </a:lnTo>
                <a:lnTo>
                  <a:pt x="9437684" y="0"/>
                </a:lnTo>
                <a:lnTo>
                  <a:pt x="9471574" y="110242"/>
                </a:lnTo>
                <a:lnTo>
                  <a:pt x="9505464" y="220485"/>
                </a:lnTo>
                <a:lnTo>
                  <a:pt x="9539354" y="330727"/>
                </a:lnTo>
                <a:lnTo>
                  <a:pt x="9573235" y="440969"/>
                </a:lnTo>
                <a:lnTo>
                  <a:pt x="9607125" y="551212"/>
                </a:lnTo>
                <a:lnTo>
                  <a:pt x="9641015" y="661454"/>
                </a:lnTo>
                <a:lnTo>
                  <a:pt x="9674904" y="771696"/>
                </a:lnTo>
                <a:lnTo>
                  <a:pt x="9708785" y="881939"/>
                </a:lnTo>
                <a:lnTo>
                  <a:pt x="9744961" y="991429"/>
                </a:lnTo>
                <a:lnTo>
                  <a:pt x="9783775" y="1100033"/>
                </a:lnTo>
                <a:lnTo>
                  <a:pt x="9822580" y="1208646"/>
                </a:lnTo>
                <a:lnTo>
                  <a:pt x="9861394" y="1317250"/>
                </a:lnTo>
                <a:lnTo>
                  <a:pt x="9900199" y="1425854"/>
                </a:lnTo>
                <a:lnTo>
                  <a:pt x="9939014" y="1534468"/>
                </a:lnTo>
                <a:lnTo>
                  <a:pt x="9977828" y="1643072"/>
                </a:lnTo>
                <a:lnTo>
                  <a:pt x="10016633" y="1751676"/>
                </a:lnTo>
                <a:lnTo>
                  <a:pt x="10055447" y="1860290"/>
                </a:lnTo>
                <a:lnTo>
                  <a:pt x="10094252" y="1968894"/>
                </a:lnTo>
                <a:lnTo>
                  <a:pt x="10133066" y="2077498"/>
                </a:lnTo>
                <a:lnTo>
                  <a:pt x="10171881" y="2186111"/>
                </a:lnTo>
                <a:lnTo>
                  <a:pt x="10210686" y="2294715"/>
                </a:lnTo>
                <a:lnTo>
                  <a:pt x="10249500" y="2403329"/>
                </a:lnTo>
                <a:lnTo>
                  <a:pt x="10288305" y="2511933"/>
                </a:lnTo>
                <a:lnTo>
                  <a:pt x="10327119" y="2620547"/>
                </a:lnTo>
                <a:lnTo>
                  <a:pt x="10365924" y="2729151"/>
                </a:lnTo>
                <a:lnTo>
                  <a:pt x="10404739" y="2837755"/>
                </a:lnTo>
                <a:lnTo>
                  <a:pt x="10443553" y="2946368"/>
                </a:lnTo>
                <a:lnTo>
                  <a:pt x="10482358" y="3054972"/>
                </a:lnTo>
                <a:lnTo>
                  <a:pt x="10521172" y="3163576"/>
                </a:lnTo>
                <a:lnTo>
                  <a:pt x="10559977" y="3272190"/>
                </a:lnTo>
                <a:lnTo>
                  <a:pt x="10495369" y="3307928"/>
                </a:lnTo>
                <a:lnTo>
                  <a:pt x="10380031" y="3307928"/>
                </a:lnTo>
                <a:lnTo>
                  <a:pt x="10264702" y="3307928"/>
                </a:lnTo>
                <a:lnTo>
                  <a:pt x="10149364" y="3307928"/>
                </a:lnTo>
                <a:lnTo>
                  <a:pt x="10034035" y="3307928"/>
                </a:lnTo>
                <a:lnTo>
                  <a:pt x="9918697" y="3307928"/>
                </a:lnTo>
                <a:lnTo>
                  <a:pt x="9803359" y="3307928"/>
                </a:lnTo>
                <a:lnTo>
                  <a:pt x="9688030" y="3307928"/>
                </a:lnTo>
                <a:lnTo>
                  <a:pt x="9572692" y="3307928"/>
                </a:lnTo>
                <a:lnTo>
                  <a:pt x="9457363" y="3307928"/>
                </a:lnTo>
                <a:lnTo>
                  <a:pt x="9342025" y="3307928"/>
                </a:lnTo>
                <a:lnTo>
                  <a:pt x="9226696" y="3307928"/>
                </a:lnTo>
                <a:lnTo>
                  <a:pt x="9111358" y="3307928"/>
                </a:lnTo>
                <a:lnTo>
                  <a:pt x="8996029" y="3307928"/>
                </a:lnTo>
                <a:lnTo>
                  <a:pt x="8880691" y="3307928"/>
                </a:lnTo>
                <a:lnTo>
                  <a:pt x="8765362" y="3307928"/>
                </a:lnTo>
                <a:lnTo>
                  <a:pt x="8650024" y="3307928"/>
                </a:lnTo>
                <a:lnTo>
                  <a:pt x="8534695" y="3307928"/>
                </a:lnTo>
                <a:lnTo>
                  <a:pt x="8419357" y="3307928"/>
                </a:lnTo>
                <a:lnTo>
                  <a:pt x="8304028" y="3307928"/>
                </a:lnTo>
                <a:lnTo>
                  <a:pt x="8188690" y="3307928"/>
                </a:lnTo>
                <a:lnTo>
                  <a:pt x="8073361" y="3307928"/>
                </a:lnTo>
                <a:lnTo>
                  <a:pt x="7958023" y="3307928"/>
                </a:lnTo>
                <a:lnTo>
                  <a:pt x="7842695" y="3307928"/>
                </a:lnTo>
                <a:lnTo>
                  <a:pt x="7727356" y="3307928"/>
                </a:lnTo>
                <a:lnTo>
                  <a:pt x="7612028" y="3307928"/>
                </a:lnTo>
                <a:lnTo>
                  <a:pt x="7496689" y="3307928"/>
                </a:lnTo>
                <a:lnTo>
                  <a:pt x="7381361" y="3307928"/>
                </a:lnTo>
                <a:lnTo>
                  <a:pt x="7266022" y="3307928"/>
                </a:lnTo>
                <a:lnTo>
                  <a:pt x="7150694" y="3307928"/>
                </a:lnTo>
                <a:lnTo>
                  <a:pt x="7035356" y="3307928"/>
                </a:lnTo>
                <a:lnTo>
                  <a:pt x="6920017" y="3307928"/>
                </a:lnTo>
                <a:lnTo>
                  <a:pt x="6804689" y="3307928"/>
                </a:lnTo>
                <a:lnTo>
                  <a:pt x="6689350" y="3307928"/>
                </a:lnTo>
                <a:lnTo>
                  <a:pt x="6574022" y="3307928"/>
                </a:lnTo>
                <a:lnTo>
                  <a:pt x="6458683" y="3307928"/>
                </a:lnTo>
                <a:lnTo>
                  <a:pt x="6343355" y="3307928"/>
                </a:lnTo>
                <a:lnTo>
                  <a:pt x="6228017" y="3307928"/>
                </a:lnTo>
                <a:lnTo>
                  <a:pt x="6112688" y="3307928"/>
                </a:lnTo>
                <a:lnTo>
                  <a:pt x="5997350" y="3307928"/>
                </a:lnTo>
                <a:lnTo>
                  <a:pt x="5882021" y="3307928"/>
                </a:lnTo>
                <a:lnTo>
                  <a:pt x="5766683" y="3307928"/>
                </a:lnTo>
                <a:lnTo>
                  <a:pt x="5651354" y="3307928"/>
                </a:lnTo>
                <a:lnTo>
                  <a:pt x="5536016" y="3307928"/>
                </a:lnTo>
                <a:lnTo>
                  <a:pt x="5420687" y="3307928"/>
                </a:lnTo>
                <a:lnTo>
                  <a:pt x="5305349" y="3307928"/>
                </a:lnTo>
                <a:lnTo>
                  <a:pt x="5190020" y="3307928"/>
                </a:lnTo>
                <a:lnTo>
                  <a:pt x="5074682" y="3307928"/>
                </a:lnTo>
                <a:lnTo>
                  <a:pt x="4959353" y="3307928"/>
                </a:lnTo>
                <a:lnTo>
                  <a:pt x="4844015" y="3307928"/>
                </a:lnTo>
                <a:lnTo>
                  <a:pt x="4728686" y="3307928"/>
                </a:lnTo>
                <a:lnTo>
                  <a:pt x="4613348" y="3307928"/>
                </a:lnTo>
                <a:lnTo>
                  <a:pt x="4498010" y="3307928"/>
                </a:lnTo>
                <a:lnTo>
                  <a:pt x="4382681" y="3307928"/>
                </a:lnTo>
                <a:lnTo>
                  <a:pt x="4267343" y="3307928"/>
                </a:lnTo>
                <a:lnTo>
                  <a:pt x="4152014" y="3307928"/>
                </a:lnTo>
                <a:lnTo>
                  <a:pt x="4036676" y="3307928"/>
                </a:lnTo>
                <a:lnTo>
                  <a:pt x="3921347" y="3307928"/>
                </a:lnTo>
                <a:lnTo>
                  <a:pt x="3806009" y="3307928"/>
                </a:lnTo>
                <a:lnTo>
                  <a:pt x="3690680" y="3307928"/>
                </a:lnTo>
                <a:lnTo>
                  <a:pt x="3575342" y="3307928"/>
                </a:lnTo>
                <a:lnTo>
                  <a:pt x="3460013" y="3307928"/>
                </a:lnTo>
                <a:lnTo>
                  <a:pt x="3344675" y="3307928"/>
                </a:lnTo>
                <a:lnTo>
                  <a:pt x="3229346" y="3307928"/>
                </a:lnTo>
                <a:lnTo>
                  <a:pt x="3114008" y="3307928"/>
                </a:lnTo>
                <a:lnTo>
                  <a:pt x="2998680" y="3307928"/>
                </a:lnTo>
                <a:lnTo>
                  <a:pt x="2883341" y="3307928"/>
                </a:lnTo>
                <a:lnTo>
                  <a:pt x="2768003" y="3307928"/>
                </a:lnTo>
                <a:lnTo>
                  <a:pt x="2652674" y="3307928"/>
                </a:lnTo>
                <a:lnTo>
                  <a:pt x="2537336" y="3307928"/>
                </a:lnTo>
                <a:lnTo>
                  <a:pt x="2422007" y="3307928"/>
                </a:lnTo>
                <a:lnTo>
                  <a:pt x="2306669" y="3307928"/>
                </a:lnTo>
                <a:lnTo>
                  <a:pt x="2191341" y="3307928"/>
                </a:lnTo>
                <a:lnTo>
                  <a:pt x="2076002" y="3307928"/>
                </a:lnTo>
                <a:lnTo>
                  <a:pt x="1960674" y="3307928"/>
                </a:lnTo>
                <a:lnTo>
                  <a:pt x="1845335" y="3307928"/>
                </a:lnTo>
                <a:lnTo>
                  <a:pt x="1730007" y="3307928"/>
                </a:lnTo>
                <a:lnTo>
                  <a:pt x="1614668" y="3307928"/>
                </a:lnTo>
                <a:lnTo>
                  <a:pt x="1499340" y="3307928"/>
                </a:lnTo>
                <a:lnTo>
                  <a:pt x="1384002" y="3307928"/>
                </a:lnTo>
                <a:lnTo>
                  <a:pt x="1268673" y="3307928"/>
                </a:lnTo>
                <a:lnTo>
                  <a:pt x="1153335" y="3307928"/>
                </a:lnTo>
                <a:lnTo>
                  <a:pt x="1038006" y="3307928"/>
                </a:lnTo>
                <a:lnTo>
                  <a:pt x="922668" y="3307928"/>
                </a:lnTo>
                <a:lnTo>
                  <a:pt x="807339" y="3307928"/>
                </a:lnTo>
                <a:lnTo>
                  <a:pt x="692001" y="3307928"/>
                </a:lnTo>
                <a:lnTo>
                  <a:pt x="576672" y="3307928"/>
                </a:lnTo>
                <a:lnTo>
                  <a:pt x="461334" y="3307928"/>
                </a:lnTo>
                <a:lnTo>
                  <a:pt x="346005" y="3307928"/>
                </a:lnTo>
                <a:lnTo>
                  <a:pt x="230667" y="3307928"/>
                </a:lnTo>
                <a:lnTo>
                  <a:pt x="115338" y="3307928"/>
                </a:lnTo>
                <a:lnTo>
                  <a:pt x="0" y="3307928"/>
                </a:lnTo>
              </a:path>
            </a:pathLst>
          </a:custGeom>
          <a:solidFill xmlns:a="http://schemas.openxmlformats.org/drawingml/2006/main">
            <a:srgbClr val="D4E0E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mountain-1-light-face">
            <a:extLst xmlns:a="http://schemas.openxmlformats.org/drawingml/2006/main">
              <a:ext uri="{FF2B5EF4-FFF2-40B4-BE49-F238E27FC236}">
                <a16:creationId xmlns:a16="http://schemas.microsoft.com/office/drawing/2014/main" id="{2C2F24E2-55A6-4B8A-8D61-2E22BA3E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5462035"/>
            <a:ext cx="964387" cy="500615"/>
          </a:xfrm>
          <a:custGeom xmlns:a="http://schemas.openxmlformats.org/drawingml/2006/main">
            <a:pathLst>
              <a:path w="964387" h="500615">
                <a:moveTo>
                  <a:pt x="0" y="500615"/>
                </a:moveTo>
                <a:lnTo>
                  <a:pt x="16097" y="490576"/>
                </a:lnTo>
                <a:lnTo>
                  <a:pt x="32195" y="480546"/>
                </a:lnTo>
                <a:lnTo>
                  <a:pt x="48292" y="470516"/>
                </a:lnTo>
                <a:lnTo>
                  <a:pt x="64389" y="460486"/>
                </a:lnTo>
                <a:lnTo>
                  <a:pt x="80486" y="450447"/>
                </a:lnTo>
                <a:lnTo>
                  <a:pt x="96584" y="440417"/>
                </a:lnTo>
                <a:lnTo>
                  <a:pt x="112690" y="430387"/>
                </a:lnTo>
                <a:lnTo>
                  <a:pt x="128788" y="420357"/>
                </a:lnTo>
                <a:lnTo>
                  <a:pt x="144885" y="410318"/>
                </a:lnTo>
                <a:lnTo>
                  <a:pt x="160982" y="400288"/>
                </a:lnTo>
                <a:lnTo>
                  <a:pt x="177079" y="390258"/>
                </a:lnTo>
                <a:lnTo>
                  <a:pt x="193177" y="380228"/>
                </a:lnTo>
                <a:lnTo>
                  <a:pt x="209274" y="370189"/>
                </a:lnTo>
                <a:lnTo>
                  <a:pt x="225371" y="360159"/>
                </a:lnTo>
                <a:lnTo>
                  <a:pt x="241468" y="350129"/>
                </a:lnTo>
                <a:lnTo>
                  <a:pt x="257566" y="340100"/>
                </a:lnTo>
                <a:lnTo>
                  <a:pt x="273663" y="330070"/>
                </a:lnTo>
                <a:lnTo>
                  <a:pt x="289760" y="320030"/>
                </a:lnTo>
                <a:lnTo>
                  <a:pt x="305867" y="310001"/>
                </a:lnTo>
                <a:lnTo>
                  <a:pt x="321964" y="299971"/>
                </a:lnTo>
                <a:lnTo>
                  <a:pt x="338061" y="289941"/>
                </a:lnTo>
                <a:lnTo>
                  <a:pt x="354159" y="279902"/>
                </a:lnTo>
                <a:lnTo>
                  <a:pt x="370256" y="269872"/>
                </a:lnTo>
                <a:lnTo>
                  <a:pt x="386353" y="259842"/>
                </a:lnTo>
                <a:lnTo>
                  <a:pt x="402450" y="249812"/>
                </a:lnTo>
                <a:lnTo>
                  <a:pt x="418548" y="239773"/>
                </a:lnTo>
                <a:lnTo>
                  <a:pt x="434645" y="229743"/>
                </a:lnTo>
                <a:lnTo>
                  <a:pt x="450742" y="219713"/>
                </a:lnTo>
                <a:lnTo>
                  <a:pt x="466839" y="209683"/>
                </a:lnTo>
                <a:lnTo>
                  <a:pt x="482937" y="199644"/>
                </a:lnTo>
                <a:lnTo>
                  <a:pt x="499043" y="189614"/>
                </a:lnTo>
                <a:lnTo>
                  <a:pt x="515141" y="179584"/>
                </a:lnTo>
                <a:lnTo>
                  <a:pt x="531238" y="169555"/>
                </a:lnTo>
                <a:lnTo>
                  <a:pt x="547335" y="159515"/>
                </a:lnTo>
                <a:lnTo>
                  <a:pt x="563432" y="149485"/>
                </a:lnTo>
                <a:lnTo>
                  <a:pt x="579530" y="139456"/>
                </a:lnTo>
                <a:lnTo>
                  <a:pt x="595827" y="129778"/>
                </a:lnTo>
                <a:lnTo>
                  <a:pt x="612705" y="121129"/>
                </a:lnTo>
                <a:lnTo>
                  <a:pt x="629583" y="112471"/>
                </a:lnTo>
                <a:lnTo>
                  <a:pt x="646471" y="103823"/>
                </a:lnTo>
                <a:lnTo>
                  <a:pt x="663350" y="95174"/>
                </a:lnTo>
                <a:lnTo>
                  <a:pt x="680228" y="86516"/>
                </a:lnTo>
                <a:lnTo>
                  <a:pt x="697106" y="77867"/>
                </a:lnTo>
                <a:lnTo>
                  <a:pt x="713984" y="69218"/>
                </a:lnTo>
                <a:lnTo>
                  <a:pt x="730872" y="60560"/>
                </a:lnTo>
                <a:lnTo>
                  <a:pt x="747751" y="51911"/>
                </a:lnTo>
                <a:lnTo>
                  <a:pt x="764629" y="43263"/>
                </a:lnTo>
                <a:lnTo>
                  <a:pt x="781507" y="34604"/>
                </a:lnTo>
                <a:lnTo>
                  <a:pt x="798385" y="25956"/>
                </a:lnTo>
                <a:lnTo>
                  <a:pt x="815273" y="17307"/>
                </a:lnTo>
                <a:lnTo>
                  <a:pt x="832152" y="8649"/>
                </a:lnTo>
                <a:lnTo>
                  <a:pt x="849030" y="0"/>
                </a:lnTo>
                <a:lnTo>
                  <a:pt x="859679" y="5210"/>
                </a:lnTo>
                <a:lnTo>
                  <a:pt x="864413" y="23574"/>
                </a:lnTo>
                <a:lnTo>
                  <a:pt x="869147" y="41948"/>
                </a:lnTo>
                <a:lnTo>
                  <a:pt x="873881" y="60312"/>
                </a:lnTo>
                <a:lnTo>
                  <a:pt x="878615" y="78677"/>
                </a:lnTo>
                <a:lnTo>
                  <a:pt x="883349" y="97050"/>
                </a:lnTo>
                <a:lnTo>
                  <a:pt x="888092" y="115414"/>
                </a:lnTo>
                <a:lnTo>
                  <a:pt x="892826" y="133779"/>
                </a:lnTo>
                <a:lnTo>
                  <a:pt x="897560" y="152152"/>
                </a:lnTo>
                <a:lnTo>
                  <a:pt x="902294" y="170517"/>
                </a:lnTo>
                <a:lnTo>
                  <a:pt x="907028" y="188881"/>
                </a:lnTo>
                <a:lnTo>
                  <a:pt x="911762" y="207254"/>
                </a:lnTo>
                <a:lnTo>
                  <a:pt x="916496" y="225619"/>
                </a:lnTo>
                <a:lnTo>
                  <a:pt x="921229" y="243992"/>
                </a:lnTo>
                <a:lnTo>
                  <a:pt x="925963" y="262357"/>
                </a:lnTo>
                <a:lnTo>
                  <a:pt x="930697" y="280721"/>
                </a:lnTo>
                <a:lnTo>
                  <a:pt x="935431" y="299095"/>
                </a:lnTo>
                <a:lnTo>
                  <a:pt x="940175" y="317459"/>
                </a:lnTo>
                <a:lnTo>
                  <a:pt x="944909" y="335823"/>
                </a:lnTo>
                <a:lnTo>
                  <a:pt x="949643" y="354197"/>
                </a:lnTo>
                <a:lnTo>
                  <a:pt x="954376" y="372561"/>
                </a:lnTo>
                <a:lnTo>
                  <a:pt x="959110" y="390935"/>
                </a:lnTo>
                <a:lnTo>
                  <a:pt x="963844" y="409299"/>
                </a:lnTo>
                <a:lnTo>
                  <a:pt x="964387" y="424672"/>
                </a:lnTo>
                <a:lnTo>
                  <a:pt x="945480" y="426168"/>
                </a:lnTo>
                <a:lnTo>
                  <a:pt x="926573" y="427653"/>
                </a:lnTo>
                <a:lnTo>
                  <a:pt x="907666" y="429139"/>
                </a:lnTo>
                <a:lnTo>
                  <a:pt x="888749" y="430635"/>
                </a:lnTo>
                <a:lnTo>
                  <a:pt x="869842" y="432121"/>
                </a:lnTo>
                <a:lnTo>
                  <a:pt x="850935" y="433607"/>
                </a:lnTo>
                <a:lnTo>
                  <a:pt x="832018" y="435102"/>
                </a:lnTo>
                <a:lnTo>
                  <a:pt x="813111" y="436588"/>
                </a:lnTo>
                <a:lnTo>
                  <a:pt x="794204" y="438074"/>
                </a:lnTo>
                <a:lnTo>
                  <a:pt x="775297" y="439560"/>
                </a:lnTo>
                <a:lnTo>
                  <a:pt x="756380" y="441055"/>
                </a:lnTo>
                <a:lnTo>
                  <a:pt x="737473" y="442541"/>
                </a:lnTo>
                <a:lnTo>
                  <a:pt x="718566" y="444027"/>
                </a:lnTo>
                <a:lnTo>
                  <a:pt x="699659" y="445522"/>
                </a:lnTo>
                <a:lnTo>
                  <a:pt x="680742" y="447008"/>
                </a:lnTo>
                <a:lnTo>
                  <a:pt x="661835" y="448494"/>
                </a:lnTo>
                <a:lnTo>
                  <a:pt x="642928" y="449990"/>
                </a:lnTo>
                <a:lnTo>
                  <a:pt x="624021" y="451475"/>
                </a:lnTo>
                <a:lnTo>
                  <a:pt x="605104" y="452961"/>
                </a:lnTo>
                <a:lnTo>
                  <a:pt x="586197" y="454457"/>
                </a:lnTo>
                <a:lnTo>
                  <a:pt x="567290" y="455943"/>
                </a:lnTo>
                <a:lnTo>
                  <a:pt x="548383" y="457429"/>
                </a:lnTo>
                <a:lnTo>
                  <a:pt x="529466" y="458924"/>
                </a:lnTo>
                <a:lnTo>
                  <a:pt x="510559" y="460410"/>
                </a:lnTo>
                <a:lnTo>
                  <a:pt x="491652" y="461896"/>
                </a:lnTo>
                <a:lnTo>
                  <a:pt x="472745" y="463391"/>
                </a:lnTo>
                <a:lnTo>
                  <a:pt x="453828" y="464877"/>
                </a:lnTo>
                <a:lnTo>
                  <a:pt x="434921" y="466363"/>
                </a:lnTo>
                <a:lnTo>
                  <a:pt x="416014" y="467858"/>
                </a:lnTo>
                <a:lnTo>
                  <a:pt x="397097" y="469344"/>
                </a:lnTo>
                <a:lnTo>
                  <a:pt x="378190" y="470830"/>
                </a:lnTo>
                <a:lnTo>
                  <a:pt x="359283" y="472326"/>
                </a:lnTo>
                <a:lnTo>
                  <a:pt x="340376" y="473812"/>
                </a:lnTo>
                <a:lnTo>
                  <a:pt x="321459" y="475298"/>
                </a:lnTo>
                <a:lnTo>
                  <a:pt x="302552" y="476783"/>
                </a:lnTo>
                <a:lnTo>
                  <a:pt x="283645" y="478279"/>
                </a:lnTo>
                <a:lnTo>
                  <a:pt x="264738" y="479765"/>
                </a:lnTo>
                <a:lnTo>
                  <a:pt x="245821" y="481251"/>
                </a:lnTo>
                <a:lnTo>
                  <a:pt x="226914" y="482746"/>
                </a:lnTo>
                <a:lnTo>
                  <a:pt x="208007" y="484232"/>
                </a:lnTo>
                <a:lnTo>
                  <a:pt x="189100" y="485718"/>
                </a:lnTo>
                <a:lnTo>
                  <a:pt x="170183" y="487213"/>
                </a:lnTo>
                <a:lnTo>
                  <a:pt x="151276" y="488699"/>
                </a:lnTo>
                <a:lnTo>
                  <a:pt x="132369" y="490185"/>
                </a:lnTo>
                <a:lnTo>
                  <a:pt x="113462" y="491681"/>
                </a:lnTo>
                <a:lnTo>
                  <a:pt x="94545" y="493166"/>
                </a:lnTo>
                <a:lnTo>
                  <a:pt x="75638" y="494652"/>
                </a:lnTo>
                <a:lnTo>
                  <a:pt x="56731" y="496148"/>
                </a:lnTo>
                <a:lnTo>
                  <a:pt x="37824" y="497634"/>
                </a:lnTo>
                <a:lnTo>
                  <a:pt x="18907" y="499120"/>
                </a:lnTo>
                <a:lnTo>
                  <a:pt x="0" y="500615"/>
                </a:lnTo>
              </a:path>
            </a:pathLst>
          </a:custGeom>
          <a:solidFill xmlns:a="http://schemas.openxmlformats.org/drawingml/2006/main">
            <a:srgbClr val="DCE7EC">
              <a:alpha val="9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mountain-1-shade-face">
            <a:extLst xmlns:a="http://schemas.openxmlformats.org/drawingml/2006/main">
              <a:ext uri="{FF2B5EF4-FFF2-40B4-BE49-F238E27FC236}">
                <a16:creationId xmlns:a16="http://schemas.microsoft.com/office/drawing/2014/main" id="{D9C19D36-576A-41A1-BF3F-AECF5C35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473" y="5459825"/>
            <a:ext cx="1246127" cy="502672"/>
          </a:xfrm>
          <a:custGeom xmlns:a="http://schemas.openxmlformats.org/drawingml/2006/main">
            <a:pathLst>
              <a:path w="1246127" h="502672">
                <a:moveTo>
                  <a:pt x="108842" y="426625"/>
                </a:moveTo>
                <a:lnTo>
                  <a:pt x="104108" y="408270"/>
                </a:lnTo>
                <a:lnTo>
                  <a:pt x="99384" y="389906"/>
                </a:lnTo>
                <a:lnTo>
                  <a:pt x="94650" y="371551"/>
                </a:lnTo>
                <a:lnTo>
                  <a:pt x="89916" y="353197"/>
                </a:lnTo>
                <a:lnTo>
                  <a:pt x="85182" y="334832"/>
                </a:lnTo>
                <a:lnTo>
                  <a:pt x="80448" y="316478"/>
                </a:lnTo>
                <a:lnTo>
                  <a:pt x="75714" y="298123"/>
                </a:lnTo>
                <a:lnTo>
                  <a:pt x="70990" y="279759"/>
                </a:lnTo>
                <a:lnTo>
                  <a:pt x="66256" y="261404"/>
                </a:lnTo>
                <a:lnTo>
                  <a:pt x="61522" y="243040"/>
                </a:lnTo>
                <a:lnTo>
                  <a:pt x="56788" y="224685"/>
                </a:lnTo>
                <a:lnTo>
                  <a:pt x="52054" y="206331"/>
                </a:lnTo>
                <a:lnTo>
                  <a:pt x="47320" y="187966"/>
                </a:lnTo>
                <a:lnTo>
                  <a:pt x="42596" y="169612"/>
                </a:lnTo>
                <a:lnTo>
                  <a:pt x="37862" y="151247"/>
                </a:lnTo>
                <a:lnTo>
                  <a:pt x="33128" y="132893"/>
                </a:lnTo>
                <a:lnTo>
                  <a:pt x="28394" y="114538"/>
                </a:lnTo>
                <a:lnTo>
                  <a:pt x="23660" y="96174"/>
                </a:lnTo>
                <a:lnTo>
                  <a:pt x="18926" y="77819"/>
                </a:lnTo>
                <a:lnTo>
                  <a:pt x="14202" y="59465"/>
                </a:lnTo>
                <a:lnTo>
                  <a:pt x="9468" y="41100"/>
                </a:lnTo>
                <a:lnTo>
                  <a:pt x="4734" y="22746"/>
                </a:lnTo>
                <a:lnTo>
                  <a:pt x="0" y="4382"/>
                </a:lnTo>
                <a:lnTo>
                  <a:pt x="10554" y="0"/>
                </a:lnTo>
                <a:lnTo>
                  <a:pt x="29270" y="3067"/>
                </a:lnTo>
                <a:lnTo>
                  <a:pt x="47977" y="6125"/>
                </a:lnTo>
                <a:lnTo>
                  <a:pt x="66685" y="9192"/>
                </a:lnTo>
                <a:lnTo>
                  <a:pt x="85392" y="12259"/>
                </a:lnTo>
                <a:lnTo>
                  <a:pt x="104108" y="15316"/>
                </a:lnTo>
                <a:lnTo>
                  <a:pt x="122815" y="18383"/>
                </a:lnTo>
                <a:lnTo>
                  <a:pt x="141522" y="21450"/>
                </a:lnTo>
                <a:lnTo>
                  <a:pt x="160230" y="24508"/>
                </a:lnTo>
                <a:lnTo>
                  <a:pt x="178937" y="27575"/>
                </a:lnTo>
                <a:lnTo>
                  <a:pt x="197653" y="30642"/>
                </a:lnTo>
                <a:lnTo>
                  <a:pt x="216360" y="33699"/>
                </a:lnTo>
                <a:lnTo>
                  <a:pt x="235067" y="36767"/>
                </a:lnTo>
                <a:lnTo>
                  <a:pt x="253775" y="39834"/>
                </a:lnTo>
                <a:lnTo>
                  <a:pt x="272491" y="42891"/>
                </a:lnTo>
                <a:lnTo>
                  <a:pt x="291198" y="45958"/>
                </a:lnTo>
                <a:lnTo>
                  <a:pt x="309905" y="49025"/>
                </a:lnTo>
                <a:lnTo>
                  <a:pt x="328613" y="52083"/>
                </a:lnTo>
                <a:lnTo>
                  <a:pt x="347320" y="55150"/>
                </a:lnTo>
                <a:lnTo>
                  <a:pt x="366036" y="58217"/>
                </a:lnTo>
                <a:lnTo>
                  <a:pt x="384743" y="61274"/>
                </a:lnTo>
                <a:lnTo>
                  <a:pt x="403450" y="64341"/>
                </a:lnTo>
                <a:lnTo>
                  <a:pt x="422158" y="67399"/>
                </a:lnTo>
                <a:lnTo>
                  <a:pt x="440874" y="70466"/>
                </a:lnTo>
                <a:lnTo>
                  <a:pt x="459581" y="73533"/>
                </a:lnTo>
                <a:lnTo>
                  <a:pt x="478288" y="76591"/>
                </a:lnTo>
                <a:lnTo>
                  <a:pt x="496995" y="79658"/>
                </a:lnTo>
                <a:lnTo>
                  <a:pt x="515703" y="82725"/>
                </a:lnTo>
                <a:lnTo>
                  <a:pt x="534419" y="85782"/>
                </a:lnTo>
                <a:lnTo>
                  <a:pt x="553126" y="88849"/>
                </a:lnTo>
                <a:lnTo>
                  <a:pt x="571833" y="91916"/>
                </a:lnTo>
                <a:lnTo>
                  <a:pt x="590540" y="94974"/>
                </a:lnTo>
                <a:lnTo>
                  <a:pt x="609257" y="98041"/>
                </a:lnTo>
                <a:lnTo>
                  <a:pt x="627964" y="101108"/>
                </a:lnTo>
                <a:lnTo>
                  <a:pt x="646671" y="104165"/>
                </a:lnTo>
                <a:lnTo>
                  <a:pt x="665378" y="107232"/>
                </a:lnTo>
                <a:lnTo>
                  <a:pt x="684085" y="110300"/>
                </a:lnTo>
                <a:lnTo>
                  <a:pt x="702802" y="113357"/>
                </a:lnTo>
                <a:lnTo>
                  <a:pt x="721109" y="118158"/>
                </a:lnTo>
                <a:lnTo>
                  <a:pt x="739264" y="123625"/>
                </a:lnTo>
                <a:lnTo>
                  <a:pt x="757418" y="129083"/>
                </a:lnTo>
                <a:lnTo>
                  <a:pt x="775573" y="134550"/>
                </a:lnTo>
                <a:lnTo>
                  <a:pt x="793728" y="140008"/>
                </a:lnTo>
                <a:lnTo>
                  <a:pt x="811882" y="145475"/>
                </a:lnTo>
                <a:lnTo>
                  <a:pt x="830037" y="150933"/>
                </a:lnTo>
                <a:lnTo>
                  <a:pt x="848192" y="156401"/>
                </a:lnTo>
                <a:lnTo>
                  <a:pt x="866346" y="161858"/>
                </a:lnTo>
                <a:lnTo>
                  <a:pt x="884501" y="167326"/>
                </a:lnTo>
                <a:lnTo>
                  <a:pt x="902656" y="172784"/>
                </a:lnTo>
                <a:lnTo>
                  <a:pt x="920810" y="178251"/>
                </a:lnTo>
                <a:lnTo>
                  <a:pt x="938965" y="183709"/>
                </a:lnTo>
                <a:lnTo>
                  <a:pt x="957120" y="189176"/>
                </a:lnTo>
                <a:lnTo>
                  <a:pt x="975274" y="194634"/>
                </a:lnTo>
                <a:lnTo>
                  <a:pt x="993429" y="200101"/>
                </a:lnTo>
                <a:lnTo>
                  <a:pt x="1011574" y="205559"/>
                </a:lnTo>
                <a:lnTo>
                  <a:pt x="1029729" y="211017"/>
                </a:lnTo>
                <a:lnTo>
                  <a:pt x="1047883" y="216484"/>
                </a:lnTo>
                <a:lnTo>
                  <a:pt x="1066038" y="221942"/>
                </a:lnTo>
                <a:lnTo>
                  <a:pt x="1084193" y="227409"/>
                </a:lnTo>
                <a:lnTo>
                  <a:pt x="1102347" y="232867"/>
                </a:lnTo>
                <a:lnTo>
                  <a:pt x="1120502" y="238335"/>
                </a:lnTo>
                <a:lnTo>
                  <a:pt x="1138657" y="243792"/>
                </a:lnTo>
                <a:lnTo>
                  <a:pt x="1156811" y="249260"/>
                </a:lnTo>
                <a:lnTo>
                  <a:pt x="1174966" y="254718"/>
                </a:lnTo>
                <a:lnTo>
                  <a:pt x="1193121" y="260185"/>
                </a:lnTo>
                <a:lnTo>
                  <a:pt x="1211275" y="265643"/>
                </a:lnTo>
                <a:lnTo>
                  <a:pt x="1229430" y="271110"/>
                </a:lnTo>
                <a:lnTo>
                  <a:pt x="1246127" y="277654"/>
                </a:lnTo>
                <a:lnTo>
                  <a:pt x="1246127" y="296609"/>
                </a:lnTo>
                <a:lnTo>
                  <a:pt x="1246127" y="315573"/>
                </a:lnTo>
                <a:lnTo>
                  <a:pt x="1246127" y="334528"/>
                </a:lnTo>
                <a:lnTo>
                  <a:pt x="1246127" y="353492"/>
                </a:lnTo>
                <a:lnTo>
                  <a:pt x="1246127" y="372447"/>
                </a:lnTo>
                <a:lnTo>
                  <a:pt x="1246127" y="391401"/>
                </a:lnTo>
                <a:lnTo>
                  <a:pt x="1246127" y="410366"/>
                </a:lnTo>
                <a:lnTo>
                  <a:pt x="1246127" y="429320"/>
                </a:lnTo>
                <a:lnTo>
                  <a:pt x="1246127" y="448275"/>
                </a:lnTo>
                <a:lnTo>
                  <a:pt x="1246127" y="467239"/>
                </a:lnTo>
                <a:lnTo>
                  <a:pt x="1246127" y="486194"/>
                </a:lnTo>
                <a:lnTo>
                  <a:pt x="1243803" y="502672"/>
                </a:lnTo>
                <a:lnTo>
                  <a:pt x="1224886" y="501406"/>
                </a:lnTo>
                <a:lnTo>
                  <a:pt x="1205970" y="500139"/>
                </a:lnTo>
                <a:lnTo>
                  <a:pt x="1187063" y="498872"/>
                </a:lnTo>
                <a:lnTo>
                  <a:pt x="1168146" y="497605"/>
                </a:lnTo>
                <a:lnTo>
                  <a:pt x="1149229" y="496338"/>
                </a:lnTo>
                <a:lnTo>
                  <a:pt x="1130313" y="495062"/>
                </a:lnTo>
                <a:lnTo>
                  <a:pt x="1111396" y="493795"/>
                </a:lnTo>
                <a:lnTo>
                  <a:pt x="1092479" y="492528"/>
                </a:lnTo>
                <a:lnTo>
                  <a:pt x="1073563" y="491261"/>
                </a:lnTo>
                <a:lnTo>
                  <a:pt x="1054646" y="489995"/>
                </a:lnTo>
                <a:lnTo>
                  <a:pt x="1035729" y="488728"/>
                </a:lnTo>
                <a:lnTo>
                  <a:pt x="1016813" y="487461"/>
                </a:lnTo>
                <a:lnTo>
                  <a:pt x="997896" y="486194"/>
                </a:lnTo>
                <a:lnTo>
                  <a:pt x="978980" y="484927"/>
                </a:lnTo>
                <a:lnTo>
                  <a:pt x="960063" y="483660"/>
                </a:lnTo>
                <a:lnTo>
                  <a:pt x="941146" y="482394"/>
                </a:lnTo>
                <a:lnTo>
                  <a:pt x="922230" y="481127"/>
                </a:lnTo>
                <a:lnTo>
                  <a:pt x="903322" y="479860"/>
                </a:lnTo>
                <a:lnTo>
                  <a:pt x="884406" y="478593"/>
                </a:lnTo>
                <a:lnTo>
                  <a:pt x="865489" y="477326"/>
                </a:lnTo>
                <a:lnTo>
                  <a:pt x="846572" y="476059"/>
                </a:lnTo>
                <a:lnTo>
                  <a:pt x="827656" y="474783"/>
                </a:lnTo>
                <a:lnTo>
                  <a:pt x="808739" y="473516"/>
                </a:lnTo>
                <a:lnTo>
                  <a:pt x="789823" y="472250"/>
                </a:lnTo>
                <a:lnTo>
                  <a:pt x="770906" y="470983"/>
                </a:lnTo>
                <a:lnTo>
                  <a:pt x="751989" y="469716"/>
                </a:lnTo>
                <a:lnTo>
                  <a:pt x="733073" y="468449"/>
                </a:lnTo>
                <a:lnTo>
                  <a:pt x="714156" y="467182"/>
                </a:lnTo>
                <a:lnTo>
                  <a:pt x="695239" y="465915"/>
                </a:lnTo>
                <a:lnTo>
                  <a:pt x="676323" y="464649"/>
                </a:lnTo>
                <a:lnTo>
                  <a:pt x="657406" y="463382"/>
                </a:lnTo>
                <a:lnTo>
                  <a:pt x="638489" y="462115"/>
                </a:lnTo>
                <a:lnTo>
                  <a:pt x="619573" y="460848"/>
                </a:lnTo>
                <a:lnTo>
                  <a:pt x="600666" y="459581"/>
                </a:lnTo>
                <a:lnTo>
                  <a:pt x="581749" y="458314"/>
                </a:lnTo>
                <a:lnTo>
                  <a:pt x="562832" y="457048"/>
                </a:lnTo>
                <a:lnTo>
                  <a:pt x="543916" y="455781"/>
                </a:lnTo>
                <a:lnTo>
                  <a:pt x="524999" y="454514"/>
                </a:lnTo>
                <a:lnTo>
                  <a:pt x="506082" y="453238"/>
                </a:lnTo>
                <a:lnTo>
                  <a:pt x="487166" y="451971"/>
                </a:lnTo>
                <a:lnTo>
                  <a:pt x="468249" y="450704"/>
                </a:lnTo>
                <a:lnTo>
                  <a:pt x="449332" y="449437"/>
                </a:lnTo>
                <a:lnTo>
                  <a:pt x="430416" y="448170"/>
                </a:lnTo>
                <a:lnTo>
                  <a:pt x="411499" y="446903"/>
                </a:lnTo>
                <a:lnTo>
                  <a:pt x="392582" y="445637"/>
                </a:lnTo>
                <a:lnTo>
                  <a:pt x="373666" y="444370"/>
                </a:lnTo>
                <a:lnTo>
                  <a:pt x="354749" y="443103"/>
                </a:lnTo>
                <a:lnTo>
                  <a:pt x="335832" y="441836"/>
                </a:lnTo>
                <a:lnTo>
                  <a:pt x="316925" y="440569"/>
                </a:lnTo>
                <a:lnTo>
                  <a:pt x="298009" y="439303"/>
                </a:lnTo>
                <a:lnTo>
                  <a:pt x="279092" y="438036"/>
                </a:lnTo>
                <a:lnTo>
                  <a:pt x="260175" y="436769"/>
                </a:lnTo>
                <a:lnTo>
                  <a:pt x="241259" y="435502"/>
                </a:lnTo>
                <a:lnTo>
                  <a:pt x="222342" y="434235"/>
                </a:lnTo>
                <a:lnTo>
                  <a:pt x="203425" y="432968"/>
                </a:lnTo>
                <a:lnTo>
                  <a:pt x="184509" y="431692"/>
                </a:lnTo>
                <a:lnTo>
                  <a:pt x="165592" y="430425"/>
                </a:lnTo>
                <a:lnTo>
                  <a:pt x="146675" y="429158"/>
                </a:lnTo>
                <a:lnTo>
                  <a:pt x="127759" y="427892"/>
                </a:lnTo>
                <a:lnTo>
                  <a:pt x="108842" y="426625"/>
                </a:lnTo>
              </a:path>
            </a:pathLst>
          </a:custGeom>
          <a:solidFill xmlns:a="http://schemas.openxmlformats.org/drawingml/2006/main">
            <a:srgbClr val="B7CBD5">
              <a:alpha val="9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mountain-2-light-face">
            <a:extLst xmlns:a="http://schemas.openxmlformats.org/drawingml/2006/main">
              <a:ext uri="{FF2B5EF4-FFF2-40B4-BE49-F238E27FC236}">
                <a16:creationId xmlns:a16="http://schemas.microsoft.com/office/drawing/2014/main" id="{A6E03088-B8FE-4F10-A285-16D93048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4605604"/>
            <a:ext cx="1197826" cy="1357046"/>
          </a:xfrm>
          <a:custGeom xmlns:a="http://schemas.openxmlformats.org/drawingml/2006/main">
            <a:pathLst>
              <a:path w="1197826" h="1357046">
                <a:moveTo>
                  <a:pt x="0" y="1357046"/>
                </a:moveTo>
                <a:lnTo>
                  <a:pt x="0" y="1338015"/>
                </a:lnTo>
                <a:lnTo>
                  <a:pt x="0" y="1318993"/>
                </a:lnTo>
                <a:lnTo>
                  <a:pt x="0" y="1299972"/>
                </a:lnTo>
                <a:lnTo>
                  <a:pt x="0" y="1280951"/>
                </a:lnTo>
                <a:lnTo>
                  <a:pt x="0" y="1261929"/>
                </a:lnTo>
                <a:lnTo>
                  <a:pt x="0" y="1242908"/>
                </a:lnTo>
                <a:lnTo>
                  <a:pt x="0" y="1223886"/>
                </a:lnTo>
                <a:lnTo>
                  <a:pt x="0" y="1204865"/>
                </a:lnTo>
                <a:lnTo>
                  <a:pt x="0" y="1185834"/>
                </a:lnTo>
                <a:lnTo>
                  <a:pt x="0" y="1166813"/>
                </a:lnTo>
                <a:lnTo>
                  <a:pt x="0" y="1147791"/>
                </a:lnTo>
                <a:lnTo>
                  <a:pt x="838" y="1129008"/>
                </a:lnTo>
                <a:lnTo>
                  <a:pt x="10916" y="1112882"/>
                </a:lnTo>
                <a:lnTo>
                  <a:pt x="21003" y="1096747"/>
                </a:lnTo>
                <a:lnTo>
                  <a:pt x="31080" y="1080611"/>
                </a:lnTo>
                <a:lnTo>
                  <a:pt x="41167" y="1064485"/>
                </a:lnTo>
                <a:lnTo>
                  <a:pt x="51245" y="1048350"/>
                </a:lnTo>
                <a:lnTo>
                  <a:pt x="61331" y="1032224"/>
                </a:lnTo>
                <a:lnTo>
                  <a:pt x="71409" y="1016089"/>
                </a:lnTo>
                <a:lnTo>
                  <a:pt x="81496" y="999963"/>
                </a:lnTo>
                <a:lnTo>
                  <a:pt x="91573" y="983828"/>
                </a:lnTo>
                <a:lnTo>
                  <a:pt x="101660" y="967692"/>
                </a:lnTo>
                <a:lnTo>
                  <a:pt x="111738" y="951567"/>
                </a:lnTo>
                <a:lnTo>
                  <a:pt x="121825" y="935431"/>
                </a:lnTo>
                <a:lnTo>
                  <a:pt x="131902" y="919305"/>
                </a:lnTo>
                <a:lnTo>
                  <a:pt x="141980" y="903170"/>
                </a:lnTo>
                <a:lnTo>
                  <a:pt x="152067" y="887044"/>
                </a:lnTo>
                <a:lnTo>
                  <a:pt x="162144" y="870909"/>
                </a:lnTo>
                <a:lnTo>
                  <a:pt x="172231" y="854783"/>
                </a:lnTo>
                <a:lnTo>
                  <a:pt x="182309" y="838648"/>
                </a:lnTo>
                <a:lnTo>
                  <a:pt x="192395" y="822512"/>
                </a:lnTo>
                <a:lnTo>
                  <a:pt x="202473" y="806387"/>
                </a:lnTo>
                <a:lnTo>
                  <a:pt x="212560" y="790251"/>
                </a:lnTo>
                <a:lnTo>
                  <a:pt x="222637" y="774125"/>
                </a:lnTo>
                <a:lnTo>
                  <a:pt x="232724" y="757990"/>
                </a:lnTo>
                <a:lnTo>
                  <a:pt x="242802" y="741864"/>
                </a:lnTo>
                <a:lnTo>
                  <a:pt x="252889" y="725729"/>
                </a:lnTo>
                <a:lnTo>
                  <a:pt x="262966" y="709593"/>
                </a:lnTo>
                <a:lnTo>
                  <a:pt x="273053" y="693468"/>
                </a:lnTo>
                <a:lnTo>
                  <a:pt x="283131" y="677332"/>
                </a:lnTo>
                <a:lnTo>
                  <a:pt x="293218" y="661206"/>
                </a:lnTo>
                <a:lnTo>
                  <a:pt x="303295" y="645071"/>
                </a:lnTo>
                <a:lnTo>
                  <a:pt x="313382" y="628945"/>
                </a:lnTo>
                <a:lnTo>
                  <a:pt x="323459" y="612810"/>
                </a:lnTo>
                <a:lnTo>
                  <a:pt x="333546" y="596675"/>
                </a:lnTo>
                <a:lnTo>
                  <a:pt x="343624" y="580549"/>
                </a:lnTo>
                <a:lnTo>
                  <a:pt x="353711" y="564413"/>
                </a:lnTo>
                <a:lnTo>
                  <a:pt x="363788" y="548288"/>
                </a:lnTo>
                <a:lnTo>
                  <a:pt x="373875" y="532152"/>
                </a:lnTo>
                <a:lnTo>
                  <a:pt x="383953" y="516026"/>
                </a:lnTo>
                <a:lnTo>
                  <a:pt x="394030" y="499891"/>
                </a:lnTo>
                <a:lnTo>
                  <a:pt x="404117" y="483756"/>
                </a:lnTo>
                <a:lnTo>
                  <a:pt x="414195" y="467630"/>
                </a:lnTo>
                <a:lnTo>
                  <a:pt x="424282" y="451495"/>
                </a:lnTo>
                <a:lnTo>
                  <a:pt x="434359" y="435369"/>
                </a:lnTo>
                <a:lnTo>
                  <a:pt x="444446" y="419233"/>
                </a:lnTo>
                <a:lnTo>
                  <a:pt x="454523" y="403108"/>
                </a:lnTo>
                <a:lnTo>
                  <a:pt x="464610" y="386972"/>
                </a:lnTo>
                <a:lnTo>
                  <a:pt x="474688" y="370846"/>
                </a:lnTo>
                <a:lnTo>
                  <a:pt x="484775" y="354711"/>
                </a:lnTo>
                <a:lnTo>
                  <a:pt x="494852" y="338576"/>
                </a:lnTo>
                <a:lnTo>
                  <a:pt x="504939" y="322450"/>
                </a:lnTo>
                <a:lnTo>
                  <a:pt x="515017" y="306314"/>
                </a:lnTo>
                <a:lnTo>
                  <a:pt x="525104" y="290189"/>
                </a:lnTo>
                <a:lnTo>
                  <a:pt x="535181" y="274053"/>
                </a:lnTo>
                <a:lnTo>
                  <a:pt x="550555" y="264176"/>
                </a:lnTo>
                <a:lnTo>
                  <a:pt x="568138" y="256918"/>
                </a:lnTo>
                <a:lnTo>
                  <a:pt x="585721" y="249660"/>
                </a:lnTo>
                <a:lnTo>
                  <a:pt x="603304" y="242402"/>
                </a:lnTo>
                <a:lnTo>
                  <a:pt x="620887" y="235144"/>
                </a:lnTo>
                <a:lnTo>
                  <a:pt x="638470" y="227886"/>
                </a:lnTo>
                <a:lnTo>
                  <a:pt x="656053" y="220637"/>
                </a:lnTo>
                <a:lnTo>
                  <a:pt x="673637" y="213379"/>
                </a:lnTo>
                <a:lnTo>
                  <a:pt x="691220" y="206121"/>
                </a:lnTo>
                <a:lnTo>
                  <a:pt x="708803" y="198863"/>
                </a:lnTo>
                <a:lnTo>
                  <a:pt x="726396" y="191605"/>
                </a:lnTo>
                <a:lnTo>
                  <a:pt x="743979" y="184347"/>
                </a:lnTo>
                <a:lnTo>
                  <a:pt x="761562" y="177089"/>
                </a:lnTo>
                <a:lnTo>
                  <a:pt x="779145" y="169831"/>
                </a:lnTo>
                <a:lnTo>
                  <a:pt x="796728" y="162582"/>
                </a:lnTo>
                <a:lnTo>
                  <a:pt x="814311" y="155324"/>
                </a:lnTo>
                <a:lnTo>
                  <a:pt x="831894" y="148066"/>
                </a:lnTo>
                <a:lnTo>
                  <a:pt x="849478" y="140808"/>
                </a:lnTo>
                <a:lnTo>
                  <a:pt x="867061" y="133550"/>
                </a:lnTo>
                <a:lnTo>
                  <a:pt x="884644" y="126292"/>
                </a:lnTo>
                <a:lnTo>
                  <a:pt x="902237" y="119034"/>
                </a:lnTo>
                <a:lnTo>
                  <a:pt x="919820" y="111776"/>
                </a:lnTo>
                <a:lnTo>
                  <a:pt x="937403" y="104518"/>
                </a:lnTo>
                <a:lnTo>
                  <a:pt x="954986" y="97269"/>
                </a:lnTo>
                <a:lnTo>
                  <a:pt x="972569" y="90011"/>
                </a:lnTo>
                <a:lnTo>
                  <a:pt x="990152" y="82753"/>
                </a:lnTo>
                <a:lnTo>
                  <a:pt x="1007735" y="75495"/>
                </a:lnTo>
                <a:lnTo>
                  <a:pt x="1025319" y="68237"/>
                </a:lnTo>
                <a:lnTo>
                  <a:pt x="1042902" y="60979"/>
                </a:lnTo>
                <a:lnTo>
                  <a:pt x="1060485" y="53721"/>
                </a:lnTo>
                <a:lnTo>
                  <a:pt x="1078078" y="46463"/>
                </a:lnTo>
                <a:lnTo>
                  <a:pt x="1095661" y="39214"/>
                </a:lnTo>
                <a:lnTo>
                  <a:pt x="1113244" y="31956"/>
                </a:lnTo>
                <a:lnTo>
                  <a:pt x="1130827" y="24698"/>
                </a:lnTo>
                <a:lnTo>
                  <a:pt x="1148410" y="17440"/>
                </a:lnTo>
                <a:lnTo>
                  <a:pt x="1165993" y="10182"/>
                </a:lnTo>
                <a:lnTo>
                  <a:pt x="1183577" y="2924"/>
                </a:lnTo>
                <a:lnTo>
                  <a:pt x="1197826" y="0"/>
                </a:lnTo>
                <a:lnTo>
                  <a:pt x="1195311" y="18860"/>
                </a:lnTo>
                <a:lnTo>
                  <a:pt x="1192806" y="37709"/>
                </a:lnTo>
                <a:lnTo>
                  <a:pt x="1190292" y="56569"/>
                </a:lnTo>
                <a:lnTo>
                  <a:pt x="1187777" y="75428"/>
                </a:lnTo>
                <a:lnTo>
                  <a:pt x="1185262" y="94278"/>
                </a:lnTo>
                <a:lnTo>
                  <a:pt x="1182748" y="113138"/>
                </a:lnTo>
                <a:lnTo>
                  <a:pt x="1180233" y="131988"/>
                </a:lnTo>
                <a:lnTo>
                  <a:pt x="1177719" y="150847"/>
                </a:lnTo>
                <a:lnTo>
                  <a:pt x="1175214" y="169707"/>
                </a:lnTo>
                <a:lnTo>
                  <a:pt x="1172699" y="188557"/>
                </a:lnTo>
                <a:lnTo>
                  <a:pt x="1170184" y="207416"/>
                </a:lnTo>
                <a:lnTo>
                  <a:pt x="1167670" y="226276"/>
                </a:lnTo>
                <a:lnTo>
                  <a:pt x="1165155" y="245126"/>
                </a:lnTo>
                <a:lnTo>
                  <a:pt x="1162641" y="263985"/>
                </a:lnTo>
                <a:lnTo>
                  <a:pt x="1160135" y="282835"/>
                </a:lnTo>
                <a:lnTo>
                  <a:pt x="1157621" y="301695"/>
                </a:lnTo>
                <a:lnTo>
                  <a:pt x="1155106" y="320554"/>
                </a:lnTo>
                <a:lnTo>
                  <a:pt x="1152592" y="339404"/>
                </a:lnTo>
                <a:lnTo>
                  <a:pt x="1150077" y="358264"/>
                </a:lnTo>
                <a:lnTo>
                  <a:pt x="1147562" y="377123"/>
                </a:lnTo>
                <a:lnTo>
                  <a:pt x="1145048" y="395973"/>
                </a:lnTo>
                <a:lnTo>
                  <a:pt x="1142543" y="414833"/>
                </a:lnTo>
                <a:lnTo>
                  <a:pt x="1140028" y="433683"/>
                </a:lnTo>
                <a:lnTo>
                  <a:pt x="1137514" y="452542"/>
                </a:lnTo>
                <a:lnTo>
                  <a:pt x="1134999" y="471402"/>
                </a:lnTo>
                <a:lnTo>
                  <a:pt x="1132484" y="490252"/>
                </a:lnTo>
                <a:lnTo>
                  <a:pt x="1129970" y="509111"/>
                </a:lnTo>
                <a:lnTo>
                  <a:pt x="1127465" y="527971"/>
                </a:lnTo>
                <a:lnTo>
                  <a:pt x="1124950" y="546821"/>
                </a:lnTo>
                <a:lnTo>
                  <a:pt x="1122436" y="565680"/>
                </a:lnTo>
                <a:lnTo>
                  <a:pt x="1119921" y="584540"/>
                </a:lnTo>
                <a:lnTo>
                  <a:pt x="1117406" y="603390"/>
                </a:lnTo>
                <a:lnTo>
                  <a:pt x="1114892" y="622249"/>
                </a:lnTo>
                <a:lnTo>
                  <a:pt x="1112377" y="641099"/>
                </a:lnTo>
                <a:lnTo>
                  <a:pt x="1109872" y="659959"/>
                </a:lnTo>
                <a:lnTo>
                  <a:pt x="1107357" y="678818"/>
                </a:lnTo>
                <a:lnTo>
                  <a:pt x="1104843" y="697668"/>
                </a:lnTo>
                <a:lnTo>
                  <a:pt x="1102328" y="716528"/>
                </a:lnTo>
                <a:lnTo>
                  <a:pt x="1099814" y="735387"/>
                </a:lnTo>
                <a:lnTo>
                  <a:pt x="1097299" y="754237"/>
                </a:lnTo>
                <a:lnTo>
                  <a:pt x="1094794" y="773097"/>
                </a:lnTo>
                <a:lnTo>
                  <a:pt x="1092279" y="791947"/>
                </a:lnTo>
                <a:lnTo>
                  <a:pt x="1089765" y="810806"/>
                </a:lnTo>
                <a:lnTo>
                  <a:pt x="1087250" y="829666"/>
                </a:lnTo>
                <a:lnTo>
                  <a:pt x="1084736" y="848516"/>
                </a:lnTo>
                <a:lnTo>
                  <a:pt x="1082221" y="867375"/>
                </a:lnTo>
                <a:lnTo>
                  <a:pt x="1079706" y="886235"/>
                </a:lnTo>
                <a:lnTo>
                  <a:pt x="1077201" y="905085"/>
                </a:lnTo>
                <a:lnTo>
                  <a:pt x="1074687" y="923944"/>
                </a:lnTo>
                <a:lnTo>
                  <a:pt x="1072172" y="942804"/>
                </a:lnTo>
                <a:lnTo>
                  <a:pt x="1069658" y="961654"/>
                </a:lnTo>
                <a:lnTo>
                  <a:pt x="1067143" y="980513"/>
                </a:lnTo>
                <a:lnTo>
                  <a:pt x="1064628" y="999363"/>
                </a:lnTo>
                <a:lnTo>
                  <a:pt x="1062123" y="1018223"/>
                </a:lnTo>
                <a:lnTo>
                  <a:pt x="1059609" y="1037082"/>
                </a:lnTo>
                <a:lnTo>
                  <a:pt x="1057094" y="1055932"/>
                </a:lnTo>
                <a:lnTo>
                  <a:pt x="1054579" y="1074791"/>
                </a:lnTo>
                <a:lnTo>
                  <a:pt x="1052065" y="1093651"/>
                </a:lnTo>
                <a:lnTo>
                  <a:pt x="1049550" y="1112501"/>
                </a:lnTo>
                <a:lnTo>
                  <a:pt x="1047036" y="1131360"/>
                </a:lnTo>
                <a:lnTo>
                  <a:pt x="1044531" y="1150210"/>
                </a:lnTo>
                <a:lnTo>
                  <a:pt x="1042016" y="1169070"/>
                </a:lnTo>
                <a:lnTo>
                  <a:pt x="1039501" y="1187929"/>
                </a:lnTo>
                <a:lnTo>
                  <a:pt x="1035139" y="1204960"/>
                </a:lnTo>
                <a:lnTo>
                  <a:pt x="1016318" y="1207722"/>
                </a:lnTo>
                <a:lnTo>
                  <a:pt x="997496" y="1210485"/>
                </a:lnTo>
                <a:lnTo>
                  <a:pt x="978675" y="1213247"/>
                </a:lnTo>
                <a:lnTo>
                  <a:pt x="959853" y="1216019"/>
                </a:lnTo>
                <a:lnTo>
                  <a:pt x="941032" y="1218781"/>
                </a:lnTo>
                <a:lnTo>
                  <a:pt x="922210" y="1221543"/>
                </a:lnTo>
                <a:lnTo>
                  <a:pt x="903389" y="1224315"/>
                </a:lnTo>
                <a:lnTo>
                  <a:pt x="884568" y="1227077"/>
                </a:lnTo>
                <a:lnTo>
                  <a:pt x="865746" y="1229839"/>
                </a:lnTo>
                <a:lnTo>
                  <a:pt x="846934" y="1232611"/>
                </a:lnTo>
                <a:lnTo>
                  <a:pt x="828113" y="1235373"/>
                </a:lnTo>
                <a:lnTo>
                  <a:pt x="809292" y="1238136"/>
                </a:lnTo>
                <a:lnTo>
                  <a:pt x="790470" y="1240907"/>
                </a:lnTo>
                <a:lnTo>
                  <a:pt x="771649" y="1243670"/>
                </a:lnTo>
                <a:lnTo>
                  <a:pt x="752827" y="1246432"/>
                </a:lnTo>
                <a:lnTo>
                  <a:pt x="734006" y="1249204"/>
                </a:lnTo>
                <a:lnTo>
                  <a:pt x="715185" y="1251966"/>
                </a:lnTo>
                <a:lnTo>
                  <a:pt x="696363" y="1254728"/>
                </a:lnTo>
                <a:lnTo>
                  <a:pt x="677542" y="1257491"/>
                </a:lnTo>
                <a:lnTo>
                  <a:pt x="658720" y="1260262"/>
                </a:lnTo>
                <a:lnTo>
                  <a:pt x="639899" y="1263025"/>
                </a:lnTo>
                <a:lnTo>
                  <a:pt x="621078" y="1265787"/>
                </a:lnTo>
                <a:lnTo>
                  <a:pt x="602266" y="1268559"/>
                </a:lnTo>
                <a:lnTo>
                  <a:pt x="583444" y="1271321"/>
                </a:lnTo>
                <a:lnTo>
                  <a:pt x="564623" y="1274083"/>
                </a:lnTo>
                <a:lnTo>
                  <a:pt x="545802" y="1276855"/>
                </a:lnTo>
                <a:lnTo>
                  <a:pt x="526980" y="1279617"/>
                </a:lnTo>
                <a:lnTo>
                  <a:pt x="508159" y="1282379"/>
                </a:lnTo>
                <a:lnTo>
                  <a:pt x="489337" y="1285151"/>
                </a:lnTo>
                <a:lnTo>
                  <a:pt x="470516" y="1287913"/>
                </a:lnTo>
                <a:lnTo>
                  <a:pt x="451695" y="1290676"/>
                </a:lnTo>
                <a:lnTo>
                  <a:pt x="432873" y="1293438"/>
                </a:lnTo>
                <a:lnTo>
                  <a:pt x="414052" y="1296210"/>
                </a:lnTo>
                <a:lnTo>
                  <a:pt x="395230" y="1298972"/>
                </a:lnTo>
                <a:lnTo>
                  <a:pt x="376409" y="1301734"/>
                </a:lnTo>
                <a:lnTo>
                  <a:pt x="357597" y="1304506"/>
                </a:lnTo>
                <a:lnTo>
                  <a:pt x="338776" y="1307268"/>
                </a:lnTo>
                <a:lnTo>
                  <a:pt x="319954" y="1310030"/>
                </a:lnTo>
                <a:lnTo>
                  <a:pt x="301133" y="1312802"/>
                </a:lnTo>
                <a:lnTo>
                  <a:pt x="282311" y="1315564"/>
                </a:lnTo>
                <a:lnTo>
                  <a:pt x="263490" y="1318327"/>
                </a:lnTo>
                <a:lnTo>
                  <a:pt x="244669" y="1321098"/>
                </a:lnTo>
                <a:lnTo>
                  <a:pt x="225847" y="1323861"/>
                </a:lnTo>
                <a:lnTo>
                  <a:pt x="207026" y="1326623"/>
                </a:lnTo>
                <a:lnTo>
                  <a:pt x="188204" y="1329395"/>
                </a:lnTo>
                <a:lnTo>
                  <a:pt x="169383" y="1332157"/>
                </a:lnTo>
                <a:lnTo>
                  <a:pt x="150562" y="1334919"/>
                </a:lnTo>
                <a:lnTo>
                  <a:pt x="131740" y="1337681"/>
                </a:lnTo>
                <a:lnTo>
                  <a:pt x="112928" y="1340453"/>
                </a:lnTo>
                <a:lnTo>
                  <a:pt x="94107" y="1343216"/>
                </a:lnTo>
                <a:lnTo>
                  <a:pt x="75286" y="1345978"/>
                </a:lnTo>
                <a:lnTo>
                  <a:pt x="56464" y="1348750"/>
                </a:lnTo>
                <a:lnTo>
                  <a:pt x="37643" y="1351512"/>
                </a:lnTo>
                <a:lnTo>
                  <a:pt x="18821" y="1354274"/>
                </a:lnTo>
                <a:lnTo>
                  <a:pt x="0" y="1357046"/>
                </a:lnTo>
              </a:path>
            </a:pathLst>
          </a:custGeom>
          <a:solidFill xmlns:a="http://schemas.openxmlformats.org/drawingml/2006/main">
            <a:srgbClr val="D1DFE5">
              <a:alpha val="9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mountain-2-shade-face">
            <a:extLst xmlns:a="http://schemas.openxmlformats.org/drawingml/2006/main">
              <a:ext uri="{FF2B5EF4-FFF2-40B4-BE49-F238E27FC236}">
                <a16:creationId xmlns:a16="http://schemas.microsoft.com/office/drawing/2014/main" id="{0D951837-FA2E-47BE-ACF4-AD820DFD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2873" y="4607709"/>
            <a:ext cx="848678" cy="1353302"/>
          </a:xfrm>
          <a:custGeom xmlns:a="http://schemas.openxmlformats.org/drawingml/2006/main">
            <a:pathLst>
              <a:path w="848678" h="1353302">
                <a:moveTo>
                  <a:pt x="0" y="1202541"/>
                </a:moveTo>
                <a:lnTo>
                  <a:pt x="2505" y="1183748"/>
                </a:lnTo>
                <a:lnTo>
                  <a:pt x="5010" y="1164955"/>
                </a:lnTo>
                <a:lnTo>
                  <a:pt x="7515" y="1146172"/>
                </a:lnTo>
                <a:lnTo>
                  <a:pt x="10020" y="1127379"/>
                </a:lnTo>
                <a:lnTo>
                  <a:pt x="12525" y="1108586"/>
                </a:lnTo>
                <a:lnTo>
                  <a:pt x="15030" y="1089803"/>
                </a:lnTo>
                <a:lnTo>
                  <a:pt x="17526" y="1071010"/>
                </a:lnTo>
                <a:lnTo>
                  <a:pt x="20031" y="1052217"/>
                </a:lnTo>
                <a:lnTo>
                  <a:pt x="22536" y="1033434"/>
                </a:lnTo>
                <a:lnTo>
                  <a:pt x="25041" y="1014641"/>
                </a:lnTo>
                <a:lnTo>
                  <a:pt x="27546" y="995848"/>
                </a:lnTo>
                <a:lnTo>
                  <a:pt x="30051" y="977065"/>
                </a:lnTo>
                <a:lnTo>
                  <a:pt x="32556" y="958272"/>
                </a:lnTo>
                <a:lnTo>
                  <a:pt x="35062" y="939479"/>
                </a:lnTo>
                <a:lnTo>
                  <a:pt x="37567" y="920696"/>
                </a:lnTo>
                <a:lnTo>
                  <a:pt x="40072" y="901903"/>
                </a:lnTo>
                <a:lnTo>
                  <a:pt x="42577" y="883110"/>
                </a:lnTo>
                <a:lnTo>
                  <a:pt x="45082" y="864327"/>
                </a:lnTo>
                <a:lnTo>
                  <a:pt x="47577" y="845534"/>
                </a:lnTo>
                <a:lnTo>
                  <a:pt x="50082" y="826741"/>
                </a:lnTo>
                <a:lnTo>
                  <a:pt x="52588" y="807958"/>
                </a:lnTo>
                <a:lnTo>
                  <a:pt x="55093" y="789165"/>
                </a:lnTo>
                <a:lnTo>
                  <a:pt x="57598" y="770372"/>
                </a:lnTo>
                <a:lnTo>
                  <a:pt x="60103" y="751589"/>
                </a:lnTo>
                <a:lnTo>
                  <a:pt x="62608" y="732796"/>
                </a:lnTo>
                <a:lnTo>
                  <a:pt x="65113" y="714004"/>
                </a:lnTo>
                <a:lnTo>
                  <a:pt x="67618" y="695220"/>
                </a:lnTo>
                <a:lnTo>
                  <a:pt x="70123" y="676427"/>
                </a:lnTo>
                <a:lnTo>
                  <a:pt x="72628" y="657635"/>
                </a:lnTo>
                <a:lnTo>
                  <a:pt x="75133" y="638851"/>
                </a:lnTo>
                <a:lnTo>
                  <a:pt x="77629" y="620058"/>
                </a:lnTo>
                <a:lnTo>
                  <a:pt x="80134" y="601266"/>
                </a:lnTo>
                <a:lnTo>
                  <a:pt x="82639" y="582482"/>
                </a:lnTo>
                <a:lnTo>
                  <a:pt x="85144" y="563690"/>
                </a:lnTo>
                <a:lnTo>
                  <a:pt x="87649" y="544897"/>
                </a:lnTo>
                <a:lnTo>
                  <a:pt x="90154" y="526113"/>
                </a:lnTo>
                <a:lnTo>
                  <a:pt x="92659" y="507321"/>
                </a:lnTo>
                <a:lnTo>
                  <a:pt x="95164" y="488528"/>
                </a:lnTo>
                <a:lnTo>
                  <a:pt x="97669" y="469744"/>
                </a:lnTo>
                <a:lnTo>
                  <a:pt x="100174" y="450952"/>
                </a:lnTo>
                <a:lnTo>
                  <a:pt x="102680" y="432159"/>
                </a:lnTo>
                <a:lnTo>
                  <a:pt x="105185" y="413375"/>
                </a:lnTo>
                <a:lnTo>
                  <a:pt x="107680" y="394583"/>
                </a:lnTo>
                <a:lnTo>
                  <a:pt x="110185" y="375790"/>
                </a:lnTo>
                <a:lnTo>
                  <a:pt x="112690" y="357007"/>
                </a:lnTo>
                <a:lnTo>
                  <a:pt x="115195" y="338214"/>
                </a:lnTo>
                <a:lnTo>
                  <a:pt x="117700" y="319421"/>
                </a:lnTo>
                <a:lnTo>
                  <a:pt x="120205" y="300638"/>
                </a:lnTo>
                <a:lnTo>
                  <a:pt x="122711" y="281845"/>
                </a:lnTo>
                <a:lnTo>
                  <a:pt x="125216" y="263052"/>
                </a:lnTo>
                <a:lnTo>
                  <a:pt x="127721" y="244269"/>
                </a:lnTo>
                <a:lnTo>
                  <a:pt x="130226" y="225476"/>
                </a:lnTo>
                <a:lnTo>
                  <a:pt x="132731" y="206683"/>
                </a:lnTo>
                <a:lnTo>
                  <a:pt x="135236" y="187900"/>
                </a:lnTo>
                <a:lnTo>
                  <a:pt x="137741" y="169107"/>
                </a:lnTo>
                <a:lnTo>
                  <a:pt x="140237" y="150314"/>
                </a:lnTo>
                <a:lnTo>
                  <a:pt x="142742" y="131531"/>
                </a:lnTo>
                <a:lnTo>
                  <a:pt x="145247" y="112738"/>
                </a:lnTo>
                <a:lnTo>
                  <a:pt x="147752" y="93945"/>
                </a:lnTo>
                <a:lnTo>
                  <a:pt x="150257" y="75162"/>
                </a:lnTo>
                <a:lnTo>
                  <a:pt x="152762" y="56369"/>
                </a:lnTo>
                <a:lnTo>
                  <a:pt x="155267" y="37576"/>
                </a:lnTo>
                <a:lnTo>
                  <a:pt x="157772" y="18793"/>
                </a:lnTo>
                <a:lnTo>
                  <a:pt x="160277" y="0"/>
                </a:lnTo>
                <a:lnTo>
                  <a:pt x="171545" y="3448"/>
                </a:lnTo>
                <a:lnTo>
                  <a:pt x="186185" y="15478"/>
                </a:lnTo>
                <a:lnTo>
                  <a:pt x="200835" y="27508"/>
                </a:lnTo>
                <a:lnTo>
                  <a:pt x="215484" y="39548"/>
                </a:lnTo>
                <a:lnTo>
                  <a:pt x="230134" y="51578"/>
                </a:lnTo>
                <a:lnTo>
                  <a:pt x="244783" y="63608"/>
                </a:lnTo>
                <a:lnTo>
                  <a:pt x="259423" y="75638"/>
                </a:lnTo>
                <a:lnTo>
                  <a:pt x="274072" y="87668"/>
                </a:lnTo>
                <a:lnTo>
                  <a:pt x="288722" y="99708"/>
                </a:lnTo>
                <a:lnTo>
                  <a:pt x="303371" y="111738"/>
                </a:lnTo>
                <a:lnTo>
                  <a:pt x="318021" y="123768"/>
                </a:lnTo>
                <a:lnTo>
                  <a:pt x="332661" y="135798"/>
                </a:lnTo>
                <a:lnTo>
                  <a:pt x="347310" y="147828"/>
                </a:lnTo>
                <a:lnTo>
                  <a:pt x="361960" y="159868"/>
                </a:lnTo>
                <a:lnTo>
                  <a:pt x="376609" y="171898"/>
                </a:lnTo>
                <a:lnTo>
                  <a:pt x="391258" y="183928"/>
                </a:lnTo>
                <a:lnTo>
                  <a:pt x="405908" y="195958"/>
                </a:lnTo>
                <a:lnTo>
                  <a:pt x="420548" y="207988"/>
                </a:lnTo>
                <a:lnTo>
                  <a:pt x="435197" y="220028"/>
                </a:lnTo>
                <a:lnTo>
                  <a:pt x="449847" y="232058"/>
                </a:lnTo>
                <a:lnTo>
                  <a:pt x="464496" y="244088"/>
                </a:lnTo>
                <a:lnTo>
                  <a:pt x="479146" y="256118"/>
                </a:lnTo>
                <a:lnTo>
                  <a:pt x="493786" y="268148"/>
                </a:lnTo>
                <a:lnTo>
                  <a:pt x="508435" y="280187"/>
                </a:lnTo>
                <a:lnTo>
                  <a:pt x="523084" y="292217"/>
                </a:lnTo>
                <a:lnTo>
                  <a:pt x="537734" y="304248"/>
                </a:lnTo>
                <a:lnTo>
                  <a:pt x="552383" y="316278"/>
                </a:lnTo>
                <a:lnTo>
                  <a:pt x="567023" y="328308"/>
                </a:lnTo>
                <a:lnTo>
                  <a:pt x="581673" y="340347"/>
                </a:lnTo>
                <a:lnTo>
                  <a:pt x="596322" y="352377"/>
                </a:lnTo>
                <a:lnTo>
                  <a:pt x="610972" y="364407"/>
                </a:lnTo>
                <a:lnTo>
                  <a:pt x="625621" y="376438"/>
                </a:lnTo>
                <a:lnTo>
                  <a:pt x="640261" y="388468"/>
                </a:lnTo>
                <a:lnTo>
                  <a:pt x="653672" y="401860"/>
                </a:lnTo>
                <a:lnTo>
                  <a:pt x="667017" y="415328"/>
                </a:lnTo>
                <a:lnTo>
                  <a:pt x="680361" y="428787"/>
                </a:lnTo>
                <a:lnTo>
                  <a:pt x="693706" y="442255"/>
                </a:lnTo>
                <a:lnTo>
                  <a:pt x="707050" y="455724"/>
                </a:lnTo>
                <a:lnTo>
                  <a:pt x="720385" y="469182"/>
                </a:lnTo>
                <a:lnTo>
                  <a:pt x="733730" y="482651"/>
                </a:lnTo>
                <a:lnTo>
                  <a:pt x="747074" y="496119"/>
                </a:lnTo>
                <a:lnTo>
                  <a:pt x="760419" y="509578"/>
                </a:lnTo>
                <a:lnTo>
                  <a:pt x="773754" y="523046"/>
                </a:lnTo>
                <a:lnTo>
                  <a:pt x="787098" y="536515"/>
                </a:lnTo>
                <a:lnTo>
                  <a:pt x="800443" y="549974"/>
                </a:lnTo>
                <a:lnTo>
                  <a:pt x="813787" y="563442"/>
                </a:lnTo>
                <a:lnTo>
                  <a:pt x="827132" y="576901"/>
                </a:lnTo>
                <a:lnTo>
                  <a:pt x="840467" y="590369"/>
                </a:lnTo>
                <a:lnTo>
                  <a:pt x="848678" y="605952"/>
                </a:lnTo>
                <a:lnTo>
                  <a:pt x="848678" y="624907"/>
                </a:lnTo>
                <a:lnTo>
                  <a:pt x="848678" y="643861"/>
                </a:lnTo>
                <a:lnTo>
                  <a:pt x="848678" y="662816"/>
                </a:lnTo>
                <a:lnTo>
                  <a:pt x="848678" y="681771"/>
                </a:lnTo>
                <a:lnTo>
                  <a:pt x="848678" y="700726"/>
                </a:lnTo>
                <a:lnTo>
                  <a:pt x="848678" y="719680"/>
                </a:lnTo>
                <a:lnTo>
                  <a:pt x="848678" y="738635"/>
                </a:lnTo>
                <a:lnTo>
                  <a:pt x="848678" y="757590"/>
                </a:lnTo>
                <a:lnTo>
                  <a:pt x="848678" y="776545"/>
                </a:lnTo>
                <a:lnTo>
                  <a:pt x="848678" y="795509"/>
                </a:lnTo>
                <a:lnTo>
                  <a:pt x="848678" y="814464"/>
                </a:lnTo>
                <a:lnTo>
                  <a:pt x="848678" y="833418"/>
                </a:lnTo>
                <a:lnTo>
                  <a:pt x="848678" y="852373"/>
                </a:lnTo>
                <a:lnTo>
                  <a:pt x="848678" y="871328"/>
                </a:lnTo>
                <a:lnTo>
                  <a:pt x="848678" y="890283"/>
                </a:lnTo>
                <a:lnTo>
                  <a:pt x="848678" y="909237"/>
                </a:lnTo>
                <a:lnTo>
                  <a:pt x="848678" y="928192"/>
                </a:lnTo>
                <a:lnTo>
                  <a:pt x="848678" y="947147"/>
                </a:lnTo>
                <a:lnTo>
                  <a:pt x="848678" y="966111"/>
                </a:lnTo>
                <a:lnTo>
                  <a:pt x="848678" y="985066"/>
                </a:lnTo>
                <a:lnTo>
                  <a:pt x="848678" y="1004021"/>
                </a:lnTo>
                <a:lnTo>
                  <a:pt x="848678" y="1022975"/>
                </a:lnTo>
                <a:lnTo>
                  <a:pt x="848678" y="1041930"/>
                </a:lnTo>
                <a:lnTo>
                  <a:pt x="848678" y="1060885"/>
                </a:lnTo>
                <a:lnTo>
                  <a:pt x="848678" y="1079840"/>
                </a:lnTo>
                <a:lnTo>
                  <a:pt x="848678" y="1098794"/>
                </a:lnTo>
                <a:lnTo>
                  <a:pt x="848678" y="1117749"/>
                </a:lnTo>
                <a:lnTo>
                  <a:pt x="848678" y="1136714"/>
                </a:lnTo>
                <a:lnTo>
                  <a:pt x="848678" y="1155668"/>
                </a:lnTo>
                <a:lnTo>
                  <a:pt x="848678" y="1174623"/>
                </a:lnTo>
                <a:lnTo>
                  <a:pt x="848678" y="1193578"/>
                </a:lnTo>
                <a:lnTo>
                  <a:pt x="848678" y="1212533"/>
                </a:lnTo>
                <a:lnTo>
                  <a:pt x="848678" y="1231487"/>
                </a:lnTo>
                <a:lnTo>
                  <a:pt x="848678" y="1250442"/>
                </a:lnTo>
                <a:lnTo>
                  <a:pt x="848678" y="1269397"/>
                </a:lnTo>
                <a:lnTo>
                  <a:pt x="848678" y="1288352"/>
                </a:lnTo>
                <a:lnTo>
                  <a:pt x="848678" y="1307316"/>
                </a:lnTo>
                <a:lnTo>
                  <a:pt x="848678" y="1326271"/>
                </a:lnTo>
                <a:lnTo>
                  <a:pt x="848678" y="1345225"/>
                </a:lnTo>
                <a:lnTo>
                  <a:pt x="839581" y="1353302"/>
                </a:lnTo>
                <a:lnTo>
                  <a:pt x="820922" y="1349950"/>
                </a:lnTo>
                <a:lnTo>
                  <a:pt x="802262" y="1346606"/>
                </a:lnTo>
                <a:lnTo>
                  <a:pt x="783612" y="1343254"/>
                </a:lnTo>
                <a:lnTo>
                  <a:pt x="764953" y="1339901"/>
                </a:lnTo>
                <a:lnTo>
                  <a:pt x="746293" y="1336548"/>
                </a:lnTo>
                <a:lnTo>
                  <a:pt x="727634" y="1333205"/>
                </a:lnTo>
                <a:lnTo>
                  <a:pt x="708984" y="1329852"/>
                </a:lnTo>
                <a:lnTo>
                  <a:pt x="690324" y="1326499"/>
                </a:lnTo>
                <a:lnTo>
                  <a:pt x="671665" y="1323146"/>
                </a:lnTo>
                <a:lnTo>
                  <a:pt x="653005" y="1319803"/>
                </a:lnTo>
                <a:lnTo>
                  <a:pt x="634346" y="1316450"/>
                </a:lnTo>
                <a:lnTo>
                  <a:pt x="615696" y="1313097"/>
                </a:lnTo>
                <a:lnTo>
                  <a:pt x="597037" y="1309745"/>
                </a:lnTo>
                <a:lnTo>
                  <a:pt x="578377" y="1306401"/>
                </a:lnTo>
                <a:lnTo>
                  <a:pt x="559718" y="1303049"/>
                </a:lnTo>
                <a:lnTo>
                  <a:pt x="541068" y="1299696"/>
                </a:lnTo>
                <a:lnTo>
                  <a:pt x="522408" y="1296343"/>
                </a:lnTo>
                <a:lnTo>
                  <a:pt x="503749" y="1293000"/>
                </a:lnTo>
                <a:lnTo>
                  <a:pt x="485089" y="1289647"/>
                </a:lnTo>
                <a:lnTo>
                  <a:pt x="466430" y="1286294"/>
                </a:lnTo>
                <a:lnTo>
                  <a:pt x="447780" y="1282941"/>
                </a:lnTo>
                <a:lnTo>
                  <a:pt x="429120" y="1279598"/>
                </a:lnTo>
                <a:lnTo>
                  <a:pt x="410461" y="1276245"/>
                </a:lnTo>
                <a:lnTo>
                  <a:pt x="391801" y="1272892"/>
                </a:lnTo>
                <a:lnTo>
                  <a:pt x="373151" y="1269540"/>
                </a:lnTo>
                <a:lnTo>
                  <a:pt x="354492" y="1266196"/>
                </a:lnTo>
                <a:lnTo>
                  <a:pt x="335832" y="1262844"/>
                </a:lnTo>
                <a:lnTo>
                  <a:pt x="317173" y="1259491"/>
                </a:lnTo>
                <a:lnTo>
                  <a:pt x="298514" y="1256147"/>
                </a:lnTo>
                <a:lnTo>
                  <a:pt x="279864" y="1252795"/>
                </a:lnTo>
                <a:lnTo>
                  <a:pt x="261204" y="1249442"/>
                </a:lnTo>
                <a:lnTo>
                  <a:pt x="242545" y="1246089"/>
                </a:lnTo>
                <a:lnTo>
                  <a:pt x="223885" y="1242746"/>
                </a:lnTo>
                <a:lnTo>
                  <a:pt x="205235" y="1239393"/>
                </a:lnTo>
                <a:lnTo>
                  <a:pt x="186576" y="1236040"/>
                </a:lnTo>
                <a:lnTo>
                  <a:pt x="167916" y="1232687"/>
                </a:lnTo>
                <a:lnTo>
                  <a:pt x="149257" y="1229344"/>
                </a:lnTo>
                <a:lnTo>
                  <a:pt x="130597" y="1225991"/>
                </a:lnTo>
                <a:lnTo>
                  <a:pt x="111947" y="1222639"/>
                </a:lnTo>
                <a:lnTo>
                  <a:pt x="93288" y="1219286"/>
                </a:lnTo>
                <a:lnTo>
                  <a:pt x="74628" y="1215942"/>
                </a:lnTo>
                <a:lnTo>
                  <a:pt x="55969" y="1212590"/>
                </a:lnTo>
                <a:lnTo>
                  <a:pt x="37319" y="1209237"/>
                </a:lnTo>
                <a:lnTo>
                  <a:pt x="18659" y="1205884"/>
                </a:lnTo>
                <a:lnTo>
                  <a:pt x="0" y="1202541"/>
                </a:lnTo>
              </a:path>
            </a:pathLst>
          </a:custGeom>
          <a:solidFill xmlns:a="http://schemas.openxmlformats.org/drawingml/2006/main">
            <a:srgbClr val="A9C0CC">
              <a:alpha val="9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mountain-2-slope-detail">
            <a:extLst xmlns:a="http://schemas.openxmlformats.org/drawingml/2006/main">
              <a:ext uri="{FF2B5EF4-FFF2-40B4-BE49-F238E27FC236}">
                <a16:creationId xmlns:a16="http://schemas.microsoft.com/office/drawing/2014/main" id="{4B700B83-4036-475B-A7D2-A21E26F2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4880277"/>
            <a:ext cx="1101300" cy="1082373"/>
          </a:xfrm>
          <a:custGeom xmlns:a="http://schemas.openxmlformats.org/drawingml/2006/main">
            <a:pathLst>
              <a:path w="1101300" h="1082373">
                <a:moveTo>
                  <a:pt x="0" y="1082373"/>
                </a:moveTo>
                <a:lnTo>
                  <a:pt x="0" y="1063428"/>
                </a:lnTo>
                <a:lnTo>
                  <a:pt x="0" y="1044473"/>
                </a:lnTo>
                <a:lnTo>
                  <a:pt x="0" y="1025519"/>
                </a:lnTo>
                <a:lnTo>
                  <a:pt x="0" y="1006564"/>
                </a:lnTo>
                <a:lnTo>
                  <a:pt x="0" y="987619"/>
                </a:lnTo>
                <a:lnTo>
                  <a:pt x="0" y="968664"/>
                </a:lnTo>
                <a:lnTo>
                  <a:pt x="0" y="949709"/>
                </a:lnTo>
                <a:lnTo>
                  <a:pt x="0" y="930754"/>
                </a:lnTo>
                <a:lnTo>
                  <a:pt x="0" y="911809"/>
                </a:lnTo>
                <a:lnTo>
                  <a:pt x="0" y="892854"/>
                </a:lnTo>
                <a:lnTo>
                  <a:pt x="0" y="873900"/>
                </a:lnTo>
                <a:lnTo>
                  <a:pt x="391" y="855059"/>
                </a:lnTo>
                <a:lnTo>
                  <a:pt x="10430" y="838991"/>
                </a:lnTo>
                <a:lnTo>
                  <a:pt x="20479" y="822922"/>
                </a:lnTo>
                <a:lnTo>
                  <a:pt x="30518" y="806844"/>
                </a:lnTo>
                <a:lnTo>
                  <a:pt x="40567" y="790775"/>
                </a:lnTo>
                <a:lnTo>
                  <a:pt x="50616" y="774706"/>
                </a:lnTo>
                <a:lnTo>
                  <a:pt x="60655" y="758628"/>
                </a:lnTo>
                <a:lnTo>
                  <a:pt x="70704" y="742559"/>
                </a:lnTo>
                <a:lnTo>
                  <a:pt x="80743" y="726491"/>
                </a:lnTo>
                <a:lnTo>
                  <a:pt x="90792" y="710422"/>
                </a:lnTo>
                <a:lnTo>
                  <a:pt x="100832" y="694344"/>
                </a:lnTo>
                <a:lnTo>
                  <a:pt x="110881" y="678275"/>
                </a:lnTo>
                <a:lnTo>
                  <a:pt x="120920" y="662207"/>
                </a:lnTo>
                <a:lnTo>
                  <a:pt x="130969" y="646128"/>
                </a:lnTo>
                <a:lnTo>
                  <a:pt x="141018" y="630060"/>
                </a:lnTo>
                <a:lnTo>
                  <a:pt x="151057" y="613991"/>
                </a:lnTo>
                <a:lnTo>
                  <a:pt x="161106" y="597913"/>
                </a:lnTo>
                <a:lnTo>
                  <a:pt x="171145" y="581844"/>
                </a:lnTo>
                <a:lnTo>
                  <a:pt x="181194" y="565775"/>
                </a:lnTo>
                <a:lnTo>
                  <a:pt x="191233" y="549707"/>
                </a:lnTo>
                <a:lnTo>
                  <a:pt x="201282" y="533629"/>
                </a:lnTo>
                <a:lnTo>
                  <a:pt x="211322" y="517560"/>
                </a:lnTo>
                <a:lnTo>
                  <a:pt x="221371" y="501491"/>
                </a:lnTo>
                <a:lnTo>
                  <a:pt x="231419" y="485413"/>
                </a:lnTo>
                <a:lnTo>
                  <a:pt x="241459" y="469344"/>
                </a:lnTo>
                <a:lnTo>
                  <a:pt x="251508" y="453276"/>
                </a:lnTo>
                <a:lnTo>
                  <a:pt x="261547" y="437207"/>
                </a:lnTo>
                <a:lnTo>
                  <a:pt x="271596" y="421129"/>
                </a:lnTo>
                <a:lnTo>
                  <a:pt x="281635" y="405060"/>
                </a:lnTo>
                <a:lnTo>
                  <a:pt x="291684" y="388991"/>
                </a:lnTo>
                <a:lnTo>
                  <a:pt x="301733" y="372913"/>
                </a:lnTo>
                <a:lnTo>
                  <a:pt x="311772" y="356845"/>
                </a:lnTo>
                <a:lnTo>
                  <a:pt x="321821" y="340776"/>
                </a:lnTo>
                <a:lnTo>
                  <a:pt x="331861" y="324698"/>
                </a:lnTo>
                <a:lnTo>
                  <a:pt x="341909" y="308629"/>
                </a:lnTo>
                <a:lnTo>
                  <a:pt x="351949" y="292560"/>
                </a:lnTo>
                <a:lnTo>
                  <a:pt x="361998" y="276492"/>
                </a:lnTo>
                <a:lnTo>
                  <a:pt x="372037" y="260414"/>
                </a:lnTo>
                <a:lnTo>
                  <a:pt x="382086" y="244345"/>
                </a:lnTo>
                <a:lnTo>
                  <a:pt x="392135" y="228276"/>
                </a:lnTo>
                <a:lnTo>
                  <a:pt x="402174" y="212198"/>
                </a:lnTo>
                <a:lnTo>
                  <a:pt x="412223" y="196129"/>
                </a:lnTo>
                <a:lnTo>
                  <a:pt x="422262" y="180061"/>
                </a:lnTo>
                <a:lnTo>
                  <a:pt x="432311" y="163992"/>
                </a:lnTo>
                <a:lnTo>
                  <a:pt x="442351" y="147914"/>
                </a:lnTo>
                <a:lnTo>
                  <a:pt x="452399" y="131845"/>
                </a:lnTo>
                <a:lnTo>
                  <a:pt x="462439" y="115776"/>
                </a:lnTo>
                <a:lnTo>
                  <a:pt x="472488" y="99698"/>
                </a:lnTo>
                <a:lnTo>
                  <a:pt x="482536" y="83630"/>
                </a:lnTo>
                <a:lnTo>
                  <a:pt x="492576" y="67561"/>
                </a:lnTo>
                <a:lnTo>
                  <a:pt x="502625" y="51483"/>
                </a:lnTo>
                <a:lnTo>
                  <a:pt x="512664" y="35414"/>
                </a:lnTo>
                <a:lnTo>
                  <a:pt x="522713" y="19345"/>
                </a:lnTo>
                <a:lnTo>
                  <a:pt x="532752" y="3277"/>
                </a:lnTo>
                <a:lnTo>
                  <a:pt x="545068" y="0"/>
                </a:lnTo>
                <a:lnTo>
                  <a:pt x="560013" y="11649"/>
                </a:lnTo>
                <a:lnTo>
                  <a:pt x="574967" y="23298"/>
                </a:lnTo>
                <a:lnTo>
                  <a:pt x="589921" y="34947"/>
                </a:lnTo>
                <a:lnTo>
                  <a:pt x="604866" y="46587"/>
                </a:lnTo>
                <a:lnTo>
                  <a:pt x="619820" y="58236"/>
                </a:lnTo>
                <a:lnTo>
                  <a:pt x="634765" y="69885"/>
                </a:lnTo>
                <a:lnTo>
                  <a:pt x="649719" y="81534"/>
                </a:lnTo>
                <a:lnTo>
                  <a:pt x="664674" y="93183"/>
                </a:lnTo>
                <a:lnTo>
                  <a:pt x="679618" y="104832"/>
                </a:lnTo>
                <a:lnTo>
                  <a:pt x="694573" y="116481"/>
                </a:lnTo>
                <a:lnTo>
                  <a:pt x="709517" y="128130"/>
                </a:lnTo>
                <a:lnTo>
                  <a:pt x="724472" y="139770"/>
                </a:lnTo>
                <a:lnTo>
                  <a:pt x="739426" y="151419"/>
                </a:lnTo>
                <a:lnTo>
                  <a:pt x="754370" y="163068"/>
                </a:lnTo>
                <a:lnTo>
                  <a:pt x="769325" y="174717"/>
                </a:lnTo>
                <a:lnTo>
                  <a:pt x="784269" y="186366"/>
                </a:lnTo>
                <a:lnTo>
                  <a:pt x="799224" y="198015"/>
                </a:lnTo>
                <a:lnTo>
                  <a:pt x="814178" y="209664"/>
                </a:lnTo>
                <a:lnTo>
                  <a:pt x="829123" y="221304"/>
                </a:lnTo>
                <a:lnTo>
                  <a:pt x="844077" y="232953"/>
                </a:lnTo>
                <a:lnTo>
                  <a:pt x="859022" y="244602"/>
                </a:lnTo>
                <a:lnTo>
                  <a:pt x="873976" y="256251"/>
                </a:lnTo>
                <a:lnTo>
                  <a:pt x="888930" y="267900"/>
                </a:lnTo>
                <a:lnTo>
                  <a:pt x="903875" y="279549"/>
                </a:lnTo>
                <a:lnTo>
                  <a:pt x="918829" y="291198"/>
                </a:lnTo>
                <a:lnTo>
                  <a:pt x="933774" y="302838"/>
                </a:lnTo>
                <a:lnTo>
                  <a:pt x="948728" y="314487"/>
                </a:lnTo>
                <a:lnTo>
                  <a:pt x="963682" y="326136"/>
                </a:lnTo>
                <a:lnTo>
                  <a:pt x="978627" y="337785"/>
                </a:lnTo>
                <a:lnTo>
                  <a:pt x="993581" y="349434"/>
                </a:lnTo>
                <a:lnTo>
                  <a:pt x="1008536" y="361083"/>
                </a:lnTo>
                <a:lnTo>
                  <a:pt x="1023480" y="372732"/>
                </a:lnTo>
                <a:lnTo>
                  <a:pt x="1038435" y="384372"/>
                </a:lnTo>
                <a:lnTo>
                  <a:pt x="1053379" y="396021"/>
                </a:lnTo>
                <a:lnTo>
                  <a:pt x="1068334" y="407670"/>
                </a:lnTo>
                <a:lnTo>
                  <a:pt x="1083288" y="419319"/>
                </a:lnTo>
                <a:lnTo>
                  <a:pt x="1098233" y="430968"/>
                </a:lnTo>
                <a:lnTo>
                  <a:pt x="1101300" y="447484"/>
                </a:lnTo>
                <a:lnTo>
                  <a:pt x="1098804" y="466268"/>
                </a:lnTo>
                <a:lnTo>
                  <a:pt x="1096308" y="485061"/>
                </a:lnTo>
                <a:lnTo>
                  <a:pt x="1093813" y="503844"/>
                </a:lnTo>
                <a:lnTo>
                  <a:pt x="1091327" y="522637"/>
                </a:lnTo>
                <a:lnTo>
                  <a:pt x="1088831" y="541420"/>
                </a:lnTo>
                <a:lnTo>
                  <a:pt x="1086336" y="560203"/>
                </a:lnTo>
                <a:lnTo>
                  <a:pt x="1083850" y="578996"/>
                </a:lnTo>
                <a:lnTo>
                  <a:pt x="1081354" y="597779"/>
                </a:lnTo>
                <a:lnTo>
                  <a:pt x="1078859" y="616572"/>
                </a:lnTo>
                <a:lnTo>
                  <a:pt x="1076363" y="635356"/>
                </a:lnTo>
                <a:lnTo>
                  <a:pt x="1073877" y="654148"/>
                </a:lnTo>
                <a:lnTo>
                  <a:pt x="1071382" y="672932"/>
                </a:lnTo>
                <a:lnTo>
                  <a:pt x="1068886" y="691725"/>
                </a:lnTo>
                <a:lnTo>
                  <a:pt x="1066390" y="710508"/>
                </a:lnTo>
                <a:lnTo>
                  <a:pt x="1063904" y="729291"/>
                </a:lnTo>
                <a:lnTo>
                  <a:pt x="1061409" y="748084"/>
                </a:lnTo>
                <a:lnTo>
                  <a:pt x="1058913" y="766867"/>
                </a:lnTo>
                <a:lnTo>
                  <a:pt x="1056418" y="785660"/>
                </a:lnTo>
                <a:lnTo>
                  <a:pt x="1053932" y="804443"/>
                </a:lnTo>
                <a:lnTo>
                  <a:pt x="1051436" y="823236"/>
                </a:lnTo>
                <a:lnTo>
                  <a:pt x="1048941" y="842020"/>
                </a:lnTo>
                <a:lnTo>
                  <a:pt x="1046455" y="860812"/>
                </a:lnTo>
                <a:lnTo>
                  <a:pt x="1043959" y="879596"/>
                </a:lnTo>
                <a:lnTo>
                  <a:pt x="1041464" y="898388"/>
                </a:lnTo>
                <a:lnTo>
                  <a:pt x="1038968" y="917172"/>
                </a:lnTo>
                <a:lnTo>
                  <a:pt x="1031300" y="930850"/>
                </a:lnTo>
                <a:lnTo>
                  <a:pt x="1012555" y="933612"/>
                </a:lnTo>
                <a:lnTo>
                  <a:pt x="993800" y="936365"/>
                </a:lnTo>
                <a:lnTo>
                  <a:pt x="975046" y="939117"/>
                </a:lnTo>
                <a:lnTo>
                  <a:pt x="956300" y="941870"/>
                </a:lnTo>
                <a:lnTo>
                  <a:pt x="937546" y="944632"/>
                </a:lnTo>
                <a:lnTo>
                  <a:pt x="918801" y="947385"/>
                </a:lnTo>
                <a:lnTo>
                  <a:pt x="900046" y="950138"/>
                </a:lnTo>
                <a:lnTo>
                  <a:pt x="881291" y="952891"/>
                </a:lnTo>
                <a:lnTo>
                  <a:pt x="862546" y="955653"/>
                </a:lnTo>
                <a:lnTo>
                  <a:pt x="843791" y="958406"/>
                </a:lnTo>
                <a:lnTo>
                  <a:pt x="825046" y="961158"/>
                </a:lnTo>
                <a:lnTo>
                  <a:pt x="806291" y="963911"/>
                </a:lnTo>
                <a:lnTo>
                  <a:pt x="787537" y="966673"/>
                </a:lnTo>
                <a:lnTo>
                  <a:pt x="768791" y="969426"/>
                </a:lnTo>
                <a:lnTo>
                  <a:pt x="750037" y="972179"/>
                </a:lnTo>
                <a:lnTo>
                  <a:pt x="731291" y="974931"/>
                </a:lnTo>
                <a:lnTo>
                  <a:pt x="712537" y="977684"/>
                </a:lnTo>
                <a:lnTo>
                  <a:pt x="693782" y="980446"/>
                </a:lnTo>
                <a:lnTo>
                  <a:pt x="675037" y="983199"/>
                </a:lnTo>
                <a:lnTo>
                  <a:pt x="656282" y="985952"/>
                </a:lnTo>
                <a:lnTo>
                  <a:pt x="637537" y="988705"/>
                </a:lnTo>
                <a:lnTo>
                  <a:pt x="618782" y="991467"/>
                </a:lnTo>
                <a:lnTo>
                  <a:pt x="600027" y="994220"/>
                </a:lnTo>
                <a:lnTo>
                  <a:pt x="581282" y="996972"/>
                </a:lnTo>
                <a:lnTo>
                  <a:pt x="562527" y="999725"/>
                </a:lnTo>
                <a:lnTo>
                  <a:pt x="543773" y="1002487"/>
                </a:lnTo>
                <a:lnTo>
                  <a:pt x="525028" y="1005240"/>
                </a:lnTo>
                <a:lnTo>
                  <a:pt x="506273" y="1007993"/>
                </a:lnTo>
                <a:lnTo>
                  <a:pt x="487528" y="1010745"/>
                </a:lnTo>
                <a:lnTo>
                  <a:pt x="468773" y="1013508"/>
                </a:lnTo>
                <a:lnTo>
                  <a:pt x="450018" y="1016260"/>
                </a:lnTo>
                <a:lnTo>
                  <a:pt x="431273" y="1019013"/>
                </a:lnTo>
                <a:lnTo>
                  <a:pt x="412518" y="1021766"/>
                </a:lnTo>
                <a:lnTo>
                  <a:pt x="393773" y="1024519"/>
                </a:lnTo>
                <a:lnTo>
                  <a:pt x="375018" y="1027281"/>
                </a:lnTo>
                <a:lnTo>
                  <a:pt x="356264" y="1030034"/>
                </a:lnTo>
                <a:lnTo>
                  <a:pt x="337518" y="1032786"/>
                </a:lnTo>
                <a:lnTo>
                  <a:pt x="318764" y="1035539"/>
                </a:lnTo>
                <a:lnTo>
                  <a:pt x="300018" y="1038301"/>
                </a:lnTo>
                <a:lnTo>
                  <a:pt x="281264" y="1041054"/>
                </a:lnTo>
                <a:lnTo>
                  <a:pt x="262509" y="1043807"/>
                </a:lnTo>
                <a:lnTo>
                  <a:pt x="243764" y="1046559"/>
                </a:lnTo>
                <a:lnTo>
                  <a:pt x="225009" y="1049322"/>
                </a:lnTo>
                <a:lnTo>
                  <a:pt x="206264" y="1052074"/>
                </a:lnTo>
                <a:lnTo>
                  <a:pt x="187509" y="1054827"/>
                </a:lnTo>
                <a:lnTo>
                  <a:pt x="168754" y="1057580"/>
                </a:lnTo>
                <a:lnTo>
                  <a:pt x="150009" y="1060342"/>
                </a:lnTo>
                <a:lnTo>
                  <a:pt x="131255" y="1063095"/>
                </a:lnTo>
                <a:lnTo>
                  <a:pt x="112509" y="1065848"/>
                </a:lnTo>
                <a:lnTo>
                  <a:pt x="93755" y="1068600"/>
                </a:lnTo>
                <a:lnTo>
                  <a:pt x="75000" y="1071353"/>
                </a:lnTo>
                <a:lnTo>
                  <a:pt x="56255" y="1074115"/>
                </a:lnTo>
                <a:lnTo>
                  <a:pt x="37500" y="1076868"/>
                </a:lnTo>
                <a:lnTo>
                  <a:pt x="18755" y="1079621"/>
                </a:lnTo>
                <a:lnTo>
                  <a:pt x="0" y="1082373"/>
                </a:lnTo>
              </a:path>
            </a:pathLst>
          </a:custGeom>
          <a:solidFill xmlns:a="http://schemas.openxmlformats.org/drawingml/2006/main">
            <a:srgbClr val="C0D2DA">
              <a:alpha val="9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mountain-3-light-face">
            <a:extLst xmlns:a="http://schemas.openxmlformats.org/drawingml/2006/main">
              <a:ext uri="{FF2B5EF4-FFF2-40B4-BE49-F238E27FC236}">
                <a16:creationId xmlns:a16="http://schemas.microsoft.com/office/drawing/2014/main" id="{9D09FA81-6A69-45B3-8C6C-D2FC6C34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837708"/>
            <a:ext cx="939489" cy="2124942"/>
          </a:xfrm>
          <a:custGeom xmlns:a="http://schemas.openxmlformats.org/drawingml/2006/main">
            <a:pathLst>
              <a:path w="939489" h="2124942">
                <a:moveTo>
                  <a:pt x="0" y="2124942"/>
                </a:moveTo>
                <a:lnTo>
                  <a:pt x="0" y="2103311"/>
                </a:lnTo>
                <a:lnTo>
                  <a:pt x="0" y="2081689"/>
                </a:lnTo>
                <a:lnTo>
                  <a:pt x="0" y="2060067"/>
                </a:lnTo>
                <a:lnTo>
                  <a:pt x="0" y="2038436"/>
                </a:lnTo>
                <a:lnTo>
                  <a:pt x="0" y="2016814"/>
                </a:lnTo>
                <a:lnTo>
                  <a:pt x="0" y="1995192"/>
                </a:lnTo>
                <a:lnTo>
                  <a:pt x="0" y="1973561"/>
                </a:lnTo>
                <a:lnTo>
                  <a:pt x="0" y="1951939"/>
                </a:lnTo>
                <a:lnTo>
                  <a:pt x="0" y="1930317"/>
                </a:lnTo>
                <a:lnTo>
                  <a:pt x="0" y="1908686"/>
                </a:lnTo>
                <a:lnTo>
                  <a:pt x="0" y="1887064"/>
                </a:lnTo>
                <a:lnTo>
                  <a:pt x="0" y="1865443"/>
                </a:lnTo>
                <a:lnTo>
                  <a:pt x="0" y="1843821"/>
                </a:lnTo>
                <a:lnTo>
                  <a:pt x="0" y="1822190"/>
                </a:lnTo>
                <a:lnTo>
                  <a:pt x="0" y="1800568"/>
                </a:lnTo>
                <a:lnTo>
                  <a:pt x="0" y="1778946"/>
                </a:lnTo>
                <a:lnTo>
                  <a:pt x="0" y="1757315"/>
                </a:lnTo>
                <a:lnTo>
                  <a:pt x="0" y="1735693"/>
                </a:lnTo>
                <a:lnTo>
                  <a:pt x="0" y="1714071"/>
                </a:lnTo>
                <a:lnTo>
                  <a:pt x="0" y="1692440"/>
                </a:lnTo>
                <a:lnTo>
                  <a:pt x="0" y="1670818"/>
                </a:lnTo>
                <a:lnTo>
                  <a:pt x="0" y="1649197"/>
                </a:lnTo>
                <a:lnTo>
                  <a:pt x="0" y="1627565"/>
                </a:lnTo>
                <a:lnTo>
                  <a:pt x="0" y="1605944"/>
                </a:lnTo>
                <a:lnTo>
                  <a:pt x="0" y="1584322"/>
                </a:lnTo>
                <a:lnTo>
                  <a:pt x="0" y="1562691"/>
                </a:lnTo>
                <a:lnTo>
                  <a:pt x="0" y="1541069"/>
                </a:lnTo>
                <a:lnTo>
                  <a:pt x="0" y="1519447"/>
                </a:lnTo>
                <a:lnTo>
                  <a:pt x="0" y="1497825"/>
                </a:lnTo>
                <a:lnTo>
                  <a:pt x="0" y="1476194"/>
                </a:lnTo>
                <a:lnTo>
                  <a:pt x="0" y="1454572"/>
                </a:lnTo>
                <a:lnTo>
                  <a:pt x="0" y="1432951"/>
                </a:lnTo>
                <a:lnTo>
                  <a:pt x="0" y="1411319"/>
                </a:lnTo>
                <a:lnTo>
                  <a:pt x="0" y="1389698"/>
                </a:lnTo>
                <a:lnTo>
                  <a:pt x="238" y="1368123"/>
                </a:lnTo>
                <a:lnTo>
                  <a:pt x="9106" y="1348407"/>
                </a:lnTo>
                <a:lnTo>
                  <a:pt x="17983" y="1328680"/>
                </a:lnTo>
                <a:lnTo>
                  <a:pt x="26851" y="1308964"/>
                </a:lnTo>
                <a:lnTo>
                  <a:pt x="35728" y="1289237"/>
                </a:lnTo>
                <a:lnTo>
                  <a:pt x="44596" y="1269521"/>
                </a:lnTo>
                <a:lnTo>
                  <a:pt x="53473" y="1249804"/>
                </a:lnTo>
                <a:lnTo>
                  <a:pt x="62351" y="1230078"/>
                </a:lnTo>
                <a:lnTo>
                  <a:pt x="71218" y="1210361"/>
                </a:lnTo>
                <a:lnTo>
                  <a:pt x="80096" y="1190635"/>
                </a:lnTo>
                <a:lnTo>
                  <a:pt x="88964" y="1170918"/>
                </a:lnTo>
                <a:lnTo>
                  <a:pt x="97841" y="1151201"/>
                </a:lnTo>
                <a:lnTo>
                  <a:pt x="106709" y="1131475"/>
                </a:lnTo>
                <a:lnTo>
                  <a:pt x="115586" y="1111758"/>
                </a:lnTo>
                <a:lnTo>
                  <a:pt x="124454" y="1092032"/>
                </a:lnTo>
                <a:lnTo>
                  <a:pt x="133331" y="1072315"/>
                </a:lnTo>
                <a:lnTo>
                  <a:pt x="142199" y="1052589"/>
                </a:lnTo>
                <a:lnTo>
                  <a:pt x="151076" y="1032872"/>
                </a:lnTo>
                <a:lnTo>
                  <a:pt x="159944" y="1013155"/>
                </a:lnTo>
                <a:lnTo>
                  <a:pt x="168821" y="993429"/>
                </a:lnTo>
                <a:lnTo>
                  <a:pt x="177689" y="973712"/>
                </a:lnTo>
                <a:lnTo>
                  <a:pt x="186566" y="953986"/>
                </a:lnTo>
                <a:lnTo>
                  <a:pt x="195434" y="934269"/>
                </a:lnTo>
                <a:lnTo>
                  <a:pt x="204311" y="914552"/>
                </a:lnTo>
                <a:lnTo>
                  <a:pt x="213179" y="894826"/>
                </a:lnTo>
                <a:lnTo>
                  <a:pt x="222056" y="875109"/>
                </a:lnTo>
                <a:lnTo>
                  <a:pt x="230924" y="855383"/>
                </a:lnTo>
                <a:lnTo>
                  <a:pt x="239801" y="835666"/>
                </a:lnTo>
                <a:lnTo>
                  <a:pt x="249726" y="816493"/>
                </a:lnTo>
                <a:lnTo>
                  <a:pt x="260556" y="797766"/>
                </a:lnTo>
                <a:lnTo>
                  <a:pt x="271377" y="779040"/>
                </a:lnTo>
                <a:lnTo>
                  <a:pt x="282197" y="760324"/>
                </a:lnTo>
                <a:lnTo>
                  <a:pt x="293018" y="741597"/>
                </a:lnTo>
                <a:lnTo>
                  <a:pt x="303838" y="722881"/>
                </a:lnTo>
                <a:lnTo>
                  <a:pt x="314658" y="704155"/>
                </a:lnTo>
                <a:lnTo>
                  <a:pt x="325479" y="685429"/>
                </a:lnTo>
                <a:lnTo>
                  <a:pt x="336299" y="666712"/>
                </a:lnTo>
                <a:lnTo>
                  <a:pt x="347120" y="647986"/>
                </a:lnTo>
                <a:lnTo>
                  <a:pt x="357940" y="629260"/>
                </a:lnTo>
                <a:lnTo>
                  <a:pt x="368760" y="610543"/>
                </a:lnTo>
                <a:lnTo>
                  <a:pt x="379581" y="591817"/>
                </a:lnTo>
                <a:lnTo>
                  <a:pt x="390411" y="573100"/>
                </a:lnTo>
                <a:lnTo>
                  <a:pt x="401231" y="554374"/>
                </a:lnTo>
                <a:lnTo>
                  <a:pt x="412052" y="535648"/>
                </a:lnTo>
                <a:lnTo>
                  <a:pt x="422872" y="516931"/>
                </a:lnTo>
                <a:lnTo>
                  <a:pt x="433692" y="498205"/>
                </a:lnTo>
                <a:lnTo>
                  <a:pt x="444513" y="479489"/>
                </a:lnTo>
                <a:lnTo>
                  <a:pt x="455333" y="460762"/>
                </a:lnTo>
                <a:lnTo>
                  <a:pt x="466154" y="442036"/>
                </a:lnTo>
                <a:lnTo>
                  <a:pt x="476974" y="423320"/>
                </a:lnTo>
                <a:lnTo>
                  <a:pt x="487794" y="404593"/>
                </a:lnTo>
                <a:lnTo>
                  <a:pt x="498615" y="385877"/>
                </a:lnTo>
                <a:lnTo>
                  <a:pt x="509435" y="367151"/>
                </a:lnTo>
                <a:lnTo>
                  <a:pt x="520265" y="348425"/>
                </a:lnTo>
                <a:lnTo>
                  <a:pt x="531085" y="329708"/>
                </a:lnTo>
                <a:lnTo>
                  <a:pt x="541906" y="310982"/>
                </a:lnTo>
                <a:lnTo>
                  <a:pt x="552726" y="292265"/>
                </a:lnTo>
                <a:lnTo>
                  <a:pt x="563547" y="273539"/>
                </a:lnTo>
                <a:lnTo>
                  <a:pt x="574367" y="254813"/>
                </a:lnTo>
                <a:lnTo>
                  <a:pt x="585187" y="236096"/>
                </a:lnTo>
                <a:lnTo>
                  <a:pt x="596008" y="217370"/>
                </a:lnTo>
                <a:lnTo>
                  <a:pt x="606828" y="198644"/>
                </a:lnTo>
                <a:lnTo>
                  <a:pt x="617649" y="179927"/>
                </a:lnTo>
                <a:lnTo>
                  <a:pt x="628469" y="161201"/>
                </a:lnTo>
                <a:lnTo>
                  <a:pt x="639299" y="142484"/>
                </a:lnTo>
                <a:lnTo>
                  <a:pt x="650119" y="123758"/>
                </a:lnTo>
                <a:lnTo>
                  <a:pt x="660940" y="105032"/>
                </a:lnTo>
                <a:lnTo>
                  <a:pt x="671760" y="86316"/>
                </a:lnTo>
                <a:lnTo>
                  <a:pt x="682581" y="67589"/>
                </a:lnTo>
                <a:lnTo>
                  <a:pt x="693401" y="48873"/>
                </a:lnTo>
                <a:lnTo>
                  <a:pt x="704221" y="30147"/>
                </a:lnTo>
                <a:lnTo>
                  <a:pt x="715042" y="11420"/>
                </a:lnTo>
                <a:lnTo>
                  <a:pt x="724348" y="0"/>
                </a:lnTo>
                <a:lnTo>
                  <a:pt x="726786" y="21488"/>
                </a:lnTo>
                <a:lnTo>
                  <a:pt x="729234" y="42977"/>
                </a:lnTo>
                <a:lnTo>
                  <a:pt x="731682" y="64456"/>
                </a:lnTo>
                <a:lnTo>
                  <a:pt x="734120" y="85944"/>
                </a:lnTo>
                <a:lnTo>
                  <a:pt x="736568" y="107432"/>
                </a:lnTo>
                <a:lnTo>
                  <a:pt x="739016" y="128921"/>
                </a:lnTo>
                <a:lnTo>
                  <a:pt x="741455" y="150400"/>
                </a:lnTo>
                <a:lnTo>
                  <a:pt x="743903" y="171888"/>
                </a:lnTo>
                <a:lnTo>
                  <a:pt x="746350" y="193377"/>
                </a:lnTo>
                <a:lnTo>
                  <a:pt x="748789" y="214865"/>
                </a:lnTo>
                <a:lnTo>
                  <a:pt x="751237" y="236344"/>
                </a:lnTo>
                <a:lnTo>
                  <a:pt x="753685" y="257832"/>
                </a:lnTo>
                <a:lnTo>
                  <a:pt x="756123" y="279321"/>
                </a:lnTo>
                <a:lnTo>
                  <a:pt x="758571" y="300809"/>
                </a:lnTo>
                <a:lnTo>
                  <a:pt x="761019" y="322288"/>
                </a:lnTo>
                <a:lnTo>
                  <a:pt x="763457" y="343776"/>
                </a:lnTo>
                <a:lnTo>
                  <a:pt x="765905" y="365265"/>
                </a:lnTo>
                <a:lnTo>
                  <a:pt x="768353" y="386753"/>
                </a:lnTo>
                <a:lnTo>
                  <a:pt x="770792" y="408232"/>
                </a:lnTo>
                <a:lnTo>
                  <a:pt x="773240" y="429720"/>
                </a:lnTo>
                <a:lnTo>
                  <a:pt x="775687" y="451209"/>
                </a:lnTo>
                <a:lnTo>
                  <a:pt x="778126" y="472697"/>
                </a:lnTo>
                <a:lnTo>
                  <a:pt x="780574" y="494176"/>
                </a:lnTo>
                <a:lnTo>
                  <a:pt x="783022" y="515664"/>
                </a:lnTo>
                <a:lnTo>
                  <a:pt x="785460" y="537153"/>
                </a:lnTo>
                <a:lnTo>
                  <a:pt x="787908" y="558641"/>
                </a:lnTo>
                <a:lnTo>
                  <a:pt x="790356" y="580120"/>
                </a:lnTo>
                <a:lnTo>
                  <a:pt x="792794" y="601609"/>
                </a:lnTo>
                <a:lnTo>
                  <a:pt x="795242" y="623097"/>
                </a:lnTo>
                <a:lnTo>
                  <a:pt x="797690" y="644585"/>
                </a:lnTo>
                <a:lnTo>
                  <a:pt x="800129" y="666064"/>
                </a:lnTo>
                <a:lnTo>
                  <a:pt x="802577" y="687553"/>
                </a:lnTo>
                <a:lnTo>
                  <a:pt x="805024" y="709041"/>
                </a:lnTo>
                <a:lnTo>
                  <a:pt x="807463" y="730529"/>
                </a:lnTo>
                <a:lnTo>
                  <a:pt x="809911" y="752008"/>
                </a:lnTo>
                <a:lnTo>
                  <a:pt x="812359" y="773497"/>
                </a:lnTo>
                <a:lnTo>
                  <a:pt x="814797" y="794985"/>
                </a:lnTo>
                <a:lnTo>
                  <a:pt x="817245" y="816473"/>
                </a:lnTo>
                <a:lnTo>
                  <a:pt x="819693" y="837952"/>
                </a:lnTo>
                <a:lnTo>
                  <a:pt x="822131" y="859441"/>
                </a:lnTo>
                <a:lnTo>
                  <a:pt x="824579" y="880929"/>
                </a:lnTo>
                <a:lnTo>
                  <a:pt x="827027" y="902418"/>
                </a:lnTo>
                <a:lnTo>
                  <a:pt x="829466" y="923896"/>
                </a:lnTo>
                <a:lnTo>
                  <a:pt x="831914" y="945385"/>
                </a:lnTo>
                <a:lnTo>
                  <a:pt x="834361" y="966873"/>
                </a:lnTo>
                <a:lnTo>
                  <a:pt x="836800" y="988362"/>
                </a:lnTo>
                <a:lnTo>
                  <a:pt x="839248" y="1009841"/>
                </a:lnTo>
                <a:lnTo>
                  <a:pt x="841696" y="1031329"/>
                </a:lnTo>
                <a:lnTo>
                  <a:pt x="844134" y="1052817"/>
                </a:lnTo>
                <a:lnTo>
                  <a:pt x="846582" y="1074306"/>
                </a:lnTo>
                <a:lnTo>
                  <a:pt x="849030" y="1095794"/>
                </a:lnTo>
                <a:lnTo>
                  <a:pt x="851468" y="1117273"/>
                </a:lnTo>
                <a:lnTo>
                  <a:pt x="853916" y="1138761"/>
                </a:lnTo>
                <a:lnTo>
                  <a:pt x="856364" y="1160250"/>
                </a:lnTo>
                <a:lnTo>
                  <a:pt x="858803" y="1181738"/>
                </a:lnTo>
                <a:lnTo>
                  <a:pt x="861251" y="1203217"/>
                </a:lnTo>
                <a:lnTo>
                  <a:pt x="863698" y="1224705"/>
                </a:lnTo>
                <a:lnTo>
                  <a:pt x="866137" y="1246194"/>
                </a:lnTo>
                <a:lnTo>
                  <a:pt x="868585" y="1267682"/>
                </a:lnTo>
                <a:lnTo>
                  <a:pt x="871033" y="1289161"/>
                </a:lnTo>
                <a:lnTo>
                  <a:pt x="873471" y="1310650"/>
                </a:lnTo>
                <a:lnTo>
                  <a:pt x="875919" y="1332138"/>
                </a:lnTo>
                <a:lnTo>
                  <a:pt x="878367" y="1353626"/>
                </a:lnTo>
                <a:lnTo>
                  <a:pt x="880805" y="1375105"/>
                </a:lnTo>
                <a:lnTo>
                  <a:pt x="883253" y="1396594"/>
                </a:lnTo>
                <a:lnTo>
                  <a:pt x="885701" y="1418082"/>
                </a:lnTo>
                <a:lnTo>
                  <a:pt x="888140" y="1439570"/>
                </a:lnTo>
                <a:lnTo>
                  <a:pt x="890588" y="1461049"/>
                </a:lnTo>
                <a:lnTo>
                  <a:pt x="893035" y="1482538"/>
                </a:lnTo>
                <a:lnTo>
                  <a:pt x="895474" y="1504026"/>
                </a:lnTo>
                <a:lnTo>
                  <a:pt x="897922" y="1525514"/>
                </a:lnTo>
                <a:lnTo>
                  <a:pt x="900370" y="1546993"/>
                </a:lnTo>
                <a:lnTo>
                  <a:pt x="902818" y="1568482"/>
                </a:lnTo>
                <a:lnTo>
                  <a:pt x="905256" y="1589970"/>
                </a:lnTo>
                <a:lnTo>
                  <a:pt x="907704" y="1611459"/>
                </a:lnTo>
                <a:lnTo>
                  <a:pt x="910152" y="1632937"/>
                </a:lnTo>
                <a:lnTo>
                  <a:pt x="912590" y="1654426"/>
                </a:lnTo>
                <a:lnTo>
                  <a:pt x="915038" y="1675914"/>
                </a:lnTo>
                <a:lnTo>
                  <a:pt x="917486" y="1697403"/>
                </a:lnTo>
                <a:lnTo>
                  <a:pt x="919925" y="1718882"/>
                </a:lnTo>
                <a:lnTo>
                  <a:pt x="922372" y="1740370"/>
                </a:lnTo>
                <a:lnTo>
                  <a:pt x="924820" y="1761858"/>
                </a:lnTo>
                <a:lnTo>
                  <a:pt x="927259" y="1783347"/>
                </a:lnTo>
                <a:lnTo>
                  <a:pt x="929707" y="1804826"/>
                </a:lnTo>
                <a:lnTo>
                  <a:pt x="932155" y="1826314"/>
                </a:lnTo>
                <a:lnTo>
                  <a:pt x="934593" y="1847802"/>
                </a:lnTo>
                <a:lnTo>
                  <a:pt x="937041" y="1869291"/>
                </a:lnTo>
                <a:lnTo>
                  <a:pt x="939489" y="1890770"/>
                </a:lnTo>
                <a:lnTo>
                  <a:pt x="924544" y="1900123"/>
                </a:lnTo>
                <a:lnTo>
                  <a:pt x="903532" y="1905229"/>
                </a:lnTo>
                <a:lnTo>
                  <a:pt x="882520" y="1910344"/>
                </a:lnTo>
                <a:lnTo>
                  <a:pt x="861508" y="1915449"/>
                </a:lnTo>
                <a:lnTo>
                  <a:pt x="840496" y="1920564"/>
                </a:lnTo>
                <a:lnTo>
                  <a:pt x="819483" y="1925669"/>
                </a:lnTo>
                <a:lnTo>
                  <a:pt x="798471" y="1930784"/>
                </a:lnTo>
                <a:lnTo>
                  <a:pt x="777459" y="1935890"/>
                </a:lnTo>
                <a:lnTo>
                  <a:pt x="756447" y="1940995"/>
                </a:lnTo>
                <a:lnTo>
                  <a:pt x="735435" y="1946110"/>
                </a:lnTo>
                <a:lnTo>
                  <a:pt x="714423" y="1951215"/>
                </a:lnTo>
                <a:lnTo>
                  <a:pt x="693410" y="1956330"/>
                </a:lnTo>
                <a:lnTo>
                  <a:pt x="672398" y="1961436"/>
                </a:lnTo>
                <a:lnTo>
                  <a:pt x="651386" y="1966551"/>
                </a:lnTo>
                <a:lnTo>
                  <a:pt x="630374" y="1971656"/>
                </a:lnTo>
                <a:lnTo>
                  <a:pt x="609362" y="1976761"/>
                </a:lnTo>
                <a:lnTo>
                  <a:pt x="588350" y="1981876"/>
                </a:lnTo>
                <a:lnTo>
                  <a:pt x="567338" y="1986982"/>
                </a:lnTo>
                <a:lnTo>
                  <a:pt x="546325" y="1992097"/>
                </a:lnTo>
                <a:lnTo>
                  <a:pt x="525313" y="1997202"/>
                </a:lnTo>
                <a:lnTo>
                  <a:pt x="504301" y="2002307"/>
                </a:lnTo>
                <a:lnTo>
                  <a:pt x="483289" y="2007422"/>
                </a:lnTo>
                <a:lnTo>
                  <a:pt x="462277" y="2012528"/>
                </a:lnTo>
                <a:lnTo>
                  <a:pt x="441265" y="2017643"/>
                </a:lnTo>
                <a:lnTo>
                  <a:pt x="420253" y="2022748"/>
                </a:lnTo>
                <a:lnTo>
                  <a:pt x="399240" y="2027863"/>
                </a:lnTo>
                <a:lnTo>
                  <a:pt x="378219" y="2032968"/>
                </a:lnTo>
                <a:lnTo>
                  <a:pt x="357216" y="2038074"/>
                </a:lnTo>
                <a:lnTo>
                  <a:pt x="336194" y="2043189"/>
                </a:lnTo>
                <a:lnTo>
                  <a:pt x="315182" y="2048294"/>
                </a:lnTo>
                <a:lnTo>
                  <a:pt x="294170" y="2053409"/>
                </a:lnTo>
                <a:lnTo>
                  <a:pt x="273158" y="2058514"/>
                </a:lnTo>
                <a:lnTo>
                  <a:pt x="252146" y="2063629"/>
                </a:lnTo>
                <a:lnTo>
                  <a:pt x="231134" y="2068735"/>
                </a:lnTo>
                <a:lnTo>
                  <a:pt x="210122" y="2073840"/>
                </a:lnTo>
                <a:lnTo>
                  <a:pt x="189109" y="2078955"/>
                </a:lnTo>
                <a:lnTo>
                  <a:pt x="168097" y="2084060"/>
                </a:lnTo>
                <a:lnTo>
                  <a:pt x="147085" y="2089175"/>
                </a:lnTo>
                <a:lnTo>
                  <a:pt x="126073" y="2094281"/>
                </a:lnTo>
                <a:lnTo>
                  <a:pt x="105061" y="2099386"/>
                </a:lnTo>
                <a:lnTo>
                  <a:pt x="84049" y="2104501"/>
                </a:lnTo>
                <a:lnTo>
                  <a:pt x="63036" y="2109607"/>
                </a:lnTo>
                <a:lnTo>
                  <a:pt x="42024" y="2114721"/>
                </a:lnTo>
                <a:lnTo>
                  <a:pt x="21012" y="2119827"/>
                </a:lnTo>
                <a:lnTo>
                  <a:pt x="0" y="2124942"/>
                </a:lnTo>
              </a:path>
            </a:pathLst>
          </a:custGeom>
          <a:solidFill xmlns:a="http://schemas.openxmlformats.org/drawingml/2006/main">
            <a:srgbClr val="C7D8DF">
              <a:alpha val="9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ountain-3-shade-face">
            <a:extLst xmlns:a="http://schemas.openxmlformats.org/drawingml/2006/main">
              <a:ext uri="{FF2B5EF4-FFF2-40B4-BE49-F238E27FC236}">
                <a16:creationId xmlns:a16="http://schemas.microsoft.com/office/drawing/2014/main" id="{561FB816-E8B0-4976-9234-84FE4D57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60" y="3833908"/>
            <a:ext cx="1462078" cy="2128676"/>
          </a:xfrm>
          <a:custGeom xmlns:a="http://schemas.openxmlformats.org/drawingml/2006/main">
            <a:pathLst>
              <a:path w="1462078" h="2128676">
                <a:moveTo>
                  <a:pt x="216208" y="1900142"/>
                </a:moveTo>
                <a:lnTo>
                  <a:pt x="213284" y="1874463"/>
                </a:lnTo>
                <a:lnTo>
                  <a:pt x="210360" y="1848783"/>
                </a:lnTo>
                <a:lnTo>
                  <a:pt x="207445" y="1823104"/>
                </a:lnTo>
                <a:lnTo>
                  <a:pt x="204521" y="1797434"/>
                </a:lnTo>
                <a:lnTo>
                  <a:pt x="201597" y="1771755"/>
                </a:lnTo>
                <a:lnTo>
                  <a:pt x="198672" y="1746075"/>
                </a:lnTo>
                <a:lnTo>
                  <a:pt x="195758" y="1720396"/>
                </a:lnTo>
                <a:lnTo>
                  <a:pt x="192834" y="1694717"/>
                </a:lnTo>
                <a:lnTo>
                  <a:pt x="189909" y="1669047"/>
                </a:lnTo>
                <a:lnTo>
                  <a:pt x="186985" y="1643367"/>
                </a:lnTo>
                <a:lnTo>
                  <a:pt x="184071" y="1617688"/>
                </a:lnTo>
                <a:lnTo>
                  <a:pt x="181146" y="1592008"/>
                </a:lnTo>
                <a:lnTo>
                  <a:pt x="178222" y="1566329"/>
                </a:lnTo>
                <a:lnTo>
                  <a:pt x="175298" y="1540659"/>
                </a:lnTo>
                <a:lnTo>
                  <a:pt x="172383" y="1514980"/>
                </a:lnTo>
                <a:lnTo>
                  <a:pt x="169459" y="1489300"/>
                </a:lnTo>
                <a:lnTo>
                  <a:pt x="166535" y="1463621"/>
                </a:lnTo>
                <a:lnTo>
                  <a:pt x="163611" y="1437942"/>
                </a:lnTo>
                <a:lnTo>
                  <a:pt x="160696" y="1412262"/>
                </a:lnTo>
                <a:lnTo>
                  <a:pt x="157772" y="1386592"/>
                </a:lnTo>
                <a:lnTo>
                  <a:pt x="154848" y="1360913"/>
                </a:lnTo>
                <a:lnTo>
                  <a:pt x="151933" y="1335234"/>
                </a:lnTo>
                <a:lnTo>
                  <a:pt x="149009" y="1309554"/>
                </a:lnTo>
                <a:lnTo>
                  <a:pt x="146085" y="1283875"/>
                </a:lnTo>
                <a:lnTo>
                  <a:pt x="143161" y="1258205"/>
                </a:lnTo>
                <a:lnTo>
                  <a:pt x="140246" y="1232525"/>
                </a:lnTo>
                <a:lnTo>
                  <a:pt x="137322" y="1206846"/>
                </a:lnTo>
                <a:lnTo>
                  <a:pt x="134398" y="1181167"/>
                </a:lnTo>
                <a:lnTo>
                  <a:pt x="131474" y="1155487"/>
                </a:lnTo>
                <a:lnTo>
                  <a:pt x="128559" y="1129817"/>
                </a:lnTo>
                <a:lnTo>
                  <a:pt x="125635" y="1104138"/>
                </a:lnTo>
                <a:lnTo>
                  <a:pt x="122711" y="1078459"/>
                </a:lnTo>
                <a:lnTo>
                  <a:pt x="119786" y="1052779"/>
                </a:lnTo>
                <a:lnTo>
                  <a:pt x="116872" y="1027100"/>
                </a:lnTo>
                <a:lnTo>
                  <a:pt x="113948" y="1001430"/>
                </a:lnTo>
                <a:lnTo>
                  <a:pt x="111023" y="975751"/>
                </a:lnTo>
                <a:lnTo>
                  <a:pt x="108099" y="950071"/>
                </a:lnTo>
                <a:lnTo>
                  <a:pt x="105185" y="924392"/>
                </a:lnTo>
                <a:lnTo>
                  <a:pt x="102260" y="898712"/>
                </a:lnTo>
                <a:lnTo>
                  <a:pt x="99336" y="873033"/>
                </a:lnTo>
                <a:lnTo>
                  <a:pt x="96412" y="847363"/>
                </a:lnTo>
                <a:lnTo>
                  <a:pt x="93497" y="821684"/>
                </a:lnTo>
                <a:lnTo>
                  <a:pt x="90573" y="796004"/>
                </a:lnTo>
                <a:lnTo>
                  <a:pt x="87649" y="770325"/>
                </a:lnTo>
                <a:lnTo>
                  <a:pt x="84734" y="744645"/>
                </a:lnTo>
                <a:lnTo>
                  <a:pt x="81810" y="718976"/>
                </a:lnTo>
                <a:lnTo>
                  <a:pt x="78886" y="693296"/>
                </a:lnTo>
                <a:lnTo>
                  <a:pt x="75962" y="667617"/>
                </a:lnTo>
                <a:lnTo>
                  <a:pt x="73047" y="641937"/>
                </a:lnTo>
                <a:lnTo>
                  <a:pt x="70123" y="616258"/>
                </a:lnTo>
                <a:lnTo>
                  <a:pt x="67199" y="590588"/>
                </a:lnTo>
                <a:lnTo>
                  <a:pt x="64275" y="564909"/>
                </a:lnTo>
                <a:lnTo>
                  <a:pt x="61360" y="539229"/>
                </a:lnTo>
                <a:lnTo>
                  <a:pt x="58436" y="513550"/>
                </a:lnTo>
                <a:lnTo>
                  <a:pt x="55512" y="487871"/>
                </a:lnTo>
                <a:lnTo>
                  <a:pt x="52588" y="462201"/>
                </a:lnTo>
                <a:lnTo>
                  <a:pt x="49673" y="436521"/>
                </a:lnTo>
                <a:lnTo>
                  <a:pt x="46749" y="410842"/>
                </a:lnTo>
                <a:lnTo>
                  <a:pt x="43825" y="385162"/>
                </a:lnTo>
                <a:lnTo>
                  <a:pt x="40900" y="359483"/>
                </a:lnTo>
                <a:lnTo>
                  <a:pt x="37986" y="333813"/>
                </a:lnTo>
                <a:lnTo>
                  <a:pt x="35062" y="308134"/>
                </a:lnTo>
                <a:lnTo>
                  <a:pt x="32137" y="282454"/>
                </a:lnTo>
                <a:lnTo>
                  <a:pt x="29213" y="256775"/>
                </a:lnTo>
                <a:lnTo>
                  <a:pt x="26299" y="231096"/>
                </a:lnTo>
                <a:lnTo>
                  <a:pt x="23374" y="205416"/>
                </a:lnTo>
                <a:lnTo>
                  <a:pt x="20450" y="179746"/>
                </a:lnTo>
                <a:lnTo>
                  <a:pt x="17526" y="154067"/>
                </a:lnTo>
                <a:lnTo>
                  <a:pt x="14611" y="128387"/>
                </a:lnTo>
                <a:lnTo>
                  <a:pt x="11687" y="102708"/>
                </a:lnTo>
                <a:lnTo>
                  <a:pt x="8763" y="77029"/>
                </a:lnTo>
                <a:lnTo>
                  <a:pt x="5839" y="51359"/>
                </a:lnTo>
                <a:lnTo>
                  <a:pt x="2924" y="25679"/>
                </a:lnTo>
                <a:lnTo>
                  <a:pt x="0" y="0"/>
                </a:lnTo>
                <a:lnTo>
                  <a:pt x="19345" y="16878"/>
                </a:lnTo>
                <a:lnTo>
                  <a:pt x="38767" y="33928"/>
                </a:lnTo>
                <a:lnTo>
                  <a:pt x="58198" y="50968"/>
                </a:lnTo>
                <a:lnTo>
                  <a:pt x="77619" y="68009"/>
                </a:lnTo>
                <a:lnTo>
                  <a:pt x="97050" y="85058"/>
                </a:lnTo>
                <a:lnTo>
                  <a:pt x="116481" y="102098"/>
                </a:lnTo>
                <a:lnTo>
                  <a:pt x="135903" y="119139"/>
                </a:lnTo>
                <a:lnTo>
                  <a:pt x="155334" y="136188"/>
                </a:lnTo>
                <a:lnTo>
                  <a:pt x="174755" y="153229"/>
                </a:lnTo>
                <a:lnTo>
                  <a:pt x="194186" y="170269"/>
                </a:lnTo>
                <a:lnTo>
                  <a:pt x="213608" y="187309"/>
                </a:lnTo>
                <a:lnTo>
                  <a:pt x="233039" y="204359"/>
                </a:lnTo>
                <a:lnTo>
                  <a:pt x="252460" y="221399"/>
                </a:lnTo>
                <a:lnTo>
                  <a:pt x="271891" y="238439"/>
                </a:lnTo>
                <a:lnTo>
                  <a:pt x="291322" y="255489"/>
                </a:lnTo>
                <a:lnTo>
                  <a:pt x="310744" y="272529"/>
                </a:lnTo>
                <a:lnTo>
                  <a:pt x="330175" y="289570"/>
                </a:lnTo>
                <a:lnTo>
                  <a:pt x="349596" y="306619"/>
                </a:lnTo>
                <a:lnTo>
                  <a:pt x="369027" y="323659"/>
                </a:lnTo>
                <a:lnTo>
                  <a:pt x="388449" y="340700"/>
                </a:lnTo>
                <a:lnTo>
                  <a:pt x="407880" y="357749"/>
                </a:lnTo>
                <a:lnTo>
                  <a:pt x="427311" y="374790"/>
                </a:lnTo>
                <a:lnTo>
                  <a:pt x="446732" y="391830"/>
                </a:lnTo>
                <a:lnTo>
                  <a:pt x="466163" y="408880"/>
                </a:lnTo>
                <a:lnTo>
                  <a:pt x="485584" y="425920"/>
                </a:lnTo>
                <a:lnTo>
                  <a:pt x="505016" y="442960"/>
                </a:lnTo>
                <a:lnTo>
                  <a:pt x="524437" y="460000"/>
                </a:lnTo>
                <a:lnTo>
                  <a:pt x="543868" y="477050"/>
                </a:lnTo>
                <a:lnTo>
                  <a:pt x="563299" y="494090"/>
                </a:lnTo>
                <a:lnTo>
                  <a:pt x="582720" y="511131"/>
                </a:lnTo>
                <a:lnTo>
                  <a:pt x="602151" y="528180"/>
                </a:lnTo>
                <a:lnTo>
                  <a:pt x="621573" y="545221"/>
                </a:lnTo>
                <a:lnTo>
                  <a:pt x="641004" y="562261"/>
                </a:lnTo>
                <a:lnTo>
                  <a:pt x="660425" y="579311"/>
                </a:lnTo>
                <a:lnTo>
                  <a:pt x="679856" y="596351"/>
                </a:lnTo>
                <a:lnTo>
                  <a:pt x="699287" y="613391"/>
                </a:lnTo>
                <a:lnTo>
                  <a:pt x="718709" y="630441"/>
                </a:lnTo>
                <a:lnTo>
                  <a:pt x="738140" y="647481"/>
                </a:lnTo>
                <a:lnTo>
                  <a:pt x="757561" y="664521"/>
                </a:lnTo>
                <a:lnTo>
                  <a:pt x="777202" y="681161"/>
                </a:lnTo>
                <a:lnTo>
                  <a:pt x="802348" y="687095"/>
                </a:lnTo>
                <a:lnTo>
                  <a:pt x="827503" y="693039"/>
                </a:lnTo>
                <a:lnTo>
                  <a:pt x="852659" y="698973"/>
                </a:lnTo>
                <a:lnTo>
                  <a:pt x="877805" y="704917"/>
                </a:lnTo>
                <a:lnTo>
                  <a:pt x="902960" y="710851"/>
                </a:lnTo>
                <a:lnTo>
                  <a:pt x="928106" y="716794"/>
                </a:lnTo>
                <a:lnTo>
                  <a:pt x="953262" y="722728"/>
                </a:lnTo>
                <a:lnTo>
                  <a:pt x="978418" y="728672"/>
                </a:lnTo>
                <a:lnTo>
                  <a:pt x="1003564" y="734606"/>
                </a:lnTo>
                <a:lnTo>
                  <a:pt x="1028719" y="740540"/>
                </a:lnTo>
                <a:lnTo>
                  <a:pt x="1053865" y="746484"/>
                </a:lnTo>
                <a:lnTo>
                  <a:pt x="1079021" y="752418"/>
                </a:lnTo>
                <a:lnTo>
                  <a:pt x="1104176" y="758361"/>
                </a:lnTo>
                <a:lnTo>
                  <a:pt x="1129322" y="764296"/>
                </a:lnTo>
                <a:lnTo>
                  <a:pt x="1154478" y="770239"/>
                </a:lnTo>
                <a:lnTo>
                  <a:pt x="1179624" y="776173"/>
                </a:lnTo>
                <a:lnTo>
                  <a:pt x="1204779" y="782117"/>
                </a:lnTo>
                <a:lnTo>
                  <a:pt x="1229935" y="788051"/>
                </a:lnTo>
                <a:lnTo>
                  <a:pt x="1255081" y="793994"/>
                </a:lnTo>
                <a:lnTo>
                  <a:pt x="1280236" y="799929"/>
                </a:lnTo>
                <a:lnTo>
                  <a:pt x="1305382" y="805872"/>
                </a:lnTo>
                <a:lnTo>
                  <a:pt x="1330538" y="811806"/>
                </a:lnTo>
                <a:lnTo>
                  <a:pt x="1355693" y="817750"/>
                </a:lnTo>
                <a:lnTo>
                  <a:pt x="1380839" y="823684"/>
                </a:lnTo>
                <a:lnTo>
                  <a:pt x="1405995" y="829628"/>
                </a:lnTo>
                <a:lnTo>
                  <a:pt x="1431141" y="835562"/>
                </a:lnTo>
                <a:lnTo>
                  <a:pt x="1456296" y="841505"/>
                </a:lnTo>
                <a:lnTo>
                  <a:pt x="1462078" y="862765"/>
                </a:lnTo>
                <a:lnTo>
                  <a:pt x="1462078" y="888616"/>
                </a:lnTo>
                <a:lnTo>
                  <a:pt x="1462078" y="914457"/>
                </a:lnTo>
                <a:lnTo>
                  <a:pt x="1462078" y="940298"/>
                </a:lnTo>
                <a:lnTo>
                  <a:pt x="1462078" y="966140"/>
                </a:lnTo>
                <a:lnTo>
                  <a:pt x="1462078" y="991981"/>
                </a:lnTo>
                <a:lnTo>
                  <a:pt x="1462078" y="1017832"/>
                </a:lnTo>
                <a:lnTo>
                  <a:pt x="1462078" y="1043673"/>
                </a:lnTo>
                <a:lnTo>
                  <a:pt x="1462078" y="1069515"/>
                </a:lnTo>
                <a:lnTo>
                  <a:pt x="1462078" y="1095356"/>
                </a:lnTo>
                <a:lnTo>
                  <a:pt x="1462078" y="1121197"/>
                </a:lnTo>
                <a:lnTo>
                  <a:pt x="1462078" y="1147048"/>
                </a:lnTo>
                <a:lnTo>
                  <a:pt x="1462078" y="1172889"/>
                </a:lnTo>
                <a:lnTo>
                  <a:pt x="1462078" y="1198731"/>
                </a:lnTo>
                <a:lnTo>
                  <a:pt x="1462078" y="1224572"/>
                </a:lnTo>
                <a:lnTo>
                  <a:pt x="1462078" y="1250413"/>
                </a:lnTo>
                <a:lnTo>
                  <a:pt x="1462078" y="1276264"/>
                </a:lnTo>
                <a:lnTo>
                  <a:pt x="1462078" y="1302106"/>
                </a:lnTo>
                <a:lnTo>
                  <a:pt x="1462078" y="1327947"/>
                </a:lnTo>
                <a:lnTo>
                  <a:pt x="1462078" y="1353788"/>
                </a:lnTo>
                <a:lnTo>
                  <a:pt x="1462078" y="1379639"/>
                </a:lnTo>
                <a:lnTo>
                  <a:pt x="1462078" y="1405480"/>
                </a:lnTo>
                <a:lnTo>
                  <a:pt x="1462078" y="1431322"/>
                </a:lnTo>
                <a:lnTo>
                  <a:pt x="1462078" y="1457163"/>
                </a:lnTo>
                <a:lnTo>
                  <a:pt x="1462078" y="1483004"/>
                </a:lnTo>
                <a:lnTo>
                  <a:pt x="1462078" y="1508855"/>
                </a:lnTo>
                <a:lnTo>
                  <a:pt x="1462078" y="1534697"/>
                </a:lnTo>
                <a:lnTo>
                  <a:pt x="1462078" y="1560538"/>
                </a:lnTo>
                <a:lnTo>
                  <a:pt x="1462078" y="1586379"/>
                </a:lnTo>
                <a:lnTo>
                  <a:pt x="1462078" y="1612221"/>
                </a:lnTo>
                <a:lnTo>
                  <a:pt x="1462078" y="1638071"/>
                </a:lnTo>
                <a:lnTo>
                  <a:pt x="1462078" y="1663913"/>
                </a:lnTo>
                <a:lnTo>
                  <a:pt x="1462078" y="1689754"/>
                </a:lnTo>
                <a:lnTo>
                  <a:pt x="1462078" y="1715595"/>
                </a:lnTo>
                <a:lnTo>
                  <a:pt x="1462078" y="1741437"/>
                </a:lnTo>
                <a:lnTo>
                  <a:pt x="1462078" y="1767288"/>
                </a:lnTo>
                <a:lnTo>
                  <a:pt x="1462078" y="1793129"/>
                </a:lnTo>
                <a:lnTo>
                  <a:pt x="1462078" y="1818970"/>
                </a:lnTo>
                <a:lnTo>
                  <a:pt x="1462078" y="1844812"/>
                </a:lnTo>
                <a:lnTo>
                  <a:pt x="1462078" y="1870653"/>
                </a:lnTo>
                <a:lnTo>
                  <a:pt x="1462078" y="1896504"/>
                </a:lnTo>
                <a:lnTo>
                  <a:pt x="1462078" y="1922345"/>
                </a:lnTo>
                <a:lnTo>
                  <a:pt x="1462078" y="1948186"/>
                </a:lnTo>
                <a:lnTo>
                  <a:pt x="1462078" y="1974028"/>
                </a:lnTo>
                <a:lnTo>
                  <a:pt x="1462078" y="1999869"/>
                </a:lnTo>
                <a:lnTo>
                  <a:pt x="1462078" y="2025720"/>
                </a:lnTo>
                <a:lnTo>
                  <a:pt x="1462078" y="2051561"/>
                </a:lnTo>
                <a:lnTo>
                  <a:pt x="1462078" y="2077403"/>
                </a:lnTo>
                <a:lnTo>
                  <a:pt x="1462078" y="2103244"/>
                </a:lnTo>
                <a:lnTo>
                  <a:pt x="1461735" y="2128676"/>
                </a:lnTo>
                <a:lnTo>
                  <a:pt x="1436313" y="2124018"/>
                </a:lnTo>
                <a:lnTo>
                  <a:pt x="1410900" y="2119351"/>
                </a:lnTo>
                <a:lnTo>
                  <a:pt x="1385478" y="2114683"/>
                </a:lnTo>
                <a:lnTo>
                  <a:pt x="1360056" y="2110026"/>
                </a:lnTo>
                <a:lnTo>
                  <a:pt x="1334643" y="2105358"/>
                </a:lnTo>
                <a:lnTo>
                  <a:pt x="1309221" y="2100691"/>
                </a:lnTo>
                <a:lnTo>
                  <a:pt x="1283799" y="2096033"/>
                </a:lnTo>
                <a:lnTo>
                  <a:pt x="1258386" y="2091366"/>
                </a:lnTo>
                <a:lnTo>
                  <a:pt x="1232964" y="2086699"/>
                </a:lnTo>
                <a:lnTo>
                  <a:pt x="1207541" y="2082041"/>
                </a:lnTo>
                <a:lnTo>
                  <a:pt x="1182129" y="2077374"/>
                </a:lnTo>
                <a:lnTo>
                  <a:pt x="1156706" y="2072707"/>
                </a:lnTo>
                <a:lnTo>
                  <a:pt x="1131284" y="2068049"/>
                </a:lnTo>
                <a:lnTo>
                  <a:pt x="1105872" y="2063382"/>
                </a:lnTo>
                <a:lnTo>
                  <a:pt x="1080449" y="2058714"/>
                </a:lnTo>
                <a:lnTo>
                  <a:pt x="1055027" y="2054057"/>
                </a:lnTo>
                <a:lnTo>
                  <a:pt x="1029614" y="2049389"/>
                </a:lnTo>
                <a:lnTo>
                  <a:pt x="1004192" y="2044722"/>
                </a:lnTo>
                <a:lnTo>
                  <a:pt x="978770" y="2040065"/>
                </a:lnTo>
                <a:lnTo>
                  <a:pt x="953357" y="2035397"/>
                </a:lnTo>
                <a:lnTo>
                  <a:pt x="927935" y="2030730"/>
                </a:lnTo>
                <a:lnTo>
                  <a:pt x="902513" y="2026072"/>
                </a:lnTo>
                <a:lnTo>
                  <a:pt x="877100" y="2021405"/>
                </a:lnTo>
                <a:lnTo>
                  <a:pt x="851678" y="2016738"/>
                </a:lnTo>
                <a:lnTo>
                  <a:pt x="826265" y="2012080"/>
                </a:lnTo>
                <a:lnTo>
                  <a:pt x="800843" y="2007413"/>
                </a:lnTo>
                <a:lnTo>
                  <a:pt x="775421" y="2002746"/>
                </a:lnTo>
                <a:lnTo>
                  <a:pt x="750008" y="1998088"/>
                </a:lnTo>
                <a:lnTo>
                  <a:pt x="724586" y="1993421"/>
                </a:lnTo>
                <a:lnTo>
                  <a:pt x="699164" y="1988753"/>
                </a:lnTo>
                <a:lnTo>
                  <a:pt x="673751" y="1984096"/>
                </a:lnTo>
                <a:lnTo>
                  <a:pt x="648329" y="1979428"/>
                </a:lnTo>
                <a:lnTo>
                  <a:pt x="622906" y="1974761"/>
                </a:lnTo>
                <a:lnTo>
                  <a:pt x="597494" y="1970103"/>
                </a:lnTo>
                <a:lnTo>
                  <a:pt x="572072" y="1965436"/>
                </a:lnTo>
                <a:lnTo>
                  <a:pt x="546649" y="1960769"/>
                </a:lnTo>
                <a:lnTo>
                  <a:pt x="521237" y="1956111"/>
                </a:lnTo>
                <a:lnTo>
                  <a:pt x="495814" y="1951444"/>
                </a:lnTo>
                <a:lnTo>
                  <a:pt x="470392" y="1946777"/>
                </a:lnTo>
                <a:lnTo>
                  <a:pt x="444979" y="1942119"/>
                </a:lnTo>
                <a:lnTo>
                  <a:pt x="419557" y="1937452"/>
                </a:lnTo>
                <a:lnTo>
                  <a:pt x="394135" y="1932784"/>
                </a:lnTo>
                <a:lnTo>
                  <a:pt x="368722" y="1928127"/>
                </a:lnTo>
                <a:lnTo>
                  <a:pt x="343300" y="1923459"/>
                </a:lnTo>
                <a:lnTo>
                  <a:pt x="317878" y="1918792"/>
                </a:lnTo>
                <a:lnTo>
                  <a:pt x="292465" y="1914134"/>
                </a:lnTo>
                <a:lnTo>
                  <a:pt x="267043" y="1909467"/>
                </a:lnTo>
                <a:lnTo>
                  <a:pt x="241621" y="1904800"/>
                </a:lnTo>
                <a:lnTo>
                  <a:pt x="216208" y="1900142"/>
                </a:lnTo>
              </a:path>
            </a:pathLst>
          </a:custGeom>
          <a:solidFill xmlns:a="http://schemas.openxmlformats.org/drawingml/2006/main">
            <a:srgbClr val="9FB8C5">
              <a:alpha val="9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ountain-3-slope-detail">
            <a:extLst xmlns:a="http://schemas.openxmlformats.org/drawingml/2006/main">
              <a:ext uri="{FF2B5EF4-FFF2-40B4-BE49-F238E27FC236}">
                <a16:creationId xmlns:a16="http://schemas.microsoft.com/office/drawing/2014/main" id="{879679F9-6273-46B8-B548-1FF48AA1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0030" y="4515650"/>
            <a:ext cx="1317508" cy="1443980"/>
          </a:xfrm>
          <a:custGeom xmlns:a="http://schemas.openxmlformats.org/drawingml/2006/main">
            <a:pathLst>
              <a:path w="1317508" h="1443980">
                <a:moveTo>
                  <a:pt x="71638" y="1218400"/>
                </a:moveTo>
                <a:lnTo>
                  <a:pt x="69399" y="1198693"/>
                </a:lnTo>
                <a:lnTo>
                  <a:pt x="67161" y="1178976"/>
                </a:lnTo>
                <a:lnTo>
                  <a:pt x="64922" y="1159259"/>
                </a:lnTo>
                <a:lnTo>
                  <a:pt x="62684" y="1139552"/>
                </a:lnTo>
                <a:lnTo>
                  <a:pt x="60446" y="1119835"/>
                </a:lnTo>
                <a:lnTo>
                  <a:pt x="58207" y="1100118"/>
                </a:lnTo>
                <a:lnTo>
                  <a:pt x="55969" y="1080411"/>
                </a:lnTo>
                <a:lnTo>
                  <a:pt x="53731" y="1060694"/>
                </a:lnTo>
                <a:lnTo>
                  <a:pt x="51492" y="1040987"/>
                </a:lnTo>
                <a:lnTo>
                  <a:pt x="49254" y="1021271"/>
                </a:lnTo>
                <a:lnTo>
                  <a:pt x="47015" y="1001554"/>
                </a:lnTo>
                <a:lnTo>
                  <a:pt x="44777" y="981847"/>
                </a:lnTo>
                <a:lnTo>
                  <a:pt x="42539" y="962130"/>
                </a:lnTo>
                <a:lnTo>
                  <a:pt x="40300" y="942423"/>
                </a:lnTo>
                <a:lnTo>
                  <a:pt x="38062" y="922706"/>
                </a:lnTo>
                <a:lnTo>
                  <a:pt x="35824" y="902989"/>
                </a:lnTo>
                <a:lnTo>
                  <a:pt x="33585" y="883282"/>
                </a:lnTo>
                <a:lnTo>
                  <a:pt x="31347" y="863565"/>
                </a:lnTo>
                <a:lnTo>
                  <a:pt x="29108" y="843858"/>
                </a:lnTo>
                <a:lnTo>
                  <a:pt x="26861" y="824141"/>
                </a:lnTo>
                <a:lnTo>
                  <a:pt x="24622" y="804424"/>
                </a:lnTo>
                <a:lnTo>
                  <a:pt x="22384" y="784717"/>
                </a:lnTo>
                <a:lnTo>
                  <a:pt x="20145" y="765000"/>
                </a:lnTo>
                <a:lnTo>
                  <a:pt x="17907" y="745284"/>
                </a:lnTo>
                <a:lnTo>
                  <a:pt x="15669" y="725576"/>
                </a:lnTo>
                <a:lnTo>
                  <a:pt x="13430" y="705860"/>
                </a:lnTo>
                <a:lnTo>
                  <a:pt x="11192" y="686152"/>
                </a:lnTo>
                <a:lnTo>
                  <a:pt x="8954" y="666436"/>
                </a:lnTo>
                <a:lnTo>
                  <a:pt x="6715" y="646719"/>
                </a:lnTo>
                <a:lnTo>
                  <a:pt x="4477" y="627012"/>
                </a:lnTo>
                <a:lnTo>
                  <a:pt x="2238" y="607295"/>
                </a:lnTo>
                <a:lnTo>
                  <a:pt x="0" y="587588"/>
                </a:lnTo>
                <a:lnTo>
                  <a:pt x="1829" y="569405"/>
                </a:lnTo>
                <a:lnTo>
                  <a:pt x="16545" y="556089"/>
                </a:lnTo>
                <a:lnTo>
                  <a:pt x="31252" y="542782"/>
                </a:lnTo>
                <a:lnTo>
                  <a:pt x="45958" y="529466"/>
                </a:lnTo>
                <a:lnTo>
                  <a:pt x="60665" y="516150"/>
                </a:lnTo>
                <a:lnTo>
                  <a:pt x="75371" y="502834"/>
                </a:lnTo>
                <a:lnTo>
                  <a:pt x="90078" y="489518"/>
                </a:lnTo>
                <a:lnTo>
                  <a:pt x="104794" y="476202"/>
                </a:lnTo>
                <a:lnTo>
                  <a:pt x="119501" y="462886"/>
                </a:lnTo>
                <a:lnTo>
                  <a:pt x="134207" y="449570"/>
                </a:lnTo>
                <a:lnTo>
                  <a:pt x="148914" y="436255"/>
                </a:lnTo>
                <a:lnTo>
                  <a:pt x="163620" y="422948"/>
                </a:lnTo>
                <a:lnTo>
                  <a:pt x="178327" y="409632"/>
                </a:lnTo>
                <a:lnTo>
                  <a:pt x="193043" y="396316"/>
                </a:lnTo>
                <a:lnTo>
                  <a:pt x="207750" y="383000"/>
                </a:lnTo>
                <a:lnTo>
                  <a:pt x="222456" y="369684"/>
                </a:lnTo>
                <a:lnTo>
                  <a:pt x="237163" y="356368"/>
                </a:lnTo>
                <a:lnTo>
                  <a:pt x="251870" y="343052"/>
                </a:lnTo>
                <a:lnTo>
                  <a:pt x="266586" y="329736"/>
                </a:lnTo>
                <a:lnTo>
                  <a:pt x="281292" y="316430"/>
                </a:lnTo>
                <a:lnTo>
                  <a:pt x="295999" y="303114"/>
                </a:lnTo>
                <a:lnTo>
                  <a:pt x="310706" y="289798"/>
                </a:lnTo>
                <a:lnTo>
                  <a:pt x="325412" y="276482"/>
                </a:lnTo>
                <a:lnTo>
                  <a:pt x="340119" y="263166"/>
                </a:lnTo>
                <a:lnTo>
                  <a:pt x="354835" y="249850"/>
                </a:lnTo>
                <a:lnTo>
                  <a:pt x="369541" y="236534"/>
                </a:lnTo>
                <a:lnTo>
                  <a:pt x="384248" y="223218"/>
                </a:lnTo>
                <a:lnTo>
                  <a:pt x="398955" y="209902"/>
                </a:lnTo>
                <a:lnTo>
                  <a:pt x="413661" y="196596"/>
                </a:lnTo>
                <a:lnTo>
                  <a:pt x="428368" y="183280"/>
                </a:lnTo>
                <a:lnTo>
                  <a:pt x="443084" y="169964"/>
                </a:lnTo>
                <a:lnTo>
                  <a:pt x="457791" y="156648"/>
                </a:lnTo>
                <a:lnTo>
                  <a:pt x="472497" y="143332"/>
                </a:lnTo>
                <a:lnTo>
                  <a:pt x="487204" y="130016"/>
                </a:lnTo>
                <a:lnTo>
                  <a:pt x="501910" y="116700"/>
                </a:lnTo>
                <a:lnTo>
                  <a:pt x="516617" y="103384"/>
                </a:lnTo>
                <a:lnTo>
                  <a:pt x="531333" y="90078"/>
                </a:lnTo>
                <a:lnTo>
                  <a:pt x="546040" y="76762"/>
                </a:lnTo>
                <a:lnTo>
                  <a:pt x="560746" y="63446"/>
                </a:lnTo>
                <a:lnTo>
                  <a:pt x="575453" y="50130"/>
                </a:lnTo>
                <a:lnTo>
                  <a:pt x="590159" y="36814"/>
                </a:lnTo>
                <a:lnTo>
                  <a:pt x="604866" y="23498"/>
                </a:lnTo>
                <a:lnTo>
                  <a:pt x="619582" y="10182"/>
                </a:lnTo>
                <a:lnTo>
                  <a:pt x="635089" y="0"/>
                </a:lnTo>
                <a:lnTo>
                  <a:pt x="654406" y="4562"/>
                </a:lnTo>
                <a:lnTo>
                  <a:pt x="673713" y="9115"/>
                </a:lnTo>
                <a:lnTo>
                  <a:pt x="693020" y="13678"/>
                </a:lnTo>
                <a:lnTo>
                  <a:pt x="712327" y="18240"/>
                </a:lnTo>
                <a:lnTo>
                  <a:pt x="731634" y="22793"/>
                </a:lnTo>
                <a:lnTo>
                  <a:pt x="750951" y="27356"/>
                </a:lnTo>
                <a:lnTo>
                  <a:pt x="770258" y="31909"/>
                </a:lnTo>
                <a:lnTo>
                  <a:pt x="789565" y="36471"/>
                </a:lnTo>
                <a:lnTo>
                  <a:pt x="808873" y="41034"/>
                </a:lnTo>
                <a:lnTo>
                  <a:pt x="828180" y="45587"/>
                </a:lnTo>
                <a:lnTo>
                  <a:pt x="847487" y="50149"/>
                </a:lnTo>
                <a:lnTo>
                  <a:pt x="866804" y="54712"/>
                </a:lnTo>
                <a:lnTo>
                  <a:pt x="886111" y="59265"/>
                </a:lnTo>
                <a:lnTo>
                  <a:pt x="905418" y="63827"/>
                </a:lnTo>
                <a:lnTo>
                  <a:pt x="924725" y="68390"/>
                </a:lnTo>
                <a:lnTo>
                  <a:pt x="944032" y="72942"/>
                </a:lnTo>
                <a:lnTo>
                  <a:pt x="963339" y="77505"/>
                </a:lnTo>
                <a:lnTo>
                  <a:pt x="982656" y="82067"/>
                </a:lnTo>
                <a:lnTo>
                  <a:pt x="1001963" y="86620"/>
                </a:lnTo>
                <a:lnTo>
                  <a:pt x="1021271" y="91183"/>
                </a:lnTo>
                <a:lnTo>
                  <a:pt x="1040578" y="95736"/>
                </a:lnTo>
                <a:lnTo>
                  <a:pt x="1059885" y="100298"/>
                </a:lnTo>
                <a:lnTo>
                  <a:pt x="1079202" y="104861"/>
                </a:lnTo>
                <a:lnTo>
                  <a:pt x="1098509" y="109414"/>
                </a:lnTo>
                <a:lnTo>
                  <a:pt x="1117816" y="113976"/>
                </a:lnTo>
                <a:lnTo>
                  <a:pt x="1137123" y="118539"/>
                </a:lnTo>
                <a:lnTo>
                  <a:pt x="1156430" y="123092"/>
                </a:lnTo>
                <a:lnTo>
                  <a:pt x="1175737" y="127654"/>
                </a:lnTo>
                <a:lnTo>
                  <a:pt x="1195054" y="132217"/>
                </a:lnTo>
                <a:lnTo>
                  <a:pt x="1214361" y="136769"/>
                </a:lnTo>
                <a:lnTo>
                  <a:pt x="1233668" y="141332"/>
                </a:lnTo>
                <a:lnTo>
                  <a:pt x="1252976" y="145885"/>
                </a:lnTo>
                <a:lnTo>
                  <a:pt x="1272283" y="150447"/>
                </a:lnTo>
                <a:lnTo>
                  <a:pt x="1291590" y="155010"/>
                </a:lnTo>
                <a:lnTo>
                  <a:pt x="1310907" y="159563"/>
                </a:lnTo>
                <a:lnTo>
                  <a:pt x="1317508" y="174174"/>
                </a:lnTo>
                <a:lnTo>
                  <a:pt x="1317508" y="194015"/>
                </a:lnTo>
                <a:lnTo>
                  <a:pt x="1317508" y="213855"/>
                </a:lnTo>
                <a:lnTo>
                  <a:pt x="1317508" y="233696"/>
                </a:lnTo>
                <a:lnTo>
                  <a:pt x="1317508" y="253536"/>
                </a:lnTo>
                <a:lnTo>
                  <a:pt x="1317508" y="273377"/>
                </a:lnTo>
                <a:lnTo>
                  <a:pt x="1317508" y="293218"/>
                </a:lnTo>
                <a:lnTo>
                  <a:pt x="1317508" y="313058"/>
                </a:lnTo>
                <a:lnTo>
                  <a:pt x="1317508" y="332899"/>
                </a:lnTo>
                <a:lnTo>
                  <a:pt x="1317508" y="352739"/>
                </a:lnTo>
                <a:lnTo>
                  <a:pt x="1317508" y="372570"/>
                </a:lnTo>
                <a:lnTo>
                  <a:pt x="1317508" y="392411"/>
                </a:lnTo>
                <a:lnTo>
                  <a:pt x="1317508" y="412252"/>
                </a:lnTo>
                <a:lnTo>
                  <a:pt x="1317508" y="432092"/>
                </a:lnTo>
                <a:lnTo>
                  <a:pt x="1317508" y="451933"/>
                </a:lnTo>
                <a:lnTo>
                  <a:pt x="1317508" y="471773"/>
                </a:lnTo>
                <a:lnTo>
                  <a:pt x="1317508" y="491614"/>
                </a:lnTo>
                <a:lnTo>
                  <a:pt x="1317508" y="511454"/>
                </a:lnTo>
                <a:lnTo>
                  <a:pt x="1317508" y="531295"/>
                </a:lnTo>
                <a:lnTo>
                  <a:pt x="1317508" y="551136"/>
                </a:lnTo>
                <a:lnTo>
                  <a:pt x="1317508" y="570976"/>
                </a:lnTo>
                <a:lnTo>
                  <a:pt x="1317508" y="590817"/>
                </a:lnTo>
                <a:lnTo>
                  <a:pt x="1317508" y="610648"/>
                </a:lnTo>
                <a:lnTo>
                  <a:pt x="1317508" y="630488"/>
                </a:lnTo>
                <a:lnTo>
                  <a:pt x="1317508" y="650329"/>
                </a:lnTo>
                <a:lnTo>
                  <a:pt x="1317508" y="670169"/>
                </a:lnTo>
                <a:lnTo>
                  <a:pt x="1317508" y="690010"/>
                </a:lnTo>
                <a:lnTo>
                  <a:pt x="1317508" y="709851"/>
                </a:lnTo>
                <a:lnTo>
                  <a:pt x="1317508" y="729691"/>
                </a:lnTo>
                <a:lnTo>
                  <a:pt x="1317508" y="749532"/>
                </a:lnTo>
                <a:lnTo>
                  <a:pt x="1317508" y="769372"/>
                </a:lnTo>
                <a:lnTo>
                  <a:pt x="1317508" y="789213"/>
                </a:lnTo>
                <a:lnTo>
                  <a:pt x="1317508" y="809054"/>
                </a:lnTo>
                <a:lnTo>
                  <a:pt x="1317508" y="828894"/>
                </a:lnTo>
                <a:lnTo>
                  <a:pt x="1317508" y="848725"/>
                </a:lnTo>
                <a:lnTo>
                  <a:pt x="1317508" y="868566"/>
                </a:lnTo>
                <a:lnTo>
                  <a:pt x="1317508" y="888406"/>
                </a:lnTo>
                <a:lnTo>
                  <a:pt x="1317508" y="908247"/>
                </a:lnTo>
                <a:lnTo>
                  <a:pt x="1317508" y="928087"/>
                </a:lnTo>
                <a:lnTo>
                  <a:pt x="1317508" y="947928"/>
                </a:lnTo>
                <a:lnTo>
                  <a:pt x="1317508" y="967769"/>
                </a:lnTo>
                <a:lnTo>
                  <a:pt x="1317508" y="987609"/>
                </a:lnTo>
                <a:lnTo>
                  <a:pt x="1317508" y="1007450"/>
                </a:lnTo>
                <a:lnTo>
                  <a:pt x="1317508" y="1027290"/>
                </a:lnTo>
                <a:lnTo>
                  <a:pt x="1317508" y="1047131"/>
                </a:lnTo>
                <a:lnTo>
                  <a:pt x="1317508" y="1066971"/>
                </a:lnTo>
                <a:lnTo>
                  <a:pt x="1317508" y="1086803"/>
                </a:lnTo>
                <a:lnTo>
                  <a:pt x="1317508" y="1106643"/>
                </a:lnTo>
                <a:lnTo>
                  <a:pt x="1317508" y="1126484"/>
                </a:lnTo>
                <a:lnTo>
                  <a:pt x="1317508" y="1146324"/>
                </a:lnTo>
                <a:lnTo>
                  <a:pt x="1317508" y="1166165"/>
                </a:lnTo>
                <a:lnTo>
                  <a:pt x="1317508" y="1186005"/>
                </a:lnTo>
                <a:lnTo>
                  <a:pt x="1317508" y="1205846"/>
                </a:lnTo>
                <a:lnTo>
                  <a:pt x="1317508" y="1225687"/>
                </a:lnTo>
                <a:lnTo>
                  <a:pt x="1317508" y="1245527"/>
                </a:lnTo>
                <a:lnTo>
                  <a:pt x="1317508" y="1265368"/>
                </a:lnTo>
                <a:lnTo>
                  <a:pt x="1317508" y="1285208"/>
                </a:lnTo>
                <a:lnTo>
                  <a:pt x="1317508" y="1305049"/>
                </a:lnTo>
                <a:lnTo>
                  <a:pt x="1317508" y="1324880"/>
                </a:lnTo>
                <a:lnTo>
                  <a:pt x="1317508" y="1344720"/>
                </a:lnTo>
                <a:lnTo>
                  <a:pt x="1317508" y="1364561"/>
                </a:lnTo>
                <a:lnTo>
                  <a:pt x="1317508" y="1384402"/>
                </a:lnTo>
                <a:lnTo>
                  <a:pt x="1317508" y="1404242"/>
                </a:lnTo>
                <a:lnTo>
                  <a:pt x="1317508" y="1424083"/>
                </a:lnTo>
                <a:lnTo>
                  <a:pt x="1317508" y="1443923"/>
                </a:lnTo>
                <a:lnTo>
                  <a:pt x="1301029" y="1443980"/>
                </a:lnTo>
                <a:lnTo>
                  <a:pt x="1281513" y="1440399"/>
                </a:lnTo>
                <a:lnTo>
                  <a:pt x="1261996" y="1436818"/>
                </a:lnTo>
                <a:lnTo>
                  <a:pt x="1242479" y="1433236"/>
                </a:lnTo>
                <a:lnTo>
                  <a:pt x="1222972" y="1429655"/>
                </a:lnTo>
                <a:lnTo>
                  <a:pt x="1203455" y="1426073"/>
                </a:lnTo>
                <a:lnTo>
                  <a:pt x="1183938" y="1422492"/>
                </a:lnTo>
                <a:lnTo>
                  <a:pt x="1164431" y="1418911"/>
                </a:lnTo>
                <a:lnTo>
                  <a:pt x="1144915" y="1415329"/>
                </a:lnTo>
                <a:lnTo>
                  <a:pt x="1125398" y="1411748"/>
                </a:lnTo>
                <a:lnTo>
                  <a:pt x="1105881" y="1408166"/>
                </a:lnTo>
                <a:lnTo>
                  <a:pt x="1086374" y="1404595"/>
                </a:lnTo>
                <a:lnTo>
                  <a:pt x="1066857" y="1401013"/>
                </a:lnTo>
                <a:lnTo>
                  <a:pt x="1047340" y="1397432"/>
                </a:lnTo>
                <a:lnTo>
                  <a:pt x="1027833" y="1393850"/>
                </a:lnTo>
                <a:lnTo>
                  <a:pt x="1008317" y="1390269"/>
                </a:lnTo>
                <a:lnTo>
                  <a:pt x="988800" y="1386688"/>
                </a:lnTo>
                <a:lnTo>
                  <a:pt x="969283" y="1383106"/>
                </a:lnTo>
                <a:lnTo>
                  <a:pt x="949776" y="1379525"/>
                </a:lnTo>
                <a:lnTo>
                  <a:pt x="930259" y="1375943"/>
                </a:lnTo>
                <a:lnTo>
                  <a:pt x="910742" y="1372362"/>
                </a:lnTo>
                <a:lnTo>
                  <a:pt x="891235" y="1368781"/>
                </a:lnTo>
                <a:lnTo>
                  <a:pt x="871718" y="1365209"/>
                </a:lnTo>
                <a:lnTo>
                  <a:pt x="852202" y="1361627"/>
                </a:lnTo>
                <a:lnTo>
                  <a:pt x="832685" y="1358046"/>
                </a:lnTo>
                <a:lnTo>
                  <a:pt x="813178" y="1354465"/>
                </a:lnTo>
                <a:lnTo>
                  <a:pt x="793661" y="1350883"/>
                </a:lnTo>
                <a:lnTo>
                  <a:pt x="774144" y="1347302"/>
                </a:lnTo>
                <a:lnTo>
                  <a:pt x="754637" y="1343720"/>
                </a:lnTo>
                <a:lnTo>
                  <a:pt x="735120" y="1340139"/>
                </a:lnTo>
                <a:lnTo>
                  <a:pt x="715604" y="1336558"/>
                </a:lnTo>
                <a:lnTo>
                  <a:pt x="696087" y="1332976"/>
                </a:lnTo>
                <a:lnTo>
                  <a:pt x="676580" y="1329395"/>
                </a:lnTo>
                <a:lnTo>
                  <a:pt x="657063" y="1325823"/>
                </a:lnTo>
                <a:lnTo>
                  <a:pt x="637546" y="1322241"/>
                </a:lnTo>
                <a:lnTo>
                  <a:pt x="618030" y="1318660"/>
                </a:lnTo>
                <a:lnTo>
                  <a:pt x="598522" y="1315079"/>
                </a:lnTo>
                <a:lnTo>
                  <a:pt x="579006" y="1311497"/>
                </a:lnTo>
                <a:lnTo>
                  <a:pt x="559489" y="1307916"/>
                </a:lnTo>
                <a:lnTo>
                  <a:pt x="539982" y="1304334"/>
                </a:lnTo>
                <a:lnTo>
                  <a:pt x="520465" y="1300753"/>
                </a:lnTo>
                <a:lnTo>
                  <a:pt x="500948" y="1297172"/>
                </a:lnTo>
                <a:lnTo>
                  <a:pt x="481432" y="1293590"/>
                </a:lnTo>
                <a:lnTo>
                  <a:pt x="461924" y="1290009"/>
                </a:lnTo>
                <a:lnTo>
                  <a:pt x="442408" y="1286427"/>
                </a:lnTo>
                <a:lnTo>
                  <a:pt x="422891" y="1282856"/>
                </a:lnTo>
                <a:lnTo>
                  <a:pt x="403384" y="1279274"/>
                </a:lnTo>
                <a:lnTo>
                  <a:pt x="383867" y="1275693"/>
                </a:lnTo>
                <a:lnTo>
                  <a:pt x="364350" y="1272111"/>
                </a:lnTo>
                <a:lnTo>
                  <a:pt x="344834" y="1268530"/>
                </a:lnTo>
                <a:lnTo>
                  <a:pt x="325326" y="1264949"/>
                </a:lnTo>
                <a:lnTo>
                  <a:pt x="305810" y="1261367"/>
                </a:lnTo>
                <a:lnTo>
                  <a:pt x="286293" y="1257786"/>
                </a:lnTo>
                <a:lnTo>
                  <a:pt x="266786" y="1254204"/>
                </a:lnTo>
                <a:lnTo>
                  <a:pt x="247269" y="1250623"/>
                </a:lnTo>
                <a:lnTo>
                  <a:pt x="227752" y="1247042"/>
                </a:lnTo>
                <a:lnTo>
                  <a:pt x="208236" y="1243470"/>
                </a:lnTo>
                <a:lnTo>
                  <a:pt x="188728" y="1239888"/>
                </a:lnTo>
                <a:lnTo>
                  <a:pt x="169212" y="1236307"/>
                </a:lnTo>
                <a:lnTo>
                  <a:pt x="149695" y="1232725"/>
                </a:lnTo>
                <a:lnTo>
                  <a:pt x="130188" y="1229144"/>
                </a:lnTo>
                <a:lnTo>
                  <a:pt x="110671" y="1225563"/>
                </a:lnTo>
                <a:lnTo>
                  <a:pt x="91154" y="1221981"/>
                </a:lnTo>
                <a:lnTo>
                  <a:pt x="71638" y="1218400"/>
                </a:lnTo>
              </a:path>
            </a:pathLst>
          </a:custGeom>
          <a:solidFill xmlns:a="http://schemas.openxmlformats.org/drawingml/2006/main">
            <a:srgbClr val="AFC3CD">
              <a:alpha val="9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ountain-4-light-face">
            <a:extLst xmlns:a="http://schemas.openxmlformats.org/drawingml/2006/main">
              <a:ext uri="{FF2B5EF4-FFF2-40B4-BE49-F238E27FC236}">
                <a16:creationId xmlns:a16="http://schemas.microsoft.com/office/drawing/2014/main" id="{5B82CF8B-5A7E-46BF-9D43-E88CF867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7538" y="3199819"/>
            <a:ext cx="1412300" cy="2762831"/>
          </a:xfrm>
          <a:custGeom xmlns:a="http://schemas.openxmlformats.org/drawingml/2006/main">
            <a:pathLst>
              <a:path w="1412300" h="2762831">
                <a:moveTo>
                  <a:pt x="0" y="2762831"/>
                </a:moveTo>
                <a:lnTo>
                  <a:pt x="0" y="2731951"/>
                </a:lnTo>
                <a:lnTo>
                  <a:pt x="0" y="2701080"/>
                </a:lnTo>
                <a:lnTo>
                  <a:pt x="0" y="2670200"/>
                </a:lnTo>
                <a:lnTo>
                  <a:pt x="0" y="2639320"/>
                </a:lnTo>
                <a:lnTo>
                  <a:pt x="0" y="2608440"/>
                </a:lnTo>
                <a:lnTo>
                  <a:pt x="0" y="2577560"/>
                </a:lnTo>
                <a:lnTo>
                  <a:pt x="0" y="2546680"/>
                </a:lnTo>
                <a:lnTo>
                  <a:pt x="0" y="2515800"/>
                </a:lnTo>
                <a:lnTo>
                  <a:pt x="0" y="2484920"/>
                </a:lnTo>
                <a:lnTo>
                  <a:pt x="0" y="2454040"/>
                </a:lnTo>
                <a:lnTo>
                  <a:pt x="0" y="2423170"/>
                </a:lnTo>
                <a:lnTo>
                  <a:pt x="0" y="2392289"/>
                </a:lnTo>
                <a:lnTo>
                  <a:pt x="0" y="2361409"/>
                </a:lnTo>
                <a:lnTo>
                  <a:pt x="0" y="2330529"/>
                </a:lnTo>
                <a:lnTo>
                  <a:pt x="0" y="2299649"/>
                </a:lnTo>
                <a:lnTo>
                  <a:pt x="0" y="2268769"/>
                </a:lnTo>
                <a:lnTo>
                  <a:pt x="0" y="2237889"/>
                </a:lnTo>
                <a:lnTo>
                  <a:pt x="0" y="2207009"/>
                </a:lnTo>
                <a:lnTo>
                  <a:pt x="0" y="2176129"/>
                </a:lnTo>
                <a:lnTo>
                  <a:pt x="0" y="2145259"/>
                </a:lnTo>
                <a:lnTo>
                  <a:pt x="0" y="2114379"/>
                </a:lnTo>
                <a:lnTo>
                  <a:pt x="0" y="2083499"/>
                </a:lnTo>
                <a:lnTo>
                  <a:pt x="0" y="2052618"/>
                </a:lnTo>
                <a:lnTo>
                  <a:pt x="0" y="2021738"/>
                </a:lnTo>
                <a:lnTo>
                  <a:pt x="0" y="1990858"/>
                </a:lnTo>
                <a:lnTo>
                  <a:pt x="0" y="1959978"/>
                </a:lnTo>
                <a:lnTo>
                  <a:pt x="0" y="1929098"/>
                </a:lnTo>
                <a:lnTo>
                  <a:pt x="0" y="1898218"/>
                </a:lnTo>
                <a:lnTo>
                  <a:pt x="0" y="1867348"/>
                </a:lnTo>
                <a:lnTo>
                  <a:pt x="0" y="1836468"/>
                </a:lnTo>
                <a:lnTo>
                  <a:pt x="0" y="1805588"/>
                </a:lnTo>
                <a:lnTo>
                  <a:pt x="0" y="1774708"/>
                </a:lnTo>
                <a:lnTo>
                  <a:pt x="0" y="1743827"/>
                </a:lnTo>
                <a:lnTo>
                  <a:pt x="0" y="1712947"/>
                </a:lnTo>
                <a:lnTo>
                  <a:pt x="0" y="1682067"/>
                </a:lnTo>
                <a:lnTo>
                  <a:pt x="0" y="1651187"/>
                </a:lnTo>
                <a:lnTo>
                  <a:pt x="0" y="1620307"/>
                </a:lnTo>
                <a:lnTo>
                  <a:pt x="0" y="1589437"/>
                </a:lnTo>
                <a:lnTo>
                  <a:pt x="0" y="1558557"/>
                </a:lnTo>
                <a:lnTo>
                  <a:pt x="0" y="1527677"/>
                </a:lnTo>
                <a:lnTo>
                  <a:pt x="0" y="1496797"/>
                </a:lnTo>
                <a:lnTo>
                  <a:pt x="6563" y="1468079"/>
                </a:lnTo>
                <a:lnTo>
                  <a:pt x="24898" y="1443238"/>
                </a:lnTo>
                <a:lnTo>
                  <a:pt x="43244" y="1418396"/>
                </a:lnTo>
                <a:lnTo>
                  <a:pt x="61589" y="1393555"/>
                </a:lnTo>
                <a:lnTo>
                  <a:pt x="79934" y="1368714"/>
                </a:lnTo>
                <a:lnTo>
                  <a:pt x="98279" y="1343873"/>
                </a:lnTo>
                <a:lnTo>
                  <a:pt x="116615" y="1319032"/>
                </a:lnTo>
                <a:lnTo>
                  <a:pt x="134960" y="1294190"/>
                </a:lnTo>
                <a:lnTo>
                  <a:pt x="153305" y="1269349"/>
                </a:lnTo>
                <a:lnTo>
                  <a:pt x="171650" y="1244508"/>
                </a:lnTo>
                <a:lnTo>
                  <a:pt x="189986" y="1219667"/>
                </a:lnTo>
                <a:lnTo>
                  <a:pt x="208331" y="1194835"/>
                </a:lnTo>
                <a:lnTo>
                  <a:pt x="226676" y="1169994"/>
                </a:lnTo>
                <a:lnTo>
                  <a:pt x="245021" y="1145153"/>
                </a:lnTo>
                <a:lnTo>
                  <a:pt x="263357" y="1120311"/>
                </a:lnTo>
                <a:lnTo>
                  <a:pt x="281702" y="1095470"/>
                </a:lnTo>
                <a:lnTo>
                  <a:pt x="300047" y="1070629"/>
                </a:lnTo>
                <a:lnTo>
                  <a:pt x="318392" y="1045788"/>
                </a:lnTo>
                <a:lnTo>
                  <a:pt x="336728" y="1020947"/>
                </a:lnTo>
                <a:lnTo>
                  <a:pt x="355073" y="996105"/>
                </a:lnTo>
                <a:lnTo>
                  <a:pt x="373418" y="971264"/>
                </a:lnTo>
                <a:lnTo>
                  <a:pt x="391763" y="946423"/>
                </a:lnTo>
                <a:lnTo>
                  <a:pt x="410099" y="921582"/>
                </a:lnTo>
                <a:lnTo>
                  <a:pt x="428444" y="896741"/>
                </a:lnTo>
                <a:lnTo>
                  <a:pt x="446789" y="871899"/>
                </a:lnTo>
                <a:lnTo>
                  <a:pt x="465134" y="847068"/>
                </a:lnTo>
                <a:lnTo>
                  <a:pt x="483470" y="822227"/>
                </a:lnTo>
                <a:lnTo>
                  <a:pt x="501815" y="797385"/>
                </a:lnTo>
                <a:lnTo>
                  <a:pt x="520160" y="772544"/>
                </a:lnTo>
                <a:lnTo>
                  <a:pt x="538505" y="747703"/>
                </a:lnTo>
                <a:lnTo>
                  <a:pt x="556841" y="722862"/>
                </a:lnTo>
                <a:lnTo>
                  <a:pt x="575186" y="698021"/>
                </a:lnTo>
                <a:lnTo>
                  <a:pt x="593531" y="673179"/>
                </a:lnTo>
                <a:lnTo>
                  <a:pt x="613115" y="649510"/>
                </a:lnTo>
                <a:lnTo>
                  <a:pt x="636908" y="629831"/>
                </a:lnTo>
                <a:lnTo>
                  <a:pt x="660702" y="610152"/>
                </a:lnTo>
                <a:lnTo>
                  <a:pt x="684495" y="590464"/>
                </a:lnTo>
                <a:lnTo>
                  <a:pt x="708289" y="570786"/>
                </a:lnTo>
                <a:lnTo>
                  <a:pt x="732082" y="551107"/>
                </a:lnTo>
                <a:lnTo>
                  <a:pt x="755875" y="531419"/>
                </a:lnTo>
                <a:lnTo>
                  <a:pt x="779669" y="511740"/>
                </a:lnTo>
                <a:lnTo>
                  <a:pt x="803462" y="492052"/>
                </a:lnTo>
                <a:lnTo>
                  <a:pt x="827256" y="472373"/>
                </a:lnTo>
                <a:lnTo>
                  <a:pt x="851049" y="452695"/>
                </a:lnTo>
                <a:lnTo>
                  <a:pt x="874843" y="433007"/>
                </a:lnTo>
                <a:lnTo>
                  <a:pt x="898636" y="413328"/>
                </a:lnTo>
                <a:lnTo>
                  <a:pt x="922430" y="393649"/>
                </a:lnTo>
                <a:lnTo>
                  <a:pt x="946223" y="373961"/>
                </a:lnTo>
                <a:lnTo>
                  <a:pt x="970016" y="354282"/>
                </a:lnTo>
                <a:lnTo>
                  <a:pt x="993810" y="334594"/>
                </a:lnTo>
                <a:lnTo>
                  <a:pt x="1017603" y="314916"/>
                </a:lnTo>
                <a:lnTo>
                  <a:pt x="1041397" y="295237"/>
                </a:lnTo>
                <a:lnTo>
                  <a:pt x="1065190" y="275549"/>
                </a:lnTo>
                <a:lnTo>
                  <a:pt x="1088984" y="255870"/>
                </a:lnTo>
                <a:lnTo>
                  <a:pt x="1112777" y="236191"/>
                </a:lnTo>
                <a:lnTo>
                  <a:pt x="1136571" y="216503"/>
                </a:lnTo>
                <a:lnTo>
                  <a:pt x="1160364" y="196825"/>
                </a:lnTo>
                <a:lnTo>
                  <a:pt x="1184158" y="177136"/>
                </a:lnTo>
                <a:lnTo>
                  <a:pt x="1207951" y="157458"/>
                </a:lnTo>
                <a:lnTo>
                  <a:pt x="1231744" y="137779"/>
                </a:lnTo>
                <a:lnTo>
                  <a:pt x="1255538" y="118091"/>
                </a:lnTo>
                <a:lnTo>
                  <a:pt x="1279331" y="98412"/>
                </a:lnTo>
                <a:lnTo>
                  <a:pt x="1303125" y="78734"/>
                </a:lnTo>
                <a:lnTo>
                  <a:pt x="1326918" y="59045"/>
                </a:lnTo>
                <a:lnTo>
                  <a:pt x="1350712" y="39367"/>
                </a:lnTo>
                <a:lnTo>
                  <a:pt x="1374505" y="19679"/>
                </a:lnTo>
                <a:lnTo>
                  <a:pt x="1398299" y="0"/>
                </a:lnTo>
                <a:lnTo>
                  <a:pt x="1412300" y="572"/>
                </a:lnTo>
                <a:lnTo>
                  <a:pt x="1411653" y="31442"/>
                </a:lnTo>
                <a:lnTo>
                  <a:pt x="1411014" y="62313"/>
                </a:lnTo>
                <a:lnTo>
                  <a:pt x="1410367" y="93183"/>
                </a:lnTo>
                <a:lnTo>
                  <a:pt x="1409729" y="124054"/>
                </a:lnTo>
                <a:lnTo>
                  <a:pt x="1409081" y="154934"/>
                </a:lnTo>
                <a:lnTo>
                  <a:pt x="1408443" y="185804"/>
                </a:lnTo>
                <a:lnTo>
                  <a:pt x="1407795" y="216675"/>
                </a:lnTo>
                <a:lnTo>
                  <a:pt x="1407157" y="247545"/>
                </a:lnTo>
                <a:lnTo>
                  <a:pt x="1406509" y="278416"/>
                </a:lnTo>
                <a:lnTo>
                  <a:pt x="1405871" y="309286"/>
                </a:lnTo>
                <a:lnTo>
                  <a:pt x="1405223" y="340166"/>
                </a:lnTo>
                <a:lnTo>
                  <a:pt x="1404585" y="371037"/>
                </a:lnTo>
                <a:lnTo>
                  <a:pt x="1403937" y="401907"/>
                </a:lnTo>
                <a:lnTo>
                  <a:pt x="1403299" y="432778"/>
                </a:lnTo>
                <a:lnTo>
                  <a:pt x="1402652" y="463648"/>
                </a:lnTo>
                <a:lnTo>
                  <a:pt x="1402013" y="494528"/>
                </a:lnTo>
                <a:lnTo>
                  <a:pt x="1401366" y="525399"/>
                </a:lnTo>
                <a:lnTo>
                  <a:pt x="1400727" y="556270"/>
                </a:lnTo>
                <a:lnTo>
                  <a:pt x="1400080" y="587140"/>
                </a:lnTo>
                <a:lnTo>
                  <a:pt x="1399442" y="618011"/>
                </a:lnTo>
                <a:lnTo>
                  <a:pt x="1398794" y="648891"/>
                </a:lnTo>
                <a:lnTo>
                  <a:pt x="1398156" y="679761"/>
                </a:lnTo>
                <a:lnTo>
                  <a:pt x="1397508" y="710632"/>
                </a:lnTo>
                <a:lnTo>
                  <a:pt x="1396870" y="741502"/>
                </a:lnTo>
                <a:lnTo>
                  <a:pt x="1396222" y="772373"/>
                </a:lnTo>
                <a:lnTo>
                  <a:pt x="1395584" y="803243"/>
                </a:lnTo>
                <a:lnTo>
                  <a:pt x="1394936" y="834123"/>
                </a:lnTo>
                <a:lnTo>
                  <a:pt x="1394298" y="864994"/>
                </a:lnTo>
                <a:lnTo>
                  <a:pt x="1393650" y="895864"/>
                </a:lnTo>
                <a:lnTo>
                  <a:pt x="1393012" y="926735"/>
                </a:lnTo>
                <a:lnTo>
                  <a:pt x="1392365" y="957605"/>
                </a:lnTo>
                <a:lnTo>
                  <a:pt x="1391726" y="988485"/>
                </a:lnTo>
                <a:lnTo>
                  <a:pt x="1391079" y="1019356"/>
                </a:lnTo>
                <a:lnTo>
                  <a:pt x="1390440" y="1050227"/>
                </a:lnTo>
                <a:lnTo>
                  <a:pt x="1389793" y="1081097"/>
                </a:lnTo>
                <a:lnTo>
                  <a:pt x="1389155" y="1111968"/>
                </a:lnTo>
                <a:lnTo>
                  <a:pt x="1388507" y="1142838"/>
                </a:lnTo>
                <a:lnTo>
                  <a:pt x="1387869" y="1173718"/>
                </a:lnTo>
                <a:lnTo>
                  <a:pt x="1387221" y="1204589"/>
                </a:lnTo>
                <a:lnTo>
                  <a:pt x="1386583" y="1235459"/>
                </a:lnTo>
                <a:lnTo>
                  <a:pt x="1385935" y="1266330"/>
                </a:lnTo>
                <a:lnTo>
                  <a:pt x="1385297" y="1297200"/>
                </a:lnTo>
                <a:lnTo>
                  <a:pt x="1384649" y="1328080"/>
                </a:lnTo>
                <a:lnTo>
                  <a:pt x="1384011" y="1358951"/>
                </a:lnTo>
                <a:lnTo>
                  <a:pt x="1383363" y="1389821"/>
                </a:lnTo>
                <a:lnTo>
                  <a:pt x="1382725" y="1420692"/>
                </a:lnTo>
                <a:lnTo>
                  <a:pt x="1382078" y="1451562"/>
                </a:lnTo>
                <a:lnTo>
                  <a:pt x="1381439" y="1482442"/>
                </a:lnTo>
                <a:lnTo>
                  <a:pt x="1380792" y="1513313"/>
                </a:lnTo>
                <a:lnTo>
                  <a:pt x="1380153" y="1544183"/>
                </a:lnTo>
                <a:lnTo>
                  <a:pt x="1379506" y="1575054"/>
                </a:lnTo>
                <a:lnTo>
                  <a:pt x="1378868" y="1605925"/>
                </a:lnTo>
                <a:lnTo>
                  <a:pt x="1378220" y="1636795"/>
                </a:lnTo>
                <a:lnTo>
                  <a:pt x="1377582" y="1667675"/>
                </a:lnTo>
                <a:lnTo>
                  <a:pt x="1376934" y="1698546"/>
                </a:lnTo>
                <a:lnTo>
                  <a:pt x="1376296" y="1729416"/>
                </a:lnTo>
                <a:lnTo>
                  <a:pt x="1375648" y="1760287"/>
                </a:lnTo>
                <a:lnTo>
                  <a:pt x="1375010" y="1791157"/>
                </a:lnTo>
                <a:lnTo>
                  <a:pt x="1374362" y="1822037"/>
                </a:lnTo>
                <a:lnTo>
                  <a:pt x="1373724" y="1852908"/>
                </a:lnTo>
                <a:lnTo>
                  <a:pt x="1373076" y="1883778"/>
                </a:lnTo>
                <a:lnTo>
                  <a:pt x="1372438" y="1914649"/>
                </a:lnTo>
                <a:lnTo>
                  <a:pt x="1371791" y="1945519"/>
                </a:lnTo>
                <a:lnTo>
                  <a:pt x="1371152" y="1976399"/>
                </a:lnTo>
                <a:lnTo>
                  <a:pt x="1370505" y="2007270"/>
                </a:lnTo>
                <a:lnTo>
                  <a:pt x="1369866" y="2038140"/>
                </a:lnTo>
                <a:lnTo>
                  <a:pt x="1369219" y="2069011"/>
                </a:lnTo>
                <a:lnTo>
                  <a:pt x="1368581" y="2099882"/>
                </a:lnTo>
                <a:lnTo>
                  <a:pt x="1367933" y="2130752"/>
                </a:lnTo>
                <a:lnTo>
                  <a:pt x="1367295" y="2161632"/>
                </a:lnTo>
                <a:lnTo>
                  <a:pt x="1366647" y="2192503"/>
                </a:lnTo>
                <a:lnTo>
                  <a:pt x="1366009" y="2223373"/>
                </a:lnTo>
                <a:lnTo>
                  <a:pt x="1365361" y="2254244"/>
                </a:lnTo>
                <a:lnTo>
                  <a:pt x="1364723" y="2285114"/>
                </a:lnTo>
                <a:lnTo>
                  <a:pt x="1364075" y="2315994"/>
                </a:lnTo>
                <a:lnTo>
                  <a:pt x="1363437" y="2346865"/>
                </a:lnTo>
                <a:lnTo>
                  <a:pt x="1362789" y="2377735"/>
                </a:lnTo>
                <a:lnTo>
                  <a:pt x="1362151" y="2408606"/>
                </a:lnTo>
                <a:lnTo>
                  <a:pt x="1361504" y="2439476"/>
                </a:lnTo>
                <a:lnTo>
                  <a:pt x="1360865" y="2470356"/>
                </a:lnTo>
                <a:lnTo>
                  <a:pt x="1360218" y="2501227"/>
                </a:lnTo>
                <a:lnTo>
                  <a:pt x="1359579" y="2532097"/>
                </a:lnTo>
                <a:lnTo>
                  <a:pt x="1358932" y="2562968"/>
                </a:lnTo>
                <a:lnTo>
                  <a:pt x="1358294" y="2593838"/>
                </a:lnTo>
                <a:lnTo>
                  <a:pt x="1357646" y="2624709"/>
                </a:lnTo>
                <a:lnTo>
                  <a:pt x="1357008" y="2655589"/>
                </a:lnTo>
                <a:lnTo>
                  <a:pt x="1356360" y="2686460"/>
                </a:lnTo>
                <a:lnTo>
                  <a:pt x="1325709" y="2688355"/>
                </a:lnTo>
                <a:lnTo>
                  <a:pt x="1294876" y="2690089"/>
                </a:lnTo>
                <a:lnTo>
                  <a:pt x="1264044" y="2691822"/>
                </a:lnTo>
                <a:lnTo>
                  <a:pt x="1233211" y="2693556"/>
                </a:lnTo>
                <a:lnTo>
                  <a:pt x="1202388" y="2695280"/>
                </a:lnTo>
                <a:lnTo>
                  <a:pt x="1171556" y="2697013"/>
                </a:lnTo>
                <a:lnTo>
                  <a:pt x="1140724" y="2698747"/>
                </a:lnTo>
                <a:lnTo>
                  <a:pt x="1109891" y="2700480"/>
                </a:lnTo>
                <a:lnTo>
                  <a:pt x="1079059" y="2702214"/>
                </a:lnTo>
                <a:lnTo>
                  <a:pt x="1048236" y="2703947"/>
                </a:lnTo>
                <a:lnTo>
                  <a:pt x="1017403" y="2705681"/>
                </a:lnTo>
                <a:lnTo>
                  <a:pt x="986571" y="2707405"/>
                </a:lnTo>
                <a:lnTo>
                  <a:pt x="955739" y="2709139"/>
                </a:lnTo>
                <a:lnTo>
                  <a:pt x="924916" y="2710872"/>
                </a:lnTo>
                <a:lnTo>
                  <a:pt x="894083" y="2712606"/>
                </a:lnTo>
                <a:lnTo>
                  <a:pt x="863251" y="2714339"/>
                </a:lnTo>
                <a:lnTo>
                  <a:pt x="832418" y="2716073"/>
                </a:lnTo>
                <a:lnTo>
                  <a:pt x="801586" y="2717797"/>
                </a:lnTo>
                <a:lnTo>
                  <a:pt x="770763" y="2719530"/>
                </a:lnTo>
                <a:lnTo>
                  <a:pt x="739931" y="2721264"/>
                </a:lnTo>
                <a:lnTo>
                  <a:pt x="709098" y="2722997"/>
                </a:lnTo>
                <a:lnTo>
                  <a:pt x="678266" y="2724731"/>
                </a:lnTo>
                <a:lnTo>
                  <a:pt x="647433" y="2726465"/>
                </a:lnTo>
                <a:lnTo>
                  <a:pt x="616610" y="2728189"/>
                </a:lnTo>
                <a:lnTo>
                  <a:pt x="585778" y="2729922"/>
                </a:lnTo>
                <a:lnTo>
                  <a:pt x="554946" y="2731656"/>
                </a:lnTo>
                <a:lnTo>
                  <a:pt x="524113" y="2733389"/>
                </a:lnTo>
                <a:lnTo>
                  <a:pt x="493290" y="2735123"/>
                </a:lnTo>
                <a:lnTo>
                  <a:pt x="462458" y="2736856"/>
                </a:lnTo>
                <a:lnTo>
                  <a:pt x="431625" y="2738590"/>
                </a:lnTo>
                <a:lnTo>
                  <a:pt x="400793" y="2740314"/>
                </a:lnTo>
                <a:lnTo>
                  <a:pt x="369961" y="2742047"/>
                </a:lnTo>
                <a:lnTo>
                  <a:pt x="339138" y="2743781"/>
                </a:lnTo>
                <a:lnTo>
                  <a:pt x="308305" y="2745515"/>
                </a:lnTo>
                <a:lnTo>
                  <a:pt x="277473" y="2747248"/>
                </a:lnTo>
                <a:lnTo>
                  <a:pt x="246640" y="2748982"/>
                </a:lnTo>
                <a:lnTo>
                  <a:pt x="215817" y="2750706"/>
                </a:lnTo>
                <a:lnTo>
                  <a:pt x="184985" y="2752439"/>
                </a:lnTo>
                <a:lnTo>
                  <a:pt x="154153" y="2754173"/>
                </a:lnTo>
                <a:lnTo>
                  <a:pt x="123320" y="2755906"/>
                </a:lnTo>
                <a:lnTo>
                  <a:pt x="92488" y="2757640"/>
                </a:lnTo>
                <a:lnTo>
                  <a:pt x="61665" y="2759373"/>
                </a:lnTo>
                <a:lnTo>
                  <a:pt x="30832" y="2761097"/>
                </a:lnTo>
                <a:lnTo>
                  <a:pt x="0" y="2762831"/>
                </a:lnTo>
              </a:path>
            </a:pathLst>
          </a:custGeom>
          <a:solidFill xmlns:a="http://schemas.openxmlformats.org/drawingml/2006/main">
            <a:srgbClr val="D4E2E8">
              <a:alpha val="9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ountain-4-shade-face">
            <a:extLst xmlns:a="http://schemas.openxmlformats.org/drawingml/2006/main">
              <a:ext uri="{FF2B5EF4-FFF2-40B4-BE49-F238E27FC236}">
                <a16:creationId xmlns:a16="http://schemas.microsoft.com/office/drawing/2014/main" id="{848367CA-156A-40C4-9BC1-166EAFFC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3898" y="3188884"/>
            <a:ext cx="982980" cy="2772204"/>
          </a:xfrm>
          <a:custGeom xmlns:a="http://schemas.openxmlformats.org/drawingml/2006/main">
            <a:pathLst>
              <a:path w="982980" h="2772204">
                <a:moveTo>
                  <a:pt x="0" y="2697566"/>
                </a:moveTo>
                <a:lnTo>
                  <a:pt x="591" y="2669172"/>
                </a:lnTo>
                <a:lnTo>
                  <a:pt x="1181" y="2640778"/>
                </a:lnTo>
                <a:lnTo>
                  <a:pt x="1772" y="2612384"/>
                </a:lnTo>
                <a:lnTo>
                  <a:pt x="2362" y="2583990"/>
                </a:lnTo>
                <a:lnTo>
                  <a:pt x="2953" y="2555596"/>
                </a:lnTo>
                <a:lnTo>
                  <a:pt x="3543" y="2527202"/>
                </a:lnTo>
                <a:lnTo>
                  <a:pt x="4143" y="2498798"/>
                </a:lnTo>
                <a:lnTo>
                  <a:pt x="4734" y="2470404"/>
                </a:lnTo>
                <a:lnTo>
                  <a:pt x="5324" y="2442010"/>
                </a:lnTo>
                <a:lnTo>
                  <a:pt x="5915" y="2413616"/>
                </a:lnTo>
                <a:lnTo>
                  <a:pt x="6506" y="2385222"/>
                </a:lnTo>
                <a:lnTo>
                  <a:pt x="7096" y="2356828"/>
                </a:lnTo>
                <a:lnTo>
                  <a:pt x="7687" y="2328424"/>
                </a:lnTo>
                <a:lnTo>
                  <a:pt x="8277" y="2300030"/>
                </a:lnTo>
                <a:lnTo>
                  <a:pt x="8868" y="2271636"/>
                </a:lnTo>
                <a:lnTo>
                  <a:pt x="9458" y="2243242"/>
                </a:lnTo>
                <a:lnTo>
                  <a:pt x="10049" y="2214848"/>
                </a:lnTo>
                <a:lnTo>
                  <a:pt x="10649" y="2186454"/>
                </a:lnTo>
                <a:lnTo>
                  <a:pt x="11240" y="2158060"/>
                </a:lnTo>
                <a:lnTo>
                  <a:pt x="11830" y="2129657"/>
                </a:lnTo>
                <a:lnTo>
                  <a:pt x="12421" y="2101263"/>
                </a:lnTo>
                <a:lnTo>
                  <a:pt x="13011" y="2072869"/>
                </a:lnTo>
                <a:lnTo>
                  <a:pt x="13602" y="2044475"/>
                </a:lnTo>
                <a:lnTo>
                  <a:pt x="14192" y="2016081"/>
                </a:lnTo>
                <a:lnTo>
                  <a:pt x="14783" y="1987687"/>
                </a:lnTo>
                <a:lnTo>
                  <a:pt x="15373" y="1959293"/>
                </a:lnTo>
                <a:lnTo>
                  <a:pt x="15964" y="1930889"/>
                </a:lnTo>
                <a:lnTo>
                  <a:pt x="16554" y="1902495"/>
                </a:lnTo>
                <a:lnTo>
                  <a:pt x="17145" y="1874101"/>
                </a:lnTo>
                <a:lnTo>
                  <a:pt x="17745" y="1845707"/>
                </a:lnTo>
                <a:lnTo>
                  <a:pt x="18336" y="1817313"/>
                </a:lnTo>
                <a:lnTo>
                  <a:pt x="18926" y="1788919"/>
                </a:lnTo>
                <a:lnTo>
                  <a:pt x="19517" y="1760515"/>
                </a:lnTo>
                <a:lnTo>
                  <a:pt x="20107" y="1732121"/>
                </a:lnTo>
                <a:lnTo>
                  <a:pt x="20698" y="1703727"/>
                </a:lnTo>
                <a:lnTo>
                  <a:pt x="21288" y="1675333"/>
                </a:lnTo>
                <a:lnTo>
                  <a:pt x="21879" y="1646939"/>
                </a:lnTo>
                <a:lnTo>
                  <a:pt x="22469" y="1618545"/>
                </a:lnTo>
                <a:lnTo>
                  <a:pt x="23060" y="1590151"/>
                </a:lnTo>
                <a:lnTo>
                  <a:pt x="23651" y="1561748"/>
                </a:lnTo>
                <a:lnTo>
                  <a:pt x="24241" y="1533354"/>
                </a:lnTo>
                <a:lnTo>
                  <a:pt x="24841" y="1504960"/>
                </a:lnTo>
                <a:lnTo>
                  <a:pt x="25432" y="1476566"/>
                </a:lnTo>
                <a:lnTo>
                  <a:pt x="26022" y="1448171"/>
                </a:lnTo>
                <a:lnTo>
                  <a:pt x="26613" y="1419777"/>
                </a:lnTo>
                <a:lnTo>
                  <a:pt x="27203" y="1391374"/>
                </a:lnTo>
                <a:lnTo>
                  <a:pt x="27794" y="1362980"/>
                </a:lnTo>
                <a:lnTo>
                  <a:pt x="28385" y="1334586"/>
                </a:lnTo>
                <a:lnTo>
                  <a:pt x="28975" y="1306192"/>
                </a:lnTo>
                <a:lnTo>
                  <a:pt x="29566" y="1277798"/>
                </a:lnTo>
                <a:lnTo>
                  <a:pt x="30156" y="1249404"/>
                </a:lnTo>
                <a:lnTo>
                  <a:pt x="30747" y="1221010"/>
                </a:lnTo>
                <a:lnTo>
                  <a:pt x="31347" y="1192606"/>
                </a:lnTo>
                <a:lnTo>
                  <a:pt x="31937" y="1164212"/>
                </a:lnTo>
                <a:lnTo>
                  <a:pt x="32528" y="1135818"/>
                </a:lnTo>
                <a:lnTo>
                  <a:pt x="33118" y="1107424"/>
                </a:lnTo>
                <a:lnTo>
                  <a:pt x="33709" y="1079030"/>
                </a:lnTo>
                <a:lnTo>
                  <a:pt x="34300" y="1050636"/>
                </a:lnTo>
                <a:lnTo>
                  <a:pt x="34890" y="1022233"/>
                </a:lnTo>
                <a:lnTo>
                  <a:pt x="35481" y="993839"/>
                </a:lnTo>
                <a:lnTo>
                  <a:pt x="36071" y="965444"/>
                </a:lnTo>
                <a:lnTo>
                  <a:pt x="36662" y="937050"/>
                </a:lnTo>
                <a:lnTo>
                  <a:pt x="37252" y="908656"/>
                </a:lnTo>
                <a:lnTo>
                  <a:pt x="37843" y="880262"/>
                </a:lnTo>
                <a:lnTo>
                  <a:pt x="38443" y="851868"/>
                </a:lnTo>
                <a:lnTo>
                  <a:pt x="39033" y="823465"/>
                </a:lnTo>
                <a:lnTo>
                  <a:pt x="39624" y="795071"/>
                </a:lnTo>
                <a:lnTo>
                  <a:pt x="40215" y="766677"/>
                </a:lnTo>
                <a:lnTo>
                  <a:pt x="40805" y="738283"/>
                </a:lnTo>
                <a:lnTo>
                  <a:pt x="41396" y="709889"/>
                </a:lnTo>
                <a:lnTo>
                  <a:pt x="41986" y="681495"/>
                </a:lnTo>
                <a:lnTo>
                  <a:pt x="42577" y="653101"/>
                </a:lnTo>
                <a:lnTo>
                  <a:pt x="43167" y="624697"/>
                </a:lnTo>
                <a:lnTo>
                  <a:pt x="43758" y="596303"/>
                </a:lnTo>
                <a:lnTo>
                  <a:pt x="44348" y="567909"/>
                </a:lnTo>
                <a:lnTo>
                  <a:pt x="44939" y="539515"/>
                </a:lnTo>
                <a:lnTo>
                  <a:pt x="45539" y="511121"/>
                </a:lnTo>
                <a:lnTo>
                  <a:pt x="46130" y="482727"/>
                </a:lnTo>
                <a:lnTo>
                  <a:pt x="46720" y="454323"/>
                </a:lnTo>
                <a:lnTo>
                  <a:pt x="47311" y="425929"/>
                </a:lnTo>
                <a:lnTo>
                  <a:pt x="47901" y="397535"/>
                </a:lnTo>
                <a:lnTo>
                  <a:pt x="48492" y="369141"/>
                </a:lnTo>
                <a:lnTo>
                  <a:pt x="49082" y="340747"/>
                </a:lnTo>
                <a:lnTo>
                  <a:pt x="49673" y="312353"/>
                </a:lnTo>
                <a:lnTo>
                  <a:pt x="50263" y="283959"/>
                </a:lnTo>
                <a:lnTo>
                  <a:pt x="50854" y="255556"/>
                </a:lnTo>
                <a:lnTo>
                  <a:pt x="51445" y="227162"/>
                </a:lnTo>
                <a:lnTo>
                  <a:pt x="52045" y="198768"/>
                </a:lnTo>
                <a:lnTo>
                  <a:pt x="52635" y="170374"/>
                </a:lnTo>
                <a:lnTo>
                  <a:pt x="53226" y="141980"/>
                </a:lnTo>
                <a:lnTo>
                  <a:pt x="53816" y="113586"/>
                </a:lnTo>
                <a:lnTo>
                  <a:pt x="54407" y="85182"/>
                </a:lnTo>
                <a:lnTo>
                  <a:pt x="54997" y="56788"/>
                </a:lnTo>
                <a:lnTo>
                  <a:pt x="55588" y="28394"/>
                </a:lnTo>
                <a:lnTo>
                  <a:pt x="56178" y="0"/>
                </a:lnTo>
                <a:lnTo>
                  <a:pt x="72704" y="21184"/>
                </a:lnTo>
                <a:lnTo>
                  <a:pt x="89726" y="43920"/>
                </a:lnTo>
                <a:lnTo>
                  <a:pt x="106747" y="66656"/>
                </a:lnTo>
                <a:lnTo>
                  <a:pt x="123768" y="89392"/>
                </a:lnTo>
                <a:lnTo>
                  <a:pt x="140789" y="112128"/>
                </a:lnTo>
                <a:lnTo>
                  <a:pt x="157810" y="134864"/>
                </a:lnTo>
                <a:lnTo>
                  <a:pt x="174822" y="157601"/>
                </a:lnTo>
                <a:lnTo>
                  <a:pt x="191843" y="180337"/>
                </a:lnTo>
                <a:lnTo>
                  <a:pt x="208864" y="203073"/>
                </a:lnTo>
                <a:lnTo>
                  <a:pt x="225885" y="225809"/>
                </a:lnTo>
                <a:lnTo>
                  <a:pt x="242907" y="248545"/>
                </a:lnTo>
                <a:lnTo>
                  <a:pt x="259928" y="271282"/>
                </a:lnTo>
                <a:lnTo>
                  <a:pt x="276949" y="294018"/>
                </a:lnTo>
                <a:lnTo>
                  <a:pt x="293970" y="316754"/>
                </a:lnTo>
                <a:lnTo>
                  <a:pt x="310991" y="339490"/>
                </a:lnTo>
                <a:lnTo>
                  <a:pt x="328012" y="362226"/>
                </a:lnTo>
                <a:lnTo>
                  <a:pt x="345034" y="384962"/>
                </a:lnTo>
                <a:lnTo>
                  <a:pt x="362055" y="407699"/>
                </a:lnTo>
                <a:lnTo>
                  <a:pt x="379076" y="430435"/>
                </a:lnTo>
                <a:lnTo>
                  <a:pt x="396097" y="453171"/>
                </a:lnTo>
                <a:lnTo>
                  <a:pt x="413118" y="475907"/>
                </a:lnTo>
                <a:lnTo>
                  <a:pt x="430139" y="498653"/>
                </a:lnTo>
                <a:lnTo>
                  <a:pt x="447161" y="521389"/>
                </a:lnTo>
                <a:lnTo>
                  <a:pt x="464182" y="544125"/>
                </a:lnTo>
                <a:lnTo>
                  <a:pt x="481203" y="566861"/>
                </a:lnTo>
                <a:lnTo>
                  <a:pt x="498224" y="589598"/>
                </a:lnTo>
                <a:lnTo>
                  <a:pt x="515245" y="612334"/>
                </a:lnTo>
                <a:lnTo>
                  <a:pt x="532267" y="635070"/>
                </a:lnTo>
                <a:lnTo>
                  <a:pt x="549288" y="657806"/>
                </a:lnTo>
                <a:lnTo>
                  <a:pt x="566309" y="680542"/>
                </a:lnTo>
                <a:lnTo>
                  <a:pt x="583330" y="703278"/>
                </a:lnTo>
                <a:lnTo>
                  <a:pt x="600351" y="726015"/>
                </a:lnTo>
                <a:lnTo>
                  <a:pt x="617372" y="748751"/>
                </a:lnTo>
                <a:lnTo>
                  <a:pt x="634384" y="771487"/>
                </a:lnTo>
                <a:lnTo>
                  <a:pt x="651405" y="794223"/>
                </a:lnTo>
                <a:lnTo>
                  <a:pt x="668426" y="816959"/>
                </a:lnTo>
                <a:lnTo>
                  <a:pt x="685448" y="839695"/>
                </a:lnTo>
                <a:lnTo>
                  <a:pt x="703288" y="861612"/>
                </a:lnTo>
                <a:lnTo>
                  <a:pt x="726110" y="878519"/>
                </a:lnTo>
                <a:lnTo>
                  <a:pt x="748932" y="895426"/>
                </a:lnTo>
                <a:lnTo>
                  <a:pt x="771754" y="912333"/>
                </a:lnTo>
                <a:lnTo>
                  <a:pt x="794576" y="929240"/>
                </a:lnTo>
                <a:lnTo>
                  <a:pt x="817397" y="946137"/>
                </a:lnTo>
                <a:lnTo>
                  <a:pt x="840219" y="963044"/>
                </a:lnTo>
                <a:lnTo>
                  <a:pt x="863041" y="979951"/>
                </a:lnTo>
                <a:lnTo>
                  <a:pt x="885863" y="996858"/>
                </a:lnTo>
                <a:lnTo>
                  <a:pt x="908685" y="1013765"/>
                </a:lnTo>
                <a:lnTo>
                  <a:pt x="931507" y="1030672"/>
                </a:lnTo>
                <a:lnTo>
                  <a:pt x="954329" y="1047569"/>
                </a:lnTo>
                <a:lnTo>
                  <a:pt x="977151" y="1064476"/>
                </a:lnTo>
                <a:lnTo>
                  <a:pt x="982980" y="1089946"/>
                </a:lnTo>
                <a:lnTo>
                  <a:pt x="982980" y="1118349"/>
                </a:lnTo>
                <a:lnTo>
                  <a:pt x="982980" y="1146753"/>
                </a:lnTo>
                <a:lnTo>
                  <a:pt x="982980" y="1175147"/>
                </a:lnTo>
                <a:lnTo>
                  <a:pt x="982980" y="1203550"/>
                </a:lnTo>
                <a:lnTo>
                  <a:pt x="982980" y="1231954"/>
                </a:lnTo>
                <a:lnTo>
                  <a:pt x="982980" y="1260358"/>
                </a:lnTo>
                <a:lnTo>
                  <a:pt x="982980" y="1288761"/>
                </a:lnTo>
                <a:lnTo>
                  <a:pt x="982980" y="1317155"/>
                </a:lnTo>
                <a:lnTo>
                  <a:pt x="982980" y="1345559"/>
                </a:lnTo>
                <a:lnTo>
                  <a:pt x="982980" y="1373962"/>
                </a:lnTo>
                <a:lnTo>
                  <a:pt x="982980" y="1402366"/>
                </a:lnTo>
                <a:lnTo>
                  <a:pt x="982980" y="1430769"/>
                </a:lnTo>
                <a:lnTo>
                  <a:pt x="982980" y="1459163"/>
                </a:lnTo>
                <a:lnTo>
                  <a:pt x="982980" y="1487567"/>
                </a:lnTo>
                <a:lnTo>
                  <a:pt x="982980" y="1515970"/>
                </a:lnTo>
                <a:lnTo>
                  <a:pt x="982980" y="1544374"/>
                </a:lnTo>
                <a:lnTo>
                  <a:pt x="982980" y="1572778"/>
                </a:lnTo>
                <a:lnTo>
                  <a:pt x="982980" y="1601172"/>
                </a:lnTo>
                <a:lnTo>
                  <a:pt x="982980" y="1629575"/>
                </a:lnTo>
                <a:lnTo>
                  <a:pt x="982980" y="1657979"/>
                </a:lnTo>
                <a:lnTo>
                  <a:pt x="982980" y="1686382"/>
                </a:lnTo>
                <a:lnTo>
                  <a:pt x="982980" y="1714786"/>
                </a:lnTo>
                <a:lnTo>
                  <a:pt x="982980" y="1743180"/>
                </a:lnTo>
                <a:lnTo>
                  <a:pt x="982980" y="1771583"/>
                </a:lnTo>
                <a:lnTo>
                  <a:pt x="982980" y="1799987"/>
                </a:lnTo>
                <a:lnTo>
                  <a:pt x="982980" y="1828390"/>
                </a:lnTo>
                <a:lnTo>
                  <a:pt x="982980" y="1856794"/>
                </a:lnTo>
                <a:lnTo>
                  <a:pt x="982980" y="1885188"/>
                </a:lnTo>
                <a:lnTo>
                  <a:pt x="982980" y="1913592"/>
                </a:lnTo>
                <a:lnTo>
                  <a:pt x="982980" y="1941995"/>
                </a:lnTo>
                <a:lnTo>
                  <a:pt x="982980" y="1970399"/>
                </a:lnTo>
                <a:lnTo>
                  <a:pt x="982980" y="1998802"/>
                </a:lnTo>
                <a:lnTo>
                  <a:pt x="982980" y="2027196"/>
                </a:lnTo>
                <a:lnTo>
                  <a:pt x="982980" y="2055600"/>
                </a:lnTo>
                <a:lnTo>
                  <a:pt x="982980" y="2084003"/>
                </a:lnTo>
                <a:lnTo>
                  <a:pt x="982980" y="2112407"/>
                </a:lnTo>
                <a:lnTo>
                  <a:pt x="982980" y="2140810"/>
                </a:lnTo>
                <a:lnTo>
                  <a:pt x="982980" y="2169204"/>
                </a:lnTo>
                <a:lnTo>
                  <a:pt x="982980" y="2197608"/>
                </a:lnTo>
                <a:lnTo>
                  <a:pt x="982980" y="2226012"/>
                </a:lnTo>
                <a:lnTo>
                  <a:pt x="982980" y="2254415"/>
                </a:lnTo>
                <a:lnTo>
                  <a:pt x="982980" y="2282819"/>
                </a:lnTo>
                <a:lnTo>
                  <a:pt x="982980" y="2311213"/>
                </a:lnTo>
                <a:lnTo>
                  <a:pt x="982980" y="2339616"/>
                </a:lnTo>
                <a:lnTo>
                  <a:pt x="982980" y="2368020"/>
                </a:lnTo>
                <a:lnTo>
                  <a:pt x="982980" y="2396423"/>
                </a:lnTo>
                <a:lnTo>
                  <a:pt x="982980" y="2424827"/>
                </a:lnTo>
                <a:lnTo>
                  <a:pt x="982980" y="2453221"/>
                </a:lnTo>
                <a:lnTo>
                  <a:pt x="982980" y="2481624"/>
                </a:lnTo>
                <a:lnTo>
                  <a:pt x="982980" y="2510028"/>
                </a:lnTo>
                <a:lnTo>
                  <a:pt x="982980" y="2538432"/>
                </a:lnTo>
                <a:lnTo>
                  <a:pt x="982980" y="2566835"/>
                </a:lnTo>
                <a:lnTo>
                  <a:pt x="982980" y="2595229"/>
                </a:lnTo>
                <a:lnTo>
                  <a:pt x="982980" y="2623633"/>
                </a:lnTo>
                <a:lnTo>
                  <a:pt x="982980" y="2652036"/>
                </a:lnTo>
                <a:lnTo>
                  <a:pt x="982980" y="2680440"/>
                </a:lnTo>
                <a:lnTo>
                  <a:pt x="982980" y="2708843"/>
                </a:lnTo>
                <a:lnTo>
                  <a:pt x="982980" y="2737237"/>
                </a:lnTo>
                <a:lnTo>
                  <a:pt x="982980" y="2765641"/>
                </a:lnTo>
                <a:lnTo>
                  <a:pt x="962768" y="2772204"/>
                </a:lnTo>
                <a:lnTo>
                  <a:pt x="934450" y="2770013"/>
                </a:lnTo>
                <a:lnTo>
                  <a:pt x="906132" y="2767813"/>
                </a:lnTo>
                <a:lnTo>
                  <a:pt x="877814" y="2765622"/>
                </a:lnTo>
                <a:lnTo>
                  <a:pt x="849497" y="2763422"/>
                </a:lnTo>
                <a:lnTo>
                  <a:pt x="821188" y="2761231"/>
                </a:lnTo>
                <a:lnTo>
                  <a:pt x="792871" y="2759031"/>
                </a:lnTo>
                <a:lnTo>
                  <a:pt x="764553" y="2756840"/>
                </a:lnTo>
                <a:lnTo>
                  <a:pt x="736235" y="2754640"/>
                </a:lnTo>
                <a:lnTo>
                  <a:pt x="707917" y="2752449"/>
                </a:lnTo>
                <a:lnTo>
                  <a:pt x="679599" y="2750249"/>
                </a:lnTo>
                <a:lnTo>
                  <a:pt x="651281" y="2748058"/>
                </a:lnTo>
                <a:lnTo>
                  <a:pt x="622964" y="2745867"/>
                </a:lnTo>
                <a:lnTo>
                  <a:pt x="594646" y="2743667"/>
                </a:lnTo>
                <a:lnTo>
                  <a:pt x="566337" y="2741476"/>
                </a:lnTo>
                <a:lnTo>
                  <a:pt x="538020" y="2739276"/>
                </a:lnTo>
                <a:lnTo>
                  <a:pt x="509702" y="2737085"/>
                </a:lnTo>
                <a:lnTo>
                  <a:pt x="481384" y="2734885"/>
                </a:lnTo>
                <a:lnTo>
                  <a:pt x="453066" y="2732694"/>
                </a:lnTo>
                <a:lnTo>
                  <a:pt x="424748" y="2730494"/>
                </a:lnTo>
                <a:lnTo>
                  <a:pt x="396431" y="2728303"/>
                </a:lnTo>
                <a:lnTo>
                  <a:pt x="368113" y="2726103"/>
                </a:lnTo>
                <a:lnTo>
                  <a:pt x="339804" y="2723912"/>
                </a:lnTo>
                <a:lnTo>
                  <a:pt x="311487" y="2721712"/>
                </a:lnTo>
                <a:lnTo>
                  <a:pt x="283169" y="2719521"/>
                </a:lnTo>
                <a:lnTo>
                  <a:pt x="254851" y="2717330"/>
                </a:lnTo>
                <a:lnTo>
                  <a:pt x="226533" y="2715130"/>
                </a:lnTo>
                <a:lnTo>
                  <a:pt x="198215" y="2712939"/>
                </a:lnTo>
                <a:lnTo>
                  <a:pt x="169897" y="2710739"/>
                </a:lnTo>
                <a:lnTo>
                  <a:pt x="141580" y="2708548"/>
                </a:lnTo>
                <a:lnTo>
                  <a:pt x="113262" y="2706348"/>
                </a:lnTo>
                <a:lnTo>
                  <a:pt x="84953" y="2704157"/>
                </a:lnTo>
                <a:lnTo>
                  <a:pt x="56636" y="2701957"/>
                </a:lnTo>
                <a:lnTo>
                  <a:pt x="28318" y="2699766"/>
                </a:lnTo>
                <a:lnTo>
                  <a:pt x="0" y="2697566"/>
                </a:lnTo>
              </a:path>
            </a:pathLst>
          </a:custGeom>
          <a:solidFill xmlns:a="http://schemas.openxmlformats.org/drawingml/2006/main">
            <a:srgbClr val="AEC4CF">
              <a:alpha val="9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ountain-4-slope-detail">
            <a:extLst xmlns:a="http://schemas.openxmlformats.org/drawingml/2006/main">
              <a:ext uri="{FF2B5EF4-FFF2-40B4-BE49-F238E27FC236}">
                <a16:creationId xmlns:a16="http://schemas.microsoft.com/office/drawing/2014/main" id="{25764DEC-457E-4FFB-9252-F9108D64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7538" y="3856577"/>
            <a:ext cx="1383678" cy="2106073"/>
          </a:xfrm>
          <a:custGeom xmlns:a="http://schemas.openxmlformats.org/drawingml/2006/main">
            <a:pathLst>
              <a:path w="1383678" h="2106073">
                <a:moveTo>
                  <a:pt x="0" y="2106073"/>
                </a:moveTo>
                <a:lnTo>
                  <a:pt x="0" y="2080927"/>
                </a:lnTo>
                <a:lnTo>
                  <a:pt x="0" y="2055790"/>
                </a:lnTo>
                <a:lnTo>
                  <a:pt x="0" y="2030654"/>
                </a:lnTo>
                <a:lnTo>
                  <a:pt x="0" y="2005508"/>
                </a:lnTo>
                <a:lnTo>
                  <a:pt x="0" y="1980371"/>
                </a:lnTo>
                <a:lnTo>
                  <a:pt x="0" y="1955225"/>
                </a:lnTo>
                <a:lnTo>
                  <a:pt x="0" y="1930089"/>
                </a:lnTo>
                <a:lnTo>
                  <a:pt x="0" y="1904952"/>
                </a:lnTo>
                <a:lnTo>
                  <a:pt x="0" y="1879806"/>
                </a:lnTo>
                <a:lnTo>
                  <a:pt x="0" y="1854670"/>
                </a:lnTo>
                <a:lnTo>
                  <a:pt x="0" y="1829524"/>
                </a:lnTo>
                <a:lnTo>
                  <a:pt x="0" y="1804387"/>
                </a:lnTo>
                <a:lnTo>
                  <a:pt x="0" y="1779251"/>
                </a:lnTo>
                <a:lnTo>
                  <a:pt x="0" y="1754105"/>
                </a:lnTo>
                <a:lnTo>
                  <a:pt x="0" y="1728968"/>
                </a:lnTo>
                <a:lnTo>
                  <a:pt x="0" y="1703822"/>
                </a:lnTo>
                <a:lnTo>
                  <a:pt x="0" y="1678686"/>
                </a:lnTo>
                <a:lnTo>
                  <a:pt x="0" y="1653550"/>
                </a:lnTo>
                <a:lnTo>
                  <a:pt x="0" y="1628404"/>
                </a:lnTo>
                <a:lnTo>
                  <a:pt x="0" y="1603267"/>
                </a:lnTo>
                <a:lnTo>
                  <a:pt x="0" y="1578121"/>
                </a:lnTo>
                <a:lnTo>
                  <a:pt x="0" y="1552985"/>
                </a:lnTo>
                <a:lnTo>
                  <a:pt x="0" y="1527848"/>
                </a:lnTo>
                <a:lnTo>
                  <a:pt x="0" y="1502702"/>
                </a:lnTo>
                <a:lnTo>
                  <a:pt x="0" y="1477566"/>
                </a:lnTo>
                <a:lnTo>
                  <a:pt x="0" y="1452420"/>
                </a:lnTo>
                <a:lnTo>
                  <a:pt x="0" y="1427283"/>
                </a:lnTo>
                <a:lnTo>
                  <a:pt x="0" y="1402147"/>
                </a:lnTo>
                <a:lnTo>
                  <a:pt x="0" y="1377001"/>
                </a:lnTo>
                <a:lnTo>
                  <a:pt x="0" y="1351864"/>
                </a:lnTo>
                <a:lnTo>
                  <a:pt x="0" y="1326718"/>
                </a:lnTo>
                <a:lnTo>
                  <a:pt x="0" y="1301582"/>
                </a:lnTo>
                <a:lnTo>
                  <a:pt x="0" y="1276445"/>
                </a:lnTo>
                <a:lnTo>
                  <a:pt x="0" y="1251299"/>
                </a:lnTo>
                <a:lnTo>
                  <a:pt x="0" y="1226163"/>
                </a:lnTo>
                <a:lnTo>
                  <a:pt x="0" y="1201026"/>
                </a:lnTo>
                <a:lnTo>
                  <a:pt x="0" y="1175880"/>
                </a:lnTo>
                <a:lnTo>
                  <a:pt x="0" y="1150744"/>
                </a:lnTo>
                <a:lnTo>
                  <a:pt x="0" y="1125598"/>
                </a:lnTo>
                <a:lnTo>
                  <a:pt x="0" y="1100461"/>
                </a:lnTo>
                <a:lnTo>
                  <a:pt x="0" y="1075325"/>
                </a:lnTo>
                <a:lnTo>
                  <a:pt x="0" y="1050179"/>
                </a:lnTo>
                <a:lnTo>
                  <a:pt x="0" y="1025042"/>
                </a:lnTo>
                <a:lnTo>
                  <a:pt x="0" y="999896"/>
                </a:lnTo>
                <a:lnTo>
                  <a:pt x="0" y="974760"/>
                </a:lnTo>
                <a:lnTo>
                  <a:pt x="0" y="949623"/>
                </a:lnTo>
                <a:lnTo>
                  <a:pt x="0" y="924477"/>
                </a:lnTo>
                <a:lnTo>
                  <a:pt x="0" y="899341"/>
                </a:lnTo>
                <a:lnTo>
                  <a:pt x="0" y="874195"/>
                </a:lnTo>
                <a:lnTo>
                  <a:pt x="0" y="849059"/>
                </a:lnTo>
                <a:lnTo>
                  <a:pt x="0" y="823922"/>
                </a:lnTo>
                <a:lnTo>
                  <a:pt x="12725" y="802967"/>
                </a:lnTo>
                <a:lnTo>
                  <a:pt x="27661" y="782745"/>
                </a:lnTo>
                <a:lnTo>
                  <a:pt x="42586" y="762514"/>
                </a:lnTo>
                <a:lnTo>
                  <a:pt x="57521" y="742293"/>
                </a:lnTo>
                <a:lnTo>
                  <a:pt x="72457" y="722071"/>
                </a:lnTo>
                <a:lnTo>
                  <a:pt x="87392" y="701850"/>
                </a:lnTo>
                <a:lnTo>
                  <a:pt x="102327" y="681619"/>
                </a:lnTo>
                <a:lnTo>
                  <a:pt x="117262" y="661397"/>
                </a:lnTo>
                <a:lnTo>
                  <a:pt x="132197" y="641175"/>
                </a:lnTo>
                <a:lnTo>
                  <a:pt x="147133" y="620954"/>
                </a:lnTo>
                <a:lnTo>
                  <a:pt x="162058" y="600723"/>
                </a:lnTo>
                <a:lnTo>
                  <a:pt x="176994" y="580501"/>
                </a:lnTo>
                <a:lnTo>
                  <a:pt x="191929" y="560280"/>
                </a:lnTo>
                <a:lnTo>
                  <a:pt x="206864" y="540058"/>
                </a:lnTo>
                <a:lnTo>
                  <a:pt x="221799" y="519827"/>
                </a:lnTo>
                <a:lnTo>
                  <a:pt x="236734" y="499605"/>
                </a:lnTo>
                <a:lnTo>
                  <a:pt x="251670" y="479384"/>
                </a:lnTo>
                <a:lnTo>
                  <a:pt x="266595" y="459162"/>
                </a:lnTo>
                <a:lnTo>
                  <a:pt x="281530" y="438931"/>
                </a:lnTo>
                <a:lnTo>
                  <a:pt x="296466" y="418709"/>
                </a:lnTo>
                <a:lnTo>
                  <a:pt x="311401" y="398488"/>
                </a:lnTo>
                <a:lnTo>
                  <a:pt x="326336" y="378266"/>
                </a:lnTo>
                <a:lnTo>
                  <a:pt x="341271" y="358035"/>
                </a:lnTo>
                <a:lnTo>
                  <a:pt x="356206" y="337814"/>
                </a:lnTo>
                <a:lnTo>
                  <a:pt x="371132" y="317592"/>
                </a:lnTo>
                <a:lnTo>
                  <a:pt x="386067" y="297371"/>
                </a:lnTo>
                <a:lnTo>
                  <a:pt x="401003" y="277139"/>
                </a:lnTo>
                <a:lnTo>
                  <a:pt x="415938" y="256918"/>
                </a:lnTo>
                <a:lnTo>
                  <a:pt x="430873" y="236696"/>
                </a:lnTo>
                <a:lnTo>
                  <a:pt x="445808" y="216475"/>
                </a:lnTo>
                <a:lnTo>
                  <a:pt x="460743" y="196244"/>
                </a:lnTo>
                <a:lnTo>
                  <a:pt x="475679" y="176022"/>
                </a:lnTo>
                <a:lnTo>
                  <a:pt x="490604" y="155800"/>
                </a:lnTo>
                <a:lnTo>
                  <a:pt x="505539" y="135569"/>
                </a:lnTo>
                <a:lnTo>
                  <a:pt x="520475" y="115348"/>
                </a:lnTo>
                <a:lnTo>
                  <a:pt x="535410" y="95126"/>
                </a:lnTo>
                <a:lnTo>
                  <a:pt x="550345" y="74905"/>
                </a:lnTo>
                <a:lnTo>
                  <a:pt x="565280" y="54674"/>
                </a:lnTo>
                <a:lnTo>
                  <a:pt x="580215" y="34452"/>
                </a:lnTo>
                <a:lnTo>
                  <a:pt x="595141" y="14230"/>
                </a:lnTo>
                <a:lnTo>
                  <a:pt x="610610" y="0"/>
                </a:lnTo>
                <a:lnTo>
                  <a:pt x="628831" y="17316"/>
                </a:lnTo>
                <a:lnTo>
                  <a:pt x="647062" y="34623"/>
                </a:lnTo>
                <a:lnTo>
                  <a:pt x="665293" y="51940"/>
                </a:lnTo>
                <a:lnTo>
                  <a:pt x="683524" y="69247"/>
                </a:lnTo>
                <a:lnTo>
                  <a:pt x="701754" y="86563"/>
                </a:lnTo>
                <a:lnTo>
                  <a:pt x="719985" y="103870"/>
                </a:lnTo>
                <a:lnTo>
                  <a:pt x="738216" y="121187"/>
                </a:lnTo>
                <a:lnTo>
                  <a:pt x="756437" y="138503"/>
                </a:lnTo>
                <a:lnTo>
                  <a:pt x="774668" y="155810"/>
                </a:lnTo>
                <a:lnTo>
                  <a:pt x="792899" y="173126"/>
                </a:lnTo>
                <a:lnTo>
                  <a:pt x="811130" y="190433"/>
                </a:lnTo>
                <a:lnTo>
                  <a:pt x="829361" y="207750"/>
                </a:lnTo>
                <a:lnTo>
                  <a:pt x="847592" y="225057"/>
                </a:lnTo>
                <a:lnTo>
                  <a:pt x="865823" y="242373"/>
                </a:lnTo>
                <a:lnTo>
                  <a:pt x="884044" y="259690"/>
                </a:lnTo>
                <a:lnTo>
                  <a:pt x="902275" y="276997"/>
                </a:lnTo>
                <a:lnTo>
                  <a:pt x="920506" y="294313"/>
                </a:lnTo>
                <a:lnTo>
                  <a:pt x="938736" y="311620"/>
                </a:lnTo>
                <a:lnTo>
                  <a:pt x="956967" y="328936"/>
                </a:lnTo>
                <a:lnTo>
                  <a:pt x="975198" y="346243"/>
                </a:lnTo>
                <a:lnTo>
                  <a:pt x="993429" y="363560"/>
                </a:lnTo>
                <a:lnTo>
                  <a:pt x="1011650" y="380876"/>
                </a:lnTo>
                <a:lnTo>
                  <a:pt x="1029881" y="398183"/>
                </a:lnTo>
                <a:lnTo>
                  <a:pt x="1048112" y="415500"/>
                </a:lnTo>
                <a:lnTo>
                  <a:pt x="1066343" y="432806"/>
                </a:lnTo>
                <a:lnTo>
                  <a:pt x="1084574" y="450123"/>
                </a:lnTo>
                <a:lnTo>
                  <a:pt x="1102805" y="467439"/>
                </a:lnTo>
                <a:lnTo>
                  <a:pt x="1121035" y="484746"/>
                </a:lnTo>
                <a:lnTo>
                  <a:pt x="1139257" y="502063"/>
                </a:lnTo>
                <a:lnTo>
                  <a:pt x="1157488" y="519370"/>
                </a:lnTo>
                <a:lnTo>
                  <a:pt x="1175718" y="536686"/>
                </a:lnTo>
                <a:lnTo>
                  <a:pt x="1193949" y="553993"/>
                </a:lnTo>
                <a:lnTo>
                  <a:pt x="1212180" y="571310"/>
                </a:lnTo>
                <a:lnTo>
                  <a:pt x="1230411" y="588626"/>
                </a:lnTo>
                <a:lnTo>
                  <a:pt x="1248642" y="605933"/>
                </a:lnTo>
                <a:lnTo>
                  <a:pt x="1266863" y="623249"/>
                </a:lnTo>
                <a:lnTo>
                  <a:pt x="1285094" y="640556"/>
                </a:lnTo>
                <a:lnTo>
                  <a:pt x="1303325" y="657873"/>
                </a:lnTo>
                <a:lnTo>
                  <a:pt x="1321556" y="675180"/>
                </a:lnTo>
                <a:lnTo>
                  <a:pt x="1339787" y="692496"/>
                </a:lnTo>
                <a:lnTo>
                  <a:pt x="1358017" y="709813"/>
                </a:lnTo>
                <a:lnTo>
                  <a:pt x="1376239" y="727119"/>
                </a:lnTo>
                <a:lnTo>
                  <a:pt x="1383678" y="748932"/>
                </a:lnTo>
                <a:lnTo>
                  <a:pt x="1383135" y="774068"/>
                </a:lnTo>
                <a:lnTo>
                  <a:pt x="1382601" y="799205"/>
                </a:lnTo>
                <a:lnTo>
                  <a:pt x="1382068" y="824341"/>
                </a:lnTo>
                <a:lnTo>
                  <a:pt x="1381535" y="849468"/>
                </a:lnTo>
                <a:lnTo>
                  <a:pt x="1380992" y="874605"/>
                </a:lnTo>
                <a:lnTo>
                  <a:pt x="1380458" y="899741"/>
                </a:lnTo>
                <a:lnTo>
                  <a:pt x="1379925" y="924878"/>
                </a:lnTo>
                <a:lnTo>
                  <a:pt x="1379382" y="950014"/>
                </a:lnTo>
                <a:lnTo>
                  <a:pt x="1378849" y="975141"/>
                </a:lnTo>
                <a:lnTo>
                  <a:pt x="1378315" y="1000277"/>
                </a:lnTo>
                <a:lnTo>
                  <a:pt x="1377782" y="1025414"/>
                </a:lnTo>
                <a:lnTo>
                  <a:pt x="1377239" y="1050550"/>
                </a:lnTo>
                <a:lnTo>
                  <a:pt x="1376705" y="1075687"/>
                </a:lnTo>
                <a:lnTo>
                  <a:pt x="1376172" y="1100814"/>
                </a:lnTo>
                <a:lnTo>
                  <a:pt x="1375639" y="1125950"/>
                </a:lnTo>
                <a:lnTo>
                  <a:pt x="1375096" y="1151087"/>
                </a:lnTo>
                <a:lnTo>
                  <a:pt x="1374562" y="1176223"/>
                </a:lnTo>
                <a:lnTo>
                  <a:pt x="1374029" y="1201360"/>
                </a:lnTo>
                <a:lnTo>
                  <a:pt x="1373495" y="1226487"/>
                </a:lnTo>
                <a:lnTo>
                  <a:pt x="1372953" y="1251623"/>
                </a:lnTo>
                <a:lnTo>
                  <a:pt x="1372419" y="1276760"/>
                </a:lnTo>
                <a:lnTo>
                  <a:pt x="1371886" y="1301896"/>
                </a:lnTo>
                <a:lnTo>
                  <a:pt x="1371343" y="1327033"/>
                </a:lnTo>
                <a:lnTo>
                  <a:pt x="1370809" y="1352159"/>
                </a:lnTo>
                <a:lnTo>
                  <a:pt x="1370276" y="1377296"/>
                </a:lnTo>
                <a:lnTo>
                  <a:pt x="1369743" y="1402432"/>
                </a:lnTo>
                <a:lnTo>
                  <a:pt x="1369200" y="1427569"/>
                </a:lnTo>
                <a:lnTo>
                  <a:pt x="1368666" y="1452705"/>
                </a:lnTo>
                <a:lnTo>
                  <a:pt x="1368133" y="1477832"/>
                </a:lnTo>
                <a:lnTo>
                  <a:pt x="1367600" y="1502969"/>
                </a:lnTo>
                <a:lnTo>
                  <a:pt x="1367057" y="1528105"/>
                </a:lnTo>
                <a:lnTo>
                  <a:pt x="1366523" y="1553242"/>
                </a:lnTo>
                <a:lnTo>
                  <a:pt x="1365990" y="1578378"/>
                </a:lnTo>
                <a:lnTo>
                  <a:pt x="1365447" y="1603505"/>
                </a:lnTo>
                <a:lnTo>
                  <a:pt x="1364913" y="1628642"/>
                </a:lnTo>
                <a:lnTo>
                  <a:pt x="1364380" y="1653778"/>
                </a:lnTo>
                <a:lnTo>
                  <a:pt x="1363847" y="1678915"/>
                </a:lnTo>
                <a:lnTo>
                  <a:pt x="1363304" y="1704051"/>
                </a:lnTo>
                <a:lnTo>
                  <a:pt x="1362770" y="1729178"/>
                </a:lnTo>
                <a:lnTo>
                  <a:pt x="1362237" y="1754315"/>
                </a:lnTo>
                <a:lnTo>
                  <a:pt x="1361704" y="1779451"/>
                </a:lnTo>
                <a:lnTo>
                  <a:pt x="1361161" y="1804587"/>
                </a:lnTo>
                <a:lnTo>
                  <a:pt x="1360627" y="1829724"/>
                </a:lnTo>
                <a:lnTo>
                  <a:pt x="1360094" y="1854851"/>
                </a:lnTo>
                <a:lnTo>
                  <a:pt x="1359560" y="1879987"/>
                </a:lnTo>
                <a:lnTo>
                  <a:pt x="1359017" y="1905124"/>
                </a:lnTo>
                <a:lnTo>
                  <a:pt x="1358484" y="1930260"/>
                </a:lnTo>
                <a:lnTo>
                  <a:pt x="1357951" y="1955387"/>
                </a:lnTo>
                <a:lnTo>
                  <a:pt x="1357408" y="1980524"/>
                </a:lnTo>
                <a:lnTo>
                  <a:pt x="1356874" y="2005660"/>
                </a:lnTo>
                <a:lnTo>
                  <a:pt x="1355436" y="2029920"/>
                </a:lnTo>
                <a:lnTo>
                  <a:pt x="1330338" y="2031330"/>
                </a:lnTo>
                <a:lnTo>
                  <a:pt x="1305239" y="2032740"/>
                </a:lnTo>
                <a:lnTo>
                  <a:pt x="1280131" y="2034149"/>
                </a:lnTo>
                <a:lnTo>
                  <a:pt x="1255033" y="2035559"/>
                </a:lnTo>
                <a:lnTo>
                  <a:pt x="1229935" y="2036969"/>
                </a:lnTo>
                <a:lnTo>
                  <a:pt x="1204836" y="2038379"/>
                </a:lnTo>
                <a:lnTo>
                  <a:pt x="1179728" y="2039798"/>
                </a:lnTo>
                <a:lnTo>
                  <a:pt x="1154630" y="2041208"/>
                </a:lnTo>
                <a:lnTo>
                  <a:pt x="1129532" y="2042617"/>
                </a:lnTo>
                <a:lnTo>
                  <a:pt x="1104433" y="2044027"/>
                </a:lnTo>
                <a:lnTo>
                  <a:pt x="1079325" y="2045437"/>
                </a:lnTo>
                <a:lnTo>
                  <a:pt x="1054227" y="2046846"/>
                </a:lnTo>
                <a:lnTo>
                  <a:pt x="1029129" y="2048256"/>
                </a:lnTo>
                <a:lnTo>
                  <a:pt x="1004030" y="2049666"/>
                </a:lnTo>
                <a:lnTo>
                  <a:pt x="978922" y="2051075"/>
                </a:lnTo>
                <a:lnTo>
                  <a:pt x="953824" y="2052485"/>
                </a:lnTo>
                <a:lnTo>
                  <a:pt x="928726" y="2053895"/>
                </a:lnTo>
                <a:lnTo>
                  <a:pt x="903627" y="2055305"/>
                </a:lnTo>
                <a:lnTo>
                  <a:pt x="878519" y="2056714"/>
                </a:lnTo>
                <a:lnTo>
                  <a:pt x="853421" y="2058124"/>
                </a:lnTo>
                <a:lnTo>
                  <a:pt x="828323" y="2059534"/>
                </a:lnTo>
                <a:lnTo>
                  <a:pt x="803224" y="2060943"/>
                </a:lnTo>
                <a:lnTo>
                  <a:pt x="778126" y="2062353"/>
                </a:lnTo>
                <a:lnTo>
                  <a:pt x="753018" y="2063763"/>
                </a:lnTo>
                <a:lnTo>
                  <a:pt x="727920" y="2065172"/>
                </a:lnTo>
                <a:lnTo>
                  <a:pt x="702821" y="2066582"/>
                </a:lnTo>
                <a:lnTo>
                  <a:pt x="677713" y="2067992"/>
                </a:lnTo>
                <a:lnTo>
                  <a:pt x="652615" y="2069411"/>
                </a:lnTo>
                <a:lnTo>
                  <a:pt x="627517" y="2070821"/>
                </a:lnTo>
                <a:lnTo>
                  <a:pt x="602418" y="2072230"/>
                </a:lnTo>
                <a:lnTo>
                  <a:pt x="577320" y="2073640"/>
                </a:lnTo>
                <a:lnTo>
                  <a:pt x="552212" y="2075050"/>
                </a:lnTo>
                <a:lnTo>
                  <a:pt x="527114" y="2076460"/>
                </a:lnTo>
                <a:lnTo>
                  <a:pt x="502015" y="2077869"/>
                </a:lnTo>
                <a:lnTo>
                  <a:pt x="476917" y="2079279"/>
                </a:lnTo>
                <a:lnTo>
                  <a:pt x="451809" y="2080689"/>
                </a:lnTo>
                <a:lnTo>
                  <a:pt x="426710" y="2082098"/>
                </a:lnTo>
                <a:lnTo>
                  <a:pt x="401612" y="2083508"/>
                </a:lnTo>
                <a:lnTo>
                  <a:pt x="376514" y="2084918"/>
                </a:lnTo>
                <a:lnTo>
                  <a:pt x="351406" y="2086327"/>
                </a:lnTo>
                <a:lnTo>
                  <a:pt x="326307" y="2087737"/>
                </a:lnTo>
                <a:lnTo>
                  <a:pt x="301209" y="2089147"/>
                </a:lnTo>
                <a:lnTo>
                  <a:pt x="276111" y="2090557"/>
                </a:lnTo>
                <a:lnTo>
                  <a:pt x="251003" y="2091966"/>
                </a:lnTo>
                <a:lnTo>
                  <a:pt x="225904" y="2093376"/>
                </a:lnTo>
                <a:lnTo>
                  <a:pt x="200806" y="2094786"/>
                </a:lnTo>
                <a:lnTo>
                  <a:pt x="175708" y="2096195"/>
                </a:lnTo>
                <a:lnTo>
                  <a:pt x="150600" y="2097605"/>
                </a:lnTo>
                <a:lnTo>
                  <a:pt x="125501" y="2099024"/>
                </a:lnTo>
                <a:lnTo>
                  <a:pt x="100403" y="2100434"/>
                </a:lnTo>
                <a:lnTo>
                  <a:pt x="75305" y="2101844"/>
                </a:lnTo>
                <a:lnTo>
                  <a:pt x="50206" y="2103253"/>
                </a:lnTo>
                <a:lnTo>
                  <a:pt x="25098" y="2104663"/>
                </a:lnTo>
                <a:lnTo>
                  <a:pt x="0" y="2106073"/>
                </a:lnTo>
              </a:path>
            </a:pathLst>
          </a:custGeom>
          <a:solidFill xmlns:a="http://schemas.openxmlformats.org/drawingml/2006/main">
            <a:srgbClr val="BFD1D9">
              <a:alpha val="9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mountain-5-light-face">
            <a:extLst xmlns:a="http://schemas.openxmlformats.org/drawingml/2006/main">
              <a:ext uri="{FF2B5EF4-FFF2-40B4-BE49-F238E27FC236}">
                <a16:creationId xmlns:a16="http://schemas.microsoft.com/office/drawing/2014/main" id="{8CA59F46-FA35-4F7D-919E-F62ECF87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6878" y="2642111"/>
            <a:ext cx="925735" cy="3320539"/>
          </a:xfrm>
          <a:custGeom xmlns:a="http://schemas.openxmlformats.org/drawingml/2006/main">
            <a:pathLst>
              <a:path w="925735" h="3320539">
                <a:moveTo>
                  <a:pt x="0" y="3320539"/>
                </a:moveTo>
                <a:lnTo>
                  <a:pt x="0" y="3288459"/>
                </a:lnTo>
                <a:lnTo>
                  <a:pt x="0" y="3256378"/>
                </a:lnTo>
                <a:lnTo>
                  <a:pt x="0" y="3224289"/>
                </a:lnTo>
                <a:lnTo>
                  <a:pt x="0" y="3192209"/>
                </a:lnTo>
                <a:lnTo>
                  <a:pt x="0" y="3160128"/>
                </a:lnTo>
                <a:lnTo>
                  <a:pt x="0" y="3128048"/>
                </a:lnTo>
                <a:lnTo>
                  <a:pt x="0" y="3095968"/>
                </a:lnTo>
                <a:lnTo>
                  <a:pt x="0" y="3063888"/>
                </a:lnTo>
                <a:lnTo>
                  <a:pt x="0" y="3031808"/>
                </a:lnTo>
                <a:lnTo>
                  <a:pt x="0" y="2999718"/>
                </a:lnTo>
                <a:lnTo>
                  <a:pt x="0" y="2967638"/>
                </a:lnTo>
                <a:lnTo>
                  <a:pt x="0" y="2935557"/>
                </a:lnTo>
                <a:lnTo>
                  <a:pt x="0" y="2903477"/>
                </a:lnTo>
                <a:lnTo>
                  <a:pt x="0" y="2871397"/>
                </a:lnTo>
                <a:lnTo>
                  <a:pt x="0" y="2839317"/>
                </a:lnTo>
                <a:lnTo>
                  <a:pt x="0" y="2807227"/>
                </a:lnTo>
                <a:lnTo>
                  <a:pt x="0" y="2775147"/>
                </a:lnTo>
                <a:lnTo>
                  <a:pt x="0" y="2743067"/>
                </a:lnTo>
                <a:lnTo>
                  <a:pt x="0" y="2710986"/>
                </a:lnTo>
                <a:lnTo>
                  <a:pt x="0" y="2678906"/>
                </a:lnTo>
                <a:lnTo>
                  <a:pt x="0" y="2646826"/>
                </a:lnTo>
                <a:lnTo>
                  <a:pt x="0" y="2614746"/>
                </a:lnTo>
                <a:lnTo>
                  <a:pt x="0" y="2582656"/>
                </a:lnTo>
                <a:lnTo>
                  <a:pt x="0" y="2550576"/>
                </a:lnTo>
                <a:lnTo>
                  <a:pt x="0" y="2518496"/>
                </a:lnTo>
                <a:lnTo>
                  <a:pt x="0" y="2486416"/>
                </a:lnTo>
                <a:lnTo>
                  <a:pt x="0" y="2454335"/>
                </a:lnTo>
                <a:lnTo>
                  <a:pt x="0" y="2422255"/>
                </a:lnTo>
                <a:lnTo>
                  <a:pt x="0" y="2390165"/>
                </a:lnTo>
                <a:lnTo>
                  <a:pt x="0" y="2358085"/>
                </a:lnTo>
                <a:lnTo>
                  <a:pt x="0" y="2326005"/>
                </a:lnTo>
                <a:lnTo>
                  <a:pt x="0" y="2293925"/>
                </a:lnTo>
                <a:lnTo>
                  <a:pt x="0" y="2261845"/>
                </a:lnTo>
                <a:lnTo>
                  <a:pt x="0" y="2229764"/>
                </a:lnTo>
                <a:lnTo>
                  <a:pt x="0" y="2197684"/>
                </a:lnTo>
                <a:lnTo>
                  <a:pt x="0" y="2165594"/>
                </a:lnTo>
                <a:lnTo>
                  <a:pt x="0" y="2133514"/>
                </a:lnTo>
                <a:lnTo>
                  <a:pt x="0" y="2101434"/>
                </a:lnTo>
                <a:lnTo>
                  <a:pt x="0" y="2069354"/>
                </a:lnTo>
                <a:lnTo>
                  <a:pt x="0" y="2037274"/>
                </a:lnTo>
                <a:lnTo>
                  <a:pt x="0" y="2005193"/>
                </a:lnTo>
                <a:lnTo>
                  <a:pt x="0" y="1973104"/>
                </a:lnTo>
                <a:lnTo>
                  <a:pt x="0" y="1941024"/>
                </a:lnTo>
                <a:lnTo>
                  <a:pt x="0" y="1908943"/>
                </a:lnTo>
                <a:lnTo>
                  <a:pt x="0" y="1876863"/>
                </a:lnTo>
                <a:lnTo>
                  <a:pt x="0" y="1844783"/>
                </a:lnTo>
                <a:lnTo>
                  <a:pt x="0" y="1812703"/>
                </a:lnTo>
                <a:lnTo>
                  <a:pt x="0" y="1780623"/>
                </a:lnTo>
                <a:lnTo>
                  <a:pt x="0" y="1748533"/>
                </a:lnTo>
                <a:lnTo>
                  <a:pt x="0" y="1716453"/>
                </a:lnTo>
                <a:lnTo>
                  <a:pt x="0" y="1684372"/>
                </a:lnTo>
                <a:lnTo>
                  <a:pt x="0" y="1652292"/>
                </a:lnTo>
                <a:lnTo>
                  <a:pt x="0" y="1620212"/>
                </a:lnTo>
                <a:lnTo>
                  <a:pt x="16821" y="1593885"/>
                </a:lnTo>
                <a:lnTo>
                  <a:pt x="36481" y="1568539"/>
                </a:lnTo>
                <a:lnTo>
                  <a:pt x="56150" y="1543193"/>
                </a:lnTo>
                <a:lnTo>
                  <a:pt x="75819" y="1517847"/>
                </a:lnTo>
                <a:lnTo>
                  <a:pt x="95488" y="1492501"/>
                </a:lnTo>
                <a:lnTo>
                  <a:pt x="115148" y="1467155"/>
                </a:lnTo>
                <a:lnTo>
                  <a:pt x="134817" y="1441809"/>
                </a:lnTo>
                <a:lnTo>
                  <a:pt x="154486" y="1416463"/>
                </a:lnTo>
                <a:lnTo>
                  <a:pt x="174155" y="1391117"/>
                </a:lnTo>
                <a:lnTo>
                  <a:pt x="193815" y="1365771"/>
                </a:lnTo>
                <a:lnTo>
                  <a:pt x="213484" y="1340425"/>
                </a:lnTo>
                <a:lnTo>
                  <a:pt x="233153" y="1315079"/>
                </a:lnTo>
                <a:lnTo>
                  <a:pt x="252813" y="1289723"/>
                </a:lnTo>
                <a:lnTo>
                  <a:pt x="272482" y="1264377"/>
                </a:lnTo>
                <a:lnTo>
                  <a:pt x="292151" y="1239031"/>
                </a:lnTo>
                <a:lnTo>
                  <a:pt x="310382" y="1212790"/>
                </a:lnTo>
                <a:lnTo>
                  <a:pt x="324545" y="1184005"/>
                </a:lnTo>
                <a:lnTo>
                  <a:pt x="338709" y="1155221"/>
                </a:lnTo>
                <a:lnTo>
                  <a:pt x="352863" y="1126427"/>
                </a:lnTo>
                <a:lnTo>
                  <a:pt x="367027" y="1097642"/>
                </a:lnTo>
                <a:lnTo>
                  <a:pt x="381191" y="1068857"/>
                </a:lnTo>
                <a:lnTo>
                  <a:pt x="395345" y="1040073"/>
                </a:lnTo>
                <a:lnTo>
                  <a:pt x="409508" y="1011279"/>
                </a:lnTo>
                <a:lnTo>
                  <a:pt x="423672" y="982494"/>
                </a:lnTo>
                <a:lnTo>
                  <a:pt x="437826" y="953710"/>
                </a:lnTo>
                <a:lnTo>
                  <a:pt x="451990" y="924916"/>
                </a:lnTo>
                <a:lnTo>
                  <a:pt x="466154" y="896131"/>
                </a:lnTo>
                <a:lnTo>
                  <a:pt x="480308" y="867347"/>
                </a:lnTo>
                <a:lnTo>
                  <a:pt x="494471" y="838552"/>
                </a:lnTo>
                <a:lnTo>
                  <a:pt x="508625" y="809768"/>
                </a:lnTo>
                <a:lnTo>
                  <a:pt x="522789" y="780983"/>
                </a:lnTo>
                <a:lnTo>
                  <a:pt x="536953" y="752189"/>
                </a:lnTo>
                <a:lnTo>
                  <a:pt x="551107" y="723405"/>
                </a:lnTo>
                <a:lnTo>
                  <a:pt x="565271" y="694620"/>
                </a:lnTo>
                <a:lnTo>
                  <a:pt x="579434" y="665836"/>
                </a:lnTo>
                <a:lnTo>
                  <a:pt x="593588" y="637042"/>
                </a:lnTo>
                <a:lnTo>
                  <a:pt x="607752" y="608257"/>
                </a:lnTo>
                <a:lnTo>
                  <a:pt x="621916" y="579472"/>
                </a:lnTo>
                <a:lnTo>
                  <a:pt x="636070" y="550678"/>
                </a:lnTo>
                <a:lnTo>
                  <a:pt x="650234" y="521894"/>
                </a:lnTo>
                <a:lnTo>
                  <a:pt x="664397" y="493109"/>
                </a:lnTo>
                <a:lnTo>
                  <a:pt x="678551" y="464315"/>
                </a:lnTo>
                <a:lnTo>
                  <a:pt x="692715" y="435531"/>
                </a:lnTo>
                <a:lnTo>
                  <a:pt x="706879" y="406746"/>
                </a:lnTo>
                <a:lnTo>
                  <a:pt x="721033" y="377952"/>
                </a:lnTo>
                <a:lnTo>
                  <a:pt x="735197" y="349167"/>
                </a:lnTo>
                <a:lnTo>
                  <a:pt x="749351" y="320383"/>
                </a:lnTo>
                <a:lnTo>
                  <a:pt x="763514" y="291598"/>
                </a:lnTo>
                <a:lnTo>
                  <a:pt x="777678" y="262804"/>
                </a:lnTo>
                <a:lnTo>
                  <a:pt x="791832" y="234020"/>
                </a:lnTo>
                <a:lnTo>
                  <a:pt x="805996" y="205235"/>
                </a:lnTo>
                <a:lnTo>
                  <a:pt x="820160" y="176441"/>
                </a:lnTo>
                <a:lnTo>
                  <a:pt x="834314" y="147657"/>
                </a:lnTo>
                <a:lnTo>
                  <a:pt x="848477" y="118872"/>
                </a:lnTo>
                <a:lnTo>
                  <a:pt x="862641" y="90078"/>
                </a:lnTo>
                <a:lnTo>
                  <a:pt x="876795" y="61293"/>
                </a:lnTo>
                <a:lnTo>
                  <a:pt x="890959" y="32509"/>
                </a:lnTo>
                <a:lnTo>
                  <a:pt x="905123" y="3724"/>
                </a:lnTo>
                <a:lnTo>
                  <a:pt x="913495" y="0"/>
                </a:lnTo>
                <a:lnTo>
                  <a:pt x="913628" y="32080"/>
                </a:lnTo>
                <a:lnTo>
                  <a:pt x="913752" y="64160"/>
                </a:lnTo>
                <a:lnTo>
                  <a:pt x="913876" y="96241"/>
                </a:lnTo>
                <a:lnTo>
                  <a:pt x="914000" y="128330"/>
                </a:lnTo>
                <a:lnTo>
                  <a:pt x="914124" y="160411"/>
                </a:lnTo>
                <a:lnTo>
                  <a:pt x="914248" y="192491"/>
                </a:lnTo>
                <a:lnTo>
                  <a:pt x="914371" y="224571"/>
                </a:lnTo>
                <a:lnTo>
                  <a:pt x="914495" y="256651"/>
                </a:lnTo>
                <a:lnTo>
                  <a:pt x="914619" y="288731"/>
                </a:lnTo>
                <a:lnTo>
                  <a:pt x="914743" y="320812"/>
                </a:lnTo>
                <a:lnTo>
                  <a:pt x="914876" y="352892"/>
                </a:lnTo>
                <a:lnTo>
                  <a:pt x="915000" y="384981"/>
                </a:lnTo>
                <a:lnTo>
                  <a:pt x="915124" y="417062"/>
                </a:lnTo>
                <a:lnTo>
                  <a:pt x="915248" y="449142"/>
                </a:lnTo>
                <a:lnTo>
                  <a:pt x="915372" y="481222"/>
                </a:lnTo>
                <a:lnTo>
                  <a:pt x="915495" y="513302"/>
                </a:lnTo>
                <a:lnTo>
                  <a:pt x="915619" y="545382"/>
                </a:lnTo>
                <a:lnTo>
                  <a:pt x="915743" y="577463"/>
                </a:lnTo>
                <a:lnTo>
                  <a:pt x="915867" y="609543"/>
                </a:lnTo>
                <a:lnTo>
                  <a:pt x="916000" y="641633"/>
                </a:lnTo>
                <a:lnTo>
                  <a:pt x="916124" y="673713"/>
                </a:lnTo>
                <a:lnTo>
                  <a:pt x="916248" y="705793"/>
                </a:lnTo>
                <a:lnTo>
                  <a:pt x="916372" y="737873"/>
                </a:lnTo>
                <a:lnTo>
                  <a:pt x="916496" y="769953"/>
                </a:lnTo>
                <a:lnTo>
                  <a:pt x="916619" y="802034"/>
                </a:lnTo>
                <a:lnTo>
                  <a:pt x="916743" y="834114"/>
                </a:lnTo>
                <a:lnTo>
                  <a:pt x="916867" y="866194"/>
                </a:lnTo>
                <a:lnTo>
                  <a:pt x="916991" y="898284"/>
                </a:lnTo>
                <a:lnTo>
                  <a:pt x="917124" y="930364"/>
                </a:lnTo>
                <a:lnTo>
                  <a:pt x="917248" y="962444"/>
                </a:lnTo>
                <a:lnTo>
                  <a:pt x="917372" y="994524"/>
                </a:lnTo>
                <a:lnTo>
                  <a:pt x="917496" y="1026605"/>
                </a:lnTo>
                <a:lnTo>
                  <a:pt x="917619" y="1058685"/>
                </a:lnTo>
                <a:lnTo>
                  <a:pt x="917743" y="1090765"/>
                </a:lnTo>
                <a:lnTo>
                  <a:pt x="917867" y="1122845"/>
                </a:lnTo>
                <a:lnTo>
                  <a:pt x="917991" y="1154935"/>
                </a:lnTo>
                <a:lnTo>
                  <a:pt x="918115" y="1187015"/>
                </a:lnTo>
                <a:lnTo>
                  <a:pt x="918248" y="1219095"/>
                </a:lnTo>
                <a:lnTo>
                  <a:pt x="918372" y="1251175"/>
                </a:lnTo>
                <a:lnTo>
                  <a:pt x="918496" y="1283256"/>
                </a:lnTo>
                <a:lnTo>
                  <a:pt x="918620" y="1315336"/>
                </a:lnTo>
                <a:lnTo>
                  <a:pt x="918743" y="1347416"/>
                </a:lnTo>
                <a:lnTo>
                  <a:pt x="918867" y="1379496"/>
                </a:lnTo>
                <a:lnTo>
                  <a:pt x="918991" y="1411586"/>
                </a:lnTo>
                <a:lnTo>
                  <a:pt x="919115" y="1443666"/>
                </a:lnTo>
                <a:lnTo>
                  <a:pt x="919239" y="1475746"/>
                </a:lnTo>
                <a:lnTo>
                  <a:pt x="919372" y="1507827"/>
                </a:lnTo>
                <a:lnTo>
                  <a:pt x="919496" y="1539907"/>
                </a:lnTo>
                <a:lnTo>
                  <a:pt x="919620" y="1571987"/>
                </a:lnTo>
                <a:lnTo>
                  <a:pt x="919744" y="1604067"/>
                </a:lnTo>
                <a:lnTo>
                  <a:pt x="919867" y="1636147"/>
                </a:lnTo>
                <a:lnTo>
                  <a:pt x="919991" y="1668237"/>
                </a:lnTo>
                <a:lnTo>
                  <a:pt x="920115" y="1700317"/>
                </a:lnTo>
                <a:lnTo>
                  <a:pt x="920239" y="1732397"/>
                </a:lnTo>
                <a:lnTo>
                  <a:pt x="920363" y="1764478"/>
                </a:lnTo>
                <a:lnTo>
                  <a:pt x="920496" y="1796558"/>
                </a:lnTo>
                <a:lnTo>
                  <a:pt x="920620" y="1828638"/>
                </a:lnTo>
                <a:lnTo>
                  <a:pt x="920744" y="1860718"/>
                </a:lnTo>
                <a:lnTo>
                  <a:pt x="920867" y="1892798"/>
                </a:lnTo>
                <a:lnTo>
                  <a:pt x="920991" y="1924888"/>
                </a:lnTo>
                <a:lnTo>
                  <a:pt x="921115" y="1956968"/>
                </a:lnTo>
                <a:lnTo>
                  <a:pt x="921239" y="1989049"/>
                </a:lnTo>
                <a:lnTo>
                  <a:pt x="921363" y="2021129"/>
                </a:lnTo>
                <a:lnTo>
                  <a:pt x="921487" y="2053209"/>
                </a:lnTo>
                <a:lnTo>
                  <a:pt x="921620" y="2085289"/>
                </a:lnTo>
                <a:lnTo>
                  <a:pt x="921744" y="2117369"/>
                </a:lnTo>
                <a:lnTo>
                  <a:pt x="921868" y="2149450"/>
                </a:lnTo>
                <a:lnTo>
                  <a:pt x="921991" y="2181539"/>
                </a:lnTo>
                <a:lnTo>
                  <a:pt x="922115" y="2213620"/>
                </a:lnTo>
                <a:lnTo>
                  <a:pt x="922239" y="2245700"/>
                </a:lnTo>
                <a:lnTo>
                  <a:pt x="922363" y="2277780"/>
                </a:lnTo>
                <a:lnTo>
                  <a:pt x="922487" y="2309860"/>
                </a:lnTo>
                <a:lnTo>
                  <a:pt x="922611" y="2341940"/>
                </a:lnTo>
                <a:lnTo>
                  <a:pt x="922734" y="2374021"/>
                </a:lnTo>
                <a:lnTo>
                  <a:pt x="922868" y="2406101"/>
                </a:lnTo>
                <a:lnTo>
                  <a:pt x="922992" y="2438190"/>
                </a:lnTo>
                <a:lnTo>
                  <a:pt x="923115" y="2470271"/>
                </a:lnTo>
                <a:lnTo>
                  <a:pt x="923239" y="2502351"/>
                </a:lnTo>
                <a:lnTo>
                  <a:pt x="923363" y="2534431"/>
                </a:lnTo>
                <a:lnTo>
                  <a:pt x="923487" y="2566511"/>
                </a:lnTo>
                <a:lnTo>
                  <a:pt x="923611" y="2598591"/>
                </a:lnTo>
                <a:lnTo>
                  <a:pt x="923735" y="2630672"/>
                </a:lnTo>
                <a:lnTo>
                  <a:pt x="923858" y="2662761"/>
                </a:lnTo>
                <a:lnTo>
                  <a:pt x="923992" y="2694842"/>
                </a:lnTo>
                <a:lnTo>
                  <a:pt x="924116" y="2726922"/>
                </a:lnTo>
                <a:lnTo>
                  <a:pt x="924239" y="2759002"/>
                </a:lnTo>
                <a:lnTo>
                  <a:pt x="924363" y="2791082"/>
                </a:lnTo>
                <a:lnTo>
                  <a:pt x="924487" y="2823162"/>
                </a:lnTo>
                <a:lnTo>
                  <a:pt x="924611" y="2855243"/>
                </a:lnTo>
                <a:lnTo>
                  <a:pt x="924735" y="2887323"/>
                </a:lnTo>
                <a:lnTo>
                  <a:pt x="924858" y="2919413"/>
                </a:lnTo>
                <a:lnTo>
                  <a:pt x="924992" y="2951493"/>
                </a:lnTo>
                <a:lnTo>
                  <a:pt x="925116" y="2983573"/>
                </a:lnTo>
                <a:lnTo>
                  <a:pt x="925239" y="3015653"/>
                </a:lnTo>
                <a:lnTo>
                  <a:pt x="925363" y="3047733"/>
                </a:lnTo>
                <a:lnTo>
                  <a:pt x="925487" y="3079813"/>
                </a:lnTo>
                <a:lnTo>
                  <a:pt x="925611" y="3111894"/>
                </a:lnTo>
                <a:lnTo>
                  <a:pt x="925735" y="3143974"/>
                </a:lnTo>
                <a:lnTo>
                  <a:pt x="918010" y="3169425"/>
                </a:lnTo>
                <a:lnTo>
                  <a:pt x="886358" y="3174635"/>
                </a:lnTo>
                <a:lnTo>
                  <a:pt x="854707" y="3179845"/>
                </a:lnTo>
                <a:lnTo>
                  <a:pt x="823046" y="3185055"/>
                </a:lnTo>
                <a:lnTo>
                  <a:pt x="791394" y="3190265"/>
                </a:lnTo>
                <a:lnTo>
                  <a:pt x="759733" y="3195476"/>
                </a:lnTo>
                <a:lnTo>
                  <a:pt x="728081" y="3200686"/>
                </a:lnTo>
                <a:lnTo>
                  <a:pt x="696420" y="3205896"/>
                </a:lnTo>
                <a:lnTo>
                  <a:pt x="664769" y="3211106"/>
                </a:lnTo>
                <a:lnTo>
                  <a:pt x="633117" y="3216326"/>
                </a:lnTo>
                <a:lnTo>
                  <a:pt x="601456" y="3221536"/>
                </a:lnTo>
                <a:lnTo>
                  <a:pt x="569805" y="3226746"/>
                </a:lnTo>
                <a:lnTo>
                  <a:pt x="538143" y="3231956"/>
                </a:lnTo>
                <a:lnTo>
                  <a:pt x="506492" y="3237167"/>
                </a:lnTo>
                <a:lnTo>
                  <a:pt x="474831" y="3242377"/>
                </a:lnTo>
                <a:lnTo>
                  <a:pt x="443179" y="3247587"/>
                </a:lnTo>
                <a:lnTo>
                  <a:pt x="411528" y="3252797"/>
                </a:lnTo>
                <a:lnTo>
                  <a:pt x="379867" y="3258007"/>
                </a:lnTo>
                <a:lnTo>
                  <a:pt x="348215" y="3263217"/>
                </a:lnTo>
                <a:lnTo>
                  <a:pt x="316554" y="3268428"/>
                </a:lnTo>
                <a:lnTo>
                  <a:pt x="284902" y="3273638"/>
                </a:lnTo>
                <a:lnTo>
                  <a:pt x="253241" y="3278848"/>
                </a:lnTo>
                <a:lnTo>
                  <a:pt x="221590" y="3284058"/>
                </a:lnTo>
                <a:lnTo>
                  <a:pt x="189938" y="3289268"/>
                </a:lnTo>
                <a:lnTo>
                  <a:pt x="158277" y="3294488"/>
                </a:lnTo>
                <a:lnTo>
                  <a:pt x="126625" y="3299698"/>
                </a:lnTo>
                <a:lnTo>
                  <a:pt x="94964" y="3304908"/>
                </a:lnTo>
                <a:lnTo>
                  <a:pt x="63313" y="3310118"/>
                </a:lnTo>
                <a:lnTo>
                  <a:pt x="31652" y="3315329"/>
                </a:lnTo>
                <a:lnTo>
                  <a:pt x="0" y="3320539"/>
                </a:lnTo>
              </a:path>
            </a:pathLst>
          </a:custGeom>
          <a:solidFill xmlns:a="http://schemas.openxmlformats.org/drawingml/2006/main">
            <a:srgbClr val="BFD2DB">
              <a:alpha val="9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mountain-5-shade-face">
            <a:extLst xmlns:a="http://schemas.openxmlformats.org/drawingml/2006/main">
              <a:ext uri="{FF2B5EF4-FFF2-40B4-BE49-F238E27FC236}">
                <a16:creationId xmlns:a16="http://schemas.microsoft.com/office/drawing/2014/main" id="{565A9A4F-FF67-4CC7-8AB9-A11991B9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0363" y="2638701"/>
            <a:ext cx="1141771" cy="3320615"/>
          </a:xfrm>
          <a:custGeom xmlns:a="http://schemas.openxmlformats.org/drawingml/2006/main">
            <a:pathLst>
              <a:path w="1141771" h="3320615">
                <a:moveTo>
                  <a:pt x="12344" y="3171549"/>
                </a:moveTo>
                <a:lnTo>
                  <a:pt x="12221" y="3138859"/>
                </a:lnTo>
                <a:lnTo>
                  <a:pt x="12087" y="3106160"/>
                </a:lnTo>
                <a:lnTo>
                  <a:pt x="11963" y="3073460"/>
                </a:lnTo>
                <a:lnTo>
                  <a:pt x="11830" y="3040761"/>
                </a:lnTo>
                <a:lnTo>
                  <a:pt x="11706" y="3008071"/>
                </a:lnTo>
                <a:lnTo>
                  <a:pt x="11582" y="2975372"/>
                </a:lnTo>
                <a:lnTo>
                  <a:pt x="11449" y="2942673"/>
                </a:lnTo>
                <a:lnTo>
                  <a:pt x="11325" y="2909983"/>
                </a:lnTo>
                <a:lnTo>
                  <a:pt x="11201" y="2877283"/>
                </a:lnTo>
                <a:lnTo>
                  <a:pt x="11068" y="2844584"/>
                </a:lnTo>
                <a:lnTo>
                  <a:pt x="10944" y="2811894"/>
                </a:lnTo>
                <a:lnTo>
                  <a:pt x="10820" y="2779195"/>
                </a:lnTo>
                <a:lnTo>
                  <a:pt x="10687" y="2746496"/>
                </a:lnTo>
                <a:lnTo>
                  <a:pt x="10563" y="2713806"/>
                </a:lnTo>
                <a:lnTo>
                  <a:pt x="10439" y="2681107"/>
                </a:lnTo>
                <a:lnTo>
                  <a:pt x="10306" y="2648407"/>
                </a:lnTo>
                <a:lnTo>
                  <a:pt x="10182" y="2615708"/>
                </a:lnTo>
                <a:lnTo>
                  <a:pt x="10049" y="2583018"/>
                </a:lnTo>
                <a:lnTo>
                  <a:pt x="9925" y="2550319"/>
                </a:lnTo>
                <a:lnTo>
                  <a:pt x="9801" y="2517619"/>
                </a:lnTo>
                <a:lnTo>
                  <a:pt x="9668" y="2484930"/>
                </a:lnTo>
                <a:lnTo>
                  <a:pt x="9544" y="2452230"/>
                </a:lnTo>
                <a:lnTo>
                  <a:pt x="9420" y="2419531"/>
                </a:lnTo>
                <a:lnTo>
                  <a:pt x="9287" y="2386841"/>
                </a:lnTo>
                <a:lnTo>
                  <a:pt x="9163" y="2354142"/>
                </a:lnTo>
                <a:lnTo>
                  <a:pt x="9039" y="2321443"/>
                </a:lnTo>
                <a:lnTo>
                  <a:pt x="8906" y="2288753"/>
                </a:lnTo>
                <a:lnTo>
                  <a:pt x="8782" y="2256053"/>
                </a:lnTo>
                <a:lnTo>
                  <a:pt x="8658" y="2223354"/>
                </a:lnTo>
                <a:lnTo>
                  <a:pt x="8525" y="2190655"/>
                </a:lnTo>
                <a:lnTo>
                  <a:pt x="8401" y="2157965"/>
                </a:lnTo>
                <a:lnTo>
                  <a:pt x="8268" y="2125266"/>
                </a:lnTo>
                <a:lnTo>
                  <a:pt x="8144" y="2092566"/>
                </a:lnTo>
                <a:lnTo>
                  <a:pt x="8020" y="2059877"/>
                </a:lnTo>
                <a:lnTo>
                  <a:pt x="7887" y="2027177"/>
                </a:lnTo>
                <a:lnTo>
                  <a:pt x="7763" y="1994478"/>
                </a:lnTo>
                <a:lnTo>
                  <a:pt x="7639" y="1961788"/>
                </a:lnTo>
                <a:lnTo>
                  <a:pt x="7506" y="1929089"/>
                </a:lnTo>
                <a:lnTo>
                  <a:pt x="7382" y="1896389"/>
                </a:lnTo>
                <a:lnTo>
                  <a:pt x="7258" y="1863690"/>
                </a:lnTo>
                <a:lnTo>
                  <a:pt x="7125" y="1831000"/>
                </a:lnTo>
                <a:lnTo>
                  <a:pt x="7001" y="1798301"/>
                </a:lnTo>
                <a:lnTo>
                  <a:pt x="6868" y="1765602"/>
                </a:lnTo>
                <a:lnTo>
                  <a:pt x="6744" y="1732912"/>
                </a:lnTo>
                <a:lnTo>
                  <a:pt x="6620" y="1700213"/>
                </a:lnTo>
                <a:lnTo>
                  <a:pt x="6487" y="1667513"/>
                </a:lnTo>
                <a:lnTo>
                  <a:pt x="6363" y="1634823"/>
                </a:lnTo>
                <a:lnTo>
                  <a:pt x="6239" y="1602124"/>
                </a:lnTo>
                <a:lnTo>
                  <a:pt x="6106" y="1569425"/>
                </a:lnTo>
                <a:lnTo>
                  <a:pt x="5982" y="1536735"/>
                </a:lnTo>
                <a:lnTo>
                  <a:pt x="5858" y="1504036"/>
                </a:lnTo>
                <a:lnTo>
                  <a:pt x="5725" y="1471336"/>
                </a:lnTo>
                <a:lnTo>
                  <a:pt x="5601" y="1438637"/>
                </a:lnTo>
                <a:lnTo>
                  <a:pt x="5467" y="1405947"/>
                </a:lnTo>
                <a:lnTo>
                  <a:pt x="5344" y="1373248"/>
                </a:lnTo>
                <a:lnTo>
                  <a:pt x="5220" y="1340549"/>
                </a:lnTo>
                <a:lnTo>
                  <a:pt x="5086" y="1307859"/>
                </a:lnTo>
                <a:lnTo>
                  <a:pt x="4963" y="1275159"/>
                </a:lnTo>
                <a:lnTo>
                  <a:pt x="4839" y="1242460"/>
                </a:lnTo>
                <a:lnTo>
                  <a:pt x="4705" y="1209770"/>
                </a:lnTo>
                <a:lnTo>
                  <a:pt x="4582" y="1177071"/>
                </a:lnTo>
                <a:lnTo>
                  <a:pt x="4458" y="1144372"/>
                </a:lnTo>
                <a:lnTo>
                  <a:pt x="4324" y="1111682"/>
                </a:lnTo>
                <a:lnTo>
                  <a:pt x="4201" y="1078982"/>
                </a:lnTo>
                <a:lnTo>
                  <a:pt x="4067" y="1046283"/>
                </a:lnTo>
                <a:lnTo>
                  <a:pt x="3943" y="1013584"/>
                </a:lnTo>
                <a:lnTo>
                  <a:pt x="3820" y="980894"/>
                </a:lnTo>
                <a:lnTo>
                  <a:pt x="3686" y="948195"/>
                </a:lnTo>
                <a:lnTo>
                  <a:pt x="3562" y="915495"/>
                </a:lnTo>
                <a:lnTo>
                  <a:pt x="3439" y="882806"/>
                </a:lnTo>
                <a:lnTo>
                  <a:pt x="3305" y="850106"/>
                </a:lnTo>
                <a:lnTo>
                  <a:pt x="3181" y="817407"/>
                </a:lnTo>
                <a:lnTo>
                  <a:pt x="3058" y="784717"/>
                </a:lnTo>
                <a:lnTo>
                  <a:pt x="2924" y="752018"/>
                </a:lnTo>
                <a:lnTo>
                  <a:pt x="2800" y="719318"/>
                </a:lnTo>
                <a:lnTo>
                  <a:pt x="2677" y="686629"/>
                </a:lnTo>
                <a:lnTo>
                  <a:pt x="2543" y="653929"/>
                </a:lnTo>
                <a:lnTo>
                  <a:pt x="2419" y="621230"/>
                </a:lnTo>
                <a:lnTo>
                  <a:pt x="2286" y="588531"/>
                </a:lnTo>
                <a:lnTo>
                  <a:pt x="2162" y="555841"/>
                </a:lnTo>
                <a:lnTo>
                  <a:pt x="2038" y="523142"/>
                </a:lnTo>
                <a:lnTo>
                  <a:pt x="1905" y="490442"/>
                </a:lnTo>
                <a:lnTo>
                  <a:pt x="1781" y="457752"/>
                </a:lnTo>
                <a:lnTo>
                  <a:pt x="1657" y="425053"/>
                </a:lnTo>
                <a:lnTo>
                  <a:pt x="1524" y="392354"/>
                </a:lnTo>
                <a:lnTo>
                  <a:pt x="1400" y="359664"/>
                </a:lnTo>
                <a:lnTo>
                  <a:pt x="1276" y="326965"/>
                </a:lnTo>
                <a:lnTo>
                  <a:pt x="1143" y="294265"/>
                </a:lnTo>
                <a:lnTo>
                  <a:pt x="1019" y="261576"/>
                </a:lnTo>
                <a:lnTo>
                  <a:pt x="895" y="228876"/>
                </a:lnTo>
                <a:lnTo>
                  <a:pt x="762" y="196177"/>
                </a:lnTo>
                <a:lnTo>
                  <a:pt x="638" y="163478"/>
                </a:lnTo>
                <a:lnTo>
                  <a:pt x="505" y="130788"/>
                </a:lnTo>
                <a:lnTo>
                  <a:pt x="381" y="98088"/>
                </a:lnTo>
                <a:lnTo>
                  <a:pt x="257" y="65389"/>
                </a:lnTo>
                <a:lnTo>
                  <a:pt x="124" y="32699"/>
                </a:lnTo>
                <a:lnTo>
                  <a:pt x="0" y="0"/>
                </a:lnTo>
                <a:lnTo>
                  <a:pt x="6687" y="12087"/>
                </a:lnTo>
                <a:lnTo>
                  <a:pt x="16297" y="43339"/>
                </a:lnTo>
                <a:lnTo>
                  <a:pt x="25898" y="74590"/>
                </a:lnTo>
                <a:lnTo>
                  <a:pt x="35509" y="105851"/>
                </a:lnTo>
                <a:lnTo>
                  <a:pt x="45120" y="137103"/>
                </a:lnTo>
                <a:lnTo>
                  <a:pt x="54721" y="168354"/>
                </a:lnTo>
                <a:lnTo>
                  <a:pt x="64332" y="199606"/>
                </a:lnTo>
                <a:lnTo>
                  <a:pt x="73943" y="230857"/>
                </a:lnTo>
                <a:lnTo>
                  <a:pt x="83544" y="262118"/>
                </a:lnTo>
                <a:lnTo>
                  <a:pt x="93155" y="293370"/>
                </a:lnTo>
                <a:lnTo>
                  <a:pt x="102756" y="324622"/>
                </a:lnTo>
                <a:lnTo>
                  <a:pt x="112366" y="355873"/>
                </a:lnTo>
                <a:lnTo>
                  <a:pt x="121977" y="387125"/>
                </a:lnTo>
                <a:lnTo>
                  <a:pt x="131578" y="418386"/>
                </a:lnTo>
                <a:lnTo>
                  <a:pt x="141189" y="449637"/>
                </a:lnTo>
                <a:lnTo>
                  <a:pt x="150790" y="480889"/>
                </a:lnTo>
                <a:lnTo>
                  <a:pt x="160401" y="512140"/>
                </a:lnTo>
                <a:lnTo>
                  <a:pt x="170012" y="543392"/>
                </a:lnTo>
                <a:lnTo>
                  <a:pt x="179613" y="574653"/>
                </a:lnTo>
                <a:lnTo>
                  <a:pt x="189224" y="605904"/>
                </a:lnTo>
                <a:lnTo>
                  <a:pt x="198825" y="637156"/>
                </a:lnTo>
                <a:lnTo>
                  <a:pt x="208436" y="668407"/>
                </a:lnTo>
                <a:lnTo>
                  <a:pt x="218046" y="699659"/>
                </a:lnTo>
                <a:lnTo>
                  <a:pt x="227648" y="730920"/>
                </a:lnTo>
                <a:lnTo>
                  <a:pt x="237258" y="762171"/>
                </a:lnTo>
                <a:lnTo>
                  <a:pt x="246859" y="793423"/>
                </a:lnTo>
                <a:lnTo>
                  <a:pt x="256470" y="824675"/>
                </a:lnTo>
                <a:lnTo>
                  <a:pt x="266081" y="855926"/>
                </a:lnTo>
                <a:lnTo>
                  <a:pt x="275682" y="887187"/>
                </a:lnTo>
                <a:lnTo>
                  <a:pt x="285293" y="918439"/>
                </a:lnTo>
                <a:lnTo>
                  <a:pt x="294894" y="949690"/>
                </a:lnTo>
                <a:lnTo>
                  <a:pt x="305572" y="980589"/>
                </a:lnTo>
                <a:lnTo>
                  <a:pt x="316573" y="1011374"/>
                </a:lnTo>
                <a:lnTo>
                  <a:pt x="327584" y="1042168"/>
                </a:lnTo>
                <a:lnTo>
                  <a:pt x="338585" y="1072963"/>
                </a:lnTo>
                <a:lnTo>
                  <a:pt x="349587" y="1103747"/>
                </a:lnTo>
                <a:lnTo>
                  <a:pt x="360588" y="1134542"/>
                </a:lnTo>
                <a:lnTo>
                  <a:pt x="371589" y="1165327"/>
                </a:lnTo>
                <a:lnTo>
                  <a:pt x="382591" y="1196121"/>
                </a:lnTo>
                <a:lnTo>
                  <a:pt x="393592" y="1226906"/>
                </a:lnTo>
                <a:lnTo>
                  <a:pt x="404593" y="1257700"/>
                </a:lnTo>
                <a:lnTo>
                  <a:pt x="415604" y="1288485"/>
                </a:lnTo>
                <a:lnTo>
                  <a:pt x="426606" y="1319279"/>
                </a:lnTo>
                <a:lnTo>
                  <a:pt x="437607" y="1350064"/>
                </a:lnTo>
                <a:lnTo>
                  <a:pt x="448608" y="1380858"/>
                </a:lnTo>
                <a:lnTo>
                  <a:pt x="459610" y="1411643"/>
                </a:lnTo>
                <a:lnTo>
                  <a:pt x="470611" y="1442437"/>
                </a:lnTo>
                <a:lnTo>
                  <a:pt x="481613" y="1473222"/>
                </a:lnTo>
                <a:lnTo>
                  <a:pt x="492623" y="1504017"/>
                </a:lnTo>
                <a:lnTo>
                  <a:pt x="503625" y="1534801"/>
                </a:lnTo>
                <a:lnTo>
                  <a:pt x="514626" y="1565596"/>
                </a:lnTo>
                <a:lnTo>
                  <a:pt x="525628" y="1596390"/>
                </a:lnTo>
                <a:lnTo>
                  <a:pt x="536629" y="1627175"/>
                </a:lnTo>
                <a:lnTo>
                  <a:pt x="547630" y="1657969"/>
                </a:lnTo>
                <a:lnTo>
                  <a:pt x="558632" y="1688754"/>
                </a:lnTo>
                <a:lnTo>
                  <a:pt x="569633" y="1719548"/>
                </a:lnTo>
                <a:lnTo>
                  <a:pt x="580634" y="1750333"/>
                </a:lnTo>
                <a:lnTo>
                  <a:pt x="591645" y="1781127"/>
                </a:lnTo>
                <a:lnTo>
                  <a:pt x="602647" y="1811912"/>
                </a:lnTo>
                <a:lnTo>
                  <a:pt x="613648" y="1842707"/>
                </a:lnTo>
                <a:lnTo>
                  <a:pt x="624650" y="1873491"/>
                </a:lnTo>
                <a:lnTo>
                  <a:pt x="635651" y="1904286"/>
                </a:lnTo>
                <a:lnTo>
                  <a:pt x="646652" y="1935070"/>
                </a:lnTo>
                <a:lnTo>
                  <a:pt x="657654" y="1965865"/>
                </a:lnTo>
                <a:lnTo>
                  <a:pt x="668655" y="1996650"/>
                </a:lnTo>
                <a:lnTo>
                  <a:pt x="679666" y="2027444"/>
                </a:lnTo>
                <a:lnTo>
                  <a:pt x="690667" y="2058229"/>
                </a:lnTo>
                <a:lnTo>
                  <a:pt x="701669" y="2089023"/>
                </a:lnTo>
                <a:lnTo>
                  <a:pt x="712670" y="2119817"/>
                </a:lnTo>
                <a:lnTo>
                  <a:pt x="723671" y="2150602"/>
                </a:lnTo>
                <a:lnTo>
                  <a:pt x="734673" y="2181396"/>
                </a:lnTo>
                <a:lnTo>
                  <a:pt x="745674" y="2212181"/>
                </a:lnTo>
                <a:lnTo>
                  <a:pt x="756685" y="2242976"/>
                </a:lnTo>
                <a:lnTo>
                  <a:pt x="767686" y="2273760"/>
                </a:lnTo>
                <a:lnTo>
                  <a:pt x="778688" y="2304555"/>
                </a:lnTo>
                <a:lnTo>
                  <a:pt x="789689" y="2335340"/>
                </a:lnTo>
                <a:lnTo>
                  <a:pt x="800691" y="2366134"/>
                </a:lnTo>
                <a:lnTo>
                  <a:pt x="811692" y="2396919"/>
                </a:lnTo>
                <a:lnTo>
                  <a:pt x="822693" y="2427713"/>
                </a:lnTo>
                <a:lnTo>
                  <a:pt x="833695" y="2458498"/>
                </a:lnTo>
                <a:lnTo>
                  <a:pt x="844696" y="2489292"/>
                </a:lnTo>
                <a:lnTo>
                  <a:pt x="855707" y="2520077"/>
                </a:lnTo>
                <a:lnTo>
                  <a:pt x="866708" y="2550871"/>
                </a:lnTo>
                <a:lnTo>
                  <a:pt x="877710" y="2581656"/>
                </a:lnTo>
                <a:lnTo>
                  <a:pt x="888711" y="2612450"/>
                </a:lnTo>
                <a:lnTo>
                  <a:pt x="899712" y="2643245"/>
                </a:lnTo>
                <a:lnTo>
                  <a:pt x="910714" y="2674029"/>
                </a:lnTo>
                <a:lnTo>
                  <a:pt x="921715" y="2704824"/>
                </a:lnTo>
                <a:lnTo>
                  <a:pt x="932717" y="2735609"/>
                </a:lnTo>
                <a:lnTo>
                  <a:pt x="943727" y="2766403"/>
                </a:lnTo>
                <a:lnTo>
                  <a:pt x="954729" y="2797188"/>
                </a:lnTo>
                <a:lnTo>
                  <a:pt x="965730" y="2827982"/>
                </a:lnTo>
                <a:lnTo>
                  <a:pt x="976732" y="2858767"/>
                </a:lnTo>
                <a:lnTo>
                  <a:pt x="987733" y="2889561"/>
                </a:lnTo>
                <a:lnTo>
                  <a:pt x="998734" y="2920346"/>
                </a:lnTo>
                <a:lnTo>
                  <a:pt x="1009736" y="2951140"/>
                </a:lnTo>
                <a:lnTo>
                  <a:pt x="1020747" y="2981925"/>
                </a:lnTo>
                <a:lnTo>
                  <a:pt x="1031748" y="3012719"/>
                </a:lnTo>
                <a:lnTo>
                  <a:pt x="1042749" y="3043504"/>
                </a:lnTo>
                <a:lnTo>
                  <a:pt x="1053751" y="3074299"/>
                </a:lnTo>
                <a:lnTo>
                  <a:pt x="1064752" y="3105093"/>
                </a:lnTo>
                <a:lnTo>
                  <a:pt x="1075754" y="3135878"/>
                </a:lnTo>
                <a:lnTo>
                  <a:pt x="1086755" y="3166672"/>
                </a:lnTo>
                <a:lnTo>
                  <a:pt x="1097756" y="3197457"/>
                </a:lnTo>
                <a:lnTo>
                  <a:pt x="1108767" y="3228251"/>
                </a:lnTo>
                <a:lnTo>
                  <a:pt x="1119769" y="3259036"/>
                </a:lnTo>
                <a:lnTo>
                  <a:pt x="1130770" y="3289830"/>
                </a:lnTo>
                <a:lnTo>
                  <a:pt x="1141771" y="3320615"/>
                </a:lnTo>
                <a:lnTo>
                  <a:pt x="1114063" y="3320053"/>
                </a:lnTo>
                <a:lnTo>
                  <a:pt x="1081659" y="3315691"/>
                </a:lnTo>
                <a:lnTo>
                  <a:pt x="1049255" y="3311319"/>
                </a:lnTo>
                <a:lnTo>
                  <a:pt x="1016851" y="3306956"/>
                </a:lnTo>
                <a:lnTo>
                  <a:pt x="984447" y="3302584"/>
                </a:lnTo>
                <a:lnTo>
                  <a:pt x="952052" y="3298222"/>
                </a:lnTo>
                <a:lnTo>
                  <a:pt x="919648" y="3293850"/>
                </a:lnTo>
                <a:lnTo>
                  <a:pt x="887244" y="3289478"/>
                </a:lnTo>
                <a:lnTo>
                  <a:pt x="854840" y="3285115"/>
                </a:lnTo>
                <a:lnTo>
                  <a:pt x="822436" y="3280743"/>
                </a:lnTo>
                <a:lnTo>
                  <a:pt x="790032" y="3276381"/>
                </a:lnTo>
                <a:lnTo>
                  <a:pt x="757628" y="3272009"/>
                </a:lnTo>
                <a:lnTo>
                  <a:pt x="725224" y="3267647"/>
                </a:lnTo>
                <a:lnTo>
                  <a:pt x="692820" y="3263275"/>
                </a:lnTo>
                <a:lnTo>
                  <a:pt x="660416" y="3258903"/>
                </a:lnTo>
                <a:lnTo>
                  <a:pt x="628012" y="3254540"/>
                </a:lnTo>
                <a:lnTo>
                  <a:pt x="595608" y="3250168"/>
                </a:lnTo>
                <a:lnTo>
                  <a:pt x="563204" y="3245806"/>
                </a:lnTo>
                <a:lnTo>
                  <a:pt x="530800" y="3241434"/>
                </a:lnTo>
                <a:lnTo>
                  <a:pt x="498396" y="3237071"/>
                </a:lnTo>
                <a:lnTo>
                  <a:pt x="465992" y="3232699"/>
                </a:lnTo>
                <a:lnTo>
                  <a:pt x="433588" y="3228337"/>
                </a:lnTo>
                <a:lnTo>
                  <a:pt x="401183" y="3223965"/>
                </a:lnTo>
                <a:lnTo>
                  <a:pt x="368779" y="3219593"/>
                </a:lnTo>
                <a:lnTo>
                  <a:pt x="336385" y="3215230"/>
                </a:lnTo>
                <a:lnTo>
                  <a:pt x="303981" y="3210858"/>
                </a:lnTo>
                <a:lnTo>
                  <a:pt x="271577" y="3206496"/>
                </a:lnTo>
                <a:lnTo>
                  <a:pt x="239173" y="3202124"/>
                </a:lnTo>
                <a:lnTo>
                  <a:pt x="206769" y="3197762"/>
                </a:lnTo>
                <a:lnTo>
                  <a:pt x="174365" y="3193390"/>
                </a:lnTo>
                <a:lnTo>
                  <a:pt x="141961" y="3189018"/>
                </a:lnTo>
                <a:lnTo>
                  <a:pt x="109557" y="3184655"/>
                </a:lnTo>
                <a:lnTo>
                  <a:pt x="77153" y="3180283"/>
                </a:lnTo>
                <a:lnTo>
                  <a:pt x="44748" y="3175921"/>
                </a:lnTo>
                <a:lnTo>
                  <a:pt x="12344" y="3171549"/>
                </a:lnTo>
              </a:path>
            </a:pathLst>
          </a:custGeom>
          <a:solidFill xmlns:a="http://schemas.openxmlformats.org/drawingml/2006/main">
            <a:srgbClr val="91AEBB">
              <a:alpha val="9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mountain-5-slope-detail">
            <a:extLst xmlns:a="http://schemas.openxmlformats.org/drawingml/2006/main">
              <a:ext uri="{FF2B5EF4-FFF2-40B4-BE49-F238E27FC236}">
                <a16:creationId xmlns:a16="http://schemas.microsoft.com/office/drawing/2014/main" id="{6B614983-1BA6-43C9-81F1-C2B9EBC0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7088" y="3602574"/>
            <a:ext cx="1130398" cy="2359104"/>
          </a:xfrm>
          <a:custGeom xmlns:a="http://schemas.openxmlformats.org/drawingml/2006/main">
            <a:pathLst>
              <a:path w="1130398" h="2359104">
                <a:moveTo>
                  <a:pt x="5620" y="2207676"/>
                </a:moveTo>
                <a:lnTo>
                  <a:pt x="5505" y="2183035"/>
                </a:lnTo>
                <a:lnTo>
                  <a:pt x="5401" y="2158394"/>
                </a:lnTo>
                <a:lnTo>
                  <a:pt x="5296" y="2133752"/>
                </a:lnTo>
                <a:lnTo>
                  <a:pt x="5182" y="2109111"/>
                </a:lnTo>
                <a:lnTo>
                  <a:pt x="5077" y="2084470"/>
                </a:lnTo>
                <a:lnTo>
                  <a:pt x="4972" y="2059829"/>
                </a:lnTo>
                <a:lnTo>
                  <a:pt x="4858" y="2035188"/>
                </a:lnTo>
                <a:lnTo>
                  <a:pt x="4753" y="2010537"/>
                </a:lnTo>
                <a:lnTo>
                  <a:pt x="4648" y="1985896"/>
                </a:lnTo>
                <a:lnTo>
                  <a:pt x="4534" y="1961255"/>
                </a:lnTo>
                <a:lnTo>
                  <a:pt x="4429" y="1936613"/>
                </a:lnTo>
                <a:lnTo>
                  <a:pt x="4324" y="1911972"/>
                </a:lnTo>
                <a:lnTo>
                  <a:pt x="4210" y="1887331"/>
                </a:lnTo>
                <a:lnTo>
                  <a:pt x="4105" y="1862690"/>
                </a:lnTo>
                <a:lnTo>
                  <a:pt x="4001" y="1838049"/>
                </a:lnTo>
                <a:lnTo>
                  <a:pt x="3886" y="1813408"/>
                </a:lnTo>
                <a:lnTo>
                  <a:pt x="3781" y="1788757"/>
                </a:lnTo>
                <a:lnTo>
                  <a:pt x="3667" y="1764116"/>
                </a:lnTo>
                <a:lnTo>
                  <a:pt x="3562" y="1739475"/>
                </a:lnTo>
                <a:lnTo>
                  <a:pt x="3458" y="1714833"/>
                </a:lnTo>
                <a:lnTo>
                  <a:pt x="3353" y="1690192"/>
                </a:lnTo>
                <a:lnTo>
                  <a:pt x="3239" y="1665551"/>
                </a:lnTo>
                <a:lnTo>
                  <a:pt x="3134" y="1640910"/>
                </a:lnTo>
                <a:lnTo>
                  <a:pt x="3029" y="1616269"/>
                </a:lnTo>
                <a:lnTo>
                  <a:pt x="2915" y="1591628"/>
                </a:lnTo>
                <a:lnTo>
                  <a:pt x="2810" y="1566986"/>
                </a:lnTo>
                <a:lnTo>
                  <a:pt x="2696" y="1542336"/>
                </a:lnTo>
                <a:lnTo>
                  <a:pt x="2591" y="1517694"/>
                </a:lnTo>
                <a:lnTo>
                  <a:pt x="2486" y="1493053"/>
                </a:lnTo>
                <a:lnTo>
                  <a:pt x="2372" y="1468412"/>
                </a:lnTo>
                <a:lnTo>
                  <a:pt x="2267" y="1443771"/>
                </a:lnTo>
                <a:lnTo>
                  <a:pt x="2162" y="1419130"/>
                </a:lnTo>
                <a:lnTo>
                  <a:pt x="2048" y="1394489"/>
                </a:lnTo>
                <a:lnTo>
                  <a:pt x="1943" y="1369847"/>
                </a:lnTo>
                <a:lnTo>
                  <a:pt x="1838" y="1345206"/>
                </a:lnTo>
                <a:lnTo>
                  <a:pt x="1724" y="1320556"/>
                </a:lnTo>
                <a:lnTo>
                  <a:pt x="1619" y="1295914"/>
                </a:lnTo>
                <a:lnTo>
                  <a:pt x="1514" y="1271273"/>
                </a:lnTo>
                <a:lnTo>
                  <a:pt x="1400" y="1246632"/>
                </a:lnTo>
                <a:lnTo>
                  <a:pt x="1295" y="1221991"/>
                </a:lnTo>
                <a:lnTo>
                  <a:pt x="1191" y="1197350"/>
                </a:lnTo>
                <a:lnTo>
                  <a:pt x="1076" y="1172708"/>
                </a:lnTo>
                <a:lnTo>
                  <a:pt x="972" y="1148067"/>
                </a:lnTo>
                <a:lnTo>
                  <a:pt x="867" y="1123426"/>
                </a:lnTo>
                <a:lnTo>
                  <a:pt x="752" y="1098775"/>
                </a:lnTo>
                <a:lnTo>
                  <a:pt x="648" y="1074134"/>
                </a:lnTo>
                <a:lnTo>
                  <a:pt x="543" y="1049493"/>
                </a:lnTo>
                <a:lnTo>
                  <a:pt x="429" y="1024852"/>
                </a:lnTo>
                <a:lnTo>
                  <a:pt x="324" y="1000211"/>
                </a:lnTo>
                <a:lnTo>
                  <a:pt x="219" y="975570"/>
                </a:lnTo>
                <a:lnTo>
                  <a:pt x="105" y="950928"/>
                </a:lnTo>
                <a:lnTo>
                  <a:pt x="0" y="926287"/>
                </a:lnTo>
                <a:lnTo>
                  <a:pt x="524" y="901741"/>
                </a:lnTo>
                <a:lnTo>
                  <a:pt x="8020" y="878262"/>
                </a:lnTo>
                <a:lnTo>
                  <a:pt x="15507" y="854783"/>
                </a:lnTo>
                <a:lnTo>
                  <a:pt x="22993" y="831313"/>
                </a:lnTo>
                <a:lnTo>
                  <a:pt x="30490" y="807834"/>
                </a:lnTo>
                <a:lnTo>
                  <a:pt x="37976" y="784355"/>
                </a:lnTo>
                <a:lnTo>
                  <a:pt x="45472" y="760876"/>
                </a:lnTo>
                <a:lnTo>
                  <a:pt x="52959" y="737406"/>
                </a:lnTo>
                <a:lnTo>
                  <a:pt x="60446" y="713927"/>
                </a:lnTo>
                <a:lnTo>
                  <a:pt x="67942" y="690448"/>
                </a:lnTo>
                <a:lnTo>
                  <a:pt x="75428" y="666969"/>
                </a:lnTo>
                <a:lnTo>
                  <a:pt x="82915" y="643499"/>
                </a:lnTo>
                <a:lnTo>
                  <a:pt x="90411" y="620020"/>
                </a:lnTo>
                <a:lnTo>
                  <a:pt x="97898" y="596541"/>
                </a:lnTo>
                <a:lnTo>
                  <a:pt x="105385" y="573072"/>
                </a:lnTo>
                <a:lnTo>
                  <a:pt x="112881" y="549593"/>
                </a:lnTo>
                <a:lnTo>
                  <a:pt x="120367" y="526113"/>
                </a:lnTo>
                <a:lnTo>
                  <a:pt x="127854" y="502634"/>
                </a:lnTo>
                <a:lnTo>
                  <a:pt x="135350" y="479165"/>
                </a:lnTo>
                <a:lnTo>
                  <a:pt x="142837" y="455686"/>
                </a:lnTo>
                <a:lnTo>
                  <a:pt x="150324" y="432206"/>
                </a:lnTo>
                <a:lnTo>
                  <a:pt x="157820" y="408727"/>
                </a:lnTo>
                <a:lnTo>
                  <a:pt x="165306" y="385258"/>
                </a:lnTo>
                <a:lnTo>
                  <a:pt x="172793" y="361779"/>
                </a:lnTo>
                <a:lnTo>
                  <a:pt x="180289" y="338299"/>
                </a:lnTo>
                <a:lnTo>
                  <a:pt x="187776" y="314820"/>
                </a:lnTo>
                <a:lnTo>
                  <a:pt x="195263" y="291351"/>
                </a:lnTo>
                <a:lnTo>
                  <a:pt x="202759" y="267872"/>
                </a:lnTo>
                <a:lnTo>
                  <a:pt x="210245" y="244392"/>
                </a:lnTo>
                <a:lnTo>
                  <a:pt x="217732" y="220923"/>
                </a:lnTo>
                <a:lnTo>
                  <a:pt x="225228" y="197444"/>
                </a:lnTo>
                <a:lnTo>
                  <a:pt x="232715" y="173965"/>
                </a:lnTo>
                <a:lnTo>
                  <a:pt x="240201" y="150485"/>
                </a:lnTo>
                <a:lnTo>
                  <a:pt x="247698" y="127016"/>
                </a:lnTo>
                <a:lnTo>
                  <a:pt x="255184" y="103537"/>
                </a:lnTo>
                <a:lnTo>
                  <a:pt x="262671" y="80058"/>
                </a:lnTo>
                <a:lnTo>
                  <a:pt x="270167" y="56579"/>
                </a:lnTo>
                <a:lnTo>
                  <a:pt x="277654" y="33109"/>
                </a:lnTo>
                <a:lnTo>
                  <a:pt x="285140" y="9630"/>
                </a:lnTo>
                <a:lnTo>
                  <a:pt x="292875" y="0"/>
                </a:lnTo>
                <a:lnTo>
                  <a:pt x="301161" y="23203"/>
                </a:lnTo>
                <a:lnTo>
                  <a:pt x="309458" y="46415"/>
                </a:lnTo>
                <a:lnTo>
                  <a:pt x="317754" y="69618"/>
                </a:lnTo>
                <a:lnTo>
                  <a:pt x="326041" y="92821"/>
                </a:lnTo>
                <a:lnTo>
                  <a:pt x="334337" y="116024"/>
                </a:lnTo>
                <a:lnTo>
                  <a:pt x="342624" y="139236"/>
                </a:lnTo>
                <a:lnTo>
                  <a:pt x="350920" y="162439"/>
                </a:lnTo>
                <a:lnTo>
                  <a:pt x="359207" y="185642"/>
                </a:lnTo>
                <a:lnTo>
                  <a:pt x="367503" y="208845"/>
                </a:lnTo>
                <a:lnTo>
                  <a:pt x="375799" y="232058"/>
                </a:lnTo>
                <a:lnTo>
                  <a:pt x="384086" y="255260"/>
                </a:lnTo>
                <a:lnTo>
                  <a:pt x="392382" y="278463"/>
                </a:lnTo>
                <a:lnTo>
                  <a:pt x="400669" y="301666"/>
                </a:lnTo>
                <a:lnTo>
                  <a:pt x="408965" y="324879"/>
                </a:lnTo>
                <a:lnTo>
                  <a:pt x="417262" y="348082"/>
                </a:lnTo>
                <a:lnTo>
                  <a:pt x="425548" y="371284"/>
                </a:lnTo>
                <a:lnTo>
                  <a:pt x="433845" y="394487"/>
                </a:lnTo>
                <a:lnTo>
                  <a:pt x="442131" y="417700"/>
                </a:lnTo>
                <a:lnTo>
                  <a:pt x="450428" y="440903"/>
                </a:lnTo>
                <a:lnTo>
                  <a:pt x="458714" y="464106"/>
                </a:lnTo>
                <a:lnTo>
                  <a:pt x="467011" y="487309"/>
                </a:lnTo>
                <a:lnTo>
                  <a:pt x="475307" y="510521"/>
                </a:lnTo>
                <a:lnTo>
                  <a:pt x="483594" y="533724"/>
                </a:lnTo>
                <a:lnTo>
                  <a:pt x="491890" y="556927"/>
                </a:lnTo>
                <a:lnTo>
                  <a:pt x="500177" y="580130"/>
                </a:lnTo>
                <a:lnTo>
                  <a:pt x="508473" y="603342"/>
                </a:lnTo>
                <a:lnTo>
                  <a:pt x="516760" y="626545"/>
                </a:lnTo>
                <a:lnTo>
                  <a:pt x="525056" y="649748"/>
                </a:lnTo>
                <a:lnTo>
                  <a:pt x="533352" y="672951"/>
                </a:lnTo>
                <a:lnTo>
                  <a:pt x="541639" y="696163"/>
                </a:lnTo>
                <a:lnTo>
                  <a:pt x="549935" y="719366"/>
                </a:lnTo>
                <a:lnTo>
                  <a:pt x="558222" y="742569"/>
                </a:lnTo>
                <a:lnTo>
                  <a:pt x="566518" y="765772"/>
                </a:lnTo>
                <a:lnTo>
                  <a:pt x="574815" y="788984"/>
                </a:lnTo>
                <a:lnTo>
                  <a:pt x="583101" y="812187"/>
                </a:lnTo>
                <a:lnTo>
                  <a:pt x="591398" y="835390"/>
                </a:lnTo>
                <a:lnTo>
                  <a:pt x="599684" y="858593"/>
                </a:lnTo>
                <a:lnTo>
                  <a:pt x="607981" y="881805"/>
                </a:lnTo>
                <a:lnTo>
                  <a:pt x="616277" y="905008"/>
                </a:lnTo>
                <a:lnTo>
                  <a:pt x="624564" y="928211"/>
                </a:lnTo>
                <a:lnTo>
                  <a:pt x="632860" y="951414"/>
                </a:lnTo>
                <a:lnTo>
                  <a:pt x="641147" y="974627"/>
                </a:lnTo>
                <a:lnTo>
                  <a:pt x="649443" y="997829"/>
                </a:lnTo>
                <a:lnTo>
                  <a:pt x="657730" y="1021032"/>
                </a:lnTo>
                <a:lnTo>
                  <a:pt x="666026" y="1044245"/>
                </a:lnTo>
                <a:lnTo>
                  <a:pt x="674322" y="1067448"/>
                </a:lnTo>
                <a:lnTo>
                  <a:pt x="682609" y="1090651"/>
                </a:lnTo>
                <a:lnTo>
                  <a:pt x="690905" y="1113854"/>
                </a:lnTo>
                <a:lnTo>
                  <a:pt x="699192" y="1137066"/>
                </a:lnTo>
                <a:lnTo>
                  <a:pt x="707488" y="1160269"/>
                </a:lnTo>
                <a:lnTo>
                  <a:pt x="715785" y="1183472"/>
                </a:lnTo>
                <a:lnTo>
                  <a:pt x="724071" y="1206675"/>
                </a:lnTo>
                <a:lnTo>
                  <a:pt x="732368" y="1229887"/>
                </a:lnTo>
                <a:lnTo>
                  <a:pt x="740654" y="1253090"/>
                </a:lnTo>
                <a:lnTo>
                  <a:pt x="748951" y="1276293"/>
                </a:lnTo>
                <a:lnTo>
                  <a:pt x="757238" y="1299496"/>
                </a:lnTo>
                <a:lnTo>
                  <a:pt x="765534" y="1322708"/>
                </a:lnTo>
                <a:lnTo>
                  <a:pt x="773830" y="1345911"/>
                </a:lnTo>
                <a:lnTo>
                  <a:pt x="782117" y="1369114"/>
                </a:lnTo>
                <a:lnTo>
                  <a:pt x="790413" y="1392317"/>
                </a:lnTo>
                <a:lnTo>
                  <a:pt x="798700" y="1415529"/>
                </a:lnTo>
                <a:lnTo>
                  <a:pt x="806996" y="1438732"/>
                </a:lnTo>
                <a:lnTo>
                  <a:pt x="815283" y="1461935"/>
                </a:lnTo>
                <a:lnTo>
                  <a:pt x="823579" y="1485138"/>
                </a:lnTo>
                <a:lnTo>
                  <a:pt x="831875" y="1508350"/>
                </a:lnTo>
                <a:lnTo>
                  <a:pt x="840162" y="1531553"/>
                </a:lnTo>
                <a:lnTo>
                  <a:pt x="848458" y="1554756"/>
                </a:lnTo>
                <a:lnTo>
                  <a:pt x="856745" y="1577959"/>
                </a:lnTo>
                <a:lnTo>
                  <a:pt x="865041" y="1601172"/>
                </a:lnTo>
                <a:lnTo>
                  <a:pt x="873338" y="1624374"/>
                </a:lnTo>
                <a:lnTo>
                  <a:pt x="881624" y="1647577"/>
                </a:lnTo>
                <a:lnTo>
                  <a:pt x="889921" y="1670780"/>
                </a:lnTo>
                <a:lnTo>
                  <a:pt x="898208" y="1693993"/>
                </a:lnTo>
                <a:lnTo>
                  <a:pt x="906504" y="1717196"/>
                </a:lnTo>
                <a:lnTo>
                  <a:pt x="914791" y="1740398"/>
                </a:lnTo>
                <a:lnTo>
                  <a:pt x="923087" y="1763601"/>
                </a:lnTo>
                <a:lnTo>
                  <a:pt x="931383" y="1786814"/>
                </a:lnTo>
                <a:lnTo>
                  <a:pt x="939670" y="1810017"/>
                </a:lnTo>
                <a:lnTo>
                  <a:pt x="947966" y="1833220"/>
                </a:lnTo>
                <a:lnTo>
                  <a:pt x="956253" y="1856423"/>
                </a:lnTo>
                <a:lnTo>
                  <a:pt x="964549" y="1879635"/>
                </a:lnTo>
                <a:lnTo>
                  <a:pt x="972845" y="1902838"/>
                </a:lnTo>
                <a:lnTo>
                  <a:pt x="981132" y="1926041"/>
                </a:lnTo>
                <a:lnTo>
                  <a:pt x="989428" y="1949244"/>
                </a:lnTo>
                <a:lnTo>
                  <a:pt x="997715" y="1972456"/>
                </a:lnTo>
                <a:lnTo>
                  <a:pt x="1006011" y="1995659"/>
                </a:lnTo>
                <a:lnTo>
                  <a:pt x="1014298" y="2018862"/>
                </a:lnTo>
                <a:lnTo>
                  <a:pt x="1022594" y="2042065"/>
                </a:lnTo>
                <a:lnTo>
                  <a:pt x="1030891" y="2065277"/>
                </a:lnTo>
                <a:lnTo>
                  <a:pt x="1039178" y="2088480"/>
                </a:lnTo>
                <a:lnTo>
                  <a:pt x="1047474" y="2111683"/>
                </a:lnTo>
                <a:lnTo>
                  <a:pt x="1055761" y="2134895"/>
                </a:lnTo>
                <a:lnTo>
                  <a:pt x="1064057" y="2158098"/>
                </a:lnTo>
                <a:lnTo>
                  <a:pt x="1072344" y="2181301"/>
                </a:lnTo>
                <a:lnTo>
                  <a:pt x="1080640" y="2204504"/>
                </a:lnTo>
                <a:lnTo>
                  <a:pt x="1088936" y="2227717"/>
                </a:lnTo>
                <a:lnTo>
                  <a:pt x="1097223" y="2250919"/>
                </a:lnTo>
                <a:lnTo>
                  <a:pt x="1105519" y="2274122"/>
                </a:lnTo>
                <a:lnTo>
                  <a:pt x="1113806" y="2297325"/>
                </a:lnTo>
                <a:lnTo>
                  <a:pt x="1122102" y="2320538"/>
                </a:lnTo>
                <a:lnTo>
                  <a:pt x="1130398" y="2343741"/>
                </a:lnTo>
                <a:lnTo>
                  <a:pt x="1129008" y="2359104"/>
                </a:lnTo>
                <a:lnTo>
                  <a:pt x="1104586" y="2355809"/>
                </a:lnTo>
                <a:lnTo>
                  <a:pt x="1080164" y="2352523"/>
                </a:lnTo>
                <a:lnTo>
                  <a:pt x="1055741" y="2349227"/>
                </a:lnTo>
                <a:lnTo>
                  <a:pt x="1031319" y="2345941"/>
                </a:lnTo>
                <a:lnTo>
                  <a:pt x="1006897" y="2342645"/>
                </a:lnTo>
                <a:lnTo>
                  <a:pt x="982475" y="2339350"/>
                </a:lnTo>
                <a:lnTo>
                  <a:pt x="958053" y="2336063"/>
                </a:lnTo>
                <a:lnTo>
                  <a:pt x="933631" y="2332768"/>
                </a:lnTo>
                <a:lnTo>
                  <a:pt x="909218" y="2329482"/>
                </a:lnTo>
                <a:lnTo>
                  <a:pt x="884796" y="2326186"/>
                </a:lnTo>
                <a:lnTo>
                  <a:pt x="860374" y="2322890"/>
                </a:lnTo>
                <a:lnTo>
                  <a:pt x="835952" y="2319604"/>
                </a:lnTo>
                <a:lnTo>
                  <a:pt x="811530" y="2316309"/>
                </a:lnTo>
                <a:lnTo>
                  <a:pt x="787108" y="2313022"/>
                </a:lnTo>
                <a:lnTo>
                  <a:pt x="762686" y="2309727"/>
                </a:lnTo>
                <a:lnTo>
                  <a:pt x="738264" y="2306431"/>
                </a:lnTo>
                <a:lnTo>
                  <a:pt x="713842" y="2303145"/>
                </a:lnTo>
                <a:lnTo>
                  <a:pt x="689420" y="2299849"/>
                </a:lnTo>
                <a:lnTo>
                  <a:pt x="664997" y="2296563"/>
                </a:lnTo>
                <a:lnTo>
                  <a:pt x="640575" y="2293268"/>
                </a:lnTo>
                <a:lnTo>
                  <a:pt x="616153" y="2289972"/>
                </a:lnTo>
                <a:lnTo>
                  <a:pt x="591731" y="2286686"/>
                </a:lnTo>
                <a:lnTo>
                  <a:pt x="567309" y="2283390"/>
                </a:lnTo>
                <a:lnTo>
                  <a:pt x="542887" y="2280104"/>
                </a:lnTo>
                <a:lnTo>
                  <a:pt x="518465" y="2276808"/>
                </a:lnTo>
                <a:lnTo>
                  <a:pt x="494043" y="2273513"/>
                </a:lnTo>
                <a:lnTo>
                  <a:pt x="469630" y="2270227"/>
                </a:lnTo>
                <a:lnTo>
                  <a:pt x="445208" y="2266931"/>
                </a:lnTo>
                <a:lnTo>
                  <a:pt x="420786" y="2263645"/>
                </a:lnTo>
                <a:lnTo>
                  <a:pt x="396364" y="2260349"/>
                </a:lnTo>
                <a:lnTo>
                  <a:pt x="371942" y="2257054"/>
                </a:lnTo>
                <a:lnTo>
                  <a:pt x="347520" y="2253767"/>
                </a:lnTo>
                <a:lnTo>
                  <a:pt x="323098" y="2250472"/>
                </a:lnTo>
                <a:lnTo>
                  <a:pt x="298675" y="2247186"/>
                </a:lnTo>
                <a:lnTo>
                  <a:pt x="274253" y="2243890"/>
                </a:lnTo>
                <a:lnTo>
                  <a:pt x="249831" y="2240594"/>
                </a:lnTo>
                <a:lnTo>
                  <a:pt x="225409" y="2237308"/>
                </a:lnTo>
                <a:lnTo>
                  <a:pt x="200987" y="2234013"/>
                </a:lnTo>
                <a:lnTo>
                  <a:pt x="176565" y="2230726"/>
                </a:lnTo>
                <a:lnTo>
                  <a:pt x="152143" y="2227431"/>
                </a:lnTo>
                <a:lnTo>
                  <a:pt x="127721" y="2224135"/>
                </a:lnTo>
                <a:lnTo>
                  <a:pt x="103299" y="2220849"/>
                </a:lnTo>
                <a:lnTo>
                  <a:pt x="78877" y="2217553"/>
                </a:lnTo>
                <a:lnTo>
                  <a:pt x="54454" y="2214267"/>
                </a:lnTo>
                <a:lnTo>
                  <a:pt x="30042" y="2210972"/>
                </a:lnTo>
                <a:lnTo>
                  <a:pt x="5620" y="2207676"/>
                </a:lnTo>
              </a:path>
            </a:pathLst>
          </a:custGeom>
          <a:solidFill xmlns:a="http://schemas.openxmlformats.org/drawingml/2006/main">
            <a:srgbClr val="A3BBC7">
              <a:alpha val="9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ountain-foreground-plane">
            <a:extLst xmlns:a="http://schemas.openxmlformats.org/drawingml/2006/main">
              <a:ext uri="{FF2B5EF4-FFF2-40B4-BE49-F238E27FC236}">
                <a16:creationId xmlns:a16="http://schemas.microsoft.com/office/drawing/2014/main" id="{3415396F-91CA-4F72-9F64-28D8DBB0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5452767"/>
            <a:ext cx="10572750" cy="509883"/>
          </a:xfrm>
          <a:custGeom xmlns:a="http://schemas.openxmlformats.org/drawingml/2006/main">
            <a:pathLst>
              <a:path w="10572750" h="509883">
                <a:moveTo>
                  <a:pt x="0" y="509883"/>
                </a:moveTo>
                <a:lnTo>
                  <a:pt x="88849" y="506359"/>
                </a:lnTo>
                <a:lnTo>
                  <a:pt x="177708" y="502825"/>
                </a:lnTo>
                <a:lnTo>
                  <a:pt x="266557" y="499291"/>
                </a:lnTo>
                <a:lnTo>
                  <a:pt x="355416" y="495767"/>
                </a:lnTo>
                <a:lnTo>
                  <a:pt x="444265" y="492233"/>
                </a:lnTo>
                <a:lnTo>
                  <a:pt x="533114" y="488699"/>
                </a:lnTo>
                <a:lnTo>
                  <a:pt x="621973" y="485175"/>
                </a:lnTo>
                <a:lnTo>
                  <a:pt x="710822" y="481641"/>
                </a:lnTo>
                <a:lnTo>
                  <a:pt x="799671" y="478107"/>
                </a:lnTo>
                <a:lnTo>
                  <a:pt x="888530" y="474583"/>
                </a:lnTo>
                <a:lnTo>
                  <a:pt x="977379" y="471049"/>
                </a:lnTo>
                <a:lnTo>
                  <a:pt x="1066238" y="467516"/>
                </a:lnTo>
                <a:lnTo>
                  <a:pt x="1155087" y="463991"/>
                </a:lnTo>
                <a:lnTo>
                  <a:pt x="1243936" y="460458"/>
                </a:lnTo>
                <a:lnTo>
                  <a:pt x="1332795" y="456924"/>
                </a:lnTo>
                <a:lnTo>
                  <a:pt x="1421644" y="453400"/>
                </a:lnTo>
                <a:lnTo>
                  <a:pt x="1510503" y="449866"/>
                </a:lnTo>
                <a:lnTo>
                  <a:pt x="1599352" y="446332"/>
                </a:lnTo>
                <a:lnTo>
                  <a:pt x="1688201" y="442808"/>
                </a:lnTo>
                <a:lnTo>
                  <a:pt x="1777060" y="439274"/>
                </a:lnTo>
                <a:lnTo>
                  <a:pt x="1865909" y="435740"/>
                </a:lnTo>
                <a:lnTo>
                  <a:pt x="1954768" y="432216"/>
                </a:lnTo>
                <a:lnTo>
                  <a:pt x="2043617" y="428682"/>
                </a:lnTo>
                <a:lnTo>
                  <a:pt x="2132467" y="425148"/>
                </a:lnTo>
                <a:lnTo>
                  <a:pt x="2221325" y="421624"/>
                </a:lnTo>
                <a:lnTo>
                  <a:pt x="2310174" y="418090"/>
                </a:lnTo>
                <a:lnTo>
                  <a:pt x="2399024" y="414557"/>
                </a:lnTo>
                <a:lnTo>
                  <a:pt x="2487882" y="411032"/>
                </a:lnTo>
                <a:lnTo>
                  <a:pt x="2576732" y="407499"/>
                </a:lnTo>
                <a:lnTo>
                  <a:pt x="2665590" y="403965"/>
                </a:lnTo>
                <a:lnTo>
                  <a:pt x="2754440" y="400441"/>
                </a:lnTo>
                <a:lnTo>
                  <a:pt x="2843289" y="396907"/>
                </a:lnTo>
                <a:lnTo>
                  <a:pt x="2932147" y="393373"/>
                </a:lnTo>
                <a:lnTo>
                  <a:pt x="3020997" y="389849"/>
                </a:lnTo>
                <a:lnTo>
                  <a:pt x="3109855" y="386315"/>
                </a:lnTo>
                <a:lnTo>
                  <a:pt x="3198705" y="382781"/>
                </a:lnTo>
                <a:lnTo>
                  <a:pt x="3287554" y="379257"/>
                </a:lnTo>
                <a:lnTo>
                  <a:pt x="3376412" y="375723"/>
                </a:lnTo>
                <a:lnTo>
                  <a:pt x="3465262" y="372189"/>
                </a:lnTo>
                <a:lnTo>
                  <a:pt x="3554111" y="368665"/>
                </a:lnTo>
                <a:lnTo>
                  <a:pt x="3642970" y="365131"/>
                </a:lnTo>
                <a:lnTo>
                  <a:pt x="3731819" y="361598"/>
                </a:lnTo>
                <a:lnTo>
                  <a:pt x="3820678" y="358073"/>
                </a:lnTo>
                <a:lnTo>
                  <a:pt x="3909527" y="354540"/>
                </a:lnTo>
                <a:lnTo>
                  <a:pt x="3998376" y="351006"/>
                </a:lnTo>
                <a:lnTo>
                  <a:pt x="4087235" y="347482"/>
                </a:lnTo>
                <a:lnTo>
                  <a:pt x="4176084" y="343948"/>
                </a:lnTo>
                <a:lnTo>
                  <a:pt x="4264943" y="340414"/>
                </a:lnTo>
                <a:lnTo>
                  <a:pt x="4353630" y="334575"/>
                </a:lnTo>
                <a:lnTo>
                  <a:pt x="4442117" y="325774"/>
                </a:lnTo>
                <a:lnTo>
                  <a:pt x="4530604" y="316963"/>
                </a:lnTo>
                <a:lnTo>
                  <a:pt x="4619092" y="308162"/>
                </a:lnTo>
                <a:lnTo>
                  <a:pt x="4707579" y="299352"/>
                </a:lnTo>
                <a:lnTo>
                  <a:pt x="4796057" y="290551"/>
                </a:lnTo>
                <a:lnTo>
                  <a:pt x="4884544" y="281750"/>
                </a:lnTo>
                <a:lnTo>
                  <a:pt x="4973031" y="272939"/>
                </a:lnTo>
                <a:lnTo>
                  <a:pt x="5061518" y="264138"/>
                </a:lnTo>
                <a:lnTo>
                  <a:pt x="5150006" y="255337"/>
                </a:lnTo>
                <a:lnTo>
                  <a:pt x="5238493" y="246526"/>
                </a:lnTo>
                <a:lnTo>
                  <a:pt x="5326980" y="237725"/>
                </a:lnTo>
                <a:lnTo>
                  <a:pt x="5415467" y="228924"/>
                </a:lnTo>
                <a:lnTo>
                  <a:pt x="5503955" y="220113"/>
                </a:lnTo>
                <a:lnTo>
                  <a:pt x="5592432" y="211312"/>
                </a:lnTo>
                <a:lnTo>
                  <a:pt x="5680920" y="202502"/>
                </a:lnTo>
                <a:lnTo>
                  <a:pt x="5769407" y="193700"/>
                </a:lnTo>
                <a:lnTo>
                  <a:pt x="5857894" y="184899"/>
                </a:lnTo>
                <a:lnTo>
                  <a:pt x="5946381" y="176089"/>
                </a:lnTo>
                <a:lnTo>
                  <a:pt x="6034869" y="167288"/>
                </a:lnTo>
                <a:lnTo>
                  <a:pt x="6123356" y="158486"/>
                </a:lnTo>
                <a:lnTo>
                  <a:pt x="6211834" y="149676"/>
                </a:lnTo>
                <a:lnTo>
                  <a:pt x="6300321" y="140875"/>
                </a:lnTo>
                <a:lnTo>
                  <a:pt x="6388808" y="132064"/>
                </a:lnTo>
                <a:lnTo>
                  <a:pt x="6477295" y="123263"/>
                </a:lnTo>
                <a:lnTo>
                  <a:pt x="6565783" y="114462"/>
                </a:lnTo>
                <a:lnTo>
                  <a:pt x="6654270" y="105651"/>
                </a:lnTo>
                <a:lnTo>
                  <a:pt x="6742757" y="96850"/>
                </a:lnTo>
                <a:lnTo>
                  <a:pt x="6831244" y="88049"/>
                </a:lnTo>
                <a:lnTo>
                  <a:pt x="6919722" y="79238"/>
                </a:lnTo>
                <a:lnTo>
                  <a:pt x="7008209" y="70437"/>
                </a:lnTo>
                <a:lnTo>
                  <a:pt x="7096696" y="61636"/>
                </a:lnTo>
                <a:lnTo>
                  <a:pt x="7185184" y="52826"/>
                </a:lnTo>
                <a:lnTo>
                  <a:pt x="7273671" y="44025"/>
                </a:lnTo>
                <a:lnTo>
                  <a:pt x="7362158" y="35214"/>
                </a:lnTo>
                <a:lnTo>
                  <a:pt x="7450646" y="26413"/>
                </a:lnTo>
                <a:lnTo>
                  <a:pt x="7539133" y="17612"/>
                </a:lnTo>
                <a:lnTo>
                  <a:pt x="7627610" y="8801"/>
                </a:lnTo>
                <a:lnTo>
                  <a:pt x="7716098" y="0"/>
                </a:lnTo>
                <a:lnTo>
                  <a:pt x="7804442" y="1133"/>
                </a:lnTo>
                <a:lnTo>
                  <a:pt x="7892644" y="12487"/>
                </a:lnTo>
                <a:lnTo>
                  <a:pt x="7980836" y="23841"/>
                </a:lnTo>
                <a:lnTo>
                  <a:pt x="8069028" y="35195"/>
                </a:lnTo>
                <a:lnTo>
                  <a:pt x="8157229" y="46549"/>
                </a:lnTo>
                <a:lnTo>
                  <a:pt x="8245421" y="57893"/>
                </a:lnTo>
                <a:lnTo>
                  <a:pt x="8333613" y="69247"/>
                </a:lnTo>
                <a:lnTo>
                  <a:pt x="8421815" y="80601"/>
                </a:lnTo>
                <a:lnTo>
                  <a:pt x="8510006" y="91954"/>
                </a:lnTo>
                <a:lnTo>
                  <a:pt x="8598198" y="103308"/>
                </a:lnTo>
                <a:lnTo>
                  <a:pt x="8686400" y="114662"/>
                </a:lnTo>
                <a:lnTo>
                  <a:pt x="8774592" y="126016"/>
                </a:lnTo>
                <a:lnTo>
                  <a:pt x="8862784" y="137370"/>
                </a:lnTo>
                <a:lnTo>
                  <a:pt x="8950985" y="148723"/>
                </a:lnTo>
                <a:lnTo>
                  <a:pt x="9039177" y="160077"/>
                </a:lnTo>
                <a:lnTo>
                  <a:pt x="9127369" y="171431"/>
                </a:lnTo>
                <a:lnTo>
                  <a:pt x="9215571" y="182785"/>
                </a:lnTo>
                <a:lnTo>
                  <a:pt x="9303763" y="194129"/>
                </a:lnTo>
                <a:lnTo>
                  <a:pt x="9391955" y="205483"/>
                </a:lnTo>
                <a:lnTo>
                  <a:pt x="9480156" y="216837"/>
                </a:lnTo>
                <a:lnTo>
                  <a:pt x="9568348" y="228190"/>
                </a:lnTo>
                <a:lnTo>
                  <a:pt x="9656550" y="239544"/>
                </a:lnTo>
                <a:lnTo>
                  <a:pt x="9744742" y="250898"/>
                </a:lnTo>
                <a:lnTo>
                  <a:pt x="9832934" y="262252"/>
                </a:lnTo>
                <a:lnTo>
                  <a:pt x="9921135" y="273606"/>
                </a:lnTo>
                <a:lnTo>
                  <a:pt x="10009327" y="284959"/>
                </a:lnTo>
                <a:lnTo>
                  <a:pt x="10097519" y="296313"/>
                </a:lnTo>
                <a:lnTo>
                  <a:pt x="10185721" y="307667"/>
                </a:lnTo>
                <a:lnTo>
                  <a:pt x="10273913" y="319021"/>
                </a:lnTo>
                <a:lnTo>
                  <a:pt x="10362105" y="330375"/>
                </a:lnTo>
                <a:lnTo>
                  <a:pt x="10450306" y="341719"/>
                </a:lnTo>
                <a:lnTo>
                  <a:pt x="10538498" y="353073"/>
                </a:lnTo>
                <a:lnTo>
                  <a:pt x="10572750" y="411871"/>
                </a:lnTo>
                <a:lnTo>
                  <a:pt x="10572750" y="500796"/>
                </a:lnTo>
                <a:lnTo>
                  <a:pt x="10492911" y="509883"/>
                </a:lnTo>
                <a:lnTo>
                  <a:pt x="10403996" y="509883"/>
                </a:lnTo>
                <a:lnTo>
                  <a:pt x="10315070" y="509883"/>
                </a:lnTo>
                <a:lnTo>
                  <a:pt x="10226145" y="509883"/>
                </a:lnTo>
                <a:lnTo>
                  <a:pt x="10137219" y="509883"/>
                </a:lnTo>
                <a:lnTo>
                  <a:pt x="10048304" y="509883"/>
                </a:lnTo>
                <a:lnTo>
                  <a:pt x="9959378" y="509883"/>
                </a:lnTo>
                <a:lnTo>
                  <a:pt x="9870453" y="509883"/>
                </a:lnTo>
                <a:lnTo>
                  <a:pt x="9781527" y="509883"/>
                </a:lnTo>
                <a:lnTo>
                  <a:pt x="9692611" y="509883"/>
                </a:lnTo>
                <a:lnTo>
                  <a:pt x="9603686" y="509883"/>
                </a:lnTo>
                <a:lnTo>
                  <a:pt x="9514761" y="509883"/>
                </a:lnTo>
                <a:lnTo>
                  <a:pt x="9425835" y="509883"/>
                </a:lnTo>
                <a:lnTo>
                  <a:pt x="9336919" y="509883"/>
                </a:lnTo>
                <a:lnTo>
                  <a:pt x="9247994" y="509883"/>
                </a:lnTo>
                <a:lnTo>
                  <a:pt x="9159069" y="509883"/>
                </a:lnTo>
                <a:lnTo>
                  <a:pt x="9070143" y="509883"/>
                </a:lnTo>
                <a:lnTo>
                  <a:pt x="8981227" y="509883"/>
                </a:lnTo>
                <a:lnTo>
                  <a:pt x="8892302" y="509883"/>
                </a:lnTo>
                <a:lnTo>
                  <a:pt x="8803376" y="509883"/>
                </a:lnTo>
                <a:lnTo>
                  <a:pt x="8714451" y="509883"/>
                </a:lnTo>
                <a:lnTo>
                  <a:pt x="8625535" y="509883"/>
                </a:lnTo>
                <a:lnTo>
                  <a:pt x="8536610" y="509883"/>
                </a:lnTo>
                <a:lnTo>
                  <a:pt x="8447684" y="509883"/>
                </a:lnTo>
                <a:lnTo>
                  <a:pt x="8358759" y="509883"/>
                </a:lnTo>
                <a:lnTo>
                  <a:pt x="8269843" y="509883"/>
                </a:lnTo>
                <a:lnTo>
                  <a:pt x="8180918" y="509883"/>
                </a:lnTo>
                <a:lnTo>
                  <a:pt x="8091992" y="509883"/>
                </a:lnTo>
                <a:lnTo>
                  <a:pt x="8003067" y="509883"/>
                </a:lnTo>
                <a:lnTo>
                  <a:pt x="7914151" y="509883"/>
                </a:lnTo>
                <a:lnTo>
                  <a:pt x="7825226" y="509883"/>
                </a:lnTo>
                <a:lnTo>
                  <a:pt x="7736300" y="509883"/>
                </a:lnTo>
                <a:lnTo>
                  <a:pt x="7647375" y="509883"/>
                </a:lnTo>
                <a:lnTo>
                  <a:pt x="7558459" y="509883"/>
                </a:lnTo>
                <a:lnTo>
                  <a:pt x="7469534" y="509883"/>
                </a:lnTo>
                <a:lnTo>
                  <a:pt x="7380608" y="509883"/>
                </a:lnTo>
                <a:lnTo>
                  <a:pt x="7291683" y="509883"/>
                </a:lnTo>
                <a:lnTo>
                  <a:pt x="7202767" y="509883"/>
                </a:lnTo>
                <a:lnTo>
                  <a:pt x="7113842" y="509883"/>
                </a:lnTo>
                <a:lnTo>
                  <a:pt x="7024916" y="509883"/>
                </a:lnTo>
                <a:lnTo>
                  <a:pt x="6935991" y="509883"/>
                </a:lnTo>
                <a:lnTo>
                  <a:pt x="6847075" y="509883"/>
                </a:lnTo>
                <a:lnTo>
                  <a:pt x="6758149" y="509883"/>
                </a:lnTo>
                <a:lnTo>
                  <a:pt x="6669224" y="509883"/>
                </a:lnTo>
                <a:lnTo>
                  <a:pt x="6580299" y="509883"/>
                </a:lnTo>
                <a:lnTo>
                  <a:pt x="6491383" y="509883"/>
                </a:lnTo>
                <a:lnTo>
                  <a:pt x="6402457" y="509883"/>
                </a:lnTo>
                <a:lnTo>
                  <a:pt x="6313532" y="509883"/>
                </a:lnTo>
                <a:lnTo>
                  <a:pt x="6224607" y="509883"/>
                </a:lnTo>
                <a:lnTo>
                  <a:pt x="6135691" y="509883"/>
                </a:lnTo>
                <a:lnTo>
                  <a:pt x="6046765" y="509883"/>
                </a:lnTo>
                <a:lnTo>
                  <a:pt x="5957840" y="509883"/>
                </a:lnTo>
                <a:lnTo>
                  <a:pt x="5868914" y="509883"/>
                </a:lnTo>
                <a:lnTo>
                  <a:pt x="5779999" y="509883"/>
                </a:lnTo>
                <a:lnTo>
                  <a:pt x="5691073" y="509883"/>
                </a:lnTo>
                <a:lnTo>
                  <a:pt x="5602148" y="509883"/>
                </a:lnTo>
                <a:lnTo>
                  <a:pt x="5513222" y="509883"/>
                </a:lnTo>
                <a:lnTo>
                  <a:pt x="5424307" y="509883"/>
                </a:lnTo>
                <a:lnTo>
                  <a:pt x="5335381" y="509883"/>
                </a:lnTo>
                <a:lnTo>
                  <a:pt x="5246456" y="509883"/>
                </a:lnTo>
                <a:lnTo>
                  <a:pt x="5157540" y="509883"/>
                </a:lnTo>
                <a:lnTo>
                  <a:pt x="5068614" y="509883"/>
                </a:lnTo>
                <a:lnTo>
                  <a:pt x="4979689" y="509883"/>
                </a:lnTo>
                <a:lnTo>
                  <a:pt x="4890764" y="509883"/>
                </a:lnTo>
                <a:lnTo>
                  <a:pt x="4801838" y="509883"/>
                </a:lnTo>
                <a:lnTo>
                  <a:pt x="4712922" y="509883"/>
                </a:lnTo>
                <a:lnTo>
                  <a:pt x="4623997" y="509883"/>
                </a:lnTo>
                <a:lnTo>
                  <a:pt x="4535072" y="509883"/>
                </a:lnTo>
                <a:lnTo>
                  <a:pt x="4446146" y="509883"/>
                </a:lnTo>
                <a:lnTo>
                  <a:pt x="4357230" y="509883"/>
                </a:lnTo>
                <a:lnTo>
                  <a:pt x="4268305" y="509883"/>
                </a:lnTo>
                <a:lnTo>
                  <a:pt x="4179379" y="509883"/>
                </a:lnTo>
                <a:lnTo>
                  <a:pt x="4090454" y="509883"/>
                </a:lnTo>
                <a:lnTo>
                  <a:pt x="4001538" y="509883"/>
                </a:lnTo>
                <a:lnTo>
                  <a:pt x="3912613" y="509883"/>
                </a:lnTo>
                <a:lnTo>
                  <a:pt x="3823687" y="509883"/>
                </a:lnTo>
                <a:lnTo>
                  <a:pt x="3734762" y="509883"/>
                </a:lnTo>
                <a:lnTo>
                  <a:pt x="3645846" y="509883"/>
                </a:lnTo>
                <a:lnTo>
                  <a:pt x="3556921" y="509883"/>
                </a:lnTo>
                <a:lnTo>
                  <a:pt x="3467995" y="509883"/>
                </a:lnTo>
                <a:lnTo>
                  <a:pt x="3379070" y="509883"/>
                </a:lnTo>
                <a:lnTo>
                  <a:pt x="3290154" y="509883"/>
                </a:lnTo>
                <a:lnTo>
                  <a:pt x="3201229" y="509883"/>
                </a:lnTo>
                <a:lnTo>
                  <a:pt x="3112303" y="509883"/>
                </a:lnTo>
                <a:lnTo>
                  <a:pt x="3023387" y="509883"/>
                </a:lnTo>
                <a:lnTo>
                  <a:pt x="2934462" y="509883"/>
                </a:lnTo>
                <a:lnTo>
                  <a:pt x="2845537" y="509883"/>
                </a:lnTo>
                <a:lnTo>
                  <a:pt x="2756611" y="509883"/>
                </a:lnTo>
                <a:lnTo>
                  <a:pt x="2667686" y="509883"/>
                </a:lnTo>
                <a:lnTo>
                  <a:pt x="2578770" y="509883"/>
                </a:lnTo>
                <a:lnTo>
                  <a:pt x="2489845" y="509883"/>
                </a:lnTo>
                <a:lnTo>
                  <a:pt x="2400919" y="509883"/>
                </a:lnTo>
                <a:lnTo>
                  <a:pt x="2311994" y="509883"/>
                </a:lnTo>
                <a:lnTo>
                  <a:pt x="2223078" y="509883"/>
                </a:lnTo>
                <a:lnTo>
                  <a:pt x="2134152" y="509883"/>
                </a:lnTo>
                <a:lnTo>
                  <a:pt x="2045227" y="509883"/>
                </a:lnTo>
                <a:lnTo>
                  <a:pt x="1956302" y="509883"/>
                </a:lnTo>
                <a:lnTo>
                  <a:pt x="1867386" y="509883"/>
                </a:lnTo>
                <a:lnTo>
                  <a:pt x="1778460" y="509883"/>
                </a:lnTo>
                <a:lnTo>
                  <a:pt x="1689535" y="509883"/>
                </a:lnTo>
                <a:lnTo>
                  <a:pt x="1600610" y="509883"/>
                </a:lnTo>
                <a:lnTo>
                  <a:pt x="1511694" y="509883"/>
                </a:lnTo>
                <a:lnTo>
                  <a:pt x="1422768" y="509883"/>
                </a:lnTo>
                <a:lnTo>
                  <a:pt x="1333843" y="509883"/>
                </a:lnTo>
                <a:lnTo>
                  <a:pt x="1244918" y="509883"/>
                </a:lnTo>
                <a:lnTo>
                  <a:pt x="1156002" y="509883"/>
                </a:lnTo>
                <a:lnTo>
                  <a:pt x="1067076" y="509883"/>
                </a:lnTo>
                <a:lnTo>
                  <a:pt x="978151" y="509883"/>
                </a:lnTo>
                <a:lnTo>
                  <a:pt x="889225" y="509883"/>
                </a:lnTo>
                <a:lnTo>
                  <a:pt x="800310" y="509883"/>
                </a:lnTo>
                <a:lnTo>
                  <a:pt x="711384" y="509883"/>
                </a:lnTo>
                <a:lnTo>
                  <a:pt x="622459" y="509883"/>
                </a:lnTo>
                <a:lnTo>
                  <a:pt x="533533" y="509883"/>
                </a:lnTo>
                <a:lnTo>
                  <a:pt x="444617" y="509883"/>
                </a:lnTo>
                <a:lnTo>
                  <a:pt x="355692" y="509883"/>
                </a:lnTo>
                <a:lnTo>
                  <a:pt x="266767" y="509883"/>
                </a:lnTo>
                <a:lnTo>
                  <a:pt x="177841" y="509883"/>
                </a:lnTo>
                <a:lnTo>
                  <a:pt x="88925" y="509883"/>
                </a:lnTo>
                <a:lnTo>
                  <a:pt x="0" y="509883"/>
                </a:lnTo>
              </a:path>
            </a:pathLst>
          </a:custGeom>
          <a:solidFill xmlns:a="http://schemas.openxmlformats.org/drawingml/2006/main">
            <a:srgbClr val="789CAF">
              <a:alpha val="2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ummit-snow-light">
            <a:extLst xmlns:a="http://schemas.openxmlformats.org/drawingml/2006/main">
              <a:ext uri="{FF2B5EF4-FFF2-40B4-BE49-F238E27FC236}">
                <a16:creationId xmlns:a16="http://schemas.microsoft.com/office/drawing/2014/main" id="{16CFC36F-8CB1-4BCD-A371-4665F159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6734" y="2628900"/>
            <a:ext cx="280502" cy="485584"/>
          </a:xfrm>
          <a:custGeom xmlns:a="http://schemas.openxmlformats.org/drawingml/2006/main">
            <a:pathLst>
              <a:path w="280502" h="485584">
                <a:moveTo>
                  <a:pt x="233591" y="0"/>
                </a:moveTo>
                <a:lnTo>
                  <a:pt x="225247" y="16916"/>
                </a:lnTo>
                <a:lnTo>
                  <a:pt x="216913" y="33842"/>
                </a:lnTo>
                <a:lnTo>
                  <a:pt x="208569" y="50759"/>
                </a:lnTo>
                <a:lnTo>
                  <a:pt x="200225" y="67675"/>
                </a:lnTo>
                <a:lnTo>
                  <a:pt x="191881" y="84601"/>
                </a:lnTo>
                <a:lnTo>
                  <a:pt x="183537" y="101517"/>
                </a:lnTo>
                <a:lnTo>
                  <a:pt x="175193" y="118443"/>
                </a:lnTo>
                <a:lnTo>
                  <a:pt x="166849" y="135360"/>
                </a:lnTo>
                <a:lnTo>
                  <a:pt x="158515" y="152276"/>
                </a:lnTo>
                <a:lnTo>
                  <a:pt x="150171" y="169202"/>
                </a:lnTo>
                <a:lnTo>
                  <a:pt x="141827" y="186119"/>
                </a:lnTo>
                <a:lnTo>
                  <a:pt x="133483" y="203035"/>
                </a:lnTo>
                <a:lnTo>
                  <a:pt x="125139" y="219961"/>
                </a:lnTo>
                <a:lnTo>
                  <a:pt x="116796" y="236877"/>
                </a:lnTo>
                <a:lnTo>
                  <a:pt x="108452" y="253794"/>
                </a:lnTo>
                <a:lnTo>
                  <a:pt x="100108" y="270720"/>
                </a:lnTo>
                <a:lnTo>
                  <a:pt x="91773" y="287636"/>
                </a:lnTo>
                <a:lnTo>
                  <a:pt x="83429" y="304552"/>
                </a:lnTo>
                <a:lnTo>
                  <a:pt x="75086" y="321478"/>
                </a:lnTo>
                <a:lnTo>
                  <a:pt x="66742" y="338395"/>
                </a:lnTo>
                <a:lnTo>
                  <a:pt x="58398" y="355321"/>
                </a:lnTo>
                <a:lnTo>
                  <a:pt x="50054" y="372237"/>
                </a:lnTo>
                <a:lnTo>
                  <a:pt x="41710" y="389153"/>
                </a:lnTo>
                <a:lnTo>
                  <a:pt x="33366" y="406079"/>
                </a:lnTo>
                <a:lnTo>
                  <a:pt x="25032" y="422996"/>
                </a:lnTo>
                <a:lnTo>
                  <a:pt x="16688" y="439912"/>
                </a:lnTo>
                <a:lnTo>
                  <a:pt x="8344" y="456838"/>
                </a:lnTo>
                <a:lnTo>
                  <a:pt x="0" y="473754"/>
                </a:lnTo>
                <a:lnTo>
                  <a:pt x="7163" y="481794"/>
                </a:lnTo>
                <a:lnTo>
                  <a:pt x="25984" y="483156"/>
                </a:lnTo>
                <a:lnTo>
                  <a:pt x="44796" y="484518"/>
                </a:lnTo>
                <a:lnTo>
                  <a:pt x="63608" y="485584"/>
                </a:lnTo>
                <a:lnTo>
                  <a:pt x="82315" y="483146"/>
                </a:lnTo>
                <a:lnTo>
                  <a:pt x="101013" y="480708"/>
                </a:lnTo>
                <a:lnTo>
                  <a:pt x="119720" y="478269"/>
                </a:lnTo>
                <a:lnTo>
                  <a:pt x="138427" y="475821"/>
                </a:lnTo>
                <a:lnTo>
                  <a:pt x="157134" y="473383"/>
                </a:lnTo>
                <a:lnTo>
                  <a:pt x="175841" y="470945"/>
                </a:lnTo>
                <a:lnTo>
                  <a:pt x="194548" y="468506"/>
                </a:lnTo>
                <a:lnTo>
                  <a:pt x="213255" y="466068"/>
                </a:lnTo>
                <a:lnTo>
                  <a:pt x="231962" y="463629"/>
                </a:lnTo>
                <a:lnTo>
                  <a:pt x="250669" y="461181"/>
                </a:lnTo>
                <a:lnTo>
                  <a:pt x="269377" y="458743"/>
                </a:lnTo>
                <a:lnTo>
                  <a:pt x="280502" y="450323"/>
                </a:lnTo>
                <a:lnTo>
                  <a:pt x="278549" y="431559"/>
                </a:lnTo>
                <a:lnTo>
                  <a:pt x="276596" y="412794"/>
                </a:lnTo>
                <a:lnTo>
                  <a:pt x="274634" y="394030"/>
                </a:lnTo>
                <a:lnTo>
                  <a:pt x="272682" y="375266"/>
                </a:lnTo>
                <a:lnTo>
                  <a:pt x="270729" y="356502"/>
                </a:lnTo>
                <a:lnTo>
                  <a:pt x="268776" y="337737"/>
                </a:lnTo>
                <a:lnTo>
                  <a:pt x="266824" y="318973"/>
                </a:lnTo>
                <a:lnTo>
                  <a:pt x="264862" y="300209"/>
                </a:lnTo>
                <a:lnTo>
                  <a:pt x="262909" y="281445"/>
                </a:lnTo>
                <a:lnTo>
                  <a:pt x="260956" y="262690"/>
                </a:lnTo>
                <a:lnTo>
                  <a:pt x="259004" y="243926"/>
                </a:lnTo>
                <a:lnTo>
                  <a:pt x="257051" y="225161"/>
                </a:lnTo>
                <a:lnTo>
                  <a:pt x="255099" y="206397"/>
                </a:lnTo>
                <a:lnTo>
                  <a:pt x="253136" y="187633"/>
                </a:lnTo>
                <a:lnTo>
                  <a:pt x="251184" y="168869"/>
                </a:lnTo>
                <a:lnTo>
                  <a:pt x="249231" y="150104"/>
                </a:lnTo>
                <a:lnTo>
                  <a:pt x="247279" y="131340"/>
                </a:lnTo>
                <a:lnTo>
                  <a:pt x="245326" y="112576"/>
                </a:lnTo>
                <a:lnTo>
                  <a:pt x="243364" y="93812"/>
                </a:lnTo>
                <a:lnTo>
                  <a:pt x="241411" y="75057"/>
                </a:lnTo>
                <a:lnTo>
                  <a:pt x="239459" y="56293"/>
                </a:lnTo>
                <a:lnTo>
                  <a:pt x="237506" y="37529"/>
                </a:lnTo>
                <a:lnTo>
                  <a:pt x="235553" y="18764"/>
                </a:lnTo>
                <a:lnTo>
                  <a:pt x="233591" y="0"/>
                </a:lnTo>
              </a:path>
            </a:pathLst>
          </a:custGeom>
          <a:solidFill xmlns:a="http://schemas.openxmlformats.org/drawingml/2006/main">
            <a:srgbClr val="F4F7F9"/>
          </a:solidFill>
          <a:ln xmlns:a="http://schemas.openxmlformats.org/drawingml/2006/main" w="1143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8" name="summit-snow-shade">
            <a:extLst xmlns:a="http://schemas.openxmlformats.org/drawingml/2006/main">
              <a:ext uri="{FF2B5EF4-FFF2-40B4-BE49-F238E27FC236}">
                <a16:creationId xmlns:a16="http://schemas.microsoft.com/office/drawing/2014/main" id="{72A51E17-9601-4CE8-8B44-8018C870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0325" y="2628900"/>
            <a:ext cx="206969" cy="519951"/>
          </a:xfrm>
          <a:custGeom xmlns:a="http://schemas.openxmlformats.org/drawingml/2006/main">
            <a:pathLst>
              <a:path w="206969" h="519951">
                <a:moveTo>
                  <a:pt x="0" y="0"/>
                </a:moveTo>
                <a:lnTo>
                  <a:pt x="1953" y="18707"/>
                </a:lnTo>
                <a:lnTo>
                  <a:pt x="3896" y="37414"/>
                </a:lnTo>
                <a:lnTo>
                  <a:pt x="5848" y="56121"/>
                </a:lnTo>
                <a:lnTo>
                  <a:pt x="7791" y="74828"/>
                </a:lnTo>
                <a:lnTo>
                  <a:pt x="9744" y="93536"/>
                </a:lnTo>
                <a:lnTo>
                  <a:pt x="11687" y="112243"/>
                </a:lnTo>
                <a:lnTo>
                  <a:pt x="13640" y="130950"/>
                </a:lnTo>
                <a:lnTo>
                  <a:pt x="15592" y="149657"/>
                </a:lnTo>
                <a:lnTo>
                  <a:pt x="17536" y="168364"/>
                </a:lnTo>
                <a:lnTo>
                  <a:pt x="19488" y="187071"/>
                </a:lnTo>
                <a:lnTo>
                  <a:pt x="21431" y="205778"/>
                </a:lnTo>
                <a:lnTo>
                  <a:pt x="23384" y="224485"/>
                </a:lnTo>
                <a:lnTo>
                  <a:pt x="25337" y="243192"/>
                </a:lnTo>
                <a:lnTo>
                  <a:pt x="27280" y="261899"/>
                </a:lnTo>
                <a:lnTo>
                  <a:pt x="29232" y="280607"/>
                </a:lnTo>
                <a:lnTo>
                  <a:pt x="31175" y="299314"/>
                </a:lnTo>
                <a:lnTo>
                  <a:pt x="33128" y="318021"/>
                </a:lnTo>
                <a:lnTo>
                  <a:pt x="35071" y="336728"/>
                </a:lnTo>
                <a:lnTo>
                  <a:pt x="37024" y="355435"/>
                </a:lnTo>
                <a:lnTo>
                  <a:pt x="38976" y="374142"/>
                </a:lnTo>
                <a:lnTo>
                  <a:pt x="40919" y="392849"/>
                </a:lnTo>
                <a:lnTo>
                  <a:pt x="42872" y="411556"/>
                </a:lnTo>
                <a:lnTo>
                  <a:pt x="44815" y="430263"/>
                </a:lnTo>
                <a:lnTo>
                  <a:pt x="46768" y="448970"/>
                </a:lnTo>
                <a:lnTo>
                  <a:pt x="57369" y="461210"/>
                </a:lnTo>
                <a:lnTo>
                  <a:pt x="74762" y="468373"/>
                </a:lnTo>
                <a:lnTo>
                  <a:pt x="92154" y="475536"/>
                </a:lnTo>
                <a:lnTo>
                  <a:pt x="109538" y="482698"/>
                </a:lnTo>
                <a:lnTo>
                  <a:pt x="126930" y="489861"/>
                </a:lnTo>
                <a:lnTo>
                  <a:pt x="144323" y="497015"/>
                </a:lnTo>
                <a:lnTo>
                  <a:pt x="161715" y="504177"/>
                </a:lnTo>
                <a:lnTo>
                  <a:pt x="179108" y="511340"/>
                </a:lnTo>
                <a:lnTo>
                  <a:pt x="196501" y="518503"/>
                </a:lnTo>
                <a:lnTo>
                  <a:pt x="206969" y="519951"/>
                </a:lnTo>
                <a:lnTo>
                  <a:pt x="196606" y="504254"/>
                </a:lnTo>
                <a:lnTo>
                  <a:pt x="186252" y="488556"/>
                </a:lnTo>
                <a:lnTo>
                  <a:pt x="175889" y="472859"/>
                </a:lnTo>
                <a:lnTo>
                  <a:pt x="165535" y="457152"/>
                </a:lnTo>
                <a:lnTo>
                  <a:pt x="155181" y="441455"/>
                </a:lnTo>
                <a:lnTo>
                  <a:pt x="144818" y="425758"/>
                </a:lnTo>
                <a:lnTo>
                  <a:pt x="134464" y="410061"/>
                </a:lnTo>
                <a:lnTo>
                  <a:pt x="124101" y="394354"/>
                </a:lnTo>
                <a:lnTo>
                  <a:pt x="116224" y="377485"/>
                </a:lnTo>
                <a:lnTo>
                  <a:pt x="110690" y="359512"/>
                </a:lnTo>
                <a:lnTo>
                  <a:pt x="105156" y="341538"/>
                </a:lnTo>
                <a:lnTo>
                  <a:pt x="99622" y="323564"/>
                </a:lnTo>
                <a:lnTo>
                  <a:pt x="94088" y="305591"/>
                </a:lnTo>
                <a:lnTo>
                  <a:pt x="88554" y="287607"/>
                </a:lnTo>
                <a:lnTo>
                  <a:pt x="83020" y="269634"/>
                </a:lnTo>
                <a:lnTo>
                  <a:pt x="77486" y="251660"/>
                </a:lnTo>
                <a:lnTo>
                  <a:pt x="71942" y="233686"/>
                </a:lnTo>
                <a:lnTo>
                  <a:pt x="66408" y="215713"/>
                </a:lnTo>
                <a:lnTo>
                  <a:pt x="60874" y="197729"/>
                </a:lnTo>
                <a:lnTo>
                  <a:pt x="55340" y="179756"/>
                </a:lnTo>
                <a:lnTo>
                  <a:pt x="49806" y="161782"/>
                </a:lnTo>
                <a:lnTo>
                  <a:pt x="44272" y="143808"/>
                </a:lnTo>
                <a:lnTo>
                  <a:pt x="38738" y="125825"/>
                </a:lnTo>
                <a:lnTo>
                  <a:pt x="33204" y="107852"/>
                </a:lnTo>
                <a:lnTo>
                  <a:pt x="27670" y="89878"/>
                </a:lnTo>
                <a:lnTo>
                  <a:pt x="22136" y="71904"/>
                </a:lnTo>
                <a:lnTo>
                  <a:pt x="16602" y="53931"/>
                </a:lnTo>
                <a:lnTo>
                  <a:pt x="11068" y="35947"/>
                </a:lnTo>
                <a:lnTo>
                  <a:pt x="5534" y="1797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BE7ED"/>
          </a:solidFill>
          <a:ln xmlns:a="http://schemas.openxmlformats.org/drawingml/2006/main" w="1143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9" name="mountain-ridge-outline">
            <a:extLst xmlns:a="http://schemas.openxmlformats.org/drawingml/2006/main">
              <a:ext uri="{FF2B5EF4-FFF2-40B4-BE49-F238E27FC236}">
                <a16:creationId xmlns:a16="http://schemas.microsoft.com/office/drawing/2014/main" id="{D2050807-58FA-40B7-9256-49A32963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2659713"/>
            <a:ext cx="10572750" cy="3302937"/>
          </a:xfrm>
          <a:custGeom xmlns:a="http://schemas.openxmlformats.org/drawingml/2006/main">
            <a:pathLst>
              <a:path w="10572750" h="3302937">
                <a:moveTo>
                  <a:pt x="0" y="3302937"/>
                </a:moveTo>
                <a:lnTo>
                  <a:pt x="60493" y="3265237"/>
                </a:lnTo>
                <a:lnTo>
                  <a:pt x="120987" y="3227537"/>
                </a:lnTo>
                <a:lnTo>
                  <a:pt x="181489" y="3189837"/>
                </a:lnTo>
                <a:lnTo>
                  <a:pt x="241983" y="3152146"/>
                </a:lnTo>
                <a:lnTo>
                  <a:pt x="302476" y="3114446"/>
                </a:lnTo>
                <a:lnTo>
                  <a:pt x="362969" y="3076746"/>
                </a:lnTo>
                <a:lnTo>
                  <a:pt x="423462" y="3039047"/>
                </a:lnTo>
                <a:lnTo>
                  <a:pt x="483956" y="3001347"/>
                </a:lnTo>
                <a:lnTo>
                  <a:pt x="544459" y="2963647"/>
                </a:lnTo>
                <a:lnTo>
                  <a:pt x="605600" y="2927099"/>
                </a:lnTo>
                <a:lnTo>
                  <a:pt x="669036" y="2894581"/>
                </a:lnTo>
                <a:lnTo>
                  <a:pt x="732473" y="2862072"/>
                </a:lnTo>
                <a:lnTo>
                  <a:pt x="795909" y="2829554"/>
                </a:lnTo>
                <a:lnTo>
                  <a:pt x="859565" y="2798493"/>
                </a:lnTo>
                <a:lnTo>
                  <a:pt x="929907" y="2810018"/>
                </a:lnTo>
                <a:lnTo>
                  <a:pt x="1000249" y="2821534"/>
                </a:lnTo>
                <a:lnTo>
                  <a:pt x="1070600" y="2833049"/>
                </a:lnTo>
                <a:lnTo>
                  <a:pt x="1140943" y="2844575"/>
                </a:lnTo>
                <a:lnTo>
                  <a:pt x="1211285" y="2856090"/>
                </a:lnTo>
                <a:lnTo>
                  <a:pt x="1281627" y="2867616"/>
                </a:lnTo>
                <a:lnTo>
                  <a:pt x="1351969" y="2879131"/>
                </a:lnTo>
                <a:lnTo>
                  <a:pt x="1422311" y="2890647"/>
                </a:lnTo>
                <a:lnTo>
                  <a:pt x="1492663" y="2902172"/>
                </a:lnTo>
                <a:lnTo>
                  <a:pt x="1563005" y="2913688"/>
                </a:lnTo>
                <a:lnTo>
                  <a:pt x="1631375" y="2933729"/>
                </a:lnTo>
                <a:lnTo>
                  <a:pt x="1699631" y="2954274"/>
                </a:lnTo>
                <a:lnTo>
                  <a:pt x="1767888" y="2974810"/>
                </a:lnTo>
                <a:lnTo>
                  <a:pt x="1836144" y="2995346"/>
                </a:lnTo>
                <a:lnTo>
                  <a:pt x="1904409" y="3015882"/>
                </a:lnTo>
                <a:lnTo>
                  <a:pt x="1972666" y="3036418"/>
                </a:lnTo>
                <a:lnTo>
                  <a:pt x="2040922" y="3056954"/>
                </a:lnTo>
                <a:lnTo>
                  <a:pt x="2107321" y="3072565"/>
                </a:lnTo>
                <a:lnTo>
                  <a:pt x="2145106" y="3012119"/>
                </a:lnTo>
                <a:lnTo>
                  <a:pt x="2182882" y="2951674"/>
                </a:lnTo>
                <a:lnTo>
                  <a:pt x="2220659" y="2891228"/>
                </a:lnTo>
                <a:lnTo>
                  <a:pt x="2258435" y="2830782"/>
                </a:lnTo>
                <a:lnTo>
                  <a:pt x="2296220" y="2770337"/>
                </a:lnTo>
                <a:lnTo>
                  <a:pt x="2333996" y="2709891"/>
                </a:lnTo>
                <a:lnTo>
                  <a:pt x="2371773" y="2649445"/>
                </a:lnTo>
                <a:lnTo>
                  <a:pt x="2409549" y="2589000"/>
                </a:lnTo>
                <a:lnTo>
                  <a:pt x="2447334" y="2528554"/>
                </a:lnTo>
                <a:lnTo>
                  <a:pt x="2485111" y="2468108"/>
                </a:lnTo>
                <a:lnTo>
                  <a:pt x="2522887" y="2407663"/>
                </a:lnTo>
                <a:lnTo>
                  <a:pt x="2560663" y="2347217"/>
                </a:lnTo>
                <a:lnTo>
                  <a:pt x="2598449" y="2286772"/>
                </a:lnTo>
                <a:lnTo>
                  <a:pt x="2636225" y="2226326"/>
                </a:lnTo>
                <a:lnTo>
                  <a:pt x="2696937" y="2193007"/>
                </a:lnTo>
                <a:lnTo>
                  <a:pt x="2762822" y="2165814"/>
                </a:lnTo>
                <a:lnTo>
                  <a:pt x="2828715" y="2138620"/>
                </a:lnTo>
                <a:lnTo>
                  <a:pt x="2894600" y="2111426"/>
                </a:lnTo>
                <a:lnTo>
                  <a:pt x="2960494" y="2084232"/>
                </a:lnTo>
                <a:lnTo>
                  <a:pt x="3026378" y="2057038"/>
                </a:lnTo>
                <a:lnTo>
                  <a:pt x="3092272" y="2029854"/>
                </a:lnTo>
                <a:lnTo>
                  <a:pt x="3158166" y="2002660"/>
                </a:lnTo>
                <a:lnTo>
                  <a:pt x="3224051" y="1975466"/>
                </a:lnTo>
                <a:lnTo>
                  <a:pt x="3289945" y="1948272"/>
                </a:lnTo>
                <a:lnTo>
                  <a:pt x="3347209" y="1978866"/>
                </a:lnTo>
                <a:lnTo>
                  <a:pt x="3402292" y="2024110"/>
                </a:lnTo>
                <a:lnTo>
                  <a:pt x="3457365" y="2069354"/>
                </a:lnTo>
                <a:lnTo>
                  <a:pt x="3512449" y="2114598"/>
                </a:lnTo>
                <a:lnTo>
                  <a:pt x="3567532" y="2159841"/>
                </a:lnTo>
                <a:lnTo>
                  <a:pt x="3622615" y="2205085"/>
                </a:lnTo>
                <a:lnTo>
                  <a:pt x="3677688" y="2250329"/>
                </a:lnTo>
                <a:lnTo>
                  <a:pt x="3732771" y="2295573"/>
                </a:lnTo>
                <a:lnTo>
                  <a:pt x="3787445" y="2341264"/>
                </a:lnTo>
                <a:lnTo>
                  <a:pt x="3837623" y="2391899"/>
                </a:lnTo>
                <a:lnTo>
                  <a:pt x="3887791" y="2442524"/>
                </a:lnTo>
                <a:lnTo>
                  <a:pt x="3937968" y="2493159"/>
                </a:lnTo>
                <a:lnTo>
                  <a:pt x="3988137" y="2543794"/>
                </a:lnTo>
                <a:lnTo>
                  <a:pt x="4018569" y="2485330"/>
                </a:lnTo>
                <a:lnTo>
                  <a:pt x="4047811" y="2420322"/>
                </a:lnTo>
                <a:lnTo>
                  <a:pt x="4077062" y="2355313"/>
                </a:lnTo>
                <a:lnTo>
                  <a:pt x="4106304" y="2290315"/>
                </a:lnTo>
                <a:lnTo>
                  <a:pt x="4135555" y="2225307"/>
                </a:lnTo>
                <a:lnTo>
                  <a:pt x="4164797" y="2160308"/>
                </a:lnTo>
                <a:lnTo>
                  <a:pt x="4194048" y="2095300"/>
                </a:lnTo>
                <a:lnTo>
                  <a:pt x="4223290" y="2030292"/>
                </a:lnTo>
                <a:lnTo>
                  <a:pt x="4256427" y="1967284"/>
                </a:lnTo>
                <a:lnTo>
                  <a:pt x="4292098" y="1905572"/>
                </a:lnTo>
                <a:lnTo>
                  <a:pt x="4327769" y="1843859"/>
                </a:lnTo>
                <a:lnTo>
                  <a:pt x="4363441" y="1782147"/>
                </a:lnTo>
                <a:lnTo>
                  <a:pt x="4399112" y="1720434"/>
                </a:lnTo>
                <a:lnTo>
                  <a:pt x="4434773" y="1658712"/>
                </a:lnTo>
                <a:lnTo>
                  <a:pt x="4470444" y="1597000"/>
                </a:lnTo>
                <a:lnTo>
                  <a:pt x="4506116" y="1535287"/>
                </a:lnTo>
                <a:lnTo>
                  <a:pt x="4541787" y="1473575"/>
                </a:lnTo>
                <a:lnTo>
                  <a:pt x="4577458" y="1411862"/>
                </a:lnTo>
                <a:lnTo>
                  <a:pt x="4613129" y="1350150"/>
                </a:lnTo>
                <a:lnTo>
                  <a:pt x="4648791" y="1288437"/>
                </a:lnTo>
                <a:lnTo>
                  <a:pt x="4684462" y="1226715"/>
                </a:lnTo>
                <a:lnTo>
                  <a:pt x="4722771" y="1181033"/>
                </a:lnTo>
                <a:lnTo>
                  <a:pt x="4776359" y="1228039"/>
                </a:lnTo>
                <a:lnTo>
                  <a:pt x="4829937" y="1275055"/>
                </a:lnTo>
                <a:lnTo>
                  <a:pt x="4883525" y="1322060"/>
                </a:lnTo>
                <a:lnTo>
                  <a:pt x="4937103" y="1369066"/>
                </a:lnTo>
                <a:lnTo>
                  <a:pt x="4990690" y="1416072"/>
                </a:lnTo>
                <a:lnTo>
                  <a:pt x="5044269" y="1463088"/>
                </a:lnTo>
                <a:lnTo>
                  <a:pt x="5097856" y="1510094"/>
                </a:lnTo>
                <a:lnTo>
                  <a:pt x="5151434" y="1557099"/>
                </a:lnTo>
                <a:lnTo>
                  <a:pt x="5205022" y="1604105"/>
                </a:lnTo>
                <a:lnTo>
                  <a:pt x="5258600" y="1651121"/>
                </a:lnTo>
                <a:lnTo>
                  <a:pt x="5312188" y="1698127"/>
                </a:lnTo>
                <a:lnTo>
                  <a:pt x="5365766" y="1745132"/>
                </a:lnTo>
                <a:lnTo>
                  <a:pt x="5419354" y="1792138"/>
                </a:lnTo>
                <a:lnTo>
                  <a:pt x="5472932" y="1839154"/>
                </a:lnTo>
                <a:lnTo>
                  <a:pt x="5536940" y="1865948"/>
                </a:lnTo>
                <a:lnTo>
                  <a:pt x="5606310" y="1882331"/>
                </a:lnTo>
                <a:lnTo>
                  <a:pt x="5675681" y="1898704"/>
                </a:lnTo>
                <a:lnTo>
                  <a:pt x="5745061" y="1915087"/>
                </a:lnTo>
                <a:lnTo>
                  <a:pt x="5814431" y="1931470"/>
                </a:lnTo>
                <a:lnTo>
                  <a:pt x="5883802" y="1947843"/>
                </a:lnTo>
                <a:lnTo>
                  <a:pt x="5953173" y="1964226"/>
                </a:lnTo>
                <a:lnTo>
                  <a:pt x="6022553" y="1980609"/>
                </a:lnTo>
                <a:lnTo>
                  <a:pt x="6091923" y="1996983"/>
                </a:lnTo>
                <a:lnTo>
                  <a:pt x="6161294" y="2013366"/>
                </a:lnTo>
                <a:lnTo>
                  <a:pt x="6209738" y="1972675"/>
                </a:lnTo>
                <a:lnTo>
                  <a:pt x="6252086" y="1915335"/>
                </a:lnTo>
                <a:lnTo>
                  <a:pt x="6294425" y="1857994"/>
                </a:lnTo>
                <a:lnTo>
                  <a:pt x="6336773" y="1800654"/>
                </a:lnTo>
                <a:lnTo>
                  <a:pt x="6379112" y="1743304"/>
                </a:lnTo>
                <a:lnTo>
                  <a:pt x="6421450" y="1685963"/>
                </a:lnTo>
                <a:lnTo>
                  <a:pt x="6463798" y="1628623"/>
                </a:lnTo>
                <a:lnTo>
                  <a:pt x="6506137" y="1571282"/>
                </a:lnTo>
                <a:lnTo>
                  <a:pt x="6548485" y="1513942"/>
                </a:lnTo>
                <a:lnTo>
                  <a:pt x="6590824" y="1456601"/>
                </a:lnTo>
                <a:lnTo>
                  <a:pt x="6633162" y="1399261"/>
                </a:lnTo>
                <a:lnTo>
                  <a:pt x="6675511" y="1341920"/>
                </a:lnTo>
                <a:lnTo>
                  <a:pt x="6717849" y="1284580"/>
                </a:lnTo>
                <a:lnTo>
                  <a:pt x="6760197" y="1227239"/>
                </a:lnTo>
                <a:lnTo>
                  <a:pt x="6807851" y="1174918"/>
                </a:lnTo>
                <a:lnTo>
                  <a:pt x="6862772" y="1129484"/>
                </a:lnTo>
                <a:lnTo>
                  <a:pt x="6917693" y="1084050"/>
                </a:lnTo>
                <a:lnTo>
                  <a:pt x="6972624" y="1038616"/>
                </a:lnTo>
                <a:lnTo>
                  <a:pt x="7027545" y="993181"/>
                </a:lnTo>
                <a:lnTo>
                  <a:pt x="7082466" y="947747"/>
                </a:lnTo>
                <a:lnTo>
                  <a:pt x="7137397" y="902313"/>
                </a:lnTo>
                <a:lnTo>
                  <a:pt x="7192318" y="856879"/>
                </a:lnTo>
                <a:lnTo>
                  <a:pt x="7247239" y="811444"/>
                </a:lnTo>
                <a:lnTo>
                  <a:pt x="7302160" y="766010"/>
                </a:lnTo>
                <a:lnTo>
                  <a:pt x="7357091" y="720576"/>
                </a:lnTo>
                <a:lnTo>
                  <a:pt x="7412012" y="675142"/>
                </a:lnTo>
                <a:lnTo>
                  <a:pt x="7466933" y="629707"/>
                </a:lnTo>
                <a:lnTo>
                  <a:pt x="7521864" y="584273"/>
                </a:lnTo>
                <a:lnTo>
                  <a:pt x="7576785" y="538839"/>
                </a:lnTo>
                <a:lnTo>
                  <a:pt x="7622334" y="572138"/>
                </a:lnTo>
                <a:lnTo>
                  <a:pt x="7665053" y="629202"/>
                </a:lnTo>
                <a:lnTo>
                  <a:pt x="7707773" y="686267"/>
                </a:lnTo>
                <a:lnTo>
                  <a:pt x="7750483" y="743331"/>
                </a:lnTo>
                <a:lnTo>
                  <a:pt x="7793203" y="800386"/>
                </a:lnTo>
                <a:lnTo>
                  <a:pt x="7835922" y="857450"/>
                </a:lnTo>
                <a:lnTo>
                  <a:pt x="7878642" y="914514"/>
                </a:lnTo>
                <a:lnTo>
                  <a:pt x="7921361" y="971579"/>
                </a:lnTo>
                <a:lnTo>
                  <a:pt x="7964072" y="1028643"/>
                </a:lnTo>
                <a:lnTo>
                  <a:pt x="8006791" y="1085698"/>
                </a:lnTo>
                <a:lnTo>
                  <a:pt x="8049511" y="1142762"/>
                </a:lnTo>
                <a:lnTo>
                  <a:pt x="8092230" y="1199826"/>
                </a:lnTo>
                <a:lnTo>
                  <a:pt x="8134950" y="1256890"/>
                </a:lnTo>
                <a:lnTo>
                  <a:pt x="8177660" y="1313955"/>
                </a:lnTo>
                <a:lnTo>
                  <a:pt x="8220380" y="1371009"/>
                </a:lnTo>
                <a:lnTo>
                  <a:pt x="8273215" y="1417901"/>
                </a:lnTo>
                <a:lnTo>
                  <a:pt x="8330498" y="1460335"/>
                </a:lnTo>
                <a:lnTo>
                  <a:pt x="8387772" y="1502759"/>
                </a:lnTo>
                <a:lnTo>
                  <a:pt x="8445056" y="1545193"/>
                </a:lnTo>
                <a:lnTo>
                  <a:pt x="8502329" y="1587617"/>
                </a:lnTo>
                <a:lnTo>
                  <a:pt x="8549345" y="1555385"/>
                </a:lnTo>
                <a:lnTo>
                  <a:pt x="8593036" y="1499073"/>
                </a:lnTo>
                <a:lnTo>
                  <a:pt x="8636737" y="1442752"/>
                </a:lnTo>
                <a:lnTo>
                  <a:pt x="8680428" y="1386440"/>
                </a:lnTo>
                <a:lnTo>
                  <a:pt x="8724128" y="1330119"/>
                </a:lnTo>
                <a:lnTo>
                  <a:pt x="8767820" y="1273807"/>
                </a:lnTo>
                <a:lnTo>
                  <a:pt x="8811520" y="1217486"/>
                </a:lnTo>
                <a:lnTo>
                  <a:pt x="8846201" y="1155535"/>
                </a:lnTo>
                <a:lnTo>
                  <a:pt x="8877662" y="1091575"/>
                </a:lnTo>
                <a:lnTo>
                  <a:pt x="8909123" y="1027614"/>
                </a:lnTo>
                <a:lnTo>
                  <a:pt x="8940584" y="963654"/>
                </a:lnTo>
                <a:lnTo>
                  <a:pt x="8972045" y="899693"/>
                </a:lnTo>
                <a:lnTo>
                  <a:pt x="9003506" y="835733"/>
                </a:lnTo>
                <a:lnTo>
                  <a:pt x="9034967" y="771763"/>
                </a:lnTo>
                <a:lnTo>
                  <a:pt x="9066428" y="707803"/>
                </a:lnTo>
                <a:lnTo>
                  <a:pt x="9097889" y="643842"/>
                </a:lnTo>
                <a:lnTo>
                  <a:pt x="9129360" y="579882"/>
                </a:lnTo>
                <a:lnTo>
                  <a:pt x="9160821" y="515922"/>
                </a:lnTo>
                <a:lnTo>
                  <a:pt x="9192282" y="451961"/>
                </a:lnTo>
                <a:lnTo>
                  <a:pt x="9223743" y="388001"/>
                </a:lnTo>
                <a:lnTo>
                  <a:pt x="9255204" y="324041"/>
                </a:lnTo>
                <a:lnTo>
                  <a:pt x="9286665" y="260080"/>
                </a:lnTo>
                <a:lnTo>
                  <a:pt x="9318127" y="196110"/>
                </a:lnTo>
                <a:lnTo>
                  <a:pt x="9349588" y="132150"/>
                </a:lnTo>
                <a:lnTo>
                  <a:pt x="9381049" y="68189"/>
                </a:lnTo>
                <a:lnTo>
                  <a:pt x="9412510" y="4229"/>
                </a:lnTo>
                <a:lnTo>
                  <a:pt x="9439218" y="0"/>
                </a:lnTo>
                <a:lnTo>
                  <a:pt x="9460163" y="68132"/>
                </a:lnTo>
                <a:lnTo>
                  <a:pt x="9481109" y="136265"/>
                </a:lnTo>
                <a:lnTo>
                  <a:pt x="9502054" y="204407"/>
                </a:lnTo>
                <a:lnTo>
                  <a:pt x="9523000" y="272539"/>
                </a:lnTo>
                <a:lnTo>
                  <a:pt x="9543936" y="340671"/>
                </a:lnTo>
                <a:lnTo>
                  <a:pt x="9564881" y="408803"/>
                </a:lnTo>
                <a:lnTo>
                  <a:pt x="9585827" y="476936"/>
                </a:lnTo>
                <a:lnTo>
                  <a:pt x="9606772" y="545078"/>
                </a:lnTo>
                <a:lnTo>
                  <a:pt x="9627718" y="613210"/>
                </a:lnTo>
                <a:lnTo>
                  <a:pt x="9648654" y="681342"/>
                </a:lnTo>
                <a:lnTo>
                  <a:pt x="9669599" y="749475"/>
                </a:lnTo>
                <a:lnTo>
                  <a:pt x="9690545" y="817607"/>
                </a:lnTo>
                <a:lnTo>
                  <a:pt x="9711490" y="885749"/>
                </a:lnTo>
                <a:lnTo>
                  <a:pt x="9733236" y="953614"/>
                </a:lnTo>
                <a:lnTo>
                  <a:pt x="9757220" y="1020737"/>
                </a:lnTo>
                <a:lnTo>
                  <a:pt x="9781203" y="1087860"/>
                </a:lnTo>
                <a:lnTo>
                  <a:pt x="9805187" y="1154982"/>
                </a:lnTo>
                <a:lnTo>
                  <a:pt x="9829181" y="1222105"/>
                </a:lnTo>
                <a:lnTo>
                  <a:pt x="9853165" y="1289228"/>
                </a:lnTo>
                <a:lnTo>
                  <a:pt x="9877149" y="1356360"/>
                </a:lnTo>
                <a:lnTo>
                  <a:pt x="9901133" y="1423483"/>
                </a:lnTo>
                <a:lnTo>
                  <a:pt x="9925117" y="1490605"/>
                </a:lnTo>
                <a:lnTo>
                  <a:pt x="9949110" y="1557728"/>
                </a:lnTo>
                <a:lnTo>
                  <a:pt x="9973094" y="1624851"/>
                </a:lnTo>
                <a:lnTo>
                  <a:pt x="9997078" y="1691973"/>
                </a:lnTo>
                <a:lnTo>
                  <a:pt x="10021062" y="1759096"/>
                </a:lnTo>
                <a:lnTo>
                  <a:pt x="10045055" y="1826219"/>
                </a:lnTo>
                <a:lnTo>
                  <a:pt x="10069039" y="1893341"/>
                </a:lnTo>
                <a:lnTo>
                  <a:pt x="10093023" y="1960474"/>
                </a:lnTo>
                <a:lnTo>
                  <a:pt x="10117007" y="2027596"/>
                </a:lnTo>
                <a:lnTo>
                  <a:pt x="10141001" y="2094719"/>
                </a:lnTo>
                <a:lnTo>
                  <a:pt x="10164985" y="2161842"/>
                </a:lnTo>
                <a:lnTo>
                  <a:pt x="10188969" y="2228964"/>
                </a:lnTo>
                <a:lnTo>
                  <a:pt x="10212953" y="2296087"/>
                </a:lnTo>
                <a:lnTo>
                  <a:pt x="10236946" y="2363210"/>
                </a:lnTo>
                <a:lnTo>
                  <a:pt x="10260930" y="2430332"/>
                </a:lnTo>
                <a:lnTo>
                  <a:pt x="10284914" y="2497455"/>
                </a:lnTo>
                <a:lnTo>
                  <a:pt x="10308898" y="2564578"/>
                </a:lnTo>
                <a:lnTo>
                  <a:pt x="10332891" y="2631710"/>
                </a:lnTo>
                <a:lnTo>
                  <a:pt x="10356875" y="2698833"/>
                </a:lnTo>
                <a:lnTo>
                  <a:pt x="10380859" y="2765955"/>
                </a:lnTo>
                <a:lnTo>
                  <a:pt x="10404843" y="2833078"/>
                </a:lnTo>
                <a:lnTo>
                  <a:pt x="10428837" y="2900201"/>
                </a:lnTo>
                <a:lnTo>
                  <a:pt x="10452821" y="2967323"/>
                </a:lnTo>
                <a:lnTo>
                  <a:pt x="10476805" y="3034446"/>
                </a:lnTo>
                <a:lnTo>
                  <a:pt x="10500789" y="3101569"/>
                </a:lnTo>
                <a:lnTo>
                  <a:pt x="10524782" y="3168691"/>
                </a:lnTo>
                <a:lnTo>
                  <a:pt x="10548766" y="3235814"/>
                </a:lnTo>
                <a:lnTo>
                  <a:pt x="10572750" y="330293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20" name="summit-flag-pole">
            <a:extLst xmlns:a="http://schemas.openxmlformats.org/drawingml/2006/main">
              <a:ext uri="{FF2B5EF4-FFF2-40B4-BE49-F238E27FC236}">
                <a16:creationId xmlns:a16="http://schemas.microsoft.com/office/drawing/2014/main" id="{B36175CE-9748-4668-BD7F-52A4462E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0325" y="2114550"/>
            <a:ext cx="0" cy="5429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28575">
            <a:solidFill>
              <a:srgbClr val="315F82"/>
            </a:solidFill>
            <a:prstDash val="solid"/>
          </a:ln>
        </p:spPr>
      </p:sp>
      <p:sp>
        <p:nvSpPr>
          <p:cNvPr id="21" name="summit-flag">
            <a:extLst xmlns:a="http://schemas.openxmlformats.org/drawingml/2006/main">
              <a:ext uri="{FF2B5EF4-FFF2-40B4-BE49-F238E27FC236}">
                <a16:creationId xmlns:a16="http://schemas.microsoft.com/office/drawing/2014/main" id="{C66775AA-DF00-4992-9907-EC86D006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0325" y="2114550"/>
            <a:ext cx="303343" cy="168431"/>
          </a:xfrm>
          <a:custGeom xmlns:a="http://schemas.openxmlformats.org/drawingml/2006/main">
            <a:pathLst>
              <a:path w="303343" h="168431">
                <a:moveTo>
                  <a:pt x="0" y="0"/>
                </a:moveTo>
                <a:lnTo>
                  <a:pt x="18012" y="5067"/>
                </a:lnTo>
                <a:lnTo>
                  <a:pt x="36033" y="10135"/>
                </a:lnTo>
                <a:lnTo>
                  <a:pt x="54045" y="15202"/>
                </a:lnTo>
                <a:lnTo>
                  <a:pt x="72057" y="20269"/>
                </a:lnTo>
                <a:lnTo>
                  <a:pt x="90078" y="25337"/>
                </a:lnTo>
                <a:lnTo>
                  <a:pt x="108090" y="30404"/>
                </a:lnTo>
                <a:lnTo>
                  <a:pt x="126101" y="35471"/>
                </a:lnTo>
                <a:lnTo>
                  <a:pt x="144123" y="40538"/>
                </a:lnTo>
                <a:lnTo>
                  <a:pt x="162135" y="45596"/>
                </a:lnTo>
                <a:lnTo>
                  <a:pt x="180146" y="50663"/>
                </a:lnTo>
                <a:lnTo>
                  <a:pt x="198168" y="55731"/>
                </a:lnTo>
                <a:lnTo>
                  <a:pt x="216179" y="60798"/>
                </a:lnTo>
                <a:lnTo>
                  <a:pt x="234191" y="65865"/>
                </a:lnTo>
                <a:lnTo>
                  <a:pt x="252212" y="70933"/>
                </a:lnTo>
                <a:lnTo>
                  <a:pt x="270224" y="76000"/>
                </a:lnTo>
                <a:lnTo>
                  <a:pt x="288236" y="81067"/>
                </a:lnTo>
                <a:lnTo>
                  <a:pt x="303343" y="86135"/>
                </a:lnTo>
                <a:lnTo>
                  <a:pt x="285331" y="91202"/>
                </a:lnTo>
                <a:lnTo>
                  <a:pt x="267310" y="96269"/>
                </a:lnTo>
                <a:lnTo>
                  <a:pt x="249298" y="101336"/>
                </a:lnTo>
                <a:lnTo>
                  <a:pt x="231286" y="106404"/>
                </a:lnTo>
                <a:lnTo>
                  <a:pt x="213274" y="111471"/>
                </a:lnTo>
                <a:lnTo>
                  <a:pt x="195253" y="116538"/>
                </a:lnTo>
                <a:lnTo>
                  <a:pt x="177241" y="121606"/>
                </a:lnTo>
                <a:lnTo>
                  <a:pt x="159220" y="126673"/>
                </a:lnTo>
                <a:lnTo>
                  <a:pt x="141208" y="131731"/>
                </a:lnTo>
                <a:lnTo>
                  <a:pt x="123196" y="136798"/>
                </a:lnTo>
                <a:lnTo>
                  <a:pt x="105175" y="141865"/>
                </a:lnTo>
                <a:lnTo>
                  <a:pt x="87163" y="146933"/>
                </a:lnTo>
                <a:lnTo>
                  <a:pt x="69152" y="152000"/>
                </a:lnTo>
                <a:lnTo>
                  <a:pt x="51130" y="157067"/>
                </a:lnTo>
                <a:lnTo>
                  <a:pt x="33118" y="162135"/>
                </a:lnTo>
                <a:lnTo>
                  <a:pt x="15107" y="167202"/>
                </a:lnTo>
                <a:lnTo>
                  <a:pt x="0" y="168431"/>
                </a:lnTo>
                <a:lnTo>
                  <a:pt x="0" y="149714"/>
                </a:lnTo>
                <a:lnTo>
                  <a:pt x="0" y="130997"/>
                </a:lnTo>
                <a:lnTo>
                  <a:pt x="0" y="112281"/>
                </a:lnTo>
                <a:lnTo>
                  <a:pt x="0" y="93574"/>
                </a:lnTo>
                <a:lnTo>
                  <a:pt x="0" y="74857"/>
                </a:lnTo>
                <a:lnTo>
                  <a:pt x="0" y="56140"/>
                </a:lnTo>
                <a:lnTo>
                  <a:pt x="0" y="37424"/>
                </a:lnTo>
                <a:lnTo>
                  <a:pt x="0" y="1871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315F8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mountain-route-halo">
            <a:extLst xmlns:a="http://schemas.openxmlformats.org/drawingml/2006/main">
              <a:ext uri="{FF2B5EF4-FFF2-40B4-BE49-F238E27FC236}">
                <a16:creationId xmlns:a16="http://schemas.microsoft.com/office/drawing/2014/main" id="{914FE99B-1C0E-42E2-BEF2-D1EB956B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825" y="2628900"/>
            <a:ext cx="8572500" cy="2828925"/>
          </a:xfrm>
          <a:custGeom xmlns:a="http://schemas.openxmlformats.org/drawingml/2006/main">
            <a:pathLst>
              <a:path w="8572500" h="2828925">
                <a:moveTo>
                  <a:pt x="0" y="2828925"/>
                </a:moveTo>
                <a:lnTo>
                  <a:pt x="36900" y="2820667"/>
                </a:lnTo>
                <a:lnTo>
                  <a:pt x="73733" y="2812094"/>
                </a:lnTo>
                <a:lnTo>
                  <a:pt x="110490" y="2803198"/>
                </a:lnTo>
                <a:lnTo>
                  <a:pt x="147161" y="2793987"/>
                </a:lnTo>
                <a:lnTo>
                  <a:pt x="183756" y="2784453"/>
                </a:lnTo>
                <a:lnTo>
                  <a:pt x="220266" y="2774604"/>
                </a:lnTo>
                <a:lnTo>
                  <a:pt x="256689" y="2764450"/>
                </a:lnTo>
                <a:lnTo>
                  <a:pt x="293027" y="2753982"/>
                </a:lnTo>
                <a:lnTo>
                  <a:pt x="329279" y="2743210"/>
                </a:lnTo>
                <a:lnTo>
                  <a:pt x="365436" y="2732141"/>
                </a:lnTo>
                <a:lnTo>
                  <a:pt x="401498" y="2720778"/>
                </a:lnTo>
                <a:lnTo>
                  <a:pt x="437474" y="2709120"/>
                </a:lnTo>
                <a:lnTo>
                  <a:pt x="473354" y="2697185"/>
                </a:lnTo>
                <a:lnTo>
                  <a:pt x="509149" y="2684983"/>
                </a:lnTo>
                <a:lnTo>
                  <a:pt x="544849" y="2672505"/>
                </a:lnTo>
                <a:lnTo>
                  <a:pt x="580454" y="2659771"/>
                </a:lnTo>
                <a:lnTo>
                  <a:pt x="615972" y="2646797"/>
                </a:lnTo>
                <a:lnTo>
                  <a:pt x="651405" y="2633577"/>
                </a:lnTo>
                <a:lnTo>
                  <a:pt x="686743" y="2620137"/>
                </a:lnTo>
                <a:lnTo>
                  <a:pt x="722005" y="2606469"/>
                </a:lnTo>
                <a:lnTo>
                  <a:pt x="757190" y="2592610"/>
                </a:lnTo>
                <a:lnTo>
                  <a:pt x="792290" y="2578551"/>
                </a:lnTo>
                <a:lnTo>
                  <a:pt x="827322" y="2564321"/>
                </a:lnTo>
                <a:lnTo>
                  <a:pt x="862289" y="2549919"/>
                </a:lnTo>
                <a:lnTo>
                  <a:pt x="897198" y="2535365"/>
                </a:lnTo>
                <a:lnTo>
                  <a:pt x="932040" y="2520677"/>
                </a:lnTo>
                <a:lnTo>
                  <a:pt x="966835" y="2505866"/>
                </a:lnTo>
                <a:lnTo>
                  <a:pt x="1001582" y="2490949"/>
                </a:lnTo>
                <a:lnTo>
                  <a:pt x="1036291" y="2475938"/>
                </a:lnTo>
                <a:lnTo>
                  <a:pt x="1070962" y="2460850"/>
                </a:lnTo>
                <a:lnTo>
                  <a:pt x="1105614" y="2445706"/>
                </a:lnTo>
                <a:lnTo>
                  <a:pt x="1140247" y="2430523"/>
                </a:lnTo>
                <a:lnTo>
                  <a:pt x="1174861" y="2415302"/>
                </a:lnTo>
                <a:lnTo>
                  <a:pt x="1209475" y="2400071"/>
                </a:lnTo>
                <a:lnTo>
                  <a:pt x="1244098" y="2384850"/>
                </a:lnTo>
                <a:lnTo>
                  <a:pt x="1278722" y="2369649"/>
                </a:lnTo>
                <a:lnTo>
                  <a:pt x="1313364" y="2354485"/>
                </a:lnTo>
                <a:lnTo>
                  <a:pt x="1348026" y="2339378"/>
                </a:lnTo>
                <a:lnTo>
                  <a:pt x="1382725" y="2324338"/>
                </a:lnTo>
                <a:lnTo>
                  <a:pt x="1417453" y="2309374"/>
                </a:lnTo>
                <a:lnTo>
                  <a:pt x="1452229" y="2294525"/>
                </a:lnTo>
                <a:lnTo>
                  <a:pt x="1487053" y="2279790"/>
                </a:lnTo>
                <a:lnTo>
                  <a:pt x="1521933" y="2265188"/>
                </a:lnTo>
                <a:lnTo>
                  <a:pt x="1556880" y="2250748"/>
                </a:lnTo>
                <a:lnTo>
                  <a:pt x="1591894" y="2236460"/>
                </a:lnTo>
                <a:lnTo>
                  <a:pt x="1626984" y="2222354"/>
                </a:lnTo>
                <a:lnTo>
                  <a:pt x="1662141" y="2208438"/>
                </a:lnTo>
                <a:lnTo>
                  <a:pt x="1697384" y="2194722"/>
                </a:lnTo>
                <a:lnTo>
                  <a:pt x="1732712" y="2181235"/>
                </a:lnTo>
                <a:lnTo>
                  <a:pt x="1768126" y="2167966"/>
                </a:lnTo>
                <a:lnTo>
                  <a:pt x="1803625" y="2154936"/>
                </a:lnTo>
                <a:lnTo>
                  <a:pt x="1839220" y="2142173"/>
                </a:lnTo>
                <a:lnTo>
                  <a:pt x="1874901" y="2129666"/>
                </a:lnTo>
                <a:lnTo>
                  <a:pt x="1910686" y="2117427"/>
                </a:lnTo>
                <a:lnTo>
                  <a:pt x="1946558" y="2105482"/>
                </a:lnTo>
                <a:lnTo>
                  <a:pt x="1982533" y="2093814"/>
                </a:lnTo>
                <a:lnTo>
                  <a:pt x="2018595" y="2082451"/>
                </a:lnTo>
                <a:lnTo>
                  <a:pt x="2054762" y="2071392"/>
                </a:lnTo>
                <a:lnTo>
                  <a:pt x="2091014" y="2060648"/>
                </a:lnTo>
                <a:lnTo>
                  <a:pt x="2127361" y="2050209"/>
                </a:lnTo>
                <a:lnTo>
                  <a:pt x="2163804" y="2040103"/>
                </a:lnTo>
                <a:lnTo>
                  <a:pt x="2200323" y="2030311"/>
                </a:lnTo>
                <a:lnTo>
                  <a:pt x="2236937" y="2020853"/>
                </a:lnTo>
                <a:lnTo>
                  <a:pt x="2273637" y="2011728"/>
                </a:lnTo>
                <a:lnTo>
                  <a:pt x="2310413" y="2002936"/>
                </a:lnTo>
                <a:lnTo>
                  <a:pt x="2347274" y="1994478"/>
                </a:lnTo>
                <a:lnTo>
                  <a:pt x="2384203" y="1986363"/>
                </a:lnTo>
                <a:lnTo>
                  <a:pt x="2421207" y="1978581"/>
                </a:lnTo>
                <a:lnTo>
                  <a:pt x="2457307" y="1968198"/>
                </a:lnTo>
                <a:lnTo>
                  <a:pt x="2491292" y="1951615"/>
                </a:lnTo>
                <a:lnTo>
                  <a:pt x="2525116" y="1934708"/>
                </a:lnTo>
                <a:lnTo>
                  <a:pt x="2558796" y="1917506"/>
                </a:lnTo>
                <a:lnTo>
                  <a:pt x="2592343" y="1900047"/>
                </a:lnTo>
                <a:lnTo>
                  <a:pt x="2625757" y="1882359"/>
                </a:lnTo>
                <a:lnTo>
                  <a:pt x="2659066" y="1864452"/>
                </a:lnTo>
                <a:lnTo>
                  <a:pt x="2692270" y="1846355"/>
                </a:lnTo>
                <a:lnTo>
                  <a:pt x="2725388" y="1828105"/>
                </a:lnTo>
                <a:lnTo>
                  <a:pt x="2758421" y="1809683"/>
                </a:lnTo>
                <a:lnTo>
                  <a:pt x="2791377" y="1791148"/>
                </a:lnTo>
                <a:lnTo>
                  <a:pt x="2824267" y="1772488"/>
                </a:lnTo>
                <a:lnTo>
                  <a:pt x="2857100" y="1753733"/>
                </a:lnTo>
                <a:lnTo>
                  <a:pt x="2889885" y="1734883"/>
                </a:lnTo>
                <a:lnTo>
                  <a:pt x="2922622" y="1715967"/>
                </a:lnTo>
                <a:lnTo>
                  <a:pt x="2955322" y="1696974"/>
                </a:lnTo>
                <a:lnTo>
                  <a:pt x="2988002" y="1677943"/>
                </a:lnTo>
                <a:lnTo>
                  <a:pt x="3020663" y="1658884"/>
                </a:lnTo>
                <a:lnTo>
                  <a:pt x="3053305" y="1639786"/>
                </a:lnTo>
                <a:lnTo>
                  <a:pt x="3085938" y="1620688"/>
                </a:lnTo>
                <a:lnTo>
                  <a:pt x="3118580" y="1601591"/>
                </a:lnTo>
                <a:lnTo>
                  <a:pt x="3151213" y="1582483"/>
                </a:lnTo>
                <a:lnTo>
                  <a:pt x="3183865" y="1563414"/>
                </a:lnTo>
                <a:lnTo>
                  <a:pt x="3216535" y="1544374"/>
                </a:lnTo>
                <a:lnTo>
                  <a:pt x="3249235" y="1525372"/>
                </a:lnTo>
                <a:lnTo>
                  <a:pt x="3281963" y="1506426"/>
                </a:lnTo>
                <a:lnTo>
                  <a:pt x="3314729" y="1487548"/>
                </a:lnTo>
                <a:lnTo>
                  <a:pt x="3347542" y="1468765"/>
                </a:lnTo>
                <a:lnTo>
                  <a:pt x="3380403" y="1450057"/>
                </a:lnTo>
                <a:lnTo>
                  <a:pt x="3413341" y="1431474"/>
                </a:lnTo>
                <a:lnTo>
                  <a:pt x="3446336" y="1412996"/>
                </a:lnTo>
                <a:lnTo>
                  <a:pt x="3479416" y="1394670"/>
                </a:lnTo>
                <a:lnTo>
                  <a:pt x="3512563" y="1376486"/>
                </a:lnTo>
                <a:lnTo>
                  <a:pt x="3545815" y="1358475"/>
                </a:lnTo>
                <a:lnTo>
                  <a:pt x="3579171" y="1340653"/>
                </a:lnTo>
                <a:lnTo>
                  <a:pt x="3612632" y="1323051"/>
                </a:lnTo>
                <a:lnTo>
                  <a:pt x="3646218" y="1305668"/>
                </a:lnTo>
                <a:lnTo>
                  <a:pt x="3679936" y="1288552"/>
                </a:lnTo>
                <a:lnTo>
                  <a:pt x="3713798" y="1271721"/>
                </a:lnTo>
                <a:lnTo>
                  <a:pt x="3747811" y="1255195"/>
                </a:lnTo>
                <a:lnTo>
                  <a:pt x="3781997" y="1239012"/>
                </a:lnTo>
                <a:lnTo>
                  <a:pt x="3816353" y="1223220"/>
                </a:lnTo>
                <a:lnTo>
                  <a:pt x="3850900" y="1207846"/>
                </a:lnTo>
                <a:lnTo>
                  <a:pt x="3887619" y="1199512"/>
                </a:lnTo>
                <a:lnTo>
                  <a:pt x="3924824" y="1192711"/>
                </a:lnTo>
                <a:lnTo>
                  <a:pt x="3962000" y="1185824"/>
                </a:lnTo>
                <a:lnTo>
                  <a:pt x="3999167" y="1178833"/>
                </a:lnTo>
                <a:lnTo>
                  <a:pt x="4036304" y="1171737"/>
                </a:lnTo>
                <a:lnTo>
                  <a:pt x="4073433" y="1164546"/>
                </a:lnTo>
                <a:lnTo>
                  <a:pt x="4110533" y="1157240"/>
                </a:lnTo>
                <a:lnTo>
                  <a:pt x="4147623" y="1149848"/>
                </a:lnTo>
                <a:lnTo>
                  <a:pt x="4184685" y="1142333"/>
                </a:lnTo>
                <a:lnTo>
                  <a:pt x="4221728" y="1134732"/>
                </a:lnTo>
                <a:lnTo>
                  <a:pt x="4258742" y="1127017"/>
                </a:lnTo>
                <a:lnTo>
                  <a:pt x="4295746" y="1119207"/>
                </a:lnTo>
                <a:lnTo>
                  <a:pt x="4332722" y="1111282"/>
                </a:lnTo>
                <a:lnTo>
                  <a:pt x="4369670" y="1103262"/>
                </a:lnTo>
                <a:lnTo>
                  <a:pt x="4406608" y="1095146"/>
                </a:lnTo>
                <a:lnTo>
                  <a:pt x="4443517" y="1086917"/>
                </a:lnTo>
                <a:lnTo>
                  <a:pt x="4480408" y="1078601"/>
                </a:lnTo>
                <a:lnTo>
                  <a:pt x="4517269" y="1070181"/>
                </a:lnTo>
                <a:lnTo>
                  <a:pt x="4554112" y="1061666"/>
                </a:lnTo>
                <a:lnTo>
                  <a:pt x="4590936" y="1053065"/>
                </a:lnTo>
                <a:lnTo>
                  <a:pt x="4627740" y="1044359"/>
                </a:lnTo>
                <a:lnTo>
                  <a:pt x="4664516" y="1035568"/>
                </a:lnTo>
                <a:lnTo>
                  <a:pt x="4701273" y="1026690"/>
                </a:lnTo>
                <a:lnTo>
                  <a:pt x="4738011" y="1017746"/>
                </a:lnTo>
                <a:lnTo>
                  <a:pt x="4774740" y="1008717"/>
                </a:lnTo>
                <a:lnTo>
                  <a:pt x="4811439" y="999611"/>
                </a:lnTo>
                <a:lnTo>
                  <a:pt x="4848130" y="990438"/>
                </a:lnTo>
                <a:lnTo>
                  <a:pt x="4884791" y="981189"/>
                </a:lnTo>
                <a:lnTo>
                  <a:pt x="4921444" y="971883"/>
                </a:lnTo>
                <a:lnTo>
                  <a:pt x="4958086" y="962530"/>
                </a:lnTo>
                <a:lnTo>
                  <a:pt x="4994710" y="953119"/>
                </a:lnTo>
                <a:lnTo>
                  <a:pt x="5031324" y="943670"/>
                </a:lnTo>
                <a:lnTo>
                  <a:pt x="5067929" y="934174"/>
                </a:lnTo>
                <a:lnTo>
                  <a:pt x="5104524" y="924649"/>
                </a:lnTo>
                <a:lnTo>
                  <a:pt x="5141119" y="915114"/>
                </a:lnTo>
                <a:lnTo>
                  <a:pt x="5177704" y="905542"/>
                </a:lnTo>
                <a:lnTo>
                  <a:pt x="5214280" y="895969"/>
                </a:lnTo>
                <a:lnTo>
                  <a:pt x="5250866" y="886397"/>
                </a:lnTo>
                <a:lnTo>
                  <a:pt x="5287451" y="876824"/>
                </a:lnTo>
                <a:lnTo>
                  <a:pt x="5324037" y="867270"/>
                </a:lnTo>
                <a:lnTo>
                  <a:pt x="5360622" y="857717"/>
                </a:lnTo>
                <a:lnTo>
                  <a:pt x="5397227" y="848201"/>
                </a:lnTo>
                <a:lnTo>
                  <a:pt x="5433832" y="838705"/>
                </a:lnTo>
                <a:lnTo>
                  <a:pt x="5470436" y="829227"/>
                </a:lnTo>
                <a:lnTo>
                  <a:pt x="5507060" y="819817"/>
                </a:lnTo>
                <a:lnTo>
                  <a:pt x="5543693" y="810444"/>
                </a:lnTo>
                <a:lnTo>
                  <a:pt x="5580345" y="801138"/>
                </a:lnTo>
                <a:lnTo>
                  <a:pt x="5617016" y="791880"/>
                </a:lnTo>
                <a:lnTo>
                  <a:pt x="5653697" y="782707"/>
                </a:lnTo>
                <a:lnTo>
                  <a:pt x="5690397" y="773601"/>
                </a:lnTo>
                <a:lnTo>
                  <a:pt x="5727125" y="764581"/>
                </a:lnTo>
                <a:lnTo>
                  <a:pt x="5763863" y="755628"/>
                </a:lnTo>
                <a:lnTo>
                  <a:pt x="5800630" y="746770"/>
                </a:lnTo>
                <a:lnTo>
                  <a:pt x="5837406" y="737997"/>
                </a:lnTo>
                <a:lnTo>
                  <a:pt x="5874210" y="729320"/>
                </a:lnTo>
                <a:lnTo>
                  <a:pt x="5911044" y="720738"/>
                </a:lnTo>
                <a:lnTo>
                  <a:pt x="5947896" y="712270"/>
                </a:lnTo>
                <a:lnTo>
                  <a:pt x="5984777" y="703898"/>
                </a:lnTo>
                <a:lnTo>
                  <a:pt x="6021676" y="695630"/>
                </a:lnTo>
                <a:lnTo>
                  <a:pt x="6058595" y="687476"/>
                </a:lnTo>
                <a:lnTo>
                  <a:pt x="6095552" y="679428"/>
                </a:lnTo>
                <a:lnTo>
                  <a:pt x="6132519" y="671493"/>
                </a:lnTo>
                <a:lnTo>
                  <a:pt x="6169523" y="663673"/>
                </a:lnTo>
                <a:lnTo>
                  <a:pt x="6206538" y="655958"/>
                </a:lnTo>
                <a:lnTo>
                  <a:pt x="6243580" y="648367"/>
                </a:lnTo>
                <a:lnTo>
                  <a:pt x="6280652" y="640890"/>
                </a:lnTo>
                <a:lnTo>
                  <a:pt x="6317742" y="633517"/>
                </a:lnTo>
                <a:lnTo>
                  <a:pt x="6354851" y="626269"/>
                </a:lnTo>
                <a:lnTo>
                  <a:pt x="6391989" y="619125"/>
                </a:lnTo>
                <a:lnTo>
                  <a:pt x="6429146" y="612105"/>
                </a:lnTo>
                <a:lnTo>
                  <a:pt x="6466322" y="605190"/>
                </a:lnTo>
                <a:lnTo>
                  <a:pt x="6503527" y="598399"/>
                </a:lnTo>
                <a:lnTo>
                  <a:pt x="6540741" y="591712"/>
                </a:lnTo>
                <a:lnTo>
                  <a:pt x="6577984" y="585140"/>
                </a:lnTo>
                <a:lnTo>
                  <a:pt x="6615236" y="578672"/>
                </a:lnTo>
                <a:lnTo>
                  <a:pt x="6652517" y="572319"/>
                </a:lnTo>
                <a:lnTo>
                  <a:pt x="6689817" y="566071"/>
                </a:lnTo>
                <a:lnTo>
                  <a:pt x="6727127" y="559927"/>
                </a:lnTo>
                <a:lnTo>
                  <a:pt x="6763321" y="549173"/>
                </a:lnTo>
                <a:lnTo>
                  <a:pt x="6799345" y="537648"/>
                </a:lnTo>
                <a:lnTo>
                  <a:pt x="6835369" y="526161"/>
                </a:lnTo>
                <a:lnTo>
                  <a:pt x="6871402" y="514683"/>
                </a:lnTo>
                <a:lnTo>
                  <a:pt x="6907435" y="503234"/>
                </a:lnTo>
                <a:lnTo>
                  <a:pt x="6943487" y="491804"/>
                </a:lnTo>
                <a:lnTo>
                  <a:pt x="6979539" y="480403"/>
                </a:lnTo>
                <a:lnTo>
                  <a:pt x="7015601" y="469021"/>
                </a:lnTo>
                <a:lnTo>
                  <a:pt x="7051672" y="457667"/>
                </a:lnTo>
                <a:lnTo>
                  <a:pt x="7087753" y="446332"/>
                </a:lnTo>
                <a:lnTo>
                  <a:pt x="7123833" y="435035"/>
                </a:lnTo>
                <a:lnTo>
                  <a:pt x="7159933" y="423748"/>
                </a:lnTo>
                <a:lnTo>
                  <a:pt x="7196033" y="412490"/>
                </a:lnTo>
                <a:lnTo>
                  <a:pt x="7232142" y="401260"/>
                </a:lnTo>
                <a:lnTo>
                  <a:pt x="7268251" y="390039"/>
                </a:lnTo>
                <a:lnTo>
                  <a:pt x="7304380" y="378857"/>
                </a:lnTo>
                <a:lnTo>
                  <a:pt x="7340508" y="367713"/>
                </a:lnTo>
                <a:lnTo>
                  <a:pt x="7376646" y="356587"/>
                </a:lnTo>
                <a:lnTo>
                  <a:pt x="7412793" y="345453"/>
                </a:lnTo>
                <a:lnTo>
                  <a:pt x="7448941" y="334356"/>
                </a:lnTo>
                <a:lnTo>
                  <a:pt x="7485097" y="323288"/>
                </a:lnTo>
                <a:lnTo>
                  <a:pt x="7521264" y="312249"/>
                </a:lnTo>
                <a:lnTo>
                  <a:pt x="7557440" y="301238"/>
                </a:lnTo>
                <a:lnTo>
                  <a:pt x="7593625" y="290246"/>
                </a:lnTo>
                <a:lnTo>
                  <a:pt x="7629811" y="279263"/>
                </a:lnTo>
                <a:lnTo>
                  <a:pt x="7666006" y="268310"/>
                </a:lnTo>
                <a:lnTo>
                  <a:pt x="7702210" y="257385"/>
                </a:lnTo>
                <a:lnTo>
                  <a:pt x="7738415" y="246469"/>
                </a:lnTo>
                <a:lnTo>
                  <a:pt x="7774619" y="235572"/>
                </a:lnTo>
                <a:lnTo>
                  <a:pt x="7810843" y="224714"/>
                </a:lnTo>
                <a:lnTo>
                  <a:pt x="7847066" y="213865"/>
                </a:lnTo>
                <a:lnTo>
                  <a:pt x="7883300" y="203016"/>
                </a:lnTo>
                <a:lnTo>
                  <a:pt x="7919533" y="192215"/>
                </a:lnTo>
                <a:lnTo>
                  <a:pt x="7955775" y="181423"/>
                </a:lnTo>
                <a:lnTo>
                  <a:pt x="7992018" y="170631"/>
                </a:lnTo>
                <a:lnTo>
                  <a:pt x="8028280" y="159877"/>
                </a:lnTo>
                <a:lnTo>
                  <a:pt x="8064532" y="149133"/>
                </a:lnTo>
                <a:lnTo>
                  <a:pt x="8100784" y="138389"/>
                </a:lnTo>
                <a:lnTo>
                  <a:pt x="8137055" y="127692"/>
                </a:lnTo>
                <a:lnTo>
                  <a:pt x="8173326" y="116986"/>
                </a:lnTo>
                <a:lnTo>
                  <a:pt x="8209598" y="106289"/>
                </a:lnTo>
                <a:lnTo>
                  <a:pt x="8245878" y="95621"/>
                </a:lnTo>
                <a:lnTo>
                  <a:pt x="8282159" y="84963"/>
                </a:lnTo>
                <a:lnTo>
                  <a:pt x="8318440" y="74295"/>
                </a:lnTo>
                <a:lnTo>
                  <a:pt x="8354720" y="63665"/>
                </a:lnTo>
                <a:lnTo>
                  <a:pt x="8391020" y="53035"/>
                </a:lnTo>
                <a:lnTo>
                  <a:pt x="8427310" y="42405"/>
                </a:lnTo>
                <a:lnTo>
                  <a:pt x="8463601" y="31794"/>
                </a:lnTo>
                <a:lnTo>
                  <a:pt x="8499900" y="21193"/>
                </a:lnTo>
                <a:lnTo>
                  <a:pt x="8536200" y="10601"/>
                </a:ln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75">
            <a:solidFill>
              <a:srgbClr val="FFFFFF">
                <a:alpha val="86000"/>
              </a:srgbClr>
            </a:solidFill>
            <a:prstDash val="solid"/>
          </a:ln>
        </p:spPr>
      </p:sp>
      <p:sp>
        <p:nvSpPr>
          <p:cNvPr id="23" name="mountain-route">
            <a:extLst xmlns:a="http://schemas.openxmlformats.org/drawingml/2006/main">
              <a:ext uri="{FF2B5EF4-FFF2-40B4-BE49-F238E27FC236}">
                <a16:creationId xmlns:a16="http://schemas.microsoft.com/office/drawing/2014/main" id="{AFAEB28A-85FD-4E45-B0BC-66C6A5A8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825" y="2628900"/>
            <a:ext cx="8572500" cy="2828925"/>
          </a:xfrm>
          <a:custGeom xmlns:a="http://schemas.openxmlformats.org/drawingml/2006/main">
            <a:pathLst>
              <a:path w="8572500" h="2828925">
                <a:moveTo>
                  <a:pt x="0" y="2828925"/>
                </a:moveTo>
                <a:lnTo>
                  <a:pt x="36900" y="2820667"/>
                </a:lnTo>
                <a:lnTo>
                  <a:pt x="73733" y="2812094"/>
                </a:lnTo>
                <a:lnTo>
                  <a:pt x="110490" y="2803198"/>
                </a:lnTo>
                <a:lnTo>
                  <a:pt x="147161" y="2793987"/>
                </a:lnTo>
                <a:lnTo>
                  <a:pt x="183756" y="2784453"/>
                </a:lnTo>
                <a:lnTo>
                  <a:pt x="220266" y="2774604"/>
                </a:lnTo>
                <a:lnTo>
                  <a:pt x="256689" y="2764450"/>
                </a:lnTo>
                <a:lnTo>
                  <a:pt x="293027" y="2753982"/>
                </a:lnTo>
                <a:lnTo>
                  <a:pt x="329279" y="2743210"/>
                </a:lnTo>
                <a:lnTo>
                  <a:pt x="365436" y="2732141"/>
                </a:lnTo>
                <a:lnTo>
                  <a:pt x="401498" y="2720778"/>
                </a:lnTo>
                <a:lnTo>
                  <a:pt x="437474" y="2709120"/>
                </a:lnTo>
                <a:lnTo>
                  <a:pt x="473354" y="2697185"/>
                </a:lnTo>
                <a:lnTo>
                  <a:pt x="509149" y="2684983"/>
                </a:lnTo>
                <a:lnTo>
                  <a:pt x="544849" y="2672505"/>
                </a:lnTo>
                <a:lnTo>
                  <a:pt x="580454" y="2659771"/>
                </a:lnTo>
                <a:lnTo>
                  <a:pt x="615972" y="2646797"/>
                </a:lnTo>
                <a:lnTo>
                  <a:pt x="651405" y="2633577"/>
                </a:lnTo>
                <a:lnTo>
                  <a:pt x="686743" y="2620137"/>
                </a:lnTo>
                <a:lnTo>
                  <a:pt x="722005" y="2606469"/>
                </a:lnTo>
                <a:lnTo>
                  <a:pt x="757190" y="2592610"/>
                </a:lnTo>
                <a:lnTo>
                  <a:pt x="792290" y="2578551"/>
                </a:lnTo>
                <a:lnTo>
                  <a:pt x="827322" y="2564321"/>
                </a:lnTo>
                <a:lnTo>
                  <a:pt x="862289" y="2549919"/>
                </a:lnTo>
                <a:lnTo>
                  <a:pt x="897198" y="2535365"/>
                </a:lnTo>
                <a:lnTo>
                  <a:pt x="932040" y="2520677"/>
                </a:lnTo>
                <a:lnTo>
                  <a:pt x="966835" y="2505866"/>
                </a:lnTo>
                <a:lnTo>
                  <a:pt x="1001582" y="2490949"/>
                </a:lnTo>
                <a:lnTo>
                  <a:pt x="1036291" y="2475938"/>
                </a:lnTo>
                <a:lnTo>
                  <a:pt x="1070962" y="2460850"/>
                </a:lnTo>
                <a:lnTo>
                  <a:pt x="1105614" y="2445706"/>
                </a:lnTo>
                <a:lnTo>
                  <a:pt x="1140247" y="2430523"/>
                </a:lnTo>
                <a:lnTo>
                  <a:pt x="1174861" y="2415302"/>
                </a:lnTo>
                <a:lnTo>
                  <a:pt x="1209475" y="2400071"/>
                </a:lnTo>
                <a:lnTo>
                  <a:pt x="1244098" y="2384850"/>
                </a:lnTo>
                <a:lnTo>
                  <a:pt x="1278722" y="2369649"/>
                </a:lnTo>
                <a:lnTo>
                  <a:pt x="1313364" y="2354485"/>
                </a:lnTo>
                <a:lnTo>
                  <a:pt x="1348026" y="2339378"/>
                </a:lnTo>
                <a:lnTo>
                  <a:pt x="1382725" y="2324338"/>
                </a:lnTo>
                <a:lnTo>
                  <a:pt x="1417453" y="2309374"/>
                </a:lnTo>
                <a:lnTo>
                  <a:pt x="1452229" y="2294525"/>
                </a:lnTo>
                <a:lnTo>
                  <a:pt x="1487053" y="2279790"/>
                </a:lnTo>
                <a:lnTo>
                  <a:pt x="1521933" y="2265188"/>
                </a:lnTo>
                <a:lnTo>
                  <a:pt x="1556880" y="2250748"/>
                </a:lnTo>
                <a:lnTo>
                  <a:pt x="1591894" y="2236460"/>
                </a:lnTo>
                <a:lnTo>
                  <a:pt x="1626984" y="2222354"/>
                </a:lnTo>
                <a:lnTo>
                  <a:pt x="1662141" y="2208438"/>
                </a:lnTo>
                <a:lnTo>
                  <a:pt x="1697384" y="2194722"/>
                </a:lnTo>
                <a:lnTo>
                  <a:pt x="1732712" y="2181235"/>
                </a:lnTo>
                <a:lnTo>
                  <a:pt x="1768126" y="2167966"/>
                </a:lnTo>
                <a:lnTo>
                  <a:pt x="1803625" y="2154936"/>
                </a:lnTo>
                <a:lnTo>
                  <a:pt x="1839220" y="2142173"/>
                </a:lnTo>
                <a:lnTo>
                  <a:pt x="1874901" y="2129666"/>
                </a:lnTo>
                <a:lnTo>
                  <a:pt x="1910686" y="2117427"/>
                </a:lnTo>
                <a:lnTo>
                  <a:pt x="1946558" y="2105482"/>
                </a:lnTo>
                <a:lnTo>
                  <a:pt x="1982533" y="2093814"/>
                </a:lnTo>
                <a:lnTo>
                  <a:pt x="2018595" y="2082451"/>
                </a:lnTo>
                <a:lnTo>
                  <a:pt x="2054762" y="2071392"/>
                </a:lnTo>
                <a:lnTo>
                  <a:pt x="2091014" y="2060648"/>
                </a:lnTo>
                <a:lnTo>
                  <a:pt x="2127361" y="2050209"/>
                </a:lnTo>
                <a:lnTo>
                  <a:pt x="2163804" y="2040103"/>
                </a:lnTo>
                <a:lnTo>
                  <a:pt x="2200323" y="2030311"/>
                </a:lnTo>
                <a:lnTo>
                  <a:pt x="2236937" y="2020853"/>
                </a:lnTo>
                <a:lnTo>
                  <a:pt x="2273637" y="2011728"/>
                </a:lnTo>
                <a:lnTo>
                  <a:pt x="2310413" y="2002936"/>
                </a:lnTo>
                <a:lnTo>
                  <a:pt x="2347274" y="1994478"/>
                </a:lnTo>
                <a:lnTo>
                  <a:pt x="2384203" y="1986363"/>
                </a:lnTo>
                <a:lnTo>
                  <a:pt x="2421207" y="1978581"/>
                </a:lnTo>
                <a:lnTo>
                  <a:pt x="2457307" y="1968198"/>
                </a:lnTo>
                <a:lnTo>
                  <a:pt x="2491292" y="1951615"/>
                </a:lnTo>
                <a:lnTo>
                  <a:pt x="2525116" y="1934708"/>
                </a:lnTo>
                <a:lnTo>
                  <a:pt x="2558796" y="1917506"/>
                </a:lnTo>
                <a:lnTo>
                  <a:pt x="2592343" y="1900047"/>
                </a:lnTo>
                <a:lnTo>
                  <a:pt x="2625757" y="1882359"/>
                </a:lnTo>
                <a:lnTo>
                  <a:pt x="2659066" y="1864452"/>
                </a:lnTo>
                <a:lnTo>
                  <a:pt x="2692270" y="1846355"/>
                </a:lnTo>
                <a:lnTo>
                  <a:pt x="2725388" y="1828105"/>
                </a:lnTo>
                <a:lnTo>
                  <a:pt x="2758421" y="1809683"/>
                </a:lnTo>
                <a:lnTo>
                  <a:pt x="2791377" y="1791148"/>
                </a:lnTo>
                <a:lnTo>
                  <a:pt x="2824267" y="1772488"/>
                </a:lnTo>
                <a:lnTo>
                  <a:pt x="2857100" y="1753733"/>
                </a:lnTo>
                <a:lnTo>
                  <a:pt x="2889885" y="1734883"/>
                </a:lnTo>
                <a:lnTo>
                  <a:pt x="2922622" y="1715967"/>
                </a:lnTo>
                <a:lnTo>
                  <a:pt x="2955322" y="1696974"/>
                </a:lnTo>
                <a:lnTo>
                  <a:pt x="2988002" y="1677943"/>
                </a:lnTo>
                <a:lnTo>
                  <a:pt x="3020663" y="1658884"/>
                </a:lnTo>
                <a:lnTo>
                  <a:pt x="3053305" y="1639786"/>
                </a:lnTo>
                <a:lnTo>
                  <a:pt x="3085938" y="1620688"/>
                </a:lnTo>
                <a:lnTo>
                  <a:pt x="3118580" y="1601591"/>
                </a:lnTo>
                <a:lnTo>
                  <a:pt x="3151213" y="1582483"/>
                </a:lnTo>
                <a:lnTo>
                  <a:pt x="3183865" y="1563414"/>
                </a:lnTo>
                <a:lnTo>
                  <a:pt x="3216535" y="1544374"/>
                </a:lnTo>
                <a:lnTo>
                  <a:pt x="3249235" y="1525372"/>
                </a:lnTo>
                <a:lnTo>
                  <a:pt x="3281963" y="1506426"/>
                </a:lnTo>
                <a:lnTo>
                  <a:pt x="3314729" y="1487548"/>
                </a:lnTo>
                <a:lnTo>
                  <a:pt x="3347542" y="1468765"/>
                </a:lnTo>
                <a:lnTo>
                  <a:pt x="3380403" y="1450057"/>
                </a:lnTo>
                <a:lnTo>
                  <a:pt x="3413341" y="1431474"/>
                </a:lnTo>
                <a:lnTo>
                  <a:pt x="3446336" y="1412996"/>
                </a:lnTo>
                <a:lnTo>
                  <a:pt x="3479416" y="1394670"/>
                </a:lnTo>
                <a:lnTo>
                  <a:pt x="3512563" y="1376486"/>
                </a:lnTo>
                <a:lnTo>
                  <a:pt x="3545815" y="1358475"/>
                </a:lnTo>
                <a:lnTo>
                  <a:pt x="3579171" y="1340653"/>
                </a:lnTo>
                <a:lnTo>
                  <a:pt x="3612632" y="1323051"/>
                </a:lnTo>
                <a:lnTo>
                  <a:pt x="3646218" y="1305668"/>
                </a:lnTo>
                <a:lnTo>
                  <a:pt x="3679936" y="1288552"/>
                </a:lnTo>
                <a:lnTo>
                  <a:pt x="3713798" y="1271721"/>
                </a:lnTo>
                <a:lnTo>
                  <a:pt x="3747811" y="1255195"/>
                </a:lnTo>
                <a:lnTo>
                  <a:pt x="3781997" y="1239012"/>
                </a:lnTo>
                <a:lnTo>
                  <a:pt x="3816353" y="1223220"/>
                </a:lnTo>
                <a:lnTo>
                  <a:pt x="3850900" y="1207846"/>
                </a:lnTo>
                <a:lnTo>
                  <a:pt x="3887619" y="1199512"/>
                </a:lnTo>
                <a:lnTo>
                  <a:pt x="3924824" y="1192711"/>
                </a:lnTo>
                <a:lnTo>
                  <a:pt x="3962000" y="1185824"/>
                </a:lnTo>
                <a:lnTo>
                  <a:pt x="3999167" y="1178833"/>
                </a:lnTo>
                <a:lnTo>
                  <a:pt x="4036304" y="1171737"/>
                </a:lnTo>
                <a:lnTo>
                  <a:pt x="4073433" y="1164546"/>
                </a:lnTo>
                <a:lnTo>
                  <a:pt x="4110533" y="1157240"/>
                </a:lnTo>
                <a:lnTo>
                  <a:pt x="4147623" y="1149848"/>
                </a:lnTo>
                <a:lnTo>
                  <a:pt x="4184685" y="1142333"/>
                </a:lnTo>
                <a:lnTo>
                  <a:pt x="4221728" y="1134732"/>
                </a:lnTo>
                <a:lnTo>
                  <a:pt x="4258742" y="1127017"/>
                </a:lnTo>
                <a:lnTo>
                  <a:pt x="4295746" y="1119207"/>
                </a:lnTo>
                <a:lnTo>
                  <a:pt x="4332722" y="1111282"/>
                </a:lnTo>
                <a:lnTo>
                  <a:pt x="4369670" y="1103262"/>
                </a:lnTo>
                <a:lnTo>
                  <a:pt x="4406608" y="1095146"/>
                </a:lnTo>
                <a:lnTo>
                  <a:pt x="4443517" y="1086917"/>
                </a:lnTo>
                <a:lnTo>
                  <a:pt x="4480408" y="1078601"/>
                </a:lnTo>
                <a:lnTo>
                  <a:pt x="4517269" y="1070181"/>
                </a:lnTo>
                <a:lnTo>
                  <a:pt x="4554112" y="1061666"/>
                </a:lnTo>
                <a:lnTo>
                  <a:pt x="4590936" y="1053065"/>
                </a:lnTo>
                <a:lnTo>
                  <a:pt x="4627740" y="1044359"/>
                </a:lnTo>
                <a:lnTo>
                  <a:pt x="4664516" y="1035568"/>
                </a:lnTo>
                <a:lnTo>
                  <a:pt x="4701273" y="1026690"/>
                </a:lnTo>
                <a:lnTo>
                  <a:pt x="4738011" y="1017746"/>
                </a:lnTo>
                <a:lnTo>
                  <a:pt x="4774740" y="1008717"/>
                </a:lnTo>
                <a:lnTo>
                  <a:pt x="4811439" y="999611"/>
                </a:lnTo>
                <a:lnTo>
                  <a:pt x="4848130" y="990438"/>
                </a:lnTo>
                <a:lnTo>
                  <a:pt x="4884791" y="981189"/>
                </a:lnTo>
                <a:lnTo>
                  <a:pt x="4921444" y="971883"/>
                </a:lnTo>
                <a:lnTo>
                  <a:pt x="4958086" y="962530"/>
                </a:lnTo>
                <a:lnTo>
                  <a:pt x="4994710" y="953119"/>
                </a:lnTo>
                <a:lnTo>
                  <a:pt x="5031324" y="943670"/>
                </a:lnTo>
                <a:lnTo>
                  <a:pt x="5067929" y="934174"/>
                </a:lnTo>
                <a:lnTo>
                  <a:pt x="5104524" y="924649"/>
                </a:lnTo>
                <a:lnTo>
                  <a:pt x="5141119" y="915114"/>
                </a:lnTo>
                <a:lnTo>
                  <a:pt x="5177704" y="905542"/>
                </a:lnTo>
                <a:lnTo>
                  <a:pt x="5214280" y="895969"/>
                </a:lnTo>
                <a:lnTo>
                  <a:pt x="5250866" y="886397"/>
                </a:lnTo>
                <a:lnTo>
                  <a:pt x="5287451" y="876824"/>
                </a:lnTo>
                <a:lnTo>
                  <a:pt x="5324037" y="867270"/>
                </a:lnTo>
                <a:lnTo>
                  <a:pt x="5360622" y="857717"/>
                </a:lnTo>
                <a:lnTo>
                  <a:pt x="5397227" y="848201"/>
                </a:lnTo>
                <a:lnTo>
                  <a:pt x="5433832" y="838705"/>
                </a:lnTo>
                <a:lnTo>
                  <a:pt x="5470436" y="829227"/>
                </a:lnTo>
                <a:lnTo>
                  <a:pt x="5507060" y="819817"/>
                </a:lnTo>
                <a:lnTo>
                  <a:pt x="5543693" y="810444"/>
                </a:lnTo>
                <a:lnTo>
                  <a:pt x="5580345" y="801138"/>
                </a:lnTo>
                <a:lnTo>
                  <a:pt x="5617016" y="791880"/>
                </a:lnTo>
                <a:lnTo>
                  <a:pt x="5653697" y="782707"/>
                </a:lnTo>
                <a:lnTo>
                  <a:pt x="5690397" y="773601"/>
                </a:lnTo>
                <a:lnTo>
                  <a:pt x="5727125" y="764581"/>
                </a:lnTo>
                <a:lnTo>
                  <a:pt x="5763863" y="755628"/>
                </a:lnTo>
                <a:lnTo>
                  <a:pt x="5800630" y="746770"/>
                </a:lnTo>
                <a:lnTo>
                  <a:pt x="5837406" y="737997"/>
                </a:lnTo>
                <a:lnTo>
                  <a:pt x="5874210" y="729320"/>
                </a:lnTo>
                <a:lnTo>
                  <a:pt x="5911044" y="720738"/>
                </a:lnTo>
                <a:lnTo>
                  <a:pt x="5947896" y="712270"/>
                </a:lnTo>
                <a:lnTo>
                  <a:pt x="5984777" y="703898"/>
                </a:lnTo>
                <a:lnTo>
                  <a:pt x="6021676" y="695630"/>
                </a:lnTo>
                <a:lnTo>
                  <a:pt x="6058595" y="687476"/>
                </a:lnTo>
                <a:lnTo>
                  <a:pt x="6095552" y="679428"/>
                </a:lnTo>
                <a:lnTo>
                  <a:pt x="6132519" y="671493"/>
                </a:lnTo>
                <a:lnTo>
                  <a:pt x="6169523" y="663673"/>
                </a:lnTo>
                <a:lnTo>
                  <a:pt x="6206538" y="655958"/>
                </a:lnTo>
                <a:lnTo>
                  <a:pt x="6243580" y="648367"/>
                </a:lnTo>
                <a:lnTo>
                  <a:pt x="6280652" y="640890"/>
                </a:lnTo>
                <a:lnTo>
                  <a:pt x="6317742" y="633517"/>
                </a:lnTo>
                <a:lnTo>
                  <a:pt x="6354851" y="626269"/>
                </a:lnTo>
                <a:lnTo>
                  <a:pt x="6391989" y="619125"/>
                </a:lnTo>
                <a:lnTo>
                  <a:pt x="6429146" y="612105"/>
                </a:lnTo>
                <a:lnTo>
                  <a:pt x="6466322" y="605190"/>
                </a:lnTo>
                <a:lnTo>
                  <a:pt x="6503527" y="598399"/>
                </a:lnTo>
                <a:lnTo>
                  <a:pt x="6540741" y="591712"/>
                </a:lnTo>
                <a:lnTo>
                  <a:pt x="6577984" y="585140"/>
                </a:lnTo>
                <a:lnTo>
                  <a:pt x="6615236" y="578672"/>
                </a:lnTo>
                <a:lnTo>
                  <a:pt x="6652517" y="572319"/>
                </a:lnTo>
                <a:lnTo>
                  <a:pt x="6689817" y="566071"/>
                </a:lnTo>
                <a:lnTo>
                  <a:pt x="6727127" y="559927"/>
                </a:lnTo>
                <a:lnTo>
                  <a:pt x="6763321" y="549173"/>
                </a:lnTo>
                <a:lnTo>
                  <a:pt x="6799345" y="537648"/>
                </a:lnTo>
                <a:lnTo>
                  <a:pt x="6835369" y="526161"/>
                </a:lnTo>
                <a:lnTo>
                  <a:pt x="6871402" y="514683"/>
                </a:lnTo>
                <a:lnTo>
                  <a:pt x="6907435" y="503234"/>
                </a:lnTo>
                <a:lnTo>
                  <a:pt x="6943487" y="491804"/>
                </a:lnTo>
                <a:lnTo>
                  <a:pt x="6979539" y="480403"/>
                </a:lnTo>
                <a:lnTo>
                  <a:pt x="7015601" y="469021"/>
                </a:lnTo>
                <a:lnTo>
                  <a:pt x="7051672" y="457667"/>
                </a:lnTo>
                <a:lnTo>
                  <a:pt x="7087753" y="446332"/>
                </a:lnTo>
                <a:lnTo>
                  <a:pt x="7123833" y="435035"/>
                </a:lnTo>
                <a:lnTo>
                  <a:pt x="7159933" y="423748"/>
                </a:lnTo>
                <a:lnTo>
                  <a:pt x="7196033" y="412490"/>
                </a:lnTo>
                <a:lnTo>
                  <a:pt x="7232142" y="401260"/>
                </a:lnTo>
                <a:lnTo>
                  <a:pt x="7268251" y="390039"/>
                </a:lnTo>
                <a:lnTo>
                  <a:pt x="7304380" y="378857"/>
                </a:lnTo>
                <a:lnTo>
                  <a:pt x="7340508" y="367713"/>
                </a:lnTo>
                <a:lnTo>
                  <a:pt x="7376646" y="356587"/>
                </a:lnTo>
                <a:lnTo>
                  <a:pt x="7412793" y="345453"/>
                </a:lnTo>
                <a:lnTo>
                  <a:pt x="7448941" y="334356"/>
                </a:lnTo>
                <a:lnTo>
                  <a:pt x="7485097" y="323288"/>
                </a:lnTo>
                <a:lnTo>
                  <a:pt x="7521264" y="312249"/>
                </a:lnTo>
                <a:lnTo>
                  <a:pt x="7557440" y="301238"/>
                </a:lnTo>
                <a:lnTo>
                  <a:pt x="7593625" y="290246"/>
                </a:lnTo>
                <a:lnTo>
                  <a:pt x="7629811" y="279263"/>
                </a:lnTo>
                <a:lnTo>
                  <a:pt x="7666006" y="268310"/>
                </a:lnTo>
                <a:lnTo>
                  <a:pt x="7702210" y="257385"/>
                </a:lnTo>
                <a:lnTo>
                  <a:pt x="7738415" y="246469"/>
                </a:lnTo>
                <a:lnTo>
                  <a:pt x="7774619" y="235572"/>
                </a:lnTo>
                <a:lnTo>
                  <a:pt x="7810843" y="224714"/>
                </a:lnTo>
                <a:lnTo>
                  <a:pt x="7847066" y="213865"/>
                </a:lnTo>
                <a:lnTo>
                  <a:pt x="7883300" y="203016"/>
                </a:lnTo>
                <a:lnTo>
                  <a:pt x="7919533" y="192215"/>
                </a:lnTo>
                <a:lnTo>
                  <a:pt x="7955775" y="181423"/>
                </a:lnTo>
                <a:lnTo>
                  <a:pt x="7992018" y="170631"/>
                </a:lnTo>
                <a:lnTo>
                  <a:pt x="8028280" y="159877"/>
                </a:lnTo>
                <a:lnTo>
                  <a:pt x="8064532" y="149133"/>
                </a:lnTo>
                <a:lnTo>
                  <a:pt x="8100784" y="138389"/>
                </a:lnTo>
                <a:lnTo>
                  <a:pt x="8137055" y="127692"/>
                </a:lnTo>
                <a:lnTo>
                  <a:pt x="8173326" y="116986"/>
                </a:lnTo>
                <a:lnTo>
                  <a:pt x="8209598" y="106289"/>
                </a:lnTo>
                <a:lnTo>
                  <a:pt x="8245878" y="95621"/>
                </a:lnTo>
                <a:lnTo>
                  <a:pt x="8282159" y="84963"/>
                </a:lnTo>
                <a:lnTo>
                  <a:pt x="8318440" y="74295"/>
                </a:lnTo>
                <a:lnTo>
                  <a:pt x="8354720" y="63665"/>
                </a:lnTo>
                <a:lnTo>
                  <a:pt x="8391020" y="53035"/>
                </a:lnTo>
                <a:lnTo>
                  <a:pt x="8427310" y="42405"/>
                </a:lnTo>
                <a:lnTo>
                  <a:pt x="8463601" y="31794"/>
                </a:lnTo>
                <a:lnTo>
                  <a:pt x="8499900" y="21193"/>
                </a:lnTo>
                <a:lnTo>
                  <a:pt x="8536200" y="10601"/>
                </a:ln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3F708F"/>
            </a:solidFill>
            <a:prstDash val="dash"/>
          </a:ln>
        </p:spPr>
      </p:sp>
      <p:sp>
        <p:nvSpPr>
          <p:cNvPr id="24" name="p1-text-heading">
            <a:extLst xmlns:a="http://schemas.openxmlformats.org/drawingml/2006/main">
              <a:ext uri="{FF2B5EF4-FFF2-40B4-BE49-F238E27FC236}">
                <a16:creationId xmlns:a16="http://schemas.microsoft.com/office/drawing/2014/main" id="{122C3007-F1A3-4264-A8DC-A02E8F92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791523"/>
            <a:ext cx="139065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立足</a:t>
            </a:r>
          </a:p>
        </p:txBody>
      </p:sp>
      <p:sp>
        <p:nvSpPr>
          <p:cNvPr id="25" name="p1-text-body">
            <a:extLst xmlns:a="http://schemas.openxmlformats.org/drawingml/2006/main">
              <a:ext uri="{FF2B5EF4-FFF2-40B4-BE49-F238E27FC236}">
                <a16:creationId xmlns:a16="http://schemas.microsoft.com/office/drawing/2014/main" id="{90F35D91-5B51-4C69-9D5D-68B38118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088284"/>
            <a:ext cx="1390650" cy="198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667D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D8E"/>
                </a:solidFill>
                <a:latin typeface="Microsoft YaHei"/>
                <a:ea typeface="Microsoft YaHei"/>
                <a:cs typeface="Microsoft YaHei"/>
              </a:rPr>
              <a:t>明确起点与基本边界</a:t>
            </a:r>
          </a:p>
        </p:txBody>
      </p:sp>
      <p:sp>
        <p:nvSpPr>
          <p:cNvPr id="26" name="p2-text-heading">
            <a:extLst xmlns:a="http://schemas.openxmlformats.org/drawingml/2006/main">
              <a:ext uri="{FF2B5EF4-FFF2-40B4-BE49-F238E27FC236}">
                <a16:creationId xmlns:a16="http://schemas.microsoft.com/office/drawing/2014/main" id="{2FABA100-E2D4-4169-A5DA-1989D9E7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8644" y="3737972"/>
            <a:ext cx="139065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积累</a:t>
            </a:r>
          </a:p>
        </p:txBody>
      </p:sp>
      <p:sp>
        <p:nvSpPr>
          <p:cNvPr id="27" name="p2-text-body">
            <a:extLst xmlns:a="http://schemas.openxmlformats.org/drawingml/2006/main">
              <a:ext uri="{FF2B5EF4-FFF2-40B4-BE49-F238E27FC236}">
                <a16:creationId xmlns:a16="http://schemas.microsoft.com/office/drawing/2014/main" id="{2AE38FFD-68C4-4D3D-9BDC-8ABE2CD6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8644" y="4034733"/>
            <a:ext cx="1390650" cy="396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667D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D8E"/>
                </a:solidFill>
                <a:latin typeface="Microsoft YaHei"/>
                <a:ea typeface="Microsoft YaHei"/>
                <a:cs typeface="Microsoft YaHei"/>
              </a:rPr>
              <a:t>形成可复用的方法基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667D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D8E"/>
                </a:solidFill>
                <a:latin typeface="Microsoft YaHei"/>
                <a:ea typeface="Microsoft YaHei"/>
                <a:cs typeface="Microsoft YaHei"/>
              </a:rPr>
              <a:t>础</a:t>
            </a:r>
          </a:p>
        </p:txBody>
      </p:sp>
      <p:sp>
        <p:nvSpPr>
          <p:cNvPr id="28" name="p3-text-heading">
            <a:extLst xmlns:a="http://schemas.openxmlformats.org/drawingml/2006/main">
              <a:ext uri="{FF2B5EF4-FFF2-40B4-BE49-F238E27FC236}">
                <a16:creationId xmlns:a16="http://schemas.microsoft.com/office/drawing/2014/main" id="{64795AB9-9C56-4A57-AF1F-D4FF5E40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167510"/>
            <a:ext cx="139065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突破</a:t>
            </a:r>
          </a:p>
        </p:txBody>
      </p:sp>
      <p:sp>
        <p:nvSpPr>
          <p:cNvPr id="29" name="p3-text-body">
            <a:extLst xmlns:a="http://schemas.openxmlformats.org/drawingml/2006/main">
              <a:ext uri="{FF2B5EF4-FFF2-40B4-BE49-F238E27FC236}">
                <a16:creationId xmlns:a16="http://schemas.microsoft.com/office/drawing/2014/main" id="{32493814-F764-4A3E-BDD7-1752209D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464271"/>
            <a:ext cx="1390650" cy="198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667D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D8E"/>
                </a:solidFill>
                <a:latin typeface="Microsoft YaHei"/>
                <a:ea typeface="Microsoft YaHei"/>
                <a:cs typeface="Microsoft YaHei"/>
              </a:rPr>
              <a:t>跨越关键能力瓶颈</a:t>
            </a:r>
          </a:p>
        </p:txBody>
      </p:sp>
      <p:sp>
        <p:nvSpPr>
          <p:cNvPr id="30" name="p4-text-heading">
            <a:extLst xmlns:a="http://schemas.openxmlformats.org/drawingml/2006/main">
              <a:ext uri="{FF2B5EF4-FFF2-40B4-BE49-F238E27FC236}">
                <a16:creationId xmlns:a16="http://schemas.microsoft.com/office/drawing/2014/main" id="{A575140B-BC7E-4EA4-80FE-15F268E7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9544" y="2940691"/>
            <a:ext cx="139065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31" name="p4-text-body">
            <a:extLst xmlns:a="http://schemas.openxmlformats.org/drawingml/2006/main">
              <a:ext uri="{FF2B5EF4-FFF2-40B4-BE49-F238E27FC236}">
                <a16:creationId xmlns:a16="http://schemas.microsoft.com/office/drawing/2014/main" id="{5BE3C8FC-751C-4C5A-BFC6-78F31093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9544" y="3237462"/>
            <a:ext cx="1390650" cy="198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667D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D8E"/>
                </a:solidFill>
                <a:latin typeface="Microsoft YaHei"/>
                <a:ea typeface="Microsoft YaHei"/>
                <a:cs typeface="Microsoft YaHei"/>
              </a:rPr>
              <a:t>让多项能力共同发力</a:t>
            </a:r>
          </a:p>
        </p:txBody>
      </p:sp>
      <p:sp>
        <p:nvSpPr>
          <p:cNvPr id="32" name="p5-text-heading">
            <a:extLst xmlns:a="http://schemas.openxmlformats.org/drawingml/2006/main">
              <a:ext uri="{FF2B5EF4-FFF2-40B4-BE49-F238E27FC236}">
                <a16:creationId xmlns:a16="http://schemas.microsoft.com/office/drawing/2014/main" id="{FFDA44B4-6D5D-4820-B5BD-D5FD2ACE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1897856"/>
            <a:ext cx="1295400" cy="23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跃升</a:t>
            </a:r>
          </a:p>
        </p:txBody>
      </p:sp>
      <p:sp>
        <p:nvSpPr>
          <p:cNvPr id="33" name="p5-text-body">
            <a:extLst xmlns:a="http://schemas.openxmlformats.org/drawingml/2006/main">
              <a:ext uri="{FF2B5EF4-FFF2-40B4-BE49-F238E27FC236}">
                <a16:creationId xmlns:a16="http://schemas.microsoft.com/office/drawing/2014/main" id="{043EFA8D-31BC-42BE-84A9-2F1131CD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194617"/>
            <a:ext cx="1295400" cy="396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667D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D8E"/>
                </a:solidFill>
                <a:latin typeface="Microsoft YaHei"/>
                <a:ea typeface="Microsoft YaHei"/>
                <a:cs typeface="Microsoft YaHei"/>
              </a:rPr>
              <a:t>实现质量与效率提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667D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D8E"/>
                </a:solidFill>
                <a:latin typeface="Microsoft YaHei"/>
                <a:ea typeface="Microsoft YaHei"/>
                <a:cs typeface="Microsoft YaHei"/>
              </a:rPr>
              <a:t>升</a:t>
            </a:r>
          </a:p>
        </p:txBody>
      </p:sp>
      <p:sp>
        <p:nvSpPr>
          <p:cNvPr id="34" name="mountain-milestone-1">
            <a:extLst xmlns:a="http://schemas.openxmlformats.org/drawingml/2006/main">
              <a:ext uri="{FF2B5EF4-FFF2-40B4-BE49-F238E27FC236}">
                <a16:creationId xmlns:a16="http://schemas.microsoft.com/office/drawing/2014/main" id="{75D65E20-3638-447A-BC80-FDF829D8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52673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5" name="mountain-milestone-2">
            <a:extLst xmlns:a="http://schemas.openxmlformats.org/drawingml/2006/main">
              <a:ext uri="{FF2B5EF4-FFF2-40B4-BE49-F238E27FC236}">
                <a16:creationId xmlns:a16="http://schemas.microsoft.com/office/drawing/2014/main" id="{B83F92DC-48F0-48DB-A6CB-F21FD638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3469" y="4411866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mountain-milestone-3">
            <a:extLst xmlns:a="http://schemas.openxmlformats.org/drawingml/2006/main">
              <a:ext uri="{FF2B5EF4-FFF2-40B4-BE49-F238E27FC236}">
                <a16:creationId xmlns:a16="http://schemas.microsoft.com/office/drawing/2014/main" id="{DCEC3977-695B-4CF4-8CB0-71F4F8E4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64331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7" name="mountain-milestone-4">
            <a:extLst xmlns:a="http://schemas.openxmlformats.org/drawingml/2006/main">
              <a:ext uri="{FF2B5EF4-FFF2-40B4-BE49-F238E27FC236}">
                <a16:creationId xmlns:a16="http://schemas.microsoft.com/office/drawing/2014/main" id="{9B282434-699B-4828-81C6-6A7E5E17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9719" y="2997403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8" name="mountain-milestone-5">
            <a:extLst xmlns:a="http://schemas.openxmlformats.org/drawingml/2006/main">
              <a:ext uri="{FF2B5EF4-FFF2-40B4-BE49-F238E27FC236}">
                <a16:creationId xmlns:a16="http://schemas.microsoft.com/office/drawing/2014/main" id="{CA4568DD-F968-4962-9413-9FBF2939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9825" y="2438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84212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  <a:effectStyle>
          <a:effectLst>
            <a:outerShdw blurRad="95250" dist="38100" dir="5400000">
              <a:srgbClr val="214A65">
                <a:alpha val="1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2026-08-27T00:05:29.8450000Z</dcterms:created>
  <dcterms:modified xsi:type="dcterms:W3CDTF">2026-08-27T00:05:29.8450000Z</dcterms:modified>
</coreProperties>
</file>